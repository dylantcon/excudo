
<file path=[Content_Types].xml><?xml version="1.0" encoding="utf-8"?>
<Types xmlns="http://schemas.openxmlformats.org/package/2006/content-types"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659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8479E6-9E79-4672-B66A-CDD7EC0E1B4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93887-BD98-42F9-AB5C-DB8243E429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5362C-7948-44F3-9E74-0349A926B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1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DDBB-CF10-D60A-F6E1-7CC6ADE90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FA405-A086-A6A7-9C26-18F03304E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28CB6-4701-7063-355F-383425C13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C2C01-EB5F-71AD-A52E-161C23EB3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5362C-7948-44F3-9E74-0349A926B60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42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5362C-7948-44F3-9E74-0349A926B60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22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0C8A5-B791-1096-09B9-D420A584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5BFAB-1682-C8FF-15EB-30305CB88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97F21-2CB5-B6ED-AE81-9497D8C38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80809-B7E7-DB0A-9FBD-AA0B8C74E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5362C-7948-44F3-9E74-0349A926B60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21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A1ADF-85BD-AF33-6E2C-5C92A2B24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B2DF1-0658-DF32-9AFD-E614DBC84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1B7F2-094C-E6A6-FB40-C7D0606AC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E1E31-84D6-E9E3-684A-C48BB0E36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5362C-7948-44F3-9E74-0349A926B60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55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11314-4A6B-5837-1E9B-9CE1180D1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8931F-6FB2-285E-716F-8208DF12B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5037E-0439-D2C2-14A4-A535DF88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CC57F-E42C-9EF6-FB17-CD07E91B3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5362C-7948-44F3-9E74-0349A926B60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Subtitle 3"/>
          <p:cNvSpPr>
            <a:spLocks noGrp="1"/>
          </p:cNvSpPr>
          <p:nvPr>
            <p:ph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8387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type="body" idx="2"/>
          </p:nvPr>
        </p:nvSpPr>
        <p:spPr>
          <a:xfrm>
            <a:off x="6515100" y="1825625"/>
            <a:ext cx="48387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2174875"/>
            <a:ext cx="48387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type="body" idx="2"/>
          </p:nvPr>
        </p:nvSpPr>
        <p:spPr>
          <a:xfrm>
            <a:off x="838200" y="3317875"/>
            <a:ext cx="4838700" cy="28587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type="body" idx="3"/>
          </p:nvPr>
        </p:nvSpPr>
        <p:spPr>
          <a:xfrm>
            <a:off x="6515100" y="2174875"/>
            <a:ext cx="48387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sp>
        <p:nvSpPr>
          <p:cNvPr id="6" name="Content Placeholder 6"/>
          <p:cNvSpPr>
            <a:spLocks noGrp="1"/>
          </p:cNvSpPr>
          <p:nvPr>
            <p:ph type="body" idx="4"/>
          </p:nvPr>
        </p:nvSpPr>
        <p:spPr>
          <a:xfrm>
            <a:off x="6515100" y="3317875"/>
            <a:ext cx="4838700" cy="28587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type="body" idx="2"/>
          </p:nvPr>
        </p:nvSpPr>
        <p:spPr>
          <a:xfrm>
            <a:off x="4800600" y="1825625"/>
            <a:ext cx="65532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itleAnd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9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ctrTitle"/>
          </p:nvPr>
        </p:nvSpPr>
        <p:spPr>
          <a:xfrm>
            <a:off x="1526569" y="152400"/>
            <a:ext cx="9144000" cy="1647290"/>
          </a:xfrm>
          <a:prstGeom prst="rect">
            <a:avLst/>
          </a:prstGeom>
        </p:spPr>
        <p:txBody>
          <a:bodyPr rtlCol="0" anchor="ctr">
            <a:normAutofit/>
          </a:bodyPr>
          <a:lstStyle/>
          <a:p>
            <a:r>
              <a:rPr lang="en-US" dirty="0"/>
              <a:t>Font Showcase and Paragraph-Level Emphasis Animations</a:t>
            </a:r>
          </a:p>
        </p:txBody>
      </p:sp>
      <p:sp>
        <p:nvSpPr>
          <p:cNvPr id="3" name="Subtitle Shape"/>
          <p:cNvSpPr>
            <a:spLocks noGrp="1"/>
          </p:cNvSpPr>
          <p:nvPr>
            <p:ph type="subTitle"/>
          </p:nvPr>
        </p:nvSpPr>
        <p:spPr>
          <a:xfrm>
            <a:off x="1524000" y="1905000"/>
            <a:ext cx="9144000" cy="3810000"/>
          </a:xfrm>
          <a:prstGeom prst="rect">
            <a:avLst/>
          </a:prstGeom>
        </p:spPr>
        <p:txBody>
          <a:bodyPr rtlCol="0" anchor="ctr">
            <a:norm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Paragraph One</a:t>
            </a:r>
          </a:p>
          <a:p>
            <a:r>
              <a:rPr lang="en-US" sz="1800" b="1" dirty="0">
                <a:latin typeface="Georgia" panose="02040502050405020303" pitchFamily="18" charset="0"/>
              </a:rPr>
              <a:t>Paragraph Two</a:t>
            </a:r>
          </a:p>
          <a:p>
            <a:r>
              <a:rPr lang="en-US" sz="3200" i="1" dirty="0">
                <a:latin typeface="+mn-lt"/>
              </a:rPr>
              <a:t>Paragraph</a:t>
            </a:r>
            <a:r>
              <a:rPr lang="en-US" sz="2800" i="1" dirty="0">
                <a:latin typeface="+mn-lt"/>
              </a:rPr>
              <a:t> Three</a:t>
            </a:r>
          </a:p>
          <a:p>
            <a:r>
              <a:rPr lang="en-US" b="1" i="1" dirty="0">
                <a:latin typeface="Impact" panose="020B0806030902050204" pitchFamily="34" charset="0"/>
              </a:rPr>
              <a:t>Paragraph Four</a:t>
            </a:r>
          </a:p>
          <a:p>
            <a:r>
              <a:rPr lang="en-US" sz="60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Paragraph Five</a:t>
            </a:r>
          </a:p>
          <a:p>
            <a:r>
              <a:rPr lang="en-US" sz="7200" dirty="0">
                <a:highlight>
                  <a:srgbClr val="FFFF00"/>
                </a:highlight>
                <a:latin typeface="Lucida Console" panose="020B0609040504020204" pitchFamily="49" charset="0"/>
                <a:cs typeface="Courier New" panose="02070309020205020404" pitchFamily="49" charset="0"/>
              </a:rPr>
              <a:t>Paragraph Six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 anchor="ctr">
            <a:normAutofit/>
          </a:bodyPr>
          <a:lstStyle/>
          <a:p>
            <a:r>
              <a:rPr lang="en-US" dirty="0"/>
              <a:t>Text Color Showcase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 anchor="t">
            <a:normAutofit/>
          </a:bodyPr>
          <a:lstStyle/>
          <a:p>
            <a:r>
              <a:rPr lang="en-US" dirty="0"/>
              <a:t>Bullet one has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GREEN</a:t>
            </a:r>
            <a:r>
              <a:rPr lang="en-US" dirty="0"/>
              <a:t>, and </a:t>
            </a:r>
            <a:r>
              <a:rPr lang="en-US" dirty="0">
                <a:solidFill>
                  <a:srgbClr val="00B0F0"/>
                </a:solidFill>
              </a:rPr>
              <a:t>BLUE</a:t>
            </a:r>
            <a:r>
              <a:rPr lang="en-US" dirty="0"/>
              <a:t> text for 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dirty="0">
                <a:solidFill>
                  <a:srgbClr val="00B050"/>
                </a:solidFill>
              </a:rPr>
              <a:t>G</a:t>
            </a:r>
            <a:r>
              <a:rPr lang="en-US" dirty="0">
                <a:solidFill>
                  <a:srgbClr val="00B0F0"/>
                </a:solidFill>
              </a:rPr>
              <a:t>B</a:t>
            </a:r>
            <a:r>
              <a:rPr lang="en-US" dirty="0"/>
              <a:t>. All other words are theme colored. These were sourced from the Standard Colors picker.</a:t>
            </a:r>
          </a:p>
          <a:p>
            <a:r>
              <a:rPr lang="en-US" dirty="0"/>
              <a:t>Bullet two has no custom colors, it’s all defaults supplied from the theme.</a:t>
            </a:r>
          </a:p>
          <a:p>
            <a:r>
              <a:rPr lang="en-US" dirty="0">
                <a:solidFill>
                  <a:srgbClr val="000000"/>
                </a:solidFill>
              </a:rPr>
              <a:t>Bullet three’s text is entirely a custom RGB color: BLACK.</a:t>
            </a:r>
          </a:p>
          <a:p>
            <a:r>
              <a:rPr lang="en-US" dirty="0">
                <a:solidFill>
                  <a:schemeClr val="accent2"/>
                </a:solidFill>
              </a:rPr>
              <a:t>Bullet four’s text color is listed as a theme color: Orange, Accent 2.</a:t>
            </a:r>
          </a:p>
          <a:p>
            <a:r>
              <a:rPr lang="en-US" dirty="0"/>
              <a:t>Bullet five’s text should have the default color again, to the best of the user’s ability.</a:t>
            </a:r>
          </a:p>
          <a:p>
            <a:r>
              <a:rPr lang="en-US" dirty="0">
                <a:solidFill>
                  <a:srgbClr val="FFFF00"/>
                </a:solidFill>
              </a:rPr>
              <a:t>Bullet six’s text is bright YELLOW, and very hard to see on the white background.</a:t>
            </a:r>
          </a:p>
          <a:p>
            <a:r>
              <a:rPr lang="en-US" dirty="0">
                <a:solidFill>
                  <a:srgbClr val="65659B"/>
                </a:solidFill>
              </a:rPr>
              <a:t>Bullet seven’s text is a custom color with hex value #65659B.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ECC6-C3BB-9661-6CA6-1A59B169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Paragraph Alignment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E5EA9-68BD-4B64-8D34-2FD25610BC44}"/>
              </a:ext>
            </a:extLst>
          </p:cNvPr>
          <p:cNvSpPr txBox="1"/>
          <p:nvPr/>
        </p:nvSpPr>
        <p:spPr>
          <a:xfrm>
            <a:off x="1325366" y="19050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+mn-lt"/>
              </a:rPr>
              <a:t>This text box’s content has left-alignment.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DFFC5-D59E-B376-02D7-85FE347D86E3}"/>
              </a:ext>
            </a:extLst>
          </p:cNvPr>
          <p:cNvSpPr txBox="1"/>
          <p:nvPr/>
        </p:nvSpPr>
        <p:spPr>
          <a:xfrm>
            <a:off x="6096000" y="19050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This text box’s content has center-alignment.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E809A-A6F7-ACD1-56EE-EBDBFB88B7D4}"/>
              </a:ext>
            </a:extLst>
          </p:cNvPr>
          <p:cNvSpPr txBox="1"/>
          <p:nvPr/>
        </p:nvSpPr>
        <p:spPr>
          <a:xfrm>
            <a:off x="1322797" y="306368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+mn-lt"/>
              </a:rPr>
              <a:t>This text box’s content has right-alignment.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03667-3C21-E729-5092-C4E821AA58A5}"/>
              </a:ext>
            </a:extLst>
          </p:cNvPr>
          <p:cNvSpPr txBox="1"/>
          <p:nvPr/>
        </p:nvSpPr>
        <p:spPr>
          <a:xfrm>
            <a:off x="6096000" y="3059668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+mn-lt"/>
              </a:rPr>
              <a:t>This text box’s content is justified</a:t>
            </a:r>
          </a:p>
        </p:txBody>
      </p:sp>
    </p:spTree>
    <p:extLst>
      <p:ext uri="{BB962C8B-B14F-4D97-AF65-F5344CB8AC3E}">
        <p14:creationId xmlns:p14="http://schemas.microsoft.com/office/powerpoint/2010/main" val="979169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E0B3-334D-0706-DE76-306F7640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37"/>
            <a:ext cx="10515600" cy="1050291"/>
          </a:xfrm>
        </p:spPr>
        <p:txBody>
          <a:bodyPr/>
          <a:lstStyle/>
          <a:p>
            <a:r>
              <a:rPr lang="en-US" dirty="0"/>
              <a:t>Vertical Alignment and Text Direction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DD15C-6FE9-19A7-F0B2-020BCDA09FBE}"/>
              </a:ext>
            </a:extLst>
          </p:cNvPr>
          <p:cNvSpPr txBox="1"/>
          <p:nvPr/>
        </p:nvSpPr>
        <p:spPr>
          <a:xfrm>
            <a:off x="838200" y="990600"/>
            <a:ext cx="2362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Top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Horizontal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5E919-1E53-5B01-6376-12F2B54A5D94}"/>
              </a:ext>
            </a:extLst>
          </p:cNvPr>
          <p:cNvSpPr txBox="1"/>
          <p:nvPr/>
        </p:nvSpPr>
        <p:spPr>
          <a:xfrm>
            <a:off x="838200" y="3013503"/>
            <a:ext cx="2362200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Middle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Horizontal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5D489-6FE5-496A-494A-5CEEF819A748}"/>
              </a:ext>
            </a:extLst>
          </p:cNvPr>
          <p:cNvSpPr txBox="1"/>
          <p:nvPr/>
        </p:nvSpPr>
        <p:spPr>
          <a:xfrm>
            <a:off x="838200" y="5152072"/>
            <a:ext cx="2362200" cy="147732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Bottom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Horizontal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3D141-4914-CAC3-8DA3-AC7FCC117D06}"/>
              </a:ext>
            </a:extLst>
          </p:cNvPr>
          <p:cNvSpPr txBox="1"/>
          <p:nvPr/>
        </p:nvSpPr>
        <p:spPr>
          <a:xfrm>
            <a:off x="3161943" y="990600"/>
            <a:ext cx="2400657" cy="2031325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(Top) Right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Rotate All Text 90 Degrees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8D5ED-0B3C-85E1-8607-D82F24C4887C}"/>
              </a:ext>
            </a:extLst>
          </p:cNvPr>
          <p:cNvSpPr txBox="1"/>
          <p:nvPr/>
        </p:nvSpPr>
        <p:spPr>
          <a:xfrm>
            <a:off x="3319672" y="3152001"/>
            <a:ext cx="2123658" cy="1953399"/>
          </a:xfrm>
          <a:prstGeom prst="rect">
            <a:avLst/>
          </a:prstGeom>
          <a:noFill/>
        </p:spPr>
        <p:txBody>
          <a:bodyPr vert="vert" wrap="square" rtlCol="0" anchor="ctr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(Middle) Center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Rotate All Text 90 Degrees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0509A9-21FD-D8DD-1B3F-1B6044126205}"/>
              </a:ext>
            </a:extLst>
          </p:cNvPr>
          <p:cNvSpPr txBox="1"/>
          <p:nvPr/>
        </p:nvSpPr>
        <p:spPr>
          <a:xfrm>
            <a:off x="5562600" y="990600"/>
            <a:ext cx="2123658" cy="203132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(Top) Left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Rotate All Text 270 Degrees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5BC8E-8500-89F5-506D-6C0900D19CD3}"/>
              </a:ext>
            </a:extLst>
          </p:cNvPr>
          <p:cNvSpPr txBox="1"/>
          <p:nvPr/>
        </p:nvSpPr>
        <p:spPr>
          <a:xfrm>
            <a:off x="7924800" y="990600"/>
            <a:ext cx="4998291" cy="1754326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US" dirty="0"/>
              <a:t>Text Box – Attributes:</a:t>
            </a:r>
          </a:p>
          <a:p>
            <a:r>
              <a:rPr lang="en-US" dirty="0"/>
              <a:t>- Align Text: (Top) Left</a:t>
            </a:r>
          </a:p>
          <a:p>
            <a:r>
              <a:rPr lang="en-US" dirty="0"/>
              <a:t>- Text Direction: Stacked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11CE79-5EF4-23A4-BE92-0B33616BE0B0}"/>
              </a:ext>
            </a:extLst>
          </p:cNvPr>
          <p:cNvSpPr txBox="1"/>
          <p:nvPr/>
        </p:nvSpPr>
        <p:spPr>
          <a:xfrm>
            <a:off x="1940557" y="3152001"/>
            <a:ext cx="14625542" cy="923330"/>
          </a:xfrm>
          <a:prstGeom prst="rect">
            <a:avLst/>
          </a:prstGeom>
          <a:noFill/>
        </p:spPr>
        <p:txBody>
          <a:bodyPr vert="wordArtVert" wrap="square" rtlCol="0" anchor="ctr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Middle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Stacked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5BCF28-39C0-E62D-A847-E6E0AB7DBF63}"/>
              </a:ext>
            </a:extLst>
          </p:cNvPr>
          <p:cNvSpPr txBox="1"/>
          <p:nvPr/>
        </p:nvSpPr>
        <p:spPr>
          <a:xfrm>
            <a:off x="5562600" y="3040974"/>
            <a:ext cx="2123658" cy="2031324"/>
          </a:xfrm>
          <a:prstGeom prst="rect">
            <a:avLst/>
          </a:prstGeom>
          <a:noFill/>
        </p:spPr>
        <p:txBody>
          <a:bodyPr vert="vert270" wrap="square" rtlCol="0" anchor="ctr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(Middle) Center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Rotate All Text 270 Degrees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65321-60C5-681A-ED94-5F3AFF60E88A}"/>
              </a:ext>
            </a:extLst>
          </p:cNvPr>
          <p:cNvSpPr txBox="1"/>
          <p:nvPr/>
        </p:nvSpPr>
        <p:spPr>
          <a:xfrm>
            <a:off x="3200401" y="4875074"/>
            <a:ext cx="2677656" cy="1754326"/>
          </a:xfrm>
          <a:prstGeom prst="rect">
            <a:avLst/>
          </a:prstGeom>
          <a:noFill/>
        </p:spPr>
        <p:txBody>
          <a:bodyPr vert="vert" wrap="square" rtlCol="0" anchor="b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(Bottom) Left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Rotate All Text 90 Degrees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4B0FDE-AB2D-DFB8-BA83-9478D32B2A51}"/>
              </a:ext>
            </a:extLst>
          </p:cNvPr>
          <p:cNvSpPr txBox="1"/>
          <p:nvPr/>
        </p:nvSpPr>
        <p:spPr>
          <a:xfrm>
            <a:off x="4970145" y="4875074"/>
            <a:ext cx="2954655" cy="1754326"/>
          </a:xfrm>
          <a:prstGeom prst="rect">
            <a:avLst/>
          </a:prstGeom>
          <a:noFill/>
        </p:spPr>
        <p:txBody>
          <a:bodyPr vert="vert270" wrap="square" rtlCol="0" anchor="b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(Bottom) Right 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Rotate All Text 270 Degrees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DD4DF4-CDEF-C450-DF14-2C9D236139B4}"/>
              </a:ext>
            </a:extLst>
          </p:cNvPr>
          <p:cNvSpPr txBox="1"/>
          <p:nvPr/>
        </p:nvSpPr>
        <p:spPr>
          <a:xfrm>
            <a:off x="4386154" y="4875074"/>
            <a:ext cx="5900846" cy="1754326"/>
          </a:xfrm>
          <a:prstGeom prst="rect">
            <a:avLst/>
          </a:prstGeom>
          <a:noFill/>
        </p:spPr>
        <p:txBody>
          <a:bodyPr vert="wordArtVert" wrap="square" rtlCol="0" anchor="b">
            <a:spAutoFit/>
          </a:bodyPr>
          <a:lstStyle/>
          <a:p>
            <a:r>
              <a:rPr lang="en-US" dirty="0"/>
              <a:t>Text Box – Attributes: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Align Text: (Bottom) Right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Direction: Stacked</a:t>
            </a:r>
          </a:p>
        </p:txBody>
      </p:sp>
    </p:spTree>
    <p:extLst>
      <p:ext uri="{BB962C8B-B14F-4D97-AF65-F5344CB8AC3E}">
        <p14:creationId xmlns:p14="http://schemas.microsoft.com/office/powerpoint/2010/main" val="262653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72A8-99B9-DAC1-7232-2F48B8409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325563"/>
          </a:xfrm>
        </p:spPr>
        <p:txBody>
          <a:bodyPr/>
          <a:lstStyle/>
          <a:p>
            <a:r>
              <a:rPr lang="en-US" dirty="0"/>
              <a:t>Autofit Modes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7BAA0-5554-6CCF-7DC1-C80A2AF070D7}"/>
              </a:ext>
            </a:extLst>
          </p:cNvPr>
          <p:cNvSpPr txBox="1"/>
          <p:nvPr/>
        </p:nvSpPr>
        <p:spPr>
          <a:xfrm>
            <a:off x="838200" y="1905000"/>
            <a:ext cx="2514600" cy="424731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 Nunc lacinia pulvinar </a:t>
            </a:r>
            <a:r>
              <a:rPr lang="en-US" sz="1200" dirty="0" err="1"/>
              <a:t>quam</a:t>
            </a:r>
            <a:r>
              <a:rPr lang="en-US" sz="1200" dirty="0"/>
              <a:t>, in </a:t>
            </a:r>
            <a:r>
              <a:rPr lang="en-US" sz="1200" dirty="0" err="1"/>
              <a:t>posuere</a:t>
            </a:r>
            <a:r>
              <a:rPr lang="en-US" sz="1200" dirty="0"/>
              <a:t> </a:t>
            </a:r>
            <a:r>
              <a:rPr lang="en-US" sz="1200" dirty="0" err="1"/>
              <a:t>sem</a:t>
            </a:r>
            <a:r>
              <a:rPr lang="en-US" sz="1200" dirty="0"/>
              <a:t> </a:t>
            </a:r>
            <a:r>
              <a:rPr lang="en-US" sz="1200" dirty="0" err="1"/>
              <a:t>porttitor</a:t>
            </a:r>
            <a:r>
              <a:rPr lang="en-US" sz="1200" dirty="0"/>
              <a:t> et. 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 Duis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leo</a:t>
            </a:r>
            <a:r>
              <a:rPr lang="en-US" sz="1200" dirty="0"/>
              <a:t> </a:t>
            </a:r>
            <a:r>
              <a:rPr lang="en-US" sz="1200" dirty="0" err="1"/>
              <a:t>tellus</a:t>
            </a:r>
            <a:r>
              <a:rPr lang="en-US" sz="1200" dirty="0"/>
              <a:t>. Aenean </a:t>
            </a:r>
            <a:r>
              <a:rPr lang="en-US" sz="1200" dirty="0" err="1"/>
              <a:t>imperdiet</a:t>
            </a:r>
            <a:r>
              <a:rPr lang="en-US" sz="1200" dirty="0"/>
              <a:t> </a:t>
            </a:r>
            <a:r>
              <a:rPr lang="en-US" sz="1200" dirty="0" err="1"/>
              <a:t>neque</a:t>
            </a:r>
            <a:r>
              <a:rPr lang="en-US" sz="1200" dirty="0"/>
              <a:t> id diam </a:t>
            </a:r>
            <a:r>
              <a:rPr lang="en-US" sz="1200" dirty="0" err="1"/>
              <a:t>blandit</a:t>
            </a:r>
            <a:r>
              <a:rPr lang="en-US" sz="1200" dirty="0"/>
              <a:t> tempus. Integer </a:t>
            </a:r>
            <a:r>
              <a:rPr lang="en-US" sz="1200" dirty="0" err="1"/>
              <a:t>blandit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</a:t>
            </a:r>
            <a:r>
              <a:rPr lang="en-US" sz="1200" dirty="0" err="1"/>
              <a:t>sapien</a:t>
            </a:r>
            <a:r>
              <a:rPr lang="en-US" sz="1200" dirty="0"/>
              <a:t>, ac </a:t>
            </a:r>
            <a:r>
              <a:rPr lang="en-US" sz="1200" dirty="0" err="1"/>
              <a:t>aliquet</a:t>
            </a:r>
            <a:r>
              <a:rPr lang="en-US" sz="1200" dirty="0"/>
              <a:t> </a:t>
            </a:r>
            <a:r>
              <a:rPr lang="en-US" sz="1200" dirty="0" err="1"/>
              <a:t>nisl</a:t>
            </a:r>
            <a:r>
              <a:rPr lang="en-US" sz="1200" dirty="0"/>
              <a:t> </a:t>
            </a:r>
            <a:r>
              <a:rPr lang="en-US" sz="1200" dirty="0" err="1"/>
              <a:t>sodales</a:t>
            </a:r>
            <a:r>
              <a:rPr lang="en-US" sz="1200" dirty="0"/>
              <a:t> sit </a:t>
            </a:r>
            <a:r>
              <a:rPr lang="en-US" sz="1200" dirty="0" err="1"/>
              <a:t>amet</a:t>
            </a:r>
            <a:r>
              <a:rPr lang="en-US" sz="1200" dirty="0"/>
              <a:t>. </a:t>
            </a:r>
            <a:r>
              <a:rPr lang="en-US" sz="1200" dirty="0" err="1"/>
              <a:t>Nulla</a:t>
            </a:r>
            <a:r>
              <a:rPr lang="en-US" sz="1200" dirty="0"/>
              <a:t> nec </a:t>
            </a:r>
            <a:r>
              <a:rPr lang="en-US" sz="1200" dirty="0" err="1"/>
              <a:t>lectus</a:t>
            </a:r>
            <a:r>
              <a:rPr lang="en-US" sz="1200" dirty="0"/>
              <a:t> a </a:t>
            </a:r>
            <a:r>
              <a:rPr lang="en-US" sz="1200" dirty="0" err="1"/>
              <a:t>risus</a:t>
            </a:r>
            <a:r>
              <a:rPr lang="en-US" sz="1200" dirty="0"/>
              <a:t> </a:t>
            </a:r>
            <a:r>
              <a:rPr lang="en-US" sz="1200" dirty="0" err="1"/>
              <a:t>volutpat</a:t>
            </a:r>
            <a:r>
              <a:rPr lang="en-US" sz="1200" dirty="0"/>
              <a:t> </a:t>
            </a:r>
            <a:r>
              <a:rPr lang="en-US" sz="1200" dirty="0" err="1"/>
              <a:t>sagittis</a:t>
            </a:r>
            <a:r>
              <a:rPr lang="en-US" sz="1200" dirty="0"/>
              <a:t>. </a:t>
            </a:r>
            <a:r>
              <a:rPr lang="en-US" sz="1200" dirty="0" err="1"/>
              <a:t>Fusce</a:t>
            </a:r>
            <a:r>
              <a:rPr lang="en-US" sz="1200" dirty="0"/>
              <a:t> </a:t>
            </a:r>
            <a:r>
              <a:rPr lang="en-US" sz="1200" dirty="0" err="1"/>
              <a:t>venenatis</a:t>
            </a:r>
            <a:r>
              <a:rPr lang="en-US" sz="1200" dirty="0"/>
              <a:t> nunc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turpis</a:t>
            </a:r>
            <a:r>
              <a:rPr lang="en-US" sz="1200" dirty="0"/>
              <a:t> </a:t>
            </a:r>
            <a:r>
              <a:rPr lang="en-US" sz="1200" dirty="0" err="1"/>
              <a:t>ornare</a:t>
            </a:r>
            <a:r>
              <a:rPr lang="en-US" sz="1200" dirty="0"/>
              <a:t>, non dictum </a:t>
            </a:r>
            <a:r>
              <a:rPr lang="en-US" sz="1200" dirty="0" err="1"/>
              <a:t>nibh</a:t>
            </a:r>
            <a:r>
              <a:rPr lang="en-US" sz="1200" dirty="0"/>
              <a:t> pharetra.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B5446-7F88-8AD6-8221-A67668DFC87C}"/>
              </a:ext>
            </a:extLst>
          </p:cNvPr>
          <p:cNvSpPr txBox="1"/>
          <p:nvPr/>
        </p:nvSpPr>
        <p:spPr>
          <a:xfrm>
            <a:off x="3581400" y="1905000"/>
            <a:ext cx="2514600" cy="249299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 Nunc lacinia pulvinar </a:t>
            </a:r>
            <a:r>
              <a:rPr lang="en-US" sz="1200" dirty="0" err="1"/>
              <a:t>quam</a:t>
            </a:r>
            <a:r>
              <a:rPr lang="en-US" sz="1200" dirty="0"/>
              <a:t>, in </a:t>
            </a:r>
            <a:r>
              <a:rPr lang="en-US" sz="1200" dirty="0" err="1"/>
              <a:t>posuere</a:t>
            </a:r>
            <a:r>
              <a:rPr lang="en-US" sz="1200" dirty="0"/>
              <a:t> </a:t>
            </a:r>
            <a:r>
              <a:rPr lang="en-US" sz="1200" dirty="0" err="1"/>
              <a:t>sem</a:t>
            </a:r>
            <a:r>
              <a:rPr lang="en-US" sz="1200" dirty="0"/>
              <a:t> </a:t>
            </a:r>
            <a:r>
              <a:rPr lang="en-US" sz="1200" dirty="0" err="1"/>
              <a:t>porttitor</a:t>
            </a:r>
            <a:r>
              <a:rPr lang="en-US" sz="1200" dirty="0"/>
              <a:t> et. 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 Duis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leo</a:t>
            </a:r>
            <a:r>
              <a:rPr lang="en-US" sz="1200" dirty="0"/>
              <a:t> </a:t>
            </a:r>
            <a:r>
              <a:rPr lang="en-US" sz="1200" dirty="0" err="1"/>
              <a:t>tellus</a:t>
            </a:r>
            <a:r>
              <a:rPr lang="en-US" sz="1200" dirty="0"/>
              <a:t>. Aenean </a:t>
            </a:r>
            <a:r>
              <a:rPr lang="en-US" sz="1200" dirty="0" err="1"/>
              <a:t>imperdiet</a:t>
            </a:r>
            <a:r>
              <a:rPr lang="en-US" sz="1200" dirty="0"/>
              <a:t> </a:t>
            </a:r>
            <a:r>
              <a:rPr lang="en-US" sz="1200" dirty="0" err="1"/>
              <a:t>neque</a:t>
            </a:r>
            <a:r>
              <a:rPr lang="en-US" sz="1200" dirty="0"/>
              <a:t> id diam </a:t>
            </a:r>
            <a:r>
              <a:rPr lang="en-US" sz="1200" dirty="0" err="1"/>
              <a:t>blandit</a:t>
            </a:r>
            <a:r>
              <a:rPr lang="en-US" sz="1200" dirty="0"/>
              <a:t> tempus. Integer </a:t>
            </a:r>
            <a:r>
              <a:rPr lang="en-US" sz="1200" dirty="0" err="1"/>
              <a:t>blandit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</a:t>
            </a:r>
            <a:r>
              <a:rPr lang="en-US" sz="1200" dirty="0" err="1"/>
              <a:t>sapien</a:t>
            </a:r>
            <a:r>
              <a:rPr lang="en-US" sz="1200" dirty="0"/>
              <a:t>, ac </a:t>
            </a:r>
            <a:r>
              <a:rPr lang="en-US" sz="1200" dirty="0" err="1"/>
              <a:t>aliquet</a:t>
            </a:r>
            <a:r>
              <a:rPr lang="en-US" sz="1200" dirty="0"/>
              <a:t> </a:t>
            </a:r>
            <a:r>
              <a:rPr lang="en-US" sz="1200" dirty="0" err="1"/>
              <a:t>nisl</a:t>
            </a:r>
            <a:r>
              <a:rPr lang="en-US" sz="1200" dirty="0"/>
              <a:t> </a:t>
            </a:r>
            <a:r>
              <a:rPr lang="en-US" sz="1200" dirty="0" err="1"/>
              <a:t>sodales</a:t>
            </a:r>
            <a:r>
              <a:rPr lang="en-US" sz="1200" dirty="0"/>
              <a:t> sit </a:t>
            </a:r>
            <a:r>
              <a:rPr lang="en-US" sz="1200" dirty="0" err="1"/>
              <a:t>amet</a:t>
            </a:r>
            <a:r>
              <a:rPr lang="en-US" sz="1200" dirty="0"/>
              <a:t>. </a:t>
            </a:r>
            <a:r>
              <a:rPr lang="en-US" sz="1200" dirty="0" err="1"/>
              <a:t>Nulla</a:t>
            </a:r>
            <a:r>
              <a:rPr lang="en-US" sz="1200" dirty="0"/>
              <a:t> nec </a:t>
            </a:r>
            <a:r>
              <a:rPr lang="en-US" sz="1200" dirty="0" err="1"/>
              <a:t>lectus</a:t>
            </a:r>
            <a:r>
              <a:rPr lang="en-US" sz="1200" dirty="0"/>
              <a:t> a </a:t>
            </a:r>
            <a:r>
              <a:rPr lang="en-US" sz="1200" dirty="0" err="1"/>
              <a:t>risus</a:t>
            </a:r>
            <a:r>
              <a:rPr lang="en-US" sz="1200" dirty="0"/>
              <a:t> </a:t>
            </a:r>
            <a:r>
              <a:rPr lang="en-US" sz="1200" dirty="0" err="1"/>
              <a:t>volutpat</a:t>
            </a:r>
            <a:r>
              <a:rPr lang="en-US" sz="1200" dirty="0"/>
              <a:t> </a:t>
            </a:r>
            <a:r>
              <a:rPr lang="en-US" sz="1200" dirty="0" err="1"/>
              <a:t>sagittis</a:t>
            </a:r>
            <a:r>
              <a:rPr lang="en-US" sz="1200" dirty="0"/>
              <a:t>. </a:t>
            </a:r>
            <a:r>
              <a:rPr lang="en-US" sz="1200" dirty="0" err="1"/>
              <a:t>Fusce</a:t>
            </a:r>
            <a:r>
              <a:rPr lang="en-US" sz="1200" dirty="0"/>
              <a:t> </a:t>
            </a:r>
            <a:r>
              <a:rPr lang="en-US" sz="1200" dirty="0" err="1"/>
              <a:t>venenatis</a:t>
            </a:r>
            <a:r>
              <a:rPr lang="en-US" sz="1200" dirty="0"/>
              <a:t> nunc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turpis</a:t>
            </a:r>
            <a:r>
              <a:rPr lang="en-US" sz="1200" dirty="0"/>
              <a:t> </a:t>
            </a:r>
            <a:r>
              <a:rPr lang="en-US" sz="1200" dirty="0" err="1"/>
              <a:t>ornare</a:t>
            </a:r>
            <a:r>
              <a:rPr lang="en-US" sz="1200" dirty="0"/>
              <a:t>, non dictum </a:t>
            </a:r>
            <a:r>
              <a:rPr lang="en-US" sz="1200" dirty="0" err="1"/>
              <a:t>nibh</a:t>
            </a:r>
            <a:r>
              <a:rPr lang="en-US" sz="1200" dirty="0"/>
              <a:t> pharetra.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26D70-01F7-7A24-BB1C-0A4F0C786430}"/>
              </a:ext>
            </a:extLst>
          </p:cNvPr>
          <p:cNvSpPr txBox="1"/>
          <p:nvPr/>
        </p:nvSpPr>
        <p:spPr>
          <a:xfrm>
            <a:off x="6324600" y="1905000"/>
            <a:ext cx="2514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 Nunc lacinia pulvinar </a:t>
            </a:r>
            <a:r>
              <a:rPr lang="en-US" sz="1200" dirty="0" err="1"/>
              <a:t>quam</a:t>
            </a:r>
            <a:r>
              <a:rPr lang="en-US" sz="1200" dirty="0"/>
              <a:t>, in </a:t>
            </a:r>
            <a:r>
              <a:rPr lang="en-US" sz="1200" dirty="0" err="1"/>
              <a:t>posuere</a:t>
            </a:r>
            <a:r>
              <a:rPr lang="en-US" sz="1200" dirty="0"/>
              <a:t> </a:t>
            </a:r>
            <a:r>
              <a:rPr lang="en-US" sz="1200" dirty="0" err="1"/>
              <a:t>sem</a:t>
            </a:r>
            <a:r>
              <a:rPr lang="en-US" sz="1200" dirty="0"/>
              <a:t> </a:t>
            </a:r>
            <a:r>
              <a:rPr lang="en-US" sz="1200" dirty="0" err="1"/>
              <a:t>porttitor</a:t>
            </a:r>
            <a:r>
              <a:rPr lang="en-US" sz="1200" dirty="0"/>
              <a:t> et. 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. Duis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leo</a:t>
            </a:r>
            <a:r>
              <a:rPr lang="en-US" sz="1200" dirty="0"/>
              <a:t> </a:t>
            </a:r>
            <a:r>
              <a:rPr lang="en-US" sz="1200" dirty="0" err="1"/>
              <a:t>tellus</a:t>
            </a:r>
            <a:r>
              <a:rPr lang="en-US" sz="1200" dirty="0"/>
              <a:t>. Aenean </a:t>
            </a:r>
            <a:r>
              <a:rPr lang="en-US" sz="1200" dirty="0" err="1"/>
              <a:t>imperdiet</a:t>
            </a:r>
            <a:r>
              <a:rPr lang="en-US" sz="1200" dirty="0"/>
              <a:t> </a:t>
            </a:r>
            <a:r>
              <a:rPr lang="en-US" sz="1200" dirty="0" err="1"/>
              <a:t>neque</a:t>
            </a:r>
            <a:r>
              <a:rPr lang="en-US" sz="1200" dirty="0"/>
              <a:t> id diam </a:t>
            </a:r>
            <a:r>
              <a:rPr lang="en-US" sz="1200" dirty="0" err="1"/>
              <a:t>blandit</a:t>
            </a:r>
            <a:r>
              <a:rPr lang="en-US" sz="1200" dirty="0"/>
              <a:t> tempus. Integer </a:t>
            </a:r>
            <a:r>
              <a:rPr lang="en-US" sz="1200" dirty="0" err="1"/>
              <a:t>blandit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</a:t>
            </a:r>
            <a:r>
              <a:rPr lang="en-US" sz="1200" dirty="0" err="1"/>
              <a:t>sapien</a:t>
            </a:r>
            <a:r>
              <a:rPr lang="en-US" sz="1200" dirty="0"/>
              <a:t>, ac </a:t>
            </a:r>
            <a:r>
              <a:rPr lang="en-US" sz="1200" dirty="0" err="1"/>
              <a:t>aliquet</a:t>
            </a:r>
            <a:r>
              <a:rPr lang="en-US" sz="1200" dirty="0"/>
              <a:t> </a:t>
            </a:r>
            <a:r>
              <a:rPr lang="en-US" sz="1200" dirty="0" err="1"/>
              <a:t>nisl</a:t>
            </a:r>
            <a:r>
              <a:rPr lang="en-US" sz="1200" dirty="0"/>
              <a:t> </a:t>
            </a:r>
            <a:r>
              <a:rPr lang="en-US" sz="1200" dirty="0" err="1"/>
              <a:t>sodales</a:t>
            </a:r>
            <a:r>
              <a:rPr lang="en-US" sz="1200" dirty="0"/>
              <a:t> sit </a:t>
            </a:r>
            <a:r>
              <a:rPr lang="en-US" sz="1200" dirty="0" err="1"/>
              <a:t>amet</a:t>
            </a:r>
            <a:r>
              <a:rPr lang="en-US" sz="1200" dirty="0"/>
              <a:t>. </a:t>
            </a:r>
            <a:r>
              <a:rPr lang="en-US" sz="1200" dirty="0" err="1"/>
              <a:t>Nulla</a:t>
            </a:r>
            <a:r>
              <a:rPr lang="en-US" sz="1200" dirty="0"/>
              <a:t> nec </a:t>
            </a:r>
            <a:r>
              <a:rPr lang="en-US" sz="1200" dirty="0" err="1"/>
              <a:t>lectus</a:t>
            </a:r>
            <a:r>
              <a:rPr lang="en-US" sz="1200" dirty="0"/>
              <a:t> a </a:t>
            </a:r>
            <a:r>
              <a:rPr lang="en-US" sz="1200" dirty="0" err="1"/>
              <a:t>risus</a:t>
            </a:r>
            <a:r>
              <a:rPr lang="en-US" sz="1200" dirty="0"/>
              <a:t> </a:t>
            </a:r>
            <a:r>
              <a:rPr lang="en-US" sz="1200" dirty="0" err="1"/>
              <a:t>volutpat</a:t>
            </a:r>
            <a:r>
              <a:rPr lang="en-US" sz="1200" dirty="0"/>
              <a:t> </a:t>
            </a:r>
            <a:r>
              <a:rPr lang="en-US" sz="1200" dirty="0" err="1"/>
              <a:t>sagittis</a:t>
            </a:r>
            <a:r>
              <a:rPr lang="en-US" sz="1200" dirty="0"/>
              <a:t>. </a:t>
            </a:r>
            <a:r>
              <a:rPr lang="en-US" sz="1200" dirty="0" err="1"/>
              <a:t>Fusce</a:t>
            </a:r>
            <a:r>
              <a:rPr lang="en-US" sz="1200" dirty="0"/>
              <a:t> </a:t>
            </a:r>
            <a:r>
              <a:rPr lang="en-US" sz="1200" dirty="0" err="1"/>
              <a:t>venenatis</a:t>
            </a:r>
            <a:r>
              <a:rPr lang="en-US" sz="1200" dirty="0"/>
              <a:t> nunc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turpis</a:t>
            </a:r>
            <a:r>
              <a:rPr lang="en-US" sz="1200" dirty="0"/>
              <a:t> </a:t>
            </a:r>
            <a:r>
              <a:rPr lang="en-US" sz="1200" dirty="0" err="1"/>
              <a:t>ornare</a:t>
            </a:r>
            <a:r>
              <a:rPr lang="en-US" sz="1200" dirty="0"/>
              <a:t>, non dictum </a:t>
            </a:r>
            <a:r>
              <a:rPr lang="en-US" sz="1200" dirty="0" err="1"/>
              <a:t>nibh</a:t>
            </a:r>
            <a:r>
              <a:rPr lang="en-US" sz="1200" dirty="0"/>
              <a:t> pharetra. </a:t>
            </a:r>
          </a:p>
        </p:txBody>
      </p:sp>
    </p:spTree>
    <p:extLst>
      <p:ext uri="{BB962C8B-B14F-4D97-AF65-F5344CB8AC3E}">
        <p14:creationId xmlns:p14="http://schemas.microsoft.com/office/powerpoint/2010/main" val="423210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0619-F637-E93F-5A3C-B51874CD1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0"/>
            <a:ext cx="10515600" cy="838200"/>
          </a:xfrm>
        </p:spPr>
        <p:txBody>
          <a:bodyPr/>
          <a:lstStyle/>
          <a:p>
            <a:r>
              <a:rPr lang="en-US" dirty="0"/>
              <a:t>Margins and Insets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7EEDA-1D88-E78F-A563-06731149E98F}"/>
              </a:ext>
            </a:extLst>
          </p:cNvPr>
          <p:cNvSpPr txBox="1"/>
          <p:nvPr/>
        </p:nvSpPr>
        <p:spPr>
          <a:xfrm>
            <a:off x="474133" y="1447800"/>
            <a:ext cx="9906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A8AEDC-3C5E-90C8-2055-C0871789D757}"/>
              </a:ext>
            </a:extLst>
          </p:cNvPr>
          <p:cNvSpPr txBox="1"/>
          <p:nvPr/>
        </p:nvSpPr>
        <p:spPr>
          <a:xfrm>
            <a:off x="1938866" y="1447800"/>
            <a:ext cx="990600" cy="276999"/>
          </a:xfrm>
          <a:prstGeom prst="rect">
            <a:avLst/>
          </a:prstGeom>
          <a:noFill/>
        </p:spPr>
        <p:txBody>
          <a:bodyPr wrap="square" lIns="274320" tIns="0" rIns="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1698D6-7B48-42BE-803A-96090E21BEEB}"/>
              </a:ext>
            </a:extLst>
          </p:cNvPr>
          <p:cNvSpPr txBox="1"/>
          <p:nvPr/>
        </p:nvSpPr>
        <p:spPr>
          <a:xfrm>
            <a:off x="3403599" y="1447800"/>
            <a:ext cx="990600" cy="276999"/>
          </a:xfrm>
          <a:prstGeom prst="rect">
            <a:avLst/>
          </a:prstGeom>
          <a:noFill/>
        </p:spPr>
        <p:txBody>
          <a:bodyPr wrap="square" lIns="0" tIns="0" rIns="27432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098ECD-C832-15B5-5070-52C693A73345}"/>
              </a:ext>
            </a:extLst>
          </p:cNvPr>
          <p:cNvSpPr txBox="1"/>
          <p:nvPr/>
        </p:nvSpPr>
        <p:spPr>
          <a:xfrm>
            <a:off x="4868332" y="1447800"/>
            <a:ext cx="990600" cy="461665"/>
          </a:xfrm>
          <a:prstGeom prst="rect">
            <a:avLst/>
          </a:prstGeom>
          <a:noFill/>
        </p:spPr>
        <p:txBody>
          <a:bodyPr wrap="square" lIns="0" tIns="274320" rIns="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DA22C2-B50E-85E5-E16E-6EB9D445A62B}"/>
              </a:ext>
            </a:extLst>
          </p:cNvPr>
          <p:cNvSpPr txBox="1"/>
          <p:nvPr/>
        </p:nvSpPr>
        <p:spPr>
          <a:xfrm>
            <a:off x="6333065" y="1447800"/>
            <a:ext cx="990600" cy="461665"/>
          </a:xfrm>
          <a:prstGeom prst="rect">
            <a:avLst/>
          </a:prstGeom>
          <a:noFill/>
        </p:spPr>
        <p:txBody>
          <a:bodyPr wrap="square" lIns="0" tIns="0" rIns="0" bIns="27432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AA62E0-965B-97D0-D7C4-0731F47CADB8}"/>
              </a:ext>
            </a:extLst>
          </p:cNvPr>
          <p:cNvSpPr txBox="1"/>
          <p:nvPr/>
        </p:nvSpPr>
        <p:spPr>
          <a:xfrm>
            <a:off x="7797798" y="1447800"/>
            <a:ext cx="990600" cy="369332"/>
          </a:xfrm>
          <a:prstGeom prst="rect">
            <a:avLst/>
          </a:prstGeom>
          <a:noFill/>
        </p:spPr>
        <p:txBody>
          <a:bodyPr wrap="square" lIns="274320" tIns="0" rIns="27432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B5F76C-6864-A0E1-A772-9B6871C6D632}"/>
              </a:ext>
            </a:extLst>
          </p:cNvPr>
          <p:cNvSpPr txBox="1"/>
          <p:nvPr/>
        </p:nvSpPr>
        <p:spPr>
          <a:xfrm>
            <a:off x="9262531" y="1447800"/>
            <a:ext cx="990600" cy="553998"/>
          </a:xfrm>
          <a:prstGeom prst="rect">
            <a:avLst/>
          </a:prstGeom>
          <a:noFill/>
        </p:spPr>
        <p:txBody>
          <a:bodyPr wrap="square" lIns="274320" tIns="274320" rIns="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6C46D88-C645-45EC-6047-881C1CFAB533}"/>
              </a:ext>
            </a:extLst>
          </p:cNvPr>
          <p:cNvSpPr txBox="1"/>
          <p:nvPr/>
        </p:nvSpPr>
        <p:spPr>
          <a:xfrm>
            <a:off x="10727264" y="1447800"/>
            <a:ext cx="990600" cy="553998"/>
          </a:xfrm>
          <a:prstGeom prst="rect">
            <a:avLst/>
          </a:prstGeom>
          <a:noFill/>
        </p:spPr>
        <p:txBody>
          <a:bodyPr wrap="square" lIns="274320" tIns="0" rIns="0" bIns="27432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3C15B0B-CF0A-DA8D-4BE7-86CBEF85E9EB}"/>
              </a:ext>
            </a:extLst>
          </p:cNvPr>
          <p:cNvSpPr txBox="1"/>
          <p:nvPr/>
        </p:nvSpPr>
        <p:spPr>
          <a:xfrm>
            <a:off x="474133" y="3581400"/>
            <a:ext cx="990600" cy="553998"/>
          </a:xfrm>
          <a:prstGeom prst="rect">
            <a:avLst/>
          </a:prstGeom>
          <a:noFill/>
        </p:spPr>
        <p:txBody>
          <a:bodyPr wrap="square" lIns="0" tIns="274320" rIns="27432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51627E8-8D92-661D-CF91-D21CAD0A4C70}"/>
              </a:ext>
            </a:extLst>
          </p:cNvPr>
          <p:cNvSpPr txBox="1"/>
          <p:nvPr/>
        </p:nvSpPr>
        <p:spPr>
          <a:xfrm>
            <a:off x="1938866" y="3581400"/>
            <a:ext cx="990600" cy="553998"/>
          </a:xfrm>
          <a:prstGeom prst="rect">
            <a:avLst/>
          </a:prstGeom>
          <a:noFill/>
        </p:spPr>
        <p:txBody>
          <a:bodyPr wrap="square" lIns="0" tIns="0" rIns="274320" bIns="27432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006C282-7D65-07E2-6294-0533DAACB868}"/>
              </a:ext>
            </a:extLst>
          </p:cNvPr>
          <p:cNvSpPr txBox="1"/>
          <p:nvPr/>
        </p:nvSpPr>
        <p:spPr>
          <a:xfrm>
            <a:off x="3403599" y="3581400"/>
            <a:ext cx="990600" cy="738664"/>
          </a:xfrm>
          <a:prstGeom prst="rect">
            <a:avLst/>
          </a:prstGeom>
          <a:noFill/>
        </p:spPr>
        <p:txBody>
          <a:bodyPr wrap="square" lIns="0" tIns="274320" rIns="0" bIns="27432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8D39B7-EDF5-B8E5-17D7-1132D6B58BE9}"/>
              </a:ext>
            </a:extLst>
          </p:cNvPr>
          <p:cNvSpPr txBox="1"/>
          <p:nvPr/>
        </p:nvSpPr>
        <p:spPr>
          <a:xfrm>
            <a:off x="4868332" y="3581400"/>
            <a:ext cx="990600" cy="646331"/>
          </a:xfrm>
          <a:prstGeom prst="rect">
            <a:avLst/>
          </a:prstGeom>
          <a:noFill/>
        </p:spPr>
        <p:txBody>
          <a:bodyPr wrap="square" lIns="274320" tIns="274320" rIns="27432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8BA8475-F416-2067-98E4-1589EBF71C69}"/>
              </a:ext>
            </a:extLst>
          </p:cNvPr>
          <p:cNvSpPr txBox="1"/>
          <p:nvPr/>
        </p:nvSpPr>
        <p:spPr>
          <a:xfrm>
            <a:off x="6333065" y="3581400"/>
            <a:ext cx="990600" cy="646331"/>
          </a:xfrm>
          <a:prstGeom prst="rect">
            <a:avLst/>
          </a:prstGeom>
          <a:noFill/>
        </p:spPr>
        <p:txBody>
          <a:bodyPr wrap="square" lIns="274320" tIns="0" rIns="274320" bIns="27432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CC9CFE1-266E-3FFB-7CA9-B9D90D49C733}"/>
              </a:ext>
            </a:extLst>
          </p:cNvPr>
          <p:cNvSpPr txBox="1"/>
          <p:nvPr/>
        </p:nvSpPr>
        <p:spPr>
          <a:xfrm>
            <a:off x="7797798" y="3581400"/>
            <a:ext cx="990600" cy="830997"/>
          </a:xfrm>
          <a:prstGeom prst="rect">
            <a:avLst/>
          </a:prstGeom>
          <a:noFill/>
        </p:spPr>
        <p:txBody>
          <a:bodyPr wrap="square" lIns="274320" tIns="274320" rIns="0" bIns="27432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69077E-5A9B-BAE6-989A-02599C8A0199}"/>
              </a:ext>
            </a:extLst>
          </p:cNvPr>
          <p:cNvSpPr txBox="1"/>
          <p:nvPr/>
        </p:nvSpPr>
        <p:spPr>
          <a:xfrm>
            <a:off x="9262531" y="3581400"/>
            <a:ext cx="990600" cy="830997"/>
          </a:xfrm>
          <a:prstGeom prst="rect">
            <a:avLst/>
          </a:prstGeom>
          <a:noFill/>
        </p:spPr>
        <p:txBody>
          <a:bodyPr wrap="square" lIns="0" tIns="274320" rIns="274320" bIns="27432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4475437-9296-DD47-3BAC-0E0112BA6984}"/>
              </a:ext>
            </a:extLst>
          </p:cNvPr>
          <p:cNvSpPr txBox="1"/>
          <p:nvPr/>
        </p:nvSpPr>
        <p:spPr>
          <a:xfrm>
            <a:off x="10727264" y="3581400"/>
            <a:ext cx="990600" cy="923330"/>
          </a:xfrm>
          <a:prstGeom prst="rect">
            <a:avLst/>
          </a:prstGeom>
          <a:noFill/>
        </p:spPr>
        <p:txBody>
          <a:bodyPr wrap="square" lIns="274320" tIns="274320" rIns="274320" bIns="27432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43BC78C-68BA-7233-E012-EF96B31D0533}"/>
              </a:ext>
            </a:extLst>
          </p:cNvPr>
          <p:cNvSpPr txBox="1"/>
          <p:nvPr/>
        </p:nvSpPr>
        <p:spPr>
          <a:xfrm>
            <a:off x="474133" y="5715000"/>
            <a:ext cx="990600" cy="923330"/>
          </a:xfrm>
          <a:prstGeom prst="rect">
            <a:avLst/>
          </a:prstGeom>
          <a:noFill/>
        </p:spPr>
        <p:txBody>
          <a:bodyPr wrap="square" lIns="548640" tIns="548640" rIns="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48B0214-F3CE-709B-717E-E21B6BFBC0F3}"/>
              </a:ext>
            </a:extLst>
          </p:cNvPr>
          <p:cNvSpPr txBox="1"/>
          <p:nvPr/>
        </p:nvSpPr>
        <p:spPr>
          <a:xfrm>
            <a:off x="1938866" y="5715000"/>
            <a:ext cx="990600" cy="369332"/>
          </a:xfrm>
          <a:prstGeom prst="rect">
            <a:avLst/>
          </a:prstGeom>
          <a:noFill/>
        </p:spPr>
        <p:txBody>
          <a:bodyPr wrap="square" lIns="548640" tIns="0" rIns="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17D3BCE-F142-B951-72BF-51F79852637C}"/>
              </a:ext>
            </a:extLst>
          </p:cNvPr>
          <p:cNvSpPr txBox="1"/>
          <p:nvPr/>
        </p:nvSpPr>
        <p:spPr>
          <a:xfrm>
            <a:off x="3403599" y="5715000"/>
            <a:ext cx="990600" cy="369332"/>
          </a:xfrm>
          <a:prstGeom prst="rect">
            <a:avLst/>
          </a:prstGeom>
          <a:noFill/>
        </p:spPr>
        <p:txBody>
          <a:bodyPr wrap="square" lIns="0" tIns="0" rIns="54864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D877C41-38CA-86F2-7FF4-42BA8A6A7302}"/>
              </a:ext>
            </a:extLst>
          </p:cNvPr>
          <p:cNvSpPr txBox="1"/>
          <p:nvPr/>
        </p:nvSpPr>
        <p:spPr>
          <a:xfrm>
            <a:off x="4868332" y="5715000"/>
            <a:ext cx="990600" cy="738664"/>
          </a:xfrm>
          <a:prstGeom prst="rect">
            <a:avLst/>
          </a:prstGeom>
          <a:noFill/>
        </p:spPr>
        <p:txBody>
          <a:bodyPr wrap="square" lIns="0" tIns="548640" rIns="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D24D1DF-E1E2-CE77-BBB9-4BE69ACB1614}"/>
              </a:ext>
            </a:extLst>
          </p:cNvPr>
          <p:cNvSpPr txBox="1"/>
          <p:nvPr/>
        </p:nvSpPr>
        <p:spPr>
          <a:xfrm>
            <a:off x="6333065" y="5715000"/>
            <a:ext cx="990600" cy="738664"/>
          </a:xfrm>
          <a:prstGeom prst="rect">
            <a:avLst/>
          </a:prstGeom>
          <a:noFill/>
        </p:spPr>
        <p:txBody>
          <a:bodyPr wrap="square" lIns="0" tIns="0" rIns="0" bIns="54864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2A17ED3-5F86-36C2-196D-E8DA27DDBBE8}"/>
              </a:ext>
            </a:extLst>
          </p:cNvPr>
          <p:cNvSpPr txBox="1"/>
          <p:nvPr/>
        </p:nvSpPr>
        <p:spPr>
          <a:xfrm>
            <a:off x="7797798" y="5715000"/>
            <a:ext cx="990600" cy="3416320"/>
          </a:xfrm>
          <a:prstGeom prst="rect">
            <a:avLst/>
          </a:prstGeom>
          <a:noFill/>
        </p:spPr>
        <p:txBody>
          <a:bodyPr wrap="square" lIns="548640" tIns="0" rIns="54864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3514223-1CEC-C1E2-A724-1A7F26F05A31}"/>
              </a:ext>
            </a:extLst>
          </p:cNvPr>
          <p:cNvSpPr txBox="1"/>
          <p:nvPr/>
        </p:nvSpPr>
        <p:spPr>
          <a:xfrm>
            <a:off x="9262531" y="5715000"/>
            <a:ext cx="990600" cy="923330"/>
          </a:xfrm>
          <a:prstGeom prst="rect">
            <a:avLst/>
          </a:prstGeom>
          <a:noFill/>
        </p:spPr>
        <p:txBody>
          <a:bodyPr wrap="square" lIns="548640" tIns="548640" rIns="0" bIns="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93E90C7-A9AC-6D22-9D3B-9CA32409E349}"/>
              </a:ext>
            </a:extLst>
          </p:cNvPr>
          <p:cNvSpPr txBox="1"/>
          <p:nvPr/>
        </p:nvSpPr>
        <p:spPr>
          <a:xfrm>
            <a:off x="10727264" y="5715000"/>
            <a:ext cx="990600" cy="923330"/>
          </a:xfrm>
          <a:prstGeom prst="rect">
            <a:avLst/>
          </a:prstGeom>
          <a:noFill/>
        </p:spPr>
        <p:txBody>
          <a:bodyPr wrap="square" lIns="548640" tIns="0" rIns="0" bIns="548640" rtlCol="0">
            <a:spAutoFit/>
          </a:bodyPr>
          <a:lstStyle/>
          <a:p>
            <a:r>
              <a:rPr lang="en-US" sz="600" dirty="0"/>
              <a:t>The quick brown fox jumped over the lazy dog.</a:t>
            </a:r>
          </a:p>
        </p:txBody>
      </p:sp>
    </p:spTree>
    <p:extLst>
      <p:ext uri="{BB962C8B-B14F-4D97-AF65-F5344CB8AC3E}">
        <p14:creationId xmlns:p14="http://schemas.microsoft.com/office/powerpoint/2010/main" val="1412870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2CFA-2B31-D0EC-C3EA-8BDBCAF8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Columns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05731-A45F-710B-7E7D-FF93AADB916F}"/>
              </a:ext>
            </a:extLst>
          </p:cNvPr>
          <p:cNvSpPr txBox="1"/>
          <p:nvPr/>
        </p:nvSpPr>
        <p:spPr>
          <a:xfrm>
            <a:off x="838200" y="1524000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Nunc lacinia pulvinar </a:t>
            </a:r>
            <a:r>
              <a:rPr lang="en-US" dirty="0" err="1"/>
              <a:t>quam</a:t>
            </a:r>
            <a:r>
              <a:rPr lang="en-US" dirty="0"/>
              <a:t>, in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et.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Aenean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id diam </a:t>
            </a:r>
            <a:r>
              <a:rPr lang="en-US" dirty="0" err="1"/>
              <a:t>blandit</a:t>
            </a:r>
            <a:r>
              <a:rPr lang="en-US" dirty="0"/>
              <a:t> tempus. Integer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, ac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nec </a:t>
            </a:r>
            <a:r>
              <a:rPr lang="en-US" dirty="0" err="1"/>
              <a:t>lectus</a:t>
            </a:r>
            <a:r>
              <a:rPr lang="en-US" dirty="0"/>
              <a:t> a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nunc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, non dictum </a:t>
            </a:r>
            <a:r>
              <a:rPr lang="en-US" dirty="0" err="1"/>
              <a:t>nibh</a:t>
            </a:r>
            <a:r>
              <a:rPr lang="en-US" dirty="0"/>
              <a:t> pharetra.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6D781-068D-0AC3-54E9-F83FDB432608}"/>
              </a:ext>
            </a:extLst>
          </p:cNvPr>
          <p:cNvSpPr txBox="1"/>
          <p:nvPr/>
        </p:nvSpPr>
        <p:spPr>
          <a:xfrm>
            <a:off x="838200" y="3118009"/>
            <a:ext cx="10515600" cy="147732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Nunc lacinia pulvinar </a:t>
            </a:r>
            <a:r>
              <a:rPr lang="en-US" dirty="0" err="1"/>
              <a:t>quam</a:t>
            </a:r>
            <a:r>
              <a:rPr lang="en-US" dirty="0"/>
              <a:t>, in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et.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Aenean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id diam </a:t>
            </a:r>
            <a:r>
              <a:rPr lang="en-US" dirty="0" err="1"/>
              <a:t>blandit</a:t>
            </a:r>
            <a:r>
              <a:rPr lang="en-US" dirty="0"/>
              <a:t> tempus. Integer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, ac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nec </a:t>
            </a:r>
            <a:r>
              <a:rPr lang="en-US" dirty="0" err="1"/>
              <a:t>lectus</a:t>
            </a:r>
            <a:r>
              <a:rPr lang="en-US" dirty="0"/>
              <a:t> a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nunc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, non dictum </a:t>
            </a:r>
            <a:r>
              <a:rPr lang="en-US" dirty="0" err="1"/>
              <a:t>nibh</a:t>
            </a:r>
            <a:r>
              <a:rPr lang="en-US" dirty="0"/>
              <a:t> pharetra.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F7FC4-1DED-9034-10E8-344C5BFC00AD}"/>
              </a:ext>
            </a:extLst>
          </p:cNvPr>
          <p:cNvSpPr txBox="1"/>
          <p:nvPr/>
        </p:nvSpPr>
        <p:spPr>
          <a:xfrm>
            <a:off x="838200" y="4712018"/>
            <a:ext cx="10515600" cy="1477328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Nunc lacinia pulvinar </a:t>
            </a:r>
            <a:r>
              <a:rPr lang="en-US" dirty="0" err="1"/>
              <a:t>quam</a:t>
            </a:r>
            <a:r>
              <a:rPr lang="en-US" dirty="0"/>
              <a:t>, in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et.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Aenean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id diam </a:t>
            </a:r>
            <a:r>
              <a:rPr lang="en-US" dirty="0" err="1"/>
              <a:t>blandit</a:t>
            </a:r>
            <a:r>
              <a:rPr lang="en-US" dirty="0"/>
              <a:t> tempus. Integer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, ac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nec </a:t>
            </a:r>
            <a:r>
              <a:rPr lang="en-US" dirty="0" err="1"/>
              <a:t>lectus</a:t>
            </a:r>
            <a:r>
              <a:rPr lang="en-US" dirty="0"/>
              <a:t> a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nunc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, non dictum </a:t>
            </a:r>
            <a:r>
              <a:rPr lang="en-US" dirty="0" err="1"/>
              <a:t>nibh</a:t>
            </a:r>
            <a:r>
              <a:rPr lang="en-US" dirty="0"/>
              <a:t> pharetra. </a:t>
            </a:r>
          </a:p>
        </p:txBody>
      </p:sp>
    </p:spTree>
    <p:extLst>
      <p:ext uri="{BB962C8B-B14F-4D97-AF65-F5344CB8AC3E}">
        <p14:creationId xmlns:p14="http://schemas.microsoft.com/office/powerpoint/2010/main" val="2570037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03AF-A8E1-7329-68BE-53E6951A9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Word/Paragraph/Bullet Emphasis (Not Emphasis Animations)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62111-0AB1-553D-BBAC-287B64941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b="1" dirty="0"/>
              <a:t>Lorem</a:t>
            </a:r>
            <a:r>
              <a:rPr lang="en-US" dirty="0"/>
              <a:t> </a:t>
            </a:r>
            <a:r>
              <a:rPr lang="en-US" i="1" dirty="0"/>
              <a:t>ipsum</a:t>
            </a:r>
            <a:r>
              <a:rPr lang="en-US" dirty="0"/>
              <a:t> </a:t>
            </a:r>
            <a:r>
              <a:rPr lang="en-US" u="sng" dirty="0"/>
              <a:t>dolor</a:t>
            </a:r>
            <a:r>
              <a:rPr lang="en-US" dirty="0"/>
              <a:t> </a:t>
            </a:r>
            <a:r>
              <a:rPr lang="en-US" b="1" i="1" dirty="0"/>
              <a:t>sit</a:t>
            </a:r>
            <a:r>
              <a:rPr lang="en-US" dirty="0"/>
              <a:t> </a:t>
            </a:r>
            <a:r>
              <a:rPr lang="en-US" b="1" u="sng" dirty="0" err="1"/>
              <a:t>amet</a:t>
            </a:r>
            <a:r>
              <a:rPr lang="en-US" dirty="0"/>
              <a:t>, </a:t>
            </a:r>
            <a:r>
              <a:rPr lang="en-US" i="1" u="sng" dirty="0" err="1"/>
              <a:t>consectetur</a:t>
            </a:r>
            <a:r>
              <a:rPr lang="en-US" dirty="0"/>
              <a:t>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adipiscing</a:t>
            </a:r>
            <a:r>
              <a:rPr lang="en-US" dirty="0"/>
              <a:t> </a:t>
            </a:r>
            <a:r>
              <a:rPr lang="en-US" dirty="0" err="1">
                <a:solidFill>
                  <a:schemeClr val="accent3"/>
                </a:solidFill>
              </a:rPr>
              <a:t>elit</a:t>
            </a:r>
            <a:r>
              <a:rPr lang="en-US" dirty="0">
                <a:solidFill>
                  <a:schemeClr val="accent3"/>
                </a:solidFill>
              </a:rPr>
              <a:t>. </a:t>
            </a:r>
          </a:p>
          <a:p>
            <a:pPr lvl="1"/>
            <a:r>
              <a:rPr lang="en-US" b="1" dirty="0"/>
              <a:t>Nunc lacinia pulvinar </a:t>
            </a:r>
            <a:r>
              <a:rPr lang="en-US" b="1" dirty="0" err="1"/>
              <a:t>quam</a:t>
            </a:r>
            <a:r>
              <a:rPr lang="en-US" b="1" dirty="0"/>
              <a:t>, in </a:t>
            </a:r>
            <a:r>
              <a:rPr lang="en-US" b="1" dirty="0" err="1"/>
              <a:t>posuere</a:t>
            </a:r>
            <a:r>
              <a:rPr lang="en-US" b="1" dirty="0"/>
              <a:t> </a:t>
            </a:r>
            <a:r>
              <a:rPr lang="en-US" b="1" dirty="0" err="1"/>
              <a:t>sem</a:t>
            </a:r>
            <a:r>
              <a:rPr lang="en-US" b="1" dirty="0"/>
              <a:t> </a:t>
            </a:r>
            <a:r>
              <a:rPr lang="en-US" b="1" dirty="0" err="1"/>
              <a:t>porttitor</a:t>
            </a:r>
            <a:r>
              <a:rPr lang="en-US" b="1" dirty="0"/>
              <a:t> et. </a:t>
            </a:r>
          </a:p>
          <a:p>
            <a:pPr lvl="1"/>
            <a:endParaRPr lang="en-US" dirty="0"/>
          </a:p>
          <a:p>
            <a:pPr lvl="1">
              <a:spcBef>
                <a:spcPts val="300"/>
              </a:spcBef>
              <a:spcAft>
                <a:spcPts val="200"/>
              </a:spcAft>
            </a:pPr>
            <a:r>
              <a:rPr lang="en-US" i="1" dirty="0"/>
              <a:t>Lorem ipsum dolor sit </a:t>
            </a:r>
            <a:r>
              <a:rPr lang="en-US" i="1" dirty="0" err="1"/>
              <a:t>amet</a:t>
            </a:r>
            <a:r>
              <a:rPr lang="en-US" i="1" dirty="0"/>
              <a:t>, </a:t>
            </a:r>
            <a:r>
              <a:rPr lang="en-US" i="1" dirty="0" err="1"/>
              <a:t>consectetur</a:t>
            </a:r>
            <a:r>
              <a:rPr lang="en-US" i="1" dirty="0"/>
              <a:t> </a:t>
            </a:r>
            <a:r>
              <a:rPr lang="en-US" i="1" dirty="0" err="1"/>
              <a:t>adipiscing</a:t>
            </a:r>
            <a:r>
              <a:rPr lang="en-US" i="1" dirty="0"/>
              <a:t> </a:t>
            </a:r>
            <a:r>
              <a:rPr lang="en-US" i="1" dirty="0" err="1"/>
              <a:t>elit</a:t>
            </a:r>
            <a:r>
              <a:rPr lang="en-US" i="1" dirty="0"/>
              <a:t>. Duis sit </a:t>
            </a:r>
            <a:r>
              <a:rPr lang="en-US" i="1" dirty="0" err="1"/>
              <a:t>amet</a:t>
            </a:r>
            <a:r>
              <a:rPr lang="en-US" i="1" dirty="0"/>
              <a:t> </a:t>
            </a:r>
            <a:r>
              <a:rPr lang="en-US" i="1" dirty="0" err="1"/>
              <a:t>leo</a:t>
            </a:r>
            <a:r>
              <a:rPr lang="en-US" i="1" dirty="0"/>
              <a:t> </a:t>
            </a:r>
            <a:r>
              <a:rPr lang="en-US" i="1" dirty="0" err="1"/>
              <a:t>tellus</a:t>
            </a:r>
            <a:r>
              <a:rPr lang="en-US" i="1" dirty="0"/>
              <a:t>. Aenean </a:t>
            </a:r>
            <a:r>
              <a:rPr lang="en-US" i="1" dirty="0" err="1"/>
              <a:t>imperdiet</a:t>
            </a:r>
            <a:r>
              <a:rPr lang="en-US" i="1" dirty="0"/>
              <a:t> </a:t>
            </a:r>
            <a:r>
              <a:rPr lang="en-US" i="1" dirty="0" err="1"/>
              <a:t>neque</a:t>
            </a:r>
            <a:r>
              <a:rPr lang="en-US" i="1" dirty="0"/>
              <a:t> id diam </a:t>
            </a:r>
            <a:r>
              <a:rPr lang="en-US" i="1" dirty="0" err="1"/>
              <a:t>blandit</a:t>
            </a:r>
            <a:r>
              <a:rPr lang="en-US" i="1" dirty="0"/>
              <a:t> tempus. Integer </a:t>
            </a:r>
            <a:r>
              <a:rPr lang="en-US" i="1" dirty="0" err="1"/>
              <a:t>blandit</a:t>
            </a:r>
            <a:r>
              <a:rPr lang="en-US" i="1" dirty="0"/>
              <a:t> </a:t>
            </a:r>
            <a:r>
              <a:rPr lang="en-US" i="1" dirty="0" err="1"/>
              <a:t>elit</a:t>
            </a:r>
            <a:r>
              <a:rPr lang="en-US" i="1" dirty="0"/>
              <a:t> </a:t>
            </a:r>
            <a:r>
              <a:rPr lang="en-US" i="1" dirty="0" err="1"/>
              <a:t>sapien</a:t>
            </a:r>
            <a:r>
              <a:rPr lang="en-US" i="1" dirty="0"/>
              <a:t>, ac </a:t>
            </a:r>
            <a:r>
              <a:rPr lang="en-US" i="1" dirty="0" err="1"/>
              <a:t>aliquet</a:t>
            </a:r>
            <a:r>
              <a:rPr lang="en-US" i="1" dirty="0"/>
              <a:t> </a:t>
            </a:r>
            <a:r>
              <a:rPr lang="en-US" i="1" dirty="0" err="1"/>
              <a:t>nisl</a:t>
            </a:r>
            <a:r>
              <a:rPr lang="en-US" i="1" dirty="0"/>
              <a:t> </a:t>
            </a:r>
            <a:r>
              <a:rPr lang="en-US" i="1" dirty="0" err="1"/>
              <a:t>sodales</a:t>
            </a:r>
            <a:r>
              <a:rPr lang="en-US" i="1" dirty="0"/>
              <a:t> sit </a:t>
            </a:r>
            <a:r>
              <a:rPr lang="en-US" i="1" dirty="0" err="1"/>
              <a:t>amet</a:t>
            </a:r>
            <a:r>
              <a:rPr lang="en-US" i="1" dirty="0"/>
              <a:t>. </a:t>
            </a:r>
            <a:r>
              <a:rPr lang="en-US" i="1" dirty="0" err="1"/>
              <a:t>Nulla</a:t>
            </a:r>
            <a:r>
              <a:rPr lang="en-US" i="1" dirty="0"/>
              <a:t> nec </a:t>
            </a:r>
            <a:r>
              <a:rPr lang="en-US" i="1" dirty="0" err="1"/>
              <a:t>lectus</a:t>
            </a:r>
            <a:r>
              <a:rPr lang="en-US" i="1" dirty="0"/>
              <a:t> a </a:t>
            </a:r>
            <a:r>
              <a:rPr lang="en-US" i="1" dirty="0" err="1"/>
              <a:t>risus</a:t>
            </a:r>
            <a:r>
              <a:rPr lang="en-US" i="1" dirty="0"/>
              <a:t> </a:t>
            </a:r>
            <a:r>
              <a:rPr lang="en-US" i="1" dirty="0" err="1"/>
              <a:t>volutpat</a:t>
            </a:r>
            <a:r>
              <a:rPr lang="en-US" i="1" dirty="0"/>
              <a:t> </a:t>
            </a:r>
            <a:r>
              <a:rPr lang="en-US" i="1" dirty="0" err="1"/>
              <a:t>sagittis</a:t>
            </a:r>
            <a:r>
              <a:rPr lang="en-US" i="1" dirty="0"/>
              <a:t>. </a:t>
            </a:r>
            <a:r>
              <a:rPr lang="en-US" i="1" dirty="0" err="1"/>
              <a:t>Fusce</a:t>
            </a:r>
            <a:r>
              <a:rPr lang="en-US" i="1" dirty="0"/>
              <a:t> </a:t>
            </a:r>
            <a:r>
              <a:rPr lang="en-US" i="1" dirty="0" err="1"/>
              <a:t>venenatis</a:t>
            </a:r>
            <a:r>
              <a:rPr lang="en-US" i="1" dirty="0"/>
              <a:t> nunc sit </a:t>
            </a:r>
            <a:r>
              <a:rPr lang="en-US" i="1" dirty="0" err="1"/>
              <a:t>amet</a:t>
            </a:r>
            <a:r>
              <a:rPr lang="en-US" i="1" dirty="0"/>
              <a:t> </a:t>
            </a:r>
            <a:r>
              <a:rPr lang="en-US" i="1" dirty="0" err="1"/>
              <a:t>turpis</a:t>
            </a:r>
            <a:r>
              <a:rPr lang="en-US" i="1" dirty="0"/>
              <a:t> </a:t>
            </a:r>
            <a:r>
              <a:rPr lang="en-US" i="1" dirty="0" err="1"/>
              <a:t>ornare</a:t>
            </a:r>
            <a:r>
              <a:rPr lang="en-US" i="1" dirty="0"/>
              <a:t>, non dictum </a:t>
            </a:r>
            <a:r>
              <a:rPr lang="en-US" i="1" dirty="0" err="1"/>
              <a:t>nibh</a:t>
            </a:r>
            <a:r>
              <a:rPr lang="en-US" i="1" dirty="0"/>
              <a:t> pharetra. </a:t>
            </a:r>
          </a:p>
          <a:p>
            <a:pPr lvl="1" indent="457200">
              <a:spcBef>
                <a:spcPts val="600"/>
              </a:spcBef>
            </a:pPr>
            <a:r>
              <a:rPr lang="en-US" u="sng" dirty="0" err="1"/>
              <a:t>Nulla</a:t>
            </a:r>
            <a:r>
              <a:rPr lang="en-US" u="sng" dirty="0"/>
              <a:t> ac </a:t>
            </a:r>
            <a:r>
              <a:rPr lang="en-US" u="sng" dirty="0" err="1"/>
              <a:t>sem</a:t>
            </a:r>
            <a:r>
              <a:rPr lang="en-US" u="sng" dirty="0"/>
              <a:t> </a:t>
            </a:r>
            <a:r>
              <a:rPr lang="en-US" u="sng" dirty="0" err="1"/>
              <a:t>ut</a:t>
            </a:r>
            <a:r>
              <a:rPr lang="en-US" u="sng" dirty="0"/>
              <a:t> </a:t>
            </a:r>
            <a:r>
              <a:rPr lang="en-US" u="sng" dirty="0" err="1"/>
              <a:t>nisl</a:t>
            </a:r>
            <a:r>
              <a:rPr lang="en-US" u="sng" dirty="0"/>
              <a:t> </a:t>
            </a:r>
            <a:r>
              <a:rPr lang="en-US" u="sng" dirty="0" err="1"/>
              <a:t>ultricies</a:t>
            </a:r>
            <a:r>
              <a:rPr lang="en-US" u="sng" dirty="0"/>
              <a:t> </a:t>
            </a:r>
            <a:r>
              <a:rPr lang="en-US" u="sng" dirty="0" err="1"/>
              <a:t>finibus</a:t>
            </a:r>
            <a:r>
              <a:rPr lang="en-US" u="sng" dirty="0"/>
              <a:t> non nec nunc. </a:t>
            </a:r>
            <a:r>
              <a:rPr lang="en-US" u="sng" dirty="0" err="1"/>
              <a:t>Nullam</a:t>
            </a:r>
            <a:r>
              <a:rPr lang="en-US" u="sng" dirty="0"/>
              <a:t> </a:t>
            </a:r>
            <a:r>
              <a:rPr lang="en-US" u="sng" dirty="0" err="1"/>
              <a:t>feugiat</a:t>
            </a:r>
            <a:r>
              <a:rPr lang="en-US" u="sng" dirty="0"/>
              <a:t>, </a:t>
            </a:r>
            <a:r>
              <a:rPr lang="en-US" u="sng" dirty="0" err="1"/>
              <a:t>sem</a:t>
            </a:r>
            <a:r>
              <a:rPr lang="en-US" u="sng" dirty="0"/>
              <a:t> et </a:t>
            </a:r>
            <a:r>
              <a:rPr lang="en-US" u="sng" dirty="0" err="1"/>
              <a:t>viverra</a:t>
            </a:r>
            <a:r>
              <a:rPr lang="en-US" u="sng" dirty="0"/>
              <a:t> </a:t>
            </a:r>
            <a:r>
              <a:rPr lang="en-US" u="sng" dirty="0" err="1"/>
              <a:t>ullamcorper</a:t>
            </a:r>
            <a:r>
              <a:rPr lang="en-US" u="sng" dirty="0"/>
              <a:t>, </a:t>
            </a:r>
            <a:r>
              <a:rPr lang="en-US" u="sng" dirty="0" err="1"/>
              <a:t>orci</a:t>
            </a:r>
            <a:r>
              <a:rPr lang="en-US" u="sng" dirty="0"/>
              <a:t> diam </a:t>
            </a:r>
            <a:r>
              <a:rPr lang="en-US" u="sng" dirty="0" err="1"/>
              <a:t>ornare</a:t>
            </a:r>
            <a:r>
              <a:rPr lang="en-US" u="sng" dirty="0"/>
              <a:t> ipsum, </a:t>
            </a:r>
            <a:r>
              <a:rPr lang="en-US" u="sng" dirty="0" err="1"/>
              <a:t>quis</a:t>
            </a:r>
            <a:r>
              <a:rPr lang="en-US" u="sng" dirty="0"/>
              <a:t> </a:t>
            </a:r>
            <a:r>
              <a:rPr lang="en-US" u="sng" dirty="0" err="1"/>
              <a:t>feugiat</a:t>
            </a:r>
            <a:r>
              <a:rPr lang="en-US" u="sng" dirty="0"/>
              <a:t> </a:t>
            </a:r>
            <a:r>
              <a:rPr lang="en-US" u="sng" dirty="0" err="1"/>
              <a:t>purus</a:t>
            </a:r>
            <a:r>
              <a:rPr lang="en-US" u="sng" dirty="0"/>
              <a:t> </a:t>
            </a:r>
            <a:r>
              <a:rPr lang="en-US" u="sng" dirty="0" err="1"/>
              <a:t>mauris</a:t>
            </a:r>
            <a:r>
              <a:rPr lang="en-US" u="sng" dirty="0"/>
              <a:t> non </a:t>
            </a:r>
            <a:r>
              <a:rPr lang="en-US" u="sng" dirty="0" err="1"/>
              <a:t>risus</a:t>
            </a:r>
            <a:r>
              <a:rPr lang="en-US" u="sng" dirty="0"/>
              <a:t>. </a:t>
            </a:r>
          </a:p>
          <a:p>
            <a:pPr lvl="1" indent="-914400">
              <a:spcBef>
                <a:spcPts val="0"/>
              </a:spcBef>
              <a:spcAft>
                <a:spcPts val="600"/>
              </a:spcAft>
            </a:pPr>
            <a:r>
              <a:rPr lang="en-US" u="sng" dirty="0"/>
              <a:t>Sed </a:t>
            </a:r>
            <a:r>
              <a:rPr lang="en-US" u="sng" dirty="0" err="1"/>
              <a:t>condimentum</a:t>
            </a:r>
            <a:r>
              <a:rPr lang="en-US" u="sng" dirty="0"/>
              <a:t>, dolor at </a:t>
            </a:r>
            <a:r>
              <a:rPr lang="en-US" u="sng" dirty="0" err="1"/>
              <a:t>ullamcorper</a:t>
            </a:r>
            <a:r>
              <a:rPr lang="en-US" u="sng" dirty="0"/>
              <a:t> </a:t>
            </a:r>
            <a:r>
              <a:rPr lang="en-US" u="sng" dirty="0" err="1"/>
              <a:t>sagittis</a:t>
            </a:r>
            <a:r>
              <a:rPr lang="en-US" u="sng" dirty="0"/>
              <a:t>, </a:t>
            </a:r>
            <a:r>
              <a:rPr lang="en-US" u="sng" dirty="0" err="1"/>
              <a:t>leo</a:t>
            </a:r>
            <a:r>
              <a:rPr lang="en-US" u="sng" dirty="0"/>
              <a:t> </a:t>
            </a:r>
            <a:r>
              <a:rPr lang="en-US" u="sng" dirty="0" err="1"/>
              <a:t>felis</a:t>
            </a:r>
            <a:r>
              <a:rPr lang="en-US" u="sng" dirty="0"/>
              <a:t> </a:t>
            </a:r>
            <a:r>
              <a:rPr lang="en-US" u="sng" dirty="0" err="1"/>
              <a:t>ultrices</a:t>
            </a:r>
            <a:r>
              <a:rPr lang="en-US" u="sng" dirty="0"/>
              <a:t> lorem, </a:t>
            </a:r>
            <a:r>
              <a:rPr lang="en-US" u="sng" dirty="0" err="1"/>
              <a:t>eu</a:t>
            </a:r>
            <a:r>
              <a:rPr lang="en-US" u="sng" dirty="0"/>
              <a:t> </a:t>
            </a:r>
            <a:r>
              <a:rPr lang="en-US" u="sng" dirty="0" err="1"/>
              <a:t>hendrerit</a:t>
            </a:r>
            <a:r>
              <a:rPr lang="en-US" u="sng" dirty="0"/>
              <a:t> ex </a:t>
            </a:r>
            <a:r>
              <a:rPr lang="en-US" u="sng" dirty="0" err="1"/>
              <a:t>nulla</a:t>
            </a:r>
            <a:r>
              <a:rPr lang="en-US" u="sng" dirty="0"/>
              <a:t> a eros. </a:t>
            </a:r>
            <a:r>
              <a:rPr lang="en-US" u="sng" dirty="0" err="1"/>
              <a:t>Aliquam</a:t>
            </a:r>
            <a:r>
              <a:rPr lang="en-US" u="sng" dirty="0"/>
              <a:t> </a:t>
            </a:r>
            <a:r>
              <a:rPr lang="en-US" u="sng" dirty="0" err="1"/>
              <a:t>dignissim</a:t>
            </a:r>
            <a:r>
              <a:rPr lang="en-US" u="sng" dirty="0"/>
              <a:t> id </a:t>
            </a:r>
            <a:r>
              <a:rPr lang="en-US" u="sng" dirty="0" err="1"/>
              <a:t>arcu</a:t>
            </a:r>
            <a:r>
              <a:rPr lang="en-US" u="sng" dirty="0"/>
              <a:t> ac maximus. Orci </a:t>
            </a:r>
            <a:r>
              <a:rPr lang="en-US" u="sng" dirty="0" err="1"/>
              <a:t>varius</a:t>
            </a:r>
            <a:r>
              <a:rPr lang="en-US" u="sng" dirty="0"/>
              <a:t> </a:t>
            </a:r>
            <a:r>
              <a:rPr lang="en-US" u="sng" dirty="0" err="1"/>
              <a:t>natoque</a:t>
            </a:r>
            <a:r>
              <a:rPr lang="en-US" u="sng" dirty="0"/>
              <a:t> </a:t>
            </a:r>
            <a:r>
              <a:rPr lang="en-US" u="sng" dirty="0" err="1"/>
              <a:t>penatibus</a:t>
            </a:r>
            <a:r>
              <a:rPr lang="en-US" u="sng" dirty="0"/>
              <a:t> et </a:t>
            </a:r>
            <a:r>
              <a:rPr lang="en-US" u="sng" dirty="0" err="1"/>
              <a:t>magnis</a:t>
            </a:r>
            <a:r>
              <a:rPr lang="en-US" u="sng" dirty="0"/>
              <a:t> dis parturient </a:t>
            </a:r>
            <a:r>
              <a:rPr lang="en-US" u="sng" dirty="0" err="1"/>
              <a:t>montes</a:t>
            </a:r>
            <a:r>
              <a:rPr lang="en-US" u="sng" dirty="0"/>
              <a:t>, </a:t>
            </a:r>
            <a:r>
              <a:rPr lang="en-US" u="sng" dirty="0" err="1"/>
              <a:t>nascetur</a:t>
            </a:r>
            <a:r>
              <a:rPr lang="en-US" u="sng" dirty="0"/>
              <a:t> </a:t>
            </a:r>
            <a:r>
              <a:rPr lang="en-US" u="sng" dirty="0" err="1"/>
              <a:t>ridiculus</a:t>
            </a:r>
            <a:r>
              <a:rPr lang="en-US" u="sng" dirty="0"/>
              <a:t> mus.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44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066E-1AE6-C9AC-8BE3-D7FCCFE1C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/>
              <a:t>Shape Variety: Block Arrows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37847B1-795D-BA01-738D-EDD68D3FE7D5}"/>
              </a:ext>
            </a:extLst>
          </p:cNvPr>
          <p:cNvSpPr/>
          <p:nvPr/>
        </p:nvSpPr>
        <p:spPr>
          <a:xfrm>
            <a:off x="515815" y="1524000"/>
            <a:ext cx="4572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DB95DF03-BE3C-65A0-55B2-4BA3AEFEA16E}"/>
              </a:ext>
            </a:extLst>
          </p:cNvPr>
          <p:cNvSpPr/>
          <p:nvPr/>
        </p:nvSpPr>
        <p:spPr>
          <a:xfrm>
            <a:off x="1488830" y="1524000"/>
            <a:ext cx="457200" cy="457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8BCBD33F-7865-35C0-683A-CD340F63650B}"/>
              </a:ext>
            </a:extLst>
          </p:cNvPr>
          <p:cNvSpPr/>
          <p:nvPr/>
        </p:nvSpPr>
        <p:spPr>
          <a:xfrm>
            <a:off x="2461845" y="1524000"/>
            <a:ext cx="457200" cy="4572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1E76CFB-16D9-1E99-BB72-218954470428}"/>
              </a:ext>
            </a:extLst>
          </p:cNvPr>
          <p:cNvSpPr/>
          <p:nvPr/>
        </p:nvSpPr>
        <p:spPr>
          <a:xfrm>
            <a:off x="3434860" y="1524000"/>
            <a:ext cx="4572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5B013D78-CB57-5E3F-BB2E-B472DF52FEE0}"/>
              </a:ext>
            </a:extLst>
          </p:cNvPr>
          <p:cNvSpPr/>
          <p:nvPr/>
        </p:nvSpPr>
        <p:spPr>
          <a:xfrm>
            <a:off x="4407875" y="1524000"/>
            <a:ext cx="457200" cy="4572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882AAD6B-3A20-4926-29E5-344DBC390147}"/>
              </a:ext>
            </a:extLst>
          </p:cNvPr>
          <p:cNvSpPr/>
          <p:nvPr/>
        </p:nvSpPr>
        <p:spPr>
          <a:xfrm>
            <a:off x="5380890" y="1524000"/>
            <a:ext cx="457200" cy="45720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Quad 14">
            <a:extLst>
              <a:ext uri="{FF2B5EF4-FFF2-40B4-BE49-F238E27FC236}">
                <a16:creationId xmlns:a16="http://schemas.microsoft.com/office/drawing/2014/main" id="{BC6188F7-1A46-6EC2-08E5-7281E1C2F722}"/>
              </a:ext>
            </a:extLst>
          </p:cNvPr>
          <p:cNvSpPr/>
          <p:nvPr/>
        </p:nvSpPr>
        <p:spPr>
          <a:xfrm>
            <a:off x="6353905" y="1524000"/>
            <a:ext cx="457200" cy="457200"/>
          </a:xfrm>
          <a:prstGeom prst="quad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Left-Right-Up 15">
            <a:extLst>
              <a:ext uri="{FF2B5EF4-FFF2-40B4-BE49-F238E27FC236}">
                <a16:creationId xmlns:a16="http://schemas.microsoft.com/office/drawing/2014/main" id="{31742ABD-3393-1D47-1418-66C2411AF268}"/>
              </a:ext>
            </a:extLst>
          </p:cNvPr>
          <p:cNvSpPr/>
          <p:nvPr/>
        </p:nvSpPr>
        <p:spPr>
          <a:xfrm>
            <a:off x="7326920" y="1524000"/>
            <a:ext cx="457200" cy="457200"/>
          </a:xfrm>
          <a:prstGeom prst="leftRigh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D348B20A-EDC0-3670-B3F2-8614A78696ED}"/>
              </a:ext>
            </a:extLst>
          </p:cNvPr>
          <p:cNvSpPr/>
          <p:nvPr/>
        </p:nvSpPr>
        <p:spPr>
          <a:xfrm>
            <a:off x="8299935" y="1524000"/>
            <a:ext cx="457200" cy="45720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U-Turn 17">
            <a:extLst>
              <a:ext uri="{FF2B5EF4-FFF2-40B4-BE49-F238E27FC236}">
                <a16:creationId xmlns:a16="http://schemas.microsoft.com/office/drawing/2014/main" id="{D0D7758C-B67C-BD87-E380-EECDA3D47D46}"/>
              </a:ext>
            </a:extLst>
          </p:cNvPr>
          <p:cNvSpPr/>
          <p:nvPr/>
        </p:nvSpPr>
        <p:spPr>
          <a:xfrm>
            <a:off x="9272950" y="1524000"/>
            <a:ext cx="457200" cy="457200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Left-Up 18">
            <a:extLst>
              <a:ext uri="{FF2B5EF4-FFF2-40B4-BE49-F238E27FC236}">
                <a16:creationId xmlns:a16="http://schemas.microsoft.com/office/drawing/2014/main" id="{66FDBBC9-867E-5F4F-C80B-3261AFF26A10}"/>
              </a:ext>
            </a:extLst>
          </p:cNvPr>
          <p:cNvSpPr/>
          <p:nvPr/>
        </p:nvSpPr>
        <p:spPr>
          <a:xfrm>
            <a:off x="10245965" y="1524000"/>
            <a:ext cx="457200" cy="457200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Bent-Up 20">
            <a:extLst>
              <a:ext uri="{FF2B5EF4-FFF2-40B4-BE49-F238E27FC236}">
                <a16:creationId xmlns:a16="http://schemas.microsoft.com/office/drawing/2014/main" id="{81F722BC-D8D0-8F39-B017-3138FE74ABC9}"/>
              </a:ext>
            </a:extLst>
          </p:cNvPr>
          <p:cNvSpPr/>
          <p:nvPr/>
        </p:nvSpPr>
        <p:spPr>
          <a:xfrm>
            <a:off x="11218980" y="1524000"/>
            <a:ext cx="457200" cy="45720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Arrow: Curved Right 93">
            <a:extLst>
              <a:ext uri="{FF2B5EF4-FFF2-40B4-BE49-F238E27FC236}">
                <a16:creationId xmlns:a16="http://schemas.microsoft.com/office/drawing/2014/main" id="{AF187BBB-B704-6752-0E3B-72B394E2F7A7}"/>
              </a:ext>
            </a:extLst>
          </p:cNvPr>
          <p:cNvSpPr/>
          <p:nvPr/>
        </p:nvSpPr>
        <p:spPr>
          <a:xfrm>
            <a:off x="515815" y="2438400"/>
            <a:ext cx="457200" cy="4572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Arrow: Curved Left 94">
            <a:extLst>
              <a:ext uri="{FF2B5EF4-FFF2-40B4-BE49-F238E27FC236}">
                <a16:creationId xmlns:a16="http://schemas.microsoft.com/office/drawing/2014/main" id="{AE6A52D5-3104-7C5A-A3D9-C4F07FCAF72C}"/>
              </a:ext>
            </a:extLst>
          </p:cNvPr>
          <p:cNvSpPr/>
          <p:nvPr/>
        </p:nvSpPr>
        <p:spPr>
          <a:xfrm>
            <a:off x="1488830" y="2438400"/>
            <a:ext cx="457200" cy="45720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Arrow: Curved Up 95">
            <a:extLst>
              <a:ext uri="{FF2B5EF4-FFF2-40B4-BE49-F238E27FC236}">
                <a16:creationId xmlns:a16="http://schemas.microsoft.com/office/drawing/2014/main" id="{0A374224-68CA-A571-72FF-02466FD39195}"/>
              </a:ext>
            </a:extLst>
          </p:cNvPr>
          <p:cNvSpPr/>
          <p:nvPr/>
        </p:nvSpPr>
        <p:spPr>
          <a:xfrm>
            <a:off x="2461845" y="2438400"/>
            <a:ext cx="457200" cy="4572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Arrow: Curved Down 96">
            <a:extLst>
              <a:ext uri="{FF2B5EF4-FFF2-40B4-BE49-F238E27FC236}">
                <a16:creationId xmlns:a16="http://schemas.microsoft.com/office/drawing/2014/main" id="{7E838FA3-7E26-FC24-E1B8-77CFFDF30393}"/>
              </a:ext>
            </a:extLst>
          </p:cNvPr>
          <p:cNvSpPr/>
          <p:nvPr/>
        </p:nvSpPr>
        <p:spPr>
          <a:xfrm>
            <a:off x="3434860" y="2438400"/>
            <a:ext cx="457200" cy="4572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Arrow: Striped Right 97">
            <a:extLst>
              <a:ext uri="{FF2B5EF4-FFF2-40B4-BE49-F238E27FC236}">
                <a16:creationId xmlns:a16="http://schemas.microsoft.com/office/drawing/2014/main" id="{98768EC3-EA02-95F7-6C60-20BD01B670C8}"/>
              </a:ext>
            </a:extLst>
          </p:cNvPr>
          <p:cNvSpPr/>
          <p:nvPr/>
        </p:nvSpPr>
        <p:spPr>
          <a:xfrm>
            <a:off x="4407875" y="2438400"/>
            <a:ext cx="457200" cy="45720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Arrow: Notched Right 98">
            <a:extLst>
              <a:ext uri="{FF2B5EF4-FFF2-40B4-BE49-F238E27FC236}">
                <a16:creationId xmlns:a16="http://schemas.microsoft.com/office/drawing/2014/main" id="{689B6B8F-6A36-7070-E6CC-AFC13CA1304C}"/>
              </a:ext>
            </a:extLst>
          </p:cNvPr>
          <p:cNvSpPr/>
          <p:nvPr/>
        </p:nvSpPr>
        <p:spPr>
          <a:xfrm>
            <a:off x="5380890" y="2438400"/>
            <a:ext cx="457200" cy="4572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Arrow: Pentagon 99">
            <a:extLst>
              <a:ext uri="{FF2B5EF4-FFF2-40B4-BE49-F238E27FC236}">
                <a16:creationId xmlns:a16="http://schemas.microsoft.com/office/drawing/2014/main" id="{69D90F6E-1859-BD35-BD13-C30D8D77A97F}"/>
              </a:ext>
            </a:extLst>
          </p:cNvPr>
          <p:cNvSpPr/>
          <p:nvPr/>
        </p:nvSpPr>
        <p:spPr>
          <a:xfrm>
            <a:off x="6353905" y="2438400"/>
            <a:ext cx="457200" cy="4572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Arrow: Chevron 100">
            <a:extLst>
              <a:ext uri="{FF2B5EF4-FFF2-40B4-BE49-F238E27FC236}">
                <a16:creationId xmlns:a16="http://schemas.microsoft.com/office/drawing/2014/main" id="{00477D49-DA32-F2AC-4794-CD1534576E9D}"/>
              </a:ext>
            </a:extLst>
          </p:cNvPr>
          <p:cNvSpPr/>
          <p:nvPr/>
        </p:nvSpPr>
        <p:spPr>
          <a:xfrm>
            <a:off x="7326920" y="2438400"/>
            <a:ext cx="457200" cy="4572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Callout: Right Arrow 101">
            <a:extLst>
              <a:ext uri="{FF2B5EF4-FFF2-40B4-BE49-F238E27FC236}">
                <a16:creationId xmlns:a16="http://schemas.microsoft.com/office/drawing/2014/main" id="{C9B3DA4C-C5F2-7B3B-DC94-65EBAE92B161}"/>
              </a:ext>
            </a:extLst>
          </p:cNvPr>
          <p:cNvSpPr/>
          <p:nvPr/>
        </p:nvSpPr>
        <p:spPr>
          <a:xfrm>
            <a:off x="8299935" y="2438400"/>
            <a:ext cx="457200" cy="4572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Callout: Down Arrow 102">
            <a:extLst>
              <a:ext uri="{FF2B5EF4-FFF2-40B4-BE49-F238E27FC236}">
                <a16:creationId xmlns:a16="http://schemas.microsoft.com/office/drawing/2014/main" id="{770FD511-1F51-817A-7D3D-FD7B0A901CA9}"/>
              </a:ext>
            </a:extLst>
          </p:cNvPr>
          <p:cNvSpPr/>
          <p:nvPr/>
        </p:nvSpPr>
        <p:spPr>
          <a:xfrm>
            <a:off x="9272950" y="2438400"/>
            <a:ext cx="457200" cy="457200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Callout: Left Arrow 103">
            <a:extLst>
              <a:ext uri="{FF2B5EF4-FFF2-40B4-BE49-F238E27FC236}">
                <a16:creationId xmlns:a16="http://schemas.microsoft.com/office/drawing/2014/main" id="{2159774A-AB32-7AFD-D759-D38ED65982DE}"/>
              </a:ext>
            </a:extLst>
          </p:cNvPr>
          <p:cNvSpPr/>
          <p:nvPr/>
        </p:nvSpPr>
        <p:spPr>
          <a:xfrm>
            <a:off x="10245965" y="2438400"/>
            <a:ext cx="457200" cy="457200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Callout: Up Arrow 104">
            <a:extLst>
              <a:ext uri="{FF2B5EF4-FFF2-40B4-BE49-F238E27FC236}">
                <a16:creationId xmlns:a16="http://schemas.microsoft.com/office/drawing/2014/main" id="{CF90A242-A1E0-0C5D-039C-C5A0CBEAD040}"/>
              </a:ext>
            </a:extLst>
          </p:cNvPr>
          <p:cNvSpPr/>
          <p:nvPr/>
        </p:nvSpPr>
        <p:spPr>
          <a:xfrm>
            <a:off x="11218980" y="2438400"/>
            <a:ext cx="457200" cy="457200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Callout: Left-Right Arrow 129">
            <a:extLst>
              <a:ext uri="{FF2B5EF4-FFF2-40B4-BE49-F238E27FC236}">
                <a16:creationId xmlns:a16="http://schemas.microsoft.com/office/drawing/2014/main" id="{0299D5DA-175B-A017-31E0-BDC9C0093A3E}"/>
              </a:ext>
            </a:extLst>
          </p:cNvPr>
          <p:cNvSpPr/>
          <p:nvPr/>
        </p:nvSpPr>
        <p:spPr>
          <a:xfrm>
            <a:off x="515815" y="3352800"/>
            <a:ext cx="457200" cy="457200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Callout: Quad Arrow 130">
            <a:extLst>
              <a:ext uri="{FF2B5EF4-FFF2-40B4-BE49-F238E27FC236}">
                <a16:creationId xmlns:a16="http://schemas.microsoft.com/office/drawing/2014/main" id="{0E55BAEF-3D68-E807-082B-D992AEB9A1E0}"/>
              </a:ext>
            </a:extLst>
          </p:cNvPr>
          <p:cNvSpPr/>
          <p:nvPr/>
        </p:nvSpPr>
        <p:spPr>
          <a:xfrm>
            <a:off x="1488830" y="3352800"/>
            <a:ext cx="457200" cy="457200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Arrow: Circular 131">
            <a:extLst>
              <a:ext uri="{FF2B5EF4-FFF2-40B4-BE49-F238E27FC236}">
                <a16:creationId xmlns:a16="http://schemas.microsoft.com/office/drawing/2014/main" id="{291B0552-9A67-B62F-6006-782CCCD2E00D}"/>
              </a:ext>
            </a:extLst>
          </p:cNvPr>
          <p:cNvSpPr/>
          <p:nvPr/>
        </p:nvSpPr>
        <p:spPr>
          <a:xfrm>
            <a:off x="2461845" y="3352800"/>
            <a:ext cx="457200" cy="457200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225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D78F9-47BE-5DB1-6819-1D810B0C1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990E-230E-BE87-EAB0-0E6FF32C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/>
              <a:t>Shape Variety: Flowcharts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6770822A-9A4A-710F-751F-12AF909522A9}"/>
              </a:ext>
            </a:extLst>
          </p:cNvPr>
          <p:cNvSpPr/>
          <p:nvPr/>
        </p:nvSpPr>
        <p:spPr>
          <a:xfrm>
            <a:off x="515815" y="1524000"/>
            <a:ext cx="457200" cy="4572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AFBD5793-84EE-9712-518B-B67FF42E2DF3}"/>
              </a:ext>
            </a:extLst>
          </p:cNvPr>
          <p:cNvSpPr/>
          <p:nvPr/>
        </p:nvSpPr>
        <p:spPr>
          <a:xfrm>
            <a:off x="1488830" y="1524000"/>
            <a:ext cx="457200" cy="4572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B253A446-3C6F-762F-AC99-B0B0FB429EA1}"/>
              </a:ext>
            </a:extLst>
          </p:cNvPr>
          <p:cNvSpPr/>
          <p:nvPr/>
        </p:nvSpPr>
        <p:spPr>
          <a:xfrm>
            <a:off x="2461845" y="1524000"/>
            <a:ext cx="457200" cy="45720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lowchart: Data 11">
            <a:extLst>
              <a:ext uri="{FF2B5EF4-FFF2-40B4-BE49-F238E27FC236}">
                <a16:creationId xmlns:a16="http://schemas.microsoft.com/office/drawing/2014/main" id="{306E4694-FCEB-8A5F-8646-EE54D4964E1B}"/>
              </a:ext>
            </a:extLst>
          </p:cNvPr>
          <p:cNvSpPr/>
          <p:nvPr/>
        </p:nvSpPr>
        <p:spPr>
          <a:xfrm>
            <a:off x="3434860" y="1524000"/>
            <a:ext cx="457200" cy="45720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lowchart: Predefined Process 12">
            <a:extLst>
              <a:ext uri="{FF2B5EF4-FFF2-40B4-BE49-F238E27FC236}">
                <a16:creationId xmlns:a16="http://schemas.microsoft.com/office/drawing/2014/main" id="{B60B97EC-64FE-EE08-7F3D-12903160DDDD}"/>
              </a:ext>
            </a:extLst>
          </p:cNvPr>
          <p:cNvSpPr/>
          <p:nvPr/>
        </p:nvSpPr>
        <p:spPr>
          <a:xfrm>
            <a:off x="4407875" y="1524000"/>
            <a:ext cx="457200" cy="457200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lowchart: Internal Storage 13">
            <a:extLst>
              <a:ext uri="{FF2B5EF4-FFF2-40B4-BE49-F238E27FC236}">
                <a16:creationId xmlns:a16="http://schemas.microsoft.com/office/drawing/2014/main" id="{6BCE7522-5B87-93DB-1EB1-C6B4416EDAA6}"/>
              </a:ext>
            </a:extLst>
          </p:cNvPr>
          <p:cNvSpPr/>
          <p:nvPr/>
        </p:nvSpPr>
        <p:spPr>
          <a:xfrm>
            <a:off x="5380890" y="1524000"/>
            <a:ext cx="457200" cy="457200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A22BA088-0094-C5D2-4B99-DD13D55BB716}"/>
              </a:ext>
            </a:extLst>
          </p:cNvPr>
          <p:cNvSpPr/>
          <p:nvPr/>
        </p:nvSpPr>
        <p:spPr>
          <a:xfrm>
            <a:off x="6353905" y="1524000"/>
            <a:ext cx="457200" cy="457200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E5490C13-6249-FB97-D778-BAC437699E3A}"/>
              </a:ext>
            </a:extLst>
          </p:cNvPr>
          <p:cNvSpPr/>
          <p:nvPr/>
        </p:nvSpPr>
        <p:spPr>
          <a:xfrm>
            <a:off x="7326920" y="1524000"/>
            <a:ext cx="457200" cy="457200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11DA5244-6409-7CAA-49DE-135BA7D71672}"/>
              </a:ext>
            </a:extLst>
          </p:cNvPr>
          <p:cNvSpPr/>
          <p:nvPr/>
        </p:nvSpPr>
        <p:spPr>
          <a:xfrm>
            <a:off x="8299935" y="1524000"/>
            <a:ext cx="457200" cy="4572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lowchart: Preparation 17">
            <a:extLst>
              <a:ext uri="{FF2B5EF4-FFF2-40B4-BE49-F238E27FC236}">
                <a16:creationId xmlns:a16="http://schemas.microsoft.com/office/drawing/2014/main" id="{76619FE0-77E2-6691-91FE-0429CD862046}"/>
              </a:ext>
            </a:extLst>
          </p:cNvPr>
          <p:cNvSpPr/>
          <p:nvPr/>
        </p:nvSpPr>
        <p:spPr>
          <a:xfrm>
            <a:off x="9272950" y="1524000"/>
            <a:ext cx="457200" cy="457200"/>
          </a:xfrm>
          <a:prstGeom prst="flowChartPrepa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lowchart: Manual Input 18">
            <a:extLst>
              <a:ext uri="{FF2B5EF4-FFF2-40B4-BE49-F238E27FC236}">
                <a16:creationId xmlns:a16="http://schemas.microsoft.com/office/drawing/2014/main" id="{3C153B9A-91BA-10A3-D62B-99B6B09BF845}"/>
              </a:ext>
            </a:extLst>
          </p:cNvPr>
          <p:cNvSpPr/>
          <p:nvPr/>
        </p:nvSpPr>
        <p:spPr>
          <a:xfrm>
            <a:off x="10245965" y="1524000"/>
            <a:ext cx="457200" cy="457200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lowchart: Manual Operation 20">
            <a:extLst>
              <a:ext uri="{FF2B5EF4-FFF2-40B4-BE49-F238E27FC236}">
                <a16:creationId xmlns:a16="http://schemas.microsoft.com/office/drawing/2014/main" id="{0AD4389A-8EEE-97FA-C485-BC2F6E1974CA}"/>
              </a:ext>
            </a:extLst>
          </p:cNvPr>
          <p:cNvSpPr/>
          <p:nvPr/>
        </p:nvSpPr>
        <p:spPr>
          <a:xfrm>
            <a:off x="11218980" y="1524000"/>
            <a:ext cx="457200" cy="45720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8943466-EC32-52F8-0EE4-A7AC74ECCE1B}"/>
              </a:ext>
            </a:extLst>
          </p:cNvPr>
          <p:cNvSpPr/>
          <p:nvPr/>
        </p:nvSpPr>
        <p:spPr>
          <a:xfrm>
            <a:off x="515815" y="243840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Flowchart: Off-page Connector 94">
            <a:extLst>
              <a:ext uri="{FF2B5EF4-FFF2-40B4-BE49-F238E27FC236}">
                <a16:creationId xmlns:a16="http://schemas.microsoft.com/office/drawing/2014/main" id="{1F160B01-0891-C5EB-D715-9C0DFA8B8DED}"/>
              </a:ext>
            </a:extLst>
          </p:cNvPr>
          <p:cNvSpPr/>
          <p:nvPr/>
        </p:nvSpPr>
        <p:spPr>
          <a:xfrm>
            <a:off x="1488830" y="2438400"/>
            <a:ext cx="457200" cy="45720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Flowchart: Card 95">
            <a:extLst>
              <a:ext uri="{FF2B5EF4-FFF2-40B4-BE49-F238E27FC236}">
                <a16:creationId xmlns:a16="http://schemas.microsoft.com/office/drawing/2014/main" id="{A22E61DF-72FC-47F8-476D-C89F9854F5A6}"/>
              </a:ext>
            </a:extLst>
          </p:cNvPr>
          <p:cNvSpPr/>
          <p:nvPr/>
        </p:nvSpPr>
        <p:spPr>
          <a:xfrm>
            <a:off x="2461845" y="2438400"/>
            <a:ext cx="457200" cy="45720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Flowchart: Punched Tape 96">
            <a:extLst>
              <a:ext uri="{FF2B5EF4-FFF2-40B4-BE49-F238E27FC236}">
                <a16:creationId xmlns:a16="http://schemas.microsoft.com/office/drawing/2014/main" id="{C7D5A304-DBFE-359C-9921-463C594E56CB}"/>
              </a:ext>
            </a:extLst>
          </p:cNvPr>
          <p:cNvSpPr/>
          <p:nvPr/>
        </p:nvSpPr>
        <p:spPr>
          <a:xfrm>
            <a:off x="3434860" y="2438400"/>
            <a:ext cx="457200" cy="457200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Flowchart: Summing Junction 97">
            <a:extLst>
              <a:ext uri="{FF2B5EF4-FFF2-40B4-BE49-F238E27FC236}">
                <a16:creationId xmlns:a16="http://schemas.microsoft.com/office/drawing/2014/main" id="{099093E0-2B44-9A90-E3CB-B38B3581F05D}"/>
              </a:ext>
            </a:extLst>
          </p:cNvPr>
          <p:cNvSpPr/>
          <p:nvPr/>
        </p:nvSpPr>
        <p:spPr>
          <a:xfrm>
            <a:off x="4407875" y="2438400"/>
            <a:ext cx="457200" cy="457200"/>
          </a:xfrm>
          <a:prstGeom prst="flowChartSummingJunc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Flowchart: Or 98">
            <a:extLst>
              <a:ext uri="{FF2B5EF4-FFF2-40B4-BE49-F238E27FC236}">
                <a16:creationId xmlns:a16="http://schemas.microsoft.com/office/drawing/2014/main" id="{1C844221-8991-42B9-79B8-35065D36B956}"/>
              </a:ext>
            </a:extLst>
          </p:cNvPr>
          <p:cNvSpPr/>
          <p:nvPr/>
        </p:nvSpPr>
        <p:spPr>
          <a:xfrm>
            <a:off x="5380890" y="2438400"/>
            <a:ext cx="457200" cy="457200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Flowchart: Collate 99">
            <a:extLst>
              <a:ext uri="{FF2B5EF4-FFF2-40B4-BE49-F238E27FC236}">
                <a16:creationId xmlns:a16="http://schemas.microsoft.com/office/drawing/2014/main" id="{E48D2FBE-456F-E723-EA61-DDAB23E21448}"/>
              </a:ext>
            </a:extLst>
          </p:cNvPr>
          <p:cNvSpPr/>
          <p:nvPr/>
        </p:nvSpPr>
        <p:spPr>
          <a:xfrm>
            <a:off x="6353905" y="2438400"/>
            <a:ext cx="457200" cy="457200"/>
          </a:xfrm>
          <a:prstGeom prst="flowChartCol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Flowchart: Sort 100">
            <a:extLst>
              <a:ext uri="{FF2B5EF4-FFF2-40B4-BE49-F238E27FC236}">
                <a16:creationId xmlns:a16="http://schemas.microsoft.com/office/drawing/2014/main" id="{E59F5CEB-062D-C6A8-F92E-DCEB400A67B5}"/>
              </a:ext>
            </a:extLst>
          </p:cNvPr>
          <p:cNvSpPr/>
          <p:nvPr/>
        </p:nvSpPr>
        <p:spPr>
          <a:xfrm>
            <a:off x="7326920" y="2438400"/>
            <a:ext cx="457200" cy="457200"/>
          </a:xfrm>
          <a:prstGeom prst="flowChartSo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Flowchart: Extract 101">
            <a:extLst>
              <a:ext uri="{FF2B5EF4-FFF2-40B4-BE49-F238E27FC236}">
                <a16:creationId xmlns:a16="http://schemas.microsoft.com/office/drawing/2014/main" id="{FCA818A1-803E-3A49-7694-AF275412DC9B}"/>
              </a:ext>
            </a:extLst>
          </p:cNvPr>
          <p:cNvSpPr/>
          <p:nvPr/>
        </p:nvSpPr>
        <p:spPr>
          <a:xfrm>
            <a:off x="8299935" y="2438400"/>
            <a:ext cx="457200" cy="457200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Flowchart: Merge 102">
            <a:extLst>
              <a:ext uri="{FF2B5EF4-FFF2-40B4-BE49-F238E27FC236}">
                <a16:creationId xmlns:a16="http://schemas.microsoft.com/office/drawing/2014/main" id="{77710E5B-3FBF-3FA6-88D0-A77C3D962529}"/>
              </a:ext>
            </a:extLst>
          </p:cNvPr>
          <p:cNvSpPr/>
          <p:nvPr/>
        </p:nvSpPr>
        <p:spPr>
          <a:xfrm>
            <a:off x="9272950" y="2438400"/>
            <a:ext cx="457200" cy="457200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Flowchart: Stored Data 103">
            <a:extLst>
              <a:ext uri="{FF2B5EF4-FFF2-40B4-BE49-F238E27FC236}">
                <a16:creationId xmlns:a16="http://schemas.microsoft.com/office/drawing/2014/main" id="{A0BFA05D-713B-84F6-A732-E856DDA1E0B8}"/>
              </a:ext>
            </a:extLst>
          </p:cNvPr>
          <p:cNvSpPr/>
          <p:nvPr/>
        </p:nvSpPr>
        <p:spPr>
          <a:xfrm>
            <a:off x="10245965" y="2438400"/>
            <a:ext cx="457200" cy="457200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lowchart: Delay 104">
            <a:extLst>
              <a:ext uri="{FF2B5EF4-FFF2-40B4-BE49-F238E27FC236}">
                <a16:creationId xmlns:a16="http://schemas.microsoft.com/office/drawing/2014/main" id="{51C7783E-106E-2E1E-BD3F-4F7C25A13AF5}"/>
              </a:ext>
            </a:extLst>
          </p:cNvPr>
          <p:cNvSpPr/>
          <p:nvPr/>
        </p:nvSpPr>
        <p:spPr>
          <a:xfrm>
            <a:off x="11218980" y="2438400"/>
            <a:ext cx="457200" cy="457200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Flowchart: Sequential Access Storage 129">
            <a:extLst>
              <a:ext uri="{FF2B5EF4-FFF2-40B4-BE49-F238E27FC236}">
                <a16:creationId xmlns:a16="http://schemas.microsoft.com/office/drawing/2014/main" id="{3CE2C333-2571-D0B2-E11C-FC39EC3C9DA6}"/>
              </a:ext>
            </a:extLst>
          </p:cNvPr>
          <p:cNvSpPr/>
          <p:nvPr/>
        </p:nvSpPr>
        <p:spPr>
          <a:xfrm>
            <a:off x="515815" y="3352800"/>
            <a:ext cx="457200" cy="457200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Flowchart: Magnetic Disk 130">
            <a:extLst>
              <a:ext uri="{FF2B5EF4-FFF2-40B4-BE49-F238E27FC236}">
                <a16:creationId xmlns:a16="http://schemas.microsoft.com/office/drawing/2014/main" id="{74ADDFA3-14DD-5C4A-1A26-B009888B1A32}"/>
              </a:ext>
            </a:extLst>
          </p:cNvPr>
          <p:cNvSpPr/>
          <p:nvPr/>
        </p:nvSpPr>
        <p:spPr>
          <a:xfrm>
            <a:off x="1488830" y="3352800"/>
            <a:ext cx="457200" cy="4572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Flowchart: Direct Access Storage 131">
            <a:extLst>
              <a:ext uri="{FF2B5EF4-FFF2-40B4-BE49-F238E27FC236}">
                <a16:creationId xmlns:a16="http://schemas.microsoft.com/office/drawing/2014/main" id="{233B1343-7171-3A21-B6FC-59C782016F34}"/>
              </a:ext>
            </a:extLst>
          </p:cNvPr>
          <p:cNvSpPr/>
          <p:nvPr/>
        </p:nvSpPr>
        <p:spPr>
          <a:xfrm>
            <a:off x="2461845" y="3352800"/>
            <a:ext cx="457200" cy="457200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Flowchart: Display 132">
            <a:extLst>
              <a:ext uri="{FF2B5EF4-FFF2-40B4-BE49-F238E27FC236}">
                <a16:creationId xmlns:a16="http://schemas.microsoft.com/office/drawing/2014/main" id="{D8F34663-A0D7-299F-0611-A2A30E332D6D}"/>
              </a:ext>
            </a:extLst>
          </p:cNvPr>
          <p:cNvSpPr/>
          <p:nvPr/>
        </p:nvSpPr>
        <p:spPr>
          <a:xfrm>
            <a:off x="3434860" y="3352800"/>
            <a:ext cx="457200" cy="457200"/>
          </a:xfrm>
          <a:prstGeom prst="flowChartDisp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140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1D254-2AC5-F5C0-076D-D5FB479C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1F9E-5B2E-D4F8-3500-E872EA5E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Shape Variety: Connectors (Without Bindings)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7D30AD-FFA8-D084-CA3B-4A12A88ACDF1}"/>
              </a:ext>
            </a:extLst>
          </p:cNvPr>
          <p:cNvCxnSpPr>
            <a:cxnSpLocks/>
          </p:cNvCxnSpPr>
          <p:nvPr/>
        </p:nvCxnSpPr>
        <p:spPr>
          <a:xfrm>
            <a:off x="1341120" y="2209800"/>
            <a:ext cx="13716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4A639D5-C8CD-CF0A-385A-103C56D5E7A3}"/>
              </a:ext>
            </a:extLst>
          </p:cNvPr>
          <p:cNvCxnSpPr>
            <a:cxnSpLocks/>
          </p:cNvCxnSpPr>
          <p:nvPr/>
        </p:nvCxnSpPr>
        <p:spPr>
          <a:xfrm>
            <a:off x="3962400" y="2209800"/>
            <a:ext cx="13716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04BD76E-F2C4-9771-1E3B-63D887E1C910}"/>
              </a:ext>
            </a:extLst>
          </p:cNvPr>
          <p:cNvCxnSpPr>
            <a:cxnSpLocks/>
          </p:cNvCxnSpPr>
          <p:nvPr/>
        </p:nvCxnSpPr>
        <p:spPr>
          <a:xfrm>
            <a:off x="6583680" y="2209800"/>
            <a:ext cx="1371600" cy="457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346C1D08-81DD-A2A2-713D-56E38D189BB0}"/>
              </a:ext>
            </a:extLst>
          </p:cNvPr>
          <p:cNvCxnSpPr/>
          <p:nvPr/>
        </p:nvCxnSpPr>
        <p:spPr>
          <a:xfrm>
            <a:off x="9204960" y="2209800"/>
            <a:ext cx="1371600" cy="4572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B802F119-DC98-0363-0067-753A29228A4D}"/>
              </a:ext>
            </a:extLst>
          </p:cNvPr>
          <p:cNvCxnSpPr/>
          <p:nvPr/>
        </p:nvCxnSpPr>
        <p:spPr>
          <a:xfrm>
            <a:off x="1341120" y="3352800"/>
            <a:ext cx="1371600" cy="457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C7D971D3-6FF0-BF36-AB72-EA4F4127ECD7}"/>
              </a:ext>
            </a:extLst>
          </p:cNvPr>
          <p:cNvCxnSpPr/>
          <p:nvPr/>
        </p:nvCxnSpPr>
        <p:spPr>
          <a:xfrm>
            <a:off x="3962400" y="3352800"/>
            <a:ext cx="1371600" cy="4572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D447EB24-E034-46E7-D69B-8E13D9A7E322}"/>
              </a:ext>
            </a:extLst>
          </p:cNvPr>
          <p:cNvCxnSpPr/>
          <p:nvPr/>
        </p:nvCxnSpPr>
        <p:spPr>
          <a:xfrm>
            <a:off x="6583680" y="3352800"/>
            <a:ext cx="1371600" cy="4572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Curved 110">
            <a:extLst>
              <a:ext uri="{FF2B5EF4-FFF2-40B4-BE49-F238E27FC236}">
                <a16:creationId xmlns:a16="http://schemas.microsoft.com/office/drawing/2014/main" id="{ED214CD6-66B4-F166-9C07-D8B88A9EFD09}"/>
              </a:ext>
            </a:extLst>
          </p:cNvPr>
          <p:cNvCxnSpPr/>
          <p:nvPr/>
        </p:nvCxnSpPr>
        <p:spPr>
          <a:xfrm>
            <a:off x="9204960" y="3354388"/>
            <a:ext cx="1371600" cy="4572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Curved 112">
            <a:extLst>
              <a:ext uri="{FF2B5EF4-FFF2-40B4-BE49-F238E27FC236}">
                <a16:creationId xmlns:a16="http://schemas.microsoft.com/office/drawing/2014/main" id="{56A990D8-1571-1D2A-30C4-5BA2A06093BF}"/>
              </a:ext>
            </a:extLst>
          </p:cNvPr>
          <p:cNvCxnSpPr/>
          <p:nvPr/>
        </p:nvCxnSpPr>
        <p:spPr>
          <a:xfrm>
            <a:off x="1341120" y="4724400"/>
            <a:ext cx="1371600" cy="4572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09C955C3-3B97-8D39-9714-BBA7F4691FD0}"/>
              </a:ext>
            </a:extLst>
          </p:cNvPr>
          <p:cNvSpPr/>
          <p:nvPr/>
        </p:nvSpPr>
        <p:spPr>
          <a:xfrm>
            <a:off x="3962400" y="4724400"/>
            <a:ext cx="1371600" cy="457200"/>
          </a:xfrm>
          <a:custGeom>
            <a:avLst/>
            <a:gdLst>
              <a:gd name="csX0" fmla="*/ 0 w 1780176"/>
              <a:gd name="csY0" fmla="*/ 15342 h 520479"/>
              <a:gd name="csX1" fmla="*/ 619125 w 1780176"/>
              <a:gd name="csY1" fmla="*/ 53442 h 520479"/>
              <a:gd name="csX2" fmla="*/ 866775 w 1780176"/>
              <a:gd name="csY2" fmla="*/ 453492 h 520479"/>
              <a:gd name="csX3" fmla="*/ 1543050 w 1780176"/>
              <a:gd name="csY3" fmla="*/ 491592 h 520479"/>
              <a:gd name="csX4" fmla="*/ 1285875 w 1780176"/>
              <a:gd name="csY4" fmla="*/ 158217 h 520479"/>
              <a:gd name="csX5" fmla="*/ 1714500 w 1780176"/>
              <a:gd name="csY5" fmla="*/ 196317 h 520479"/>
              <a:gd name="csX6" fmla="*/ 1771650 w 1780176"/>
              <a:gd name="csY6" fmla="*/ 443967 h 520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780176" h="520479">
                <a:moveTo>
                  <a:pt x="0" y="15342"/>
                </a:moveTo>
                <a:cubicBezTo>
                  <a:pt x="237331" y="-2121"/>
                  <a:pt x="474663" y="-19583"/>
                  <a:pt x="619125" y="53442"/>
                </a:cubicBezTo>
                <a:cubicBezTo>
                  <a:pt x="763587" y="126467"/>
                  <a:pt x="712788" y="380467"/>
                  <a:pt x="866775" y="453492"/>
                </a:cubicBezTo>
                <a:cubicBezTo>
                  <a:pt x="1020762" y="526517"/>
                  <a:pt x="1473200" y="540804"/>
                  <a:pt x="1543050" y="491592"/>
                </a:cubicBezTo>
                <a:cubicBezTo>
                  <a:pt x="1612900" y="442380"/>
                  <a:pt x="1257300" y="207430"/>
                  <a:pt x="1285875" y="158217"/>
                </a:cubicBezTo>
                <a:cubicBezTo>
                  <a:pt x="1314450" y="109005"/>
                  <a:pt x="1633538" y="148692"/>
                  <a:pt x="1714500" y="196317"/>
                </a:cubicBezTo>
                <a:cubicBezTo>
                  <a:pt x="1795463" y="243942"/>
                  <a:pt x="1783556" y="343954"/>
                  <a:pt x="1771650" y="44396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4EF787A4-E7DA-0646-8138-92054061AE66}"/>
              </a:ext>
            </a:extLst>
          </p:cNvPr>
          <p:cNvSpPr/>
          <p:nvPr/>
        </p:nvSpPr>
        <p:spPr>
          <a:xfrm>
            <a:off x="6583680" y="4724400"/>
            <a:ext cx="1371600" cy="457200"/>
          </a:xfrm>
          <a:custGeom>
            <a:avLst/>
            <a:gdLst>
              <a:gd name="csX0" fmla="*/ 285750 w 1352550"/>
              <a:gd name="csY0" fmla="*/ 0 h 428625"/>
              <a:gd name="csX1" fmla="*/ 0 w 1352550"/>
              <a:gd name="csY1" fmla="*/ 104775 h 428625"/>
              <a:gd name="csX2" fmla="*/ 9525 w 1352550"/>
              <a:gd name="csY2" fmla="*/ 428625 h 428625"/>
              <a:gd name="csX3" fmla="*/ 1343025 w 1352550"/>
              <a:gd name="csY3" fmla="*/ 419100 h 428625"/>
              <a:gd name="csX4" fmla="*/ 1352550 w 1352550"/>
              <a:gd name="csY4" fmla="*/ 190500 h 428625"/>
              <a:gd name="csX5" fmla="*/ 1019175 w 1352550"/>
              <a:gd name="csY5" fmla="*/ 142875 h 428625"/>
              <a:gd name="csX6" fmla="*/ 685800 w 1352550"/>
              <a:gd name="csY6" fmla="*/ 285750 h 428625"/>
              <a:gd name="csX7" fmla="*/ 552450 w 1352550"/>
              <a:gd name="csY7" fmla="*/ 238125 h 428625"/>
              <a:gd name="csX8" fmla="*/ 733425 w 1352550"/>
              <a:gd name="csY8" fmla="*/ 28575 h 428625"/>
              <a:gd name="csX9" fmla="*/ 438150 w 1352550"/>
              <a:gd name="csY9" fmla="*/ 76200 h 428625"/>
              <a:gd name="csX10" fmla="*/ 285750 w 1352550"/>
              <a:gd name="csY10" fmla="*/ 0 h 428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52550" h="428625">
                <a:moveTo>
                  <a:pt x="285750" y="0"/>
                </a:moveTo>
                <a:lnTo>
                  <a:pt x="0" y="104775"/>
                </a:lnTo>
                <a:lnTo>
                  <a:pt x="9525" y="428625"/>
                </a:lnTo>
                <a:lnTo>
                  <a:pt x="1343025" y="419100"/>
                </a:lnTo>
                <a:lnTo>
                  <a:pt x="1352550" y="190500"/>
                </a:lnTo>
                <a:lnTo>
                  <a:pt x="1019175" y="142875"/>
                </a:lnTo>
                <a:lnTo>
                  <a:pt x="685800" y="285750"/>
                </a:lnTo>
                <a:lnTo>
                  <a:pt x="552450" y="238125"/>
                </a:lnTo>
                <a:lnTo>
                  <a:pt x="733425" y="28575"/>
                </a:lnTo>
                <a:lnTo>
                  <a:pt x="438150" y="76200"/>
                </a:lnTo>
                <a:lnTo>
                  <a:pt x="28575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6CE79132-8A94-A5B1-0AC7-D00C4AA4F2C5}"/>
              </a:ext>
            </a:extLst>
          </p:cNvPr>
          <p:cNvSpPr/>
          <p:nvPr/>
        </p:nvSpPr>
        <p:spPr>
          <a:xfrm>
            <a:off x="9204960" y="4724400"/>
            <a:ext cx="1371600" cy="457200"/>
          </a:xfrm>
          <a:custGeom>
            <a:avLst/>
            <a:gdLst>
              <a:gd name="csX0" fmla="*/ 228600 w 1638325"/>
              <a:gd name="csY0" fmla="*/ 19050 h 457200"/>
              <a:gd name="csX1" fmla="*/ 180975 w 1638325"/>
              <a:gd name="csY1" fmla="*/ 38100 h 457200"/>
              <a:gd name="csX2" fmla="*/ 19050 w 1638325"/>
              <a:gd name="csY2" fmla="*/ 200025 h 457200"/>
              <a:gd name="csX3" fmla="*/ 0 w 1638325"/>
              <a:gd name="csY3" fmla="*/ 247650 h 457200"/>
              <a:gd name="csX4" fmla="*/ 76200 w 1638325"/>
              <a:gd name="csY4" fmla="*/ 314325 h 457200"/>
              <a:gd name="csX5" fmla="*/ 200025 w 1638325"/>
              <a:gd name="csY5" fmla="*/ 323850 h 457200"/>
              <a:gd name="csX6" fmla="*/ 571500 w 1638325"/>
              <a:gd name="csY6" fmla="*/ 238125 h 457200"/>
              <a:gd name="csX7" fmla="*/ 809625 w 1638325"/>
              <a:gd name="csY7" fmla="*/ 123825 h 457200"/>
              <a:gd name="csX8" fmla="*/ 885825 w 1638325"/>
              <a:gd name="csY8" fmla="*/ 85725 h 457200"/>
              <a:gd name="csX9" fmla="*/ 942975 w 1638325"/>
              <a:gd name="csY9" fmla="*/ 57150 h 457200"/>
              <a:gd name="csX10" fmla="*/ 1076325 w 1638325"/>
              <a:gd name="csY10" fmla="*/ 76200 h 457200"/>
              <a:gd name="csX11" fmla="*/ 1209675 w 1638325"/>
              <a:gd name="csY11" fmla="*/ 142875 h 457200"/>
              <a:gd name="csX12" fmla="*/ 1323975 w 1638325"/>
              <a:gd name="csY12" fmla="*/ 219075 h 457200"/>
              <a:gd name="csX13" fmla="*/ 1314450 w 1638325"/>
              <a:gd name="csY13" fmla="*/ 409575 h 457200"/>
              <a:gd name="csX14" fmla="*/ 1295400 w 1638325"/>
              <a:gd name="csY14" fmla="*/ 447675 h 457200"/>
              <a:gd name="csX15" fmla="*/ 1200150 w 1638325"/>
              <a:gd name="csY15" fmla="*/ 457200 h 457200"/>
              <a:gd name="csX16" fmla="*/ 914400 w 1638325"/>
              <a:gd name="csY16" fmla="*/ 428625 h 457200"/>
              <a:gd name="csX17" fmla="*/ 733425 w 1638325"/>
              <a:gd name="csY17" fmla="*/ 381000 h 457200"/>
              <a:gd name="csX18" fmla="*/ 704850 w 1638325"/>
              <a:gd name="csY18" fmla="*/ 352425 h 457200"/>
              <a:gd name="csX19" fmla="*/ 752475 w 1638325"/>
              <a:gd name="csY19" fmla="*/ 238125 h 457200"/>
              <a:gd name="csX20" fmla="*/ 904875 w 1638325"/>
              <a:gd name="csY20" fmla="*/ 257175 h 457200"/>
              <a:gd name="csX21" fmla="*/ 1162050 w 1638325"/>
              <a:gd name="csY21" fmla="*/ 304800 h 457200"/>
              <a:gd name="csX22" fmla="*/ 1266825 w 1638325"/>
              <a:gd name="csY22" fmla="*/ 323850 h 457200"/>
              <a:gd name="csX23" fmla="*/ 1381125 w 1638325"/>
              <a:gd name="csY23" fmla="*/ 333375 h 457200"/>
              <a:gd name="csX24" fmla="*/ 1562100 w 1638325"/>
              <a:gd name="csY24" fmla="*/ 276225 h 457200"/>
              <a:gd name="csX25" fmla="*/ 1628775 w 1638325"/>
              <a:gd name="csY25" fmla="*/ 200025 h 457200"/>
              <a:gd name="csX26" fmla="*/ 1619250 w 1638325"/>
              <a:gd name="csY26" fmla="*/ 38100 h 457200"/>
              <a:gd name="csX27" fmla="*/ 1600200 w 1638325"/>
              <a:gd name="csY27" fmla="*/ 9525 h 457200"/>
              <a:gd name="csX28" fmla="*/ 1524000 w 1638325"/>
              <a:gd name="csY28" fmla="*/ 0 h 457200"/>
              <a:gd name="csX29" fmla="*/ 1476375 w 1638325"/>
              <a:gd name="csY29" fmla="*/ 9525 h 457200"/>
              <a:gd name="csX30" fmla="*/ 1533525 w 1638325"/>
              <a:gd name="csY30" fmla="*/ 85725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638325" h="457200">
                <a:moveTo>
                  <a:pt x="228600" y="19050"/>
                </a:moveTo>
                <a:cubicBezTo>
                  <a:pt x="212725" y="25400"/>
                  <a:pt x="194557" y="27714"/>
                  <a:pt x="180975" y="38100"/>
                </a:cubicBezTo>
                <a:cubicBezTo>
                  <a:pt x="94679" y="104091"/>
                  <a:pt x="77557" y="129816"/>
                  <a:pt x="19050" y="200025"/>
                </a:cubicBezTo>
                <a:cubicBezTo>
                  <a:pt x="12700" y="215900"/>
                  <a:pt x="0" y="230552"/>
                  <a:pt x="0" y="247650"/>
                </a:cubicBezTo>
                <a:cubicBezTo>
                  <a:pt x="0" y="298774"/>
                  <a:pt x="33961" y="307656"/>
                  <a:pt x="76200" y="314325"/>
                </a:cubicBezTo>
                <a:cubicBezTo>
                  <a:pt x="117090" y="320781"/>
                  <a:pt x="158750" y="320675"/>
                  <a:pt x="200025" y="323850"/>
                </a:cubicBezTo>
                <a:cubicBezTo>
                  <a:pt x="676157" y="262414"/>
                  <a:pt x="365524" y="344234"/>
                  <a:pt x="571500" y="238125"/>
                </a:cubicBezTo>
                <a:cubicBezTo>
                  <a:pt x="649770" y="197804"/>
                  <a:pt x="730400" y="162237"/>
                  <a:pt x="809625" y="123825"/>
                </a:cubicBezTo>
                <a:cubicBezTo>
                  <a:pt x="835178" y="111436"/>
                  <a:pt x="860425" y="98425"/>
                  <a:pt x="885825" y="85725"/>
                </a:cubicBezTo>
                <a:lnTo>
                  <a:pt x="942975" y="57150"/>
                </a:lnTo>
                <a:cubicBezTo>
                  <a:pt x="987425" y="63500"/>
                  <a:pt x="1033578" y="62460"/>
                  <a:pt x="1076325" y="76200"/>
                </a:cubicBezTo>
                <a:cubicBezTo>
                  <a:pt x="1123638" y="91408"/>
                  <a:pt x="1165615" y="119887"/>
                  <a:pt x="1209675" y="142875"/>
                </a:cubicBezTo>
                <a:cubicBezTo>
                  <a:pt x="1300281" y="190148"/>
                  <a:pt x="1275127" y="170227"/>
                  <a:pt x="1323975" y="219075"/>
                </a:cubicBezTo>
                <a:cubicBezTo>
                  <a:pt x="1338651" y="307132"/>
                  <a:pt x="1341417" y="288222"/>
                  <a:pt x="1314450" y="409575"/>
                </a:cubicBezTo>
                <a:cubicBezTo>
                  <a:pt x="1311370" y="423436"/>
                  <a:pt x="1308507" y="442214"/>
                  <a:pt x="1295400" y="447675"/>
                </a:cubicBezTo>
                <a:cubicBezTo>
                  <a:pt x="1265946" y="459947"/>
                  <a:pt x="1231900" y="454025"/>
                  <a:pt x="1200150" y="457200"/>
                </a:cubicBezTo>
                <a:cubicBezTo>
                  <a:pt x="1104900" y="447675"/>
                  <a:pt x="1008874" y="444049"/>
                  <a:pt x="914400" y="428625"/>
                </a:cubicBezTo>
                <a:cubicBezTo>
                  <a:pt x="852836" y="418574"/>
                  <a:pt x="733425" y="381000"/>
                  <a:pt x="733425" y="381000"/>
                </a:cubicBezTo>
                <a:cubicBezTo>
                  <a:pt x="723900" y="371475"/>
                  <a:pt x="710321" y="364734"/>
                  <a:pt x="704850" y="352425"/>
                </a:cubicBezTo>
                <a:cubicBezTo>
                  <a:pt x="674795" y="284802"/>
                  <a:pt x="704129" y="286471"/>
                  <a:pt x="752475" y="238125"/>
                </a:cubicBezTo>
                <a:cubicBezTo>
                  <a:pt x="803275" y="244475"/>
                  <a:pt x="854345" y="248949"/>
                  <a:pt x="904875" y="257175"/>
                </a:cubicBezTo>
                <a:cubicBezTo>
                  <a:pt x="990925" y="271183"/>
                  <a:pt x="1076310" y="289006"/>
                  <a:pt x="1162050" y="304800"/>
                </a:cubicBezTo>
                <a:cubicBezTo>
                  <a:pt x="1196960" y="311231"/>
                  <a:pt x="1231450" y="320902"/>
                  <a:pt x="1266825" y="323850"/>
                </a:cubicBezTo>
                <a:lnTo>
                  <a:pt x="1381125" y="333375"/>
                </a:lnTo>
                <a:cubicBezTo>
                  <a:pt x="1440704" y="321459"/>
                  <a:pt x="1510850" y="314663"/>
                  <a:pt x="1562100" y="276225"/>
                </a:cubicBezTo>
                <a:cubicBezTo>
                  <a:pt x="1589101" y="255975"/>
                  <a:pt x="1606550" y="225425"/>
                  <a:pt x="1628775" y="200025"/>
                </a:cubicBezTo>
                <a:cubicBezTo>
                  <a:pt x="1638151" y="115639"/>
                  <a:pt x="1648042" y="117277"/>
                  <a:pt x="1619250" y="38100"/>
                </a:cubicBezTo>
                <a:cubicBezTo>
                  <a:pt x="1615338" y="27342"/>
                  <a:pt x="1610829" y="13777"/>
                  <a:pt x="1600200" y="9525"/>
                </a:cubicBezTo>
                <a:cubicBezTo>
                  <a:pt x="1576433" y="18"/>
                  <a:pt x="1549400" y="3175"/>
                  <a:pt x="1524000" y="0"/>
                </a:cubicBezTo>
                <a:cubicBezTo>
                  <a:pt x="1508125" y="3175"/>
                  <a:pt x="1483615" y="-4955"/>
                  <a:pt x="1476375" y="9525"/>
                </a:cubicBezTo>
                <a:cubicBezTo>
                  <a:pt x="1460500" y="41274"/>
                  <a:pt x="1519648" y="75317"/>
                  <a:pt x="1533525" y="8572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76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44EBF-7E18-7A7F-86F9-49873845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1DD3-4AAC-29D6-F1A9-1F732CBDB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/>
              <a:t>Shape Variety: Connectors (With Bindings)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A6AD26-BEF9-1319-8785-58E33862C66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333500" y="2209800"/>
            <a:ext cx="138684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77A5618-0A16-7AFB-2FE9-2D0A8B53D8A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947160" y="2209800"/>
            <a:ext cx="138684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A54C477-2072-BC0B-9DF1-2893542305A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569469" y="2209800"/>
            <a:ext cx="1386840" cy="4572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F609CB66-8313-7EBF-27BA-4E1268DACE3D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9204960" y="2209800"/>
            <a:ext cx="1386840" cy="4572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16A8FD66-5977-3EC7-07B8-20012DAE3AF6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1333500" y="3352800"/>
            <a:ext cx="1386840" cy="457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37287D64-F9D8-6DD1-6598-BEE1DB9A2B38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947160" y="3352800"/>
            <a:ext cx="1386840" cy="4572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B8B4EDB7-8F2E-8A6B-3CC3-AD16C321A0DA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6569469" y="3352800"/>
            <a:ext cx="1386840" cy="4572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Curved 110">
            <a:extLst>
              <a:ext uri="{FF2B5EF4-FFF2-40B4-BE49-F238E27FC236}">
                <a16:creationId xmlns:a16="http://schemas.microsoft.com/office/drawing/2014/main" id="{726D4FB2-0B2F-C085-78D8-306810CE421B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9204960" y="3352800"/>
            <a:ext cx="1386840" cy="4572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Curved 112">
            <a:extLst>
              <a:ext uri="{FF2B5EF4-FFF2-40B4-BE49-F238E27FC236}">
                <a16:creationId xmlns:a16="http://schemas.microsoft.com/office/drawing/2014/main" id="{00353349-C4DE-31A7-16C3-F69AE8A36543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1333500" y="4724400"/>
            <a:ext cx="1386840" cy="4572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73607F5-C9E4-D718-1458-4C741B8BBBEA}"/>
              </a:ext>
            </a:extLst>
          </p:cNvPr>
          <p:cNvSpPr/>
          <p:nvPr/>
        </p:nvSpPr>
        <p:spPr>
          <a:xfrm>
            <a:off x="1044967" y="20574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ECB569-EB7E-2386-96BA-3C86C3F7DFCF}"/>
              </a:ext>
            </a:extLst>
          </p:cNvPr>
          <p:cNvSpPr/>
          <p:nvPr/>
        </p:nvSpPr>
        <p:spPr>
          <a:xfrm>
            <a:off x="2720340" y="25146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58790-1A11-BAAD-8F09-05DC6F60C36A}"/>
              </a:ext>
            </a:extLst>
          </p:cNvPr>
          <p:cNvSpPr/>
          <p:nvPr/>
        </p:nvSpPr>
        <p:spPr>
          <a:xfrm>
            <a:off x="3658627" y="20574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593D30-CE6D-8F90-A4CC-F11D0759EF7F}"/>
              </a:ext>
            </a:extLst>
          </p:cNvPr>
          <p:cNvSpPr/>
          <p:nvPr/>
        </p:nvSpPr>
        <p:spPr>
          <a:xfrm>
            <a:off x="5334000" y="25146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9CE8B9-533D-B12C-C518-18AE104E1E90}"/>
              </a:ext>
            </a:extLst>
          </p:cNvPr>
          <p:cNvSpPr/>
          <p:nvPr/>
        </p:nvSpPr>
        <p:spPr>
          <a:xfrm>
            <a:off x="6280936" y="20574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791CDD-4235-5741-86B8-435021F9828B}"/>
              </a:ext>
            </a:extLst>
          </p:cNvPr>
          <p:cNvSpPr/>
          <p:nvPr/>
        </p:nvSpPr>
        <p:spPr>
          <a:xfrm>
            <a:off x="7956309" y="25146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E6441-4620-C22B-FCBA-BEAA27653ED7}"/>
              </a:ext>
            </a:extLst>
          </p:cNvPr>
          <p:cNvSpPr/>
          <p:nvPr/>
        </p:nvSpPr>
        <p:spPr>
          <a:xfrm>
            <a:off x="8916427" y="20574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F6F20-E00A-4C50-C977-4A65DE29ACEA}"/>
              </a:ext>
            </a:extLst>
          </p:cNvPr>
          <p:cNvSpPr/>
          <p:nvPr/>
        </p:nvSpPr>
        <p:spPr>
          <a:xfrm>
            <a:off x="10591800" y="25146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236B7-4533-1EF1-F2D8-475F396623D4}"/>
              </a:ext>
            </a:extLst>
          </p:cNvPr>
          <p:cNvSpPr/>
          <p:nvPr/>
        </p:nvSpPr>
        <p:spPr>
          <a:xfrm>
            <a:off x="1044967" y="32004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A4684A-EB3D-C4E2-F730-8A003597C1EB}"/>
              </a:ext>
            </a:extLst>
          </p:cNvPr>
          <p:cNvSpPr/>
          <p:nvPr/>
        </p:nvSpPr>
        <p:spPr>
          <a:xfrm>
            <a:off x="2720340" y="36576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E33E8D-9C68-EC1D-C27E-8826E37B5CF4}"/>
              </a:ext>
            </a:extLst>
          </p:cNvPr>
          <p:cNvSpPr/>
          <p:nvPr/>
        </p:nvSpPr>
        <p:spPr>
          <a:xfrm>
            <a:off x="3658627" y="32004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36EF57-8A54-A839-6B8D-AED101C954CC}"/>
              </a:ext>
            </a:extLst>
          </p:cNvPr>
          <p:cNvSpPr/>
          <p:nvPr/>
        </p:nvSpPr>
        <p:spPr>
          <a:xfrm>
            <a:off x="5334000" y="36576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F7E211-6461-EDD8-1B79-F9B25C3B23DA}"/>
              </a:ext>
            </a:extLst>
          </p:cNvPr>
          <p:cNvSpPr/>
          <p:nvPr/>
        </p:nvSpPr>
        <p:spPr>
          <a:xfrm>
            <a:off x="6280936" y="32004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6B9BA2-23A2-FE3F-59F3-B6534C11D66B}"/>
              </a:ext>
            </a:extLst>
          </p:cNvPr>
          <p:cNvSpPr/>
          <p:nvPr/>
        </p:nvSpPr>
        <p:spPr>
          <a:xfrm>
            <a:off x="7956309" y="36576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DAF3D5-88A4-A983-E44E-00CE5F714636}"/>
              </a:ext>
            </a:extLst>
          </p:cNvPr>
          <p:cNvSpPr/>
          <p:nvPr/>
        </p:nvSpPr>
        <p:spPr>
          <a:xfrm>
            <a:off x="8916427" y="32004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10DF4C-3C99-03F2-52AA-58C323871FB6}"/>
              </a:ext>
            </a:extLst>
          </p:cNvPr>
          <p:cNvSpPr/>
          <p:nvPr/>
        </p:nvSpPr>
        <p:spPr>
          <a:xfrm>
            <a:off x="10591800" y="36576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BF046F4-27ED-A26C-813E-6C5DEC765116}"/>
              </a:ext>
            </a:extLst>
          </p:cNvPr>
          <p:cNvSpPr/>
          <p:nvPr/>
        </p:nvSpPr>
        <p:spPr>
          <a:xfrm>
            <a:off x="1044967" y="45720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456603-4083-EA82-BF62-7CE814D8331B}"/>
              </a:ext>
            </a:extLst>
          </p:cNvPr>
          <p:cNvSpPr/>
          <p:nvPr/>
        </p:nvSpPr>
        <p:spPr>
          <a:xfrm>
            <a:off x="2720340" y="5029200"/>
            <a:ext cx="28853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63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321C-AC38-A9FE-C302-EBE575EA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7A7B-A496-0253-0901-36BDE92A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/>
              <a:t>Shape Variety: Callouts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260A4851-FA40-4326-CB29-A80402B479C0}"/>
              </a:ext>
            </a:extLst>
          </p:cNvPr>
          <p:cNvSpPr/>
          <p:nvPr/>
        </p:nvSpPr>
        <p:spPr>
          <a:xfrm>
            <a:off x="515815" y="1524000"/>
            <a:ext cx="457200" cy="457200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BE37D3C4-8B9C-CE17-E5BC-387642DA1801}"/>
              </a:ext>
            </a:extLst>
          </p:cNvPr>
          <p:cNvSpPr/>
          <p:nvPr/>
        </p:nvSpPr>
        <p:spPr>
          <a:xfrm>
            <a:off x="1488830" y="1524000"/>
            <a:ext cx="457200" cy="4572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2E84959D-621E-2798-9A0F-A5A2185B2AD1}"/>
              </a:ext>
            </a:extLst>
          </p:cNvPr>
          <p:cNvSpPr/>
          <p:nvPr/>
        </p:nvSpPr>
        <p:spPr>
          <a:xfrm>
            <a:off x="2461845" y="1524000"/>
            <a:ext cx="457200" cy="4572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FEE77A64-592D-7EFB-0E85-AC3856E57927}"/>
              </a:ext>
            </a:extLst>
          </p:cNvPr>
          <p:cNvSpPr/>
          <p:nvPr/>
        </p:nvSpPr>
        <p:spPr>
          <a:xfrm>
            <a:off x="3434860" y="1524000"/>
            <a:ext cx="457200" cy="457200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BB0E11FB-E533-0EE3-7DB4-EE9F9F5543E3}"/>
              </a:ext>
            </a:extLst>
          </p:cNvPr>
          <p:cNvSpPr/>
          <p:nvPr/>
        </p:nvSpPr>
        <p:spPr>
          <a:xfrm>
            <a:off x="4407875" y="1524000"/>
            <a:ext cx="457200" cy="457200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allout: Bent Line 13">
            <a:extLst>
              <a:ext uri="{FF2B5EF4-FFF2-40B4-BE49-F238E27FC236}">
                <a16:creationId xmlns:a16="http://schemas.microsoft.com/office/drawing/2014/main" id="{AAF0B451-41CB-3D4E-689F-0CF371B8993E}"/>
              </a:ext>
            </a:extLst>
          </p:cNvPr>
          <p:cNvSpPr/>
          <p:nvPr/>
        </p:nvSpPr>
        <p:spPr>
          <a:xfrm>
            <a:off x="5380890" y="1524000"/>
            <a:ext cx="457200" cy="457200"/>
          </a:xfrm>
          <a:prstGeom prst="border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allout: Double Bent Line 14">
            <a:extLst>
              <a:ext uri="{FF2B5EF4-FFF2-40B4-BE49-F238E27FC236}">
                <a16:creationId xmlns:a16="http://schemas.microsoft.com/office/drawing/2014/main" id="{E5449FF5-AD2B-1483-1F43-78B442D9CF05}"/>
              </a:ext>
            </a:extLst>
          </p:cNvPr>
          <p:cNvSpPr/>
          <p:nvPr/>
        </p:nvSpPr>
        <p:spPr>
          <a:xfrm>
            <a:off x="6353905" y="1524000"/>
            <a:ext cx="457200" cy="457200"/>
          </a:xfrm>
          <a:prstGeom prst="border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allout: Line with Accent Bar 15">
            <a:extLst>
              <a:ext uri="{FF2B5EF4-FFF2-40B4-BE49-F238E27FC236}">
                <a16:creationId xmlns:a16="http://schemas.microsoft.com/office/drawing/2014/main" id="{E2693B3F-9439-DA0B-4DE0-DC0FAA0FF61A}"/>
              </a:ext>
            </a:extLst>
          </p:cNvPr>
          <p:cNvSpPr/>
          <p:nvPr/>
        </p:nvSpPr>
        <p:spPr>
          <a:xfrm>
            <a:off x="7326920" y="1524000"/>
            <a:ext cx="457200" cy="457200"/>
          </a:xfrm>
          <a:prstGeom prst="accent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allout: Bent Line with Accent Bar 16">
            <a:extLst>
              <a:ext uri="{FF2B5EF4-FFF2-40B4-BE49-F238E27FC236}">
                <a16:creationId xmlns:a16="http://schemas.microsoft.com/office/drawing/2014/main" id="{37C7C871-4C0B-2B53-2D53-B22821837BB7}"/>
              </a:ext>
            </a:extLst>
          </p:cNvPr>
          <p:cNvSpPr/>
          <p:nvPr/>
        </p:nvSpPr>
        <p:spPr>
          <a:xfrm>
            <a:off x="8299935" y="1524000"/>
            <a:ext cx="457200" cy="457200"/>
          </a:xfrm>
          <a:prstGeom prst="accent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allout: Double Bent Line with Accent Bar 17">
            <a:extLst>
              <a:ext uri="{FF2B5EF4-FFF2-40B4-BE49-F238E27FC236}">
                <a16:creationId xmlns:a16="http://schemas.microsoft.com/office/drawing/2014/main" id="{EC4A1A4B-873C-8EBD-DFB3-49D74062542B}"/>
              </a:ext>
            </a:extLst>
          </p:cNvPr>
          <p:cNvSpPr/>
          <p:nvPr/>
        </p:nvSpPr>
        <p:spPr>
          <a:xfrm>
            <a:off x="9272950" y="1524000"/>
            <a:ext cx="457200" cy="457200"/>
          </a:xfrm>
          <a:prstGeom prst="accent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allout: Line with No Border 18">
            <a:extLst>
              <a:ext uri="{FF2B5EF4-FFF2-40B4-BE49-F238E27FC236}">
                <a16:creationId xmlns:a16="http://schemas.microsoft.com/office/drawing/2014/main" id="{77EBFD20-D3BE-D75A-98F4-CF211C123277}"/>
              </a:ext>
            </a:extLst>
          </p:cNvPr>
          <p:cNvSpPr/>
          <p:nvPr/>
        </p:nvSpPr>
        <p:spPr>
          <a:xfrm>
            <a:off x="10245965" y="1524000"/>
            <a:ext cx="457200" cy="457200"/>
          </a:xfrm>
          <a:prstGeom prst="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Callout: Bent Line with No Border 20">
            <a:extLst>
              <a:ext uri="{FF2B5EF4-FFF2-40B4-BE49-F238E27FC236}">
                <a16:creationId xmlns:a16="http://schemas.microsoft.com/office/drawing/2014/main" id="{D584B792-95EB-E3D9-2204-95E884CF02F2}"/>
              </a:ext>
            </a:extLst>
          </p:cNvPr>
          <p:cNvSpPr/>
          <p:nvPr/>
        </p:nvSpPr>
        <p:spPr>
          <a:xfrm>
            <a:off x="11218980" y="1524000"/>
            <a:ext cx="457200" cy="457200"/>
          </a:xfrm>
          <a:prstGeom prst="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Callout: Double Bent Line with No Border 93">
            <a:extLst>
              <a:ext uri="{FF2B5EF4-FFF2-40B4-BE49-F238E27FC236}">
                <a16:creationId xmlns:a16="http://schemas.microsoft.com/office/drawing/2014/main" id="{BB9DC6D4-E0B5-C10B-FBAC-C88C5CB53F3F}"/>
              </a:ext>
            </a:extLst>
          </p:cNvPr>
          <p:cNvSpPr/>
          <p:nvPr/>
        </p:nvSpPr>
        <p:spPr>
          <a:xfrm>
            <a:off x="515815" y="2438400"/>
            <a:ext cx="457200" cy="457200"/>
          </a:xfrm>
          <a:prstGeom prst="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Callout: Line with Border and Accent Bar 94">
            <a:extLst>
              <a:ext uri="{FF2B5EF4-FFF2-40B4-BE49-F238E27FC236}">
                <a16:creationId xmlns:a16="http://schemas.microsoft.com/office/drawing/2014/main" id="{5D66A5C3-093C-3C09-25DF-30ABF49CB076}"/>
              </a:ext>
            </a:extLst>
          </p:cNvPr>
          <p:cNvSpPr/>
          <p:nvPr/>
        </p:nvSpPr>
        <p:spPr>
          <a:xfrm>
            <a:off x="1488830" y="2438400"/>
            <a:ext cx="457200" cy="457200"/>
          </a:xfrm>
          <a:prstGeom prst="accent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Callout: Bent Line with Border and Accent Bar 95">
            <a:extLst>
              <a:ext uri="{FF2B5EF4-FFF2-40B4-BE49-F238E27FC236}">
                <a16:creationId xmlns:a16="http://schemas.microsoft.com/office/drawing/2014/main" id="{815CD2B9-F67D-8B6A-47D5-D5F6B871AE63}"/>
              </a:ext>
            </a:extLst>
          </p:cNvPr>
          <p:cNvSpPr/>
          <p:nvPr/>
        </p:nvSpPr>
        <p:spPr>
          <a:xfrm>
            <a:off x="2461845" y="2438400"/>
            <a:ext cx="457200" cy="457200"/>
          </a:xfrm>
          <a:prstGeom prst="accentBorder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Callout: Double Bent Line with Border and Accent Bar 96">
            <a:extLst>
              <a:ext uri="{FF2B5EF4-FFF2-40B4-BE49-F238E27FC236}">
                <a16:creationId xmlns:a16="http://schemas.microsoft.com/office/drawing/2014/main" id="{860B2845-F056-546A-2DD7-4272BF3154E8}"/>
              </a:ext>
            </a:extLst>
          </p:cNvPr>
          <p:cNvSpPr/>
          <p:nvPr/>
        </p:nvSpPr>
        <p:spPr>
          <a:xfrm>
            <a:off x="3434860" y="2438400"/>
            <a:ext cx="457200" cy="457200"/>
          </a:xfrm>
          <a:prstGeom prst="accentBorder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18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3F603-57C5-EEC0-6A7A-8C75FFB15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A28C6-367D-3D89-D7CA-C72E7AE1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US" dirty="0"/>
              <a:t>Shape Variety: Action Buttons (w/ Defaults)</a:t>
            </a:r>
          </a:p>
        </p:txBody>
      </p:sp>
      <p:sp>
        <p:nvSpPr>
          <p:cNvPr id="4" name="Action Button: Go Back or Previous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DC7D142-4611-496B-1A2A-31F3809F638F}"/>
              </a:ext>
            </a:extLst>
          </p:cNvPr>
          <p:cNvSpPr/>
          <p:nvPr/>
        </p:nvSpPr>
        <p:spPr>
          <a:xfrm>
            <a:off x="515815" y="1524000"/>
            <a:ext cx="457200" cy="457200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ction Button: Go Forward or Next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B020D06-8C31-4520-382E-94F39397C739}"/>
              </a:ext>
            </a:extLst>
          </p:cNvPr>
          <p:cNvSpPr/>
          <p:nvPr/>
        </p:nvSpPr>
        <p:spPr>
          <a:xfrm>
            <a:off x="1488830" y="1524000"/>
            <a:ext cx="457200" cy="45720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ction Button: Go to Beginning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E590D58-40C4-2DCC-8B18-A4448AF69C4A}"/>
              </a:ext>
            </a:extLst>
          </p:cNvPr>
          <p:cNvSpPr/>
          <p:nvPr/>
        </p:nvSpPr>
        <p:spPr>
          <a:xfrm>
            <a:off x="2461845" y="1524000"/>
            <a:ext cx="457200" cy="4572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ction Button: Go to End 1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D0831CDC-68C1-5F10-56FD-0B762A55419C}"/>
              </a:ext>
            </a:extLst>
          </p:cNvPr>
          <p:cNvSpPr/>
          <p:nvPr/>
        </p:nvSpPr>
        <p:spPr>
          <a:xfrm>
            <a:off x="3434860" y="1524000"/>
            <a:ext cx="457200" cy="457200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ction Button: Go Home 1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EA63C19-2DC1-9713-443D-36F68EB471E3}"/>
              </a:ext>
            </a:extLst>
          </p:cNvPr>
          <p:cNvSpPr/>
          <p:nvPr/>
        </p:nvSpPr>
        <p:spPr>
          <a:xfrm>
            <a:off x="4407875" y="1524000"/>
            <a:ext cx="457200" cy="4572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ction Button: Get Information 1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2AFF5A8-8E99-E8F9-CFD4-BE6D525F8185}"/>
              </a:ext>
            </a:extLst>
          </p:cNvPr>
          <p:cNvSpPr/>
          <p:nvPr/>
        </p:nvSpPr>
        <p:spPr>
          <a:xfrm>
            <a:off x="5380890" y="1524000"/>
            <a:ext cx="457200" cy="457200"/>
          </a:xfrm>
          <a:prstGeom prst="actionButtonInform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ction Button: Return 14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D6D450D6-6448-F889-C63D-4F7D64B1B1DF}"/>
              </a:ext>
            </a:extLst>
          </p:cNvPr>
          <p:cNvSpPr/>
          <p:nvPr/>
        </p:nvSpPr>
        <p:spPr>
          <a:xfrm>
            <a:off x="6353905" y="1524000"/>
            <a:ext cx="457200" cy="457200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ction Button: Video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4E6A3F7-6732-D1DF-8E4D-F81BBD2E20FF}"/>
              </a:ext>
            </a:extLst>
          </p:cNvPr>
          <p:cNvSpPr/>
          <p:nvPr/>
        </p:nvSpPr>
        <p:spPr>
          <a:xfrm>
            <a:off x="7326920" y="1524000"/>
            <a:ext cx="457200" cy="457200"/>
          </a:xfrm>
          <a:prstGeom prst="actionButtonMov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ction Button: Document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92FF182-FB40-6BA2-C709-809A6AC37CCF}"/>
              </a:ext>
            </a:extLst>
          </p:cNvPr>
          <p:cNvSpPr/>
          <p:nvPr/>
        </p:nvSpPr>
        <p:spPr>
          <a:xfrm>
            <a:off x="8299935" y="1524000"/>
            <a:ext cx="457200" cy="457200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ction Button: Sound 17">
            <a:hlinkClick r:id="" action="ppaction://noaction" highlightClick="1">
              <a:snd r:embed="rId3" name="applause.wav"/>
            </a:hlinkClick>
            <a:extLst>
              <a:ext uri="{FF2B5EF4-FFF2-40B4-BE49-F238E27FC236}">
                <a16:creationId xmlns:a16="http://schemas.microsoft.com/office/drawing/2014/main" id="{E39F5EC4-CE0B-D871-91B9-4AD8A89AC5AF}"/>
              </a:ext>
            </a:extLst>
          </p:cNvPr>
          <p:cNvSpPr/>
          <p:nvPr/>
        </p:nvSpPr>
        <p:spPr>
          <a:xfrm>
            <a:off x="9272950" y="1524000"/>
            <a:ext cx="457200" cy="457200"/>
          </a:xfrm>
          <a:prstGeom prst="actionButtonSou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ction Button: Help 1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781EF6F-F822-828B-24A2-DC0E2F262959}"/>
              </a:ext>
            </a:extLst>
          </p:cNvPr>
          <p:cNvSpPr/>
          <p:nvPr/>
        </p:nvSpPr>
        <p:spPr>
          <a:xfrm>
            <a:off x="10245965" y="1524000"/>
            <a:ext cx="457200" cy="457200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ction Button: Blank 2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5B22247-4A45-BDCC-8A70-1B80BEF21189}"/>
              </a:ext>
            </a:extLst>
          </p:cNvPr>
          <p:cNvSpPr/>
          <p:nvPr/>
        </p:nvSpPr>
        <p:spPr>
          <a:xfrm>
            <a:off x="11218980" y="1524000"/>
            <a:ext cx="457200" cy="457200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871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C205-B61C-DF19-276A-6E981BD0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D1C12-35D3-B63F-E150-95F7790CB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Nunc lacinia pulvinar </a:t>
            </a:r>
            <a:r>
              <a:rPr lang="en-US" dirty="0" err="1"/>
              <a:t>quam</a:t>
            </a:r>
            <a:r>
              <a:rPr lang="en-US" dirty="0"/>
              <a:t>, in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et.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Aenean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id diam </a:t>
            </a:r>
            <a:r>
              <a:rPr lang="en-US" dirty="0" err="1"/>
              <a:t>blandit</a:t>
            </a:r>
            <a:r>
              <a:rPr lang="en-US" dirty="0"/>
              <a:t> tempus. Integer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, ac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nec </a:t>
            </a:r>
            <a:r>
              <a:rPr lang="en-US" dirty="0" err="1"/>
              <a:t>lectus</a:t>
            </a:r>
            <a:r>
              <a:rPr lang="en-US" dirty="0"/>
              <a:t> a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nunc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, non dictum </a:t>
            </a:r>
            <a:r>
              <a:rPr lang="en-US" dirty="0" err="1"/>
              <a:t>nibh</a:t>
            </a:r>
            <a:r>
              <a:rPr lang="en-US" dirty="0"/>
              <a:t> pharetra.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9C5EE-807C-667E-E727-63FB57CC71D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 wrap="none"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Nunc lacinia pulvinar </a:t>
            </a:r>
            <a:r>
              <a:rPr lang="en-US" dirty="0" err="1"/>
              <a:t>quam</a:t>
            </a:r>
            <a:r>
              <a:rPr lang="en-US" dirty="0"/>
              <a:t>, in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et.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Aenean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id diam </a:t>
            </a:r>
            <a:r>
              <a:rPr lang="en-US" dirty="0" err="1"/>
              <a:t>blandit</a:t>
            </a:r>
            <a:r>
              <a:rPr lang="en-US" dirty="0"/>
              <a:t> tempus. Integer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, ac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nec </a:t>
            </a:r>
            <a:r>
              <a:rPr lang="en-US" dirty="0" err="1"/>
              <a:t>lectus</a:t>
            </a:r>
            <a:r>
              <a:rPr lang="en-US" dirty="0"/>
              <a:t> a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nunc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, non dictum </a:t>
            </a:r>
            <a:r>
              <a:rPr lang="en-US" dirty="0" err="1"/>
              <a:t>nibh</a:t>
            </a:r>
            <a:r>
              <a:rPr lang="en-US" dirty="0"/>
              <a:t> pharetra. </a:t>
            </a:r>
          </a:p>
        </p:txBody>
      </p:sp>
    </p:spTree>
    <p:extLst>
      <p:ext uri="{BB962C8B-B14F-4D97-AF65-F5344CB8AC3E}">
        <p14:creationId xmlns:p14="http://schemas.microsoft.com/office/powerpoint/2010/main" val="4145388812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">
  <a:themeElements>
    <a:clrScheme name="Corporate">
      <a:dk1>
        <a:srgbClr val="1F3864"/>
      </a:dk1>
      <a:lt1>
        <a:srgbClr val="FFFFFF"/>
      </a:lt1>
      <a:dk2>
        <a:srgbClr val="2E5090"/>
      </a:dk2>
      <a:lt2>
        <a:srgbClr val="D6DCE4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porat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1459</Words>
  <Application>Microsoft Office PowerPoint</Application>
  <PresentationFormat>Widescreen</PresentationFormat>
  <Paragraphs>111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Courier New</vt:lpstr>
      <vt:lpstr>Georgia</vt:lpstr>
      <vt:lpstr>Impact</vt:lpstr>
      <vt:lpstr>Lucida Console</vt:lpstr>
      <vt:lpstr>Wingdings</vt:lpstr>
      <vt:lpstr>Corporate</vt:lpstr>
      <vt:lpstr>Font Showcase and Paragraph-Level Emphasis Animations</vt:lpstr>
      <vt:lpstr>Text Color Showcase</vt:lpstr>
      <vt:lpstr>Paragraph Alignment</vt:lpstr>
      <vt:lpstr>Vertical Alignment and Text Direction</vt:lpstr>
      <vt:lpstr>Autofit Modes</vt:lpstr>
      <vt:lpstr>Margins and Insets</vt:lpstr>
      <vt:lpstr>Text Columns</vt:lpstr>
      <vt:lpstr>Word/Paragraph/Bullet Emphasis (Not Emphasis Animations)</vt:lpstr>
      <vt:lpstr>Shape Variety: Block Arrows</vt:lpstr>
      <vt:lpstr>Shape Variety: Flowcharts</vt:lpstr>
      <vt:lpstr>Shape Variety: Connectors (Without Bindings)</vt:lpstr>
      <vt:lpstr>Shape Variety: Connectors (With Bindings)</vt:lpstr>
      <vt:lpstr>Shape Variety: Callouts</vt:lpstr>
      <vt:lpstr>Shape Variety: Action Buttons (w/ Defaults)</vt:lpstr>
      <vt:lpstr>Text Wrap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creator>Excudo</dc:creator>
  <cp:lastModifiedBy>Dylan Connolly</cp:lastModifiedBy>
  <cp:revision>7</cp:revision>
  <dcterms:created xsi:type="dcterms:W3CDTF">2026-03-09T18:10:14Z</dcterms:created>
  <dcterms:modified xsi:type="dcterms:W3CDTF">2026-03-10T23:50:56Z</dcterms:modified>
</cp:coreProperties>
</file>