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AE4123-CF3F-0A70-EAD3-7E66BD1723B8}" name="Purnima Srivastava" initials="PS" userId="S::purnima.srivastava@coderogres.com::b45e343f-d928-4666-8903-467e98ac363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FD02C-E00B-4F2D-8AFB-8E15379ACE61}" type="datetimeFigureOut">
              <a:rPr lang="en-IN" smtClean="0"/>
              <a:t>07-08-2025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10C57C-D03F-4F8B-93C2-66EB68608D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49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" name="Google Shape;291;p5">
            <a:extLst>
              <a:ext uri="{FF2B5EF4-FFF2-40B4-BE49-F238E27FC236}">
                <a16:creationId xmlns:a16="http://schemas.microsoft.com/office/drawing/2014/main" id="{75B45892-4151-4D92-AB13-D943E03721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A5A6E98A-B509-442C-98D4-1670847B7F33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" name="Google Shape;294;p5">
              <a:extLst>
                <a:ext uri="{FF2B5EF4-FFF2-40B4-BE49-F238E27FC236}">
                  <a16:creationId xmlns:a16="http://schemas.microsoft.com/office/drawing/2014/main" id="{27E48441-C0C9-4DFB-B0B2-3D8628AA5E2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5;p5">
              <a:extLst>
                <a:ext uri="{FF2B5EF4-FFF2-40B4-BE49-F238E27FC236}">
                  <a16:creationId xmlns:a16="http://schemas.microsoft.com/office/drawing/2014/main" id="{5AFE4C34-5DA5-4CC8-BC55-3A06C026EBA4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6;p5">
              <a:extLst>
                <a:ext uri="{FF2B5EF4-FFF2-40B4-BE49-F238E27FC236}">
                  <a16:creationId xmlns:a16="http://schemas.microsoft.com/office/drawing/2014/main" id="{E70CD7CE-2F16-47D2-8164-C9E8542A509C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7;p5">
              <a:extLst>
                <a:ext uri="{FF2B5EF4-FFF2-40B4-BE49-F238E27FC236}">
                  <a16:creationId xmlns:a16="http://schemas.microsoft.com/office/drawing/2014/main" id="{D477E396-1DDF-4739-A869-04DD0E95F779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298;p5">
              <a:extLst>
                <a:ext uri="{FF2B5EF4-FFF2-40B4-BE49-F238E27FC236}">
                  <a16:creationId xmlns:a16="http://schemas.microsoft.com/office/drawing/2014/main" id="{85A73084-DEA1-4AA1-B9CB-70E878A1742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299;p5">
              <a:extLst>
                <a:ext uri="{FF2B5EF4-FFF2-40B4-BE49-F238E27FC236}">
                  <a16:creationId xmlns:a16="http://schemas.microsoft.com/office/drawing/2014/main" id="{EF4E215A-831A-417F-8DEE-7149A4D383CA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0;p5">
              <a:extLst>
                <a:ext uri="{FF2B5EF4-FFF2-40B4-BE49-F238E27FC236}">
                  <a16:creationId xmlns:a16="http://schemas.microsoft.com/office/drawing/2014/main" id="{F6291D7D-C525-4E4F-A4C5-F602389B0322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1;p5">
              <a:extLst>
                <a:ext uri="{FF2B5EF4-FFF2-40B4-BE49-F238E27FC236}">
                  <a16:creationId xmlns:a16="http://schemas.microsoft.com/office/drawing/2014/main" id="{D14CF0BE-75BF-416D-9C09-C8EF0438B61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2;p5">
              <a:extLst>
                <a:ext uri="{FF2B5EF4-FFF2-40B4-BE49-F238E27FC236}">
                  <a16:creationId xmlns:a16="http://schemas.microsoft.com/office/drawing/2014/main" id="{EAFCDCFF-A04B-4537-A2FB-EC93CEBC104E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3;p5">
              <a:extLst>
                <a:ext uri="{FF2B5EF4-FFF2-40B4-BE49-F238E27FC236}">
                  <a16:creationId xmlns:a16="http://schemas.microsoft.com/office/drawing/2014/main" id="{B03CCECA-6177-4D99-BD5A-F4862FBCB7D9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4;p5">
              <a:extLst>
                <a:ext uri="{FF2B5EF4-FFF2-40B4-BE49-F238E27FC236}">
                  <a16:creationId xmlns:a16="http://schemas.microsoft.com/office/drawing/2014/main" id="{E656BAEA-E78A-4EBB-8A6C-516ADC08DF62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5;p5">
              <a:extLst>
                <a:ext uri="{FF2B5EF4-FFF2-40B4-BE49-F238E27FC236}">
                  <a16:creationId xmlns:a16="http://schemas.microsoft.com/office/drawing/2014/main" id="{F6D1A9BC-6312-449B-A3B4-2CFCB3CABA6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6;p5">
              <a:extLst>
                <a:ext uri="{FF2B5EF4-FFF2-40B4-BE49-F238E27FC236}">
                  <a16:creationId xmlns:a16="http://schemas.microsoft.com/office/drawing/2014/main" id="{EAEA8E4A-B0B7-4BF1-B03A-FD5E787D3083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7;p5">
              <a:extLst>
                <a:ext uri="{FF2B5EF4-FFF2-40B4-BE49-F238E27FC236}">
                  <a16:creationId xmlns:a16="http://schemas.microsoft.com/office/drawing/2014/main" id="{BDAB381B-0F6C-48C6-B2EE-3B53DD006771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08;p5">
              <a:extLst>
                <a:ext uri="{FF2B5EF4-FFF2-40B4-BE49-F238E27FC236}">
                  <a16:creationId xmlns:a16="http://schemas.microsoft.com/office/drawing/2014/main" id="{F99E90CC-0673-4777-A179-0C33D6DD9A46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09;p5">
              <a:extLst>
                <a:ext uri="{FF2B5EF4-FFF2-40B4-BE49-F238E27FC236}">
                  <a16:creationId xmlns:a16="http://schemas.microsoft.com/office/drawing/2014/main" id="{531841F5-5C74-4E64-B57B-B265CA975FC6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0;p5">
              <a:extLst>
                <a:ext uri="{FF2B5EF4-FFF2-40B4-BE49-F238E27FC236}">
                  <a16:creationId xmlns:a16="http://schemas.microsoft.com/office/drawing/2014/main" id="{E3574375-2685-4C8D-AEDB-6B30733E491F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1;p5">
              <a:extLst>
                <a:ext uri="{FF2B5EF4-FFF2-40B4-BE49-F238E27FC236}">
                  <a16:creationId xmlns:a16="http://schemas.microsoft.com/office/drawing/2014/main" id="{B422FE0D-C668-41A8-B2DE-FE82027D321C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2;p5">
              <a:extLst>
                <a:ext uri="{FF2B5EF4-FFF2-40B4-BE49-F238E27FC236}">
                  <a16:creationId xmlns:a16="http://schemas.microsoft.com/office/drawing/2014/main" id="{6F981503-205F-47D5-81C3-DB6EB315CB0F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3;p5">
              <a:extLst>
                <a:ext uri="{FF2B5EF4-FFF2-40B4-BE49-F238E27FC236}">
                  <a16:creationId xmlns:a16="http://schemas.microsoft.com/office/drawing/2014/main" id="{976267A1-A463-479F-9967-C3E8F196532E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4;p5">
              <a:extLst>
                <a:ext uri="{FF2B5EF4-FFF2-40B4-BE49-F238E27FC236}">
                  <a16:creationId xmlns:a16="http://schemas.microsoft.com/office/drawing/2014/main" id="{B4440EA4-F067-4E18-962E-6DD8B6B4DEE0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5;p5">
              <a:extLst>
                <a:ext uri="{FF2B5EF4-FFF2-40B4-BE49-F238E27FC236}">
                  <a16:creationId xmlns:a16="http://schemas.microsoft.com/office/drawing/2014/main" id="{3BD7F1C3-D163-42B9-B29F-F75C8E618501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6;p5">
              <a:extLst>
                <a:ext uri="{FF2B5EF4-FFF2-40B4-BE49-F238E27FC236}">
                  <a16:creationId xmlns:a16="http://schemas.microsoft.com/office/drawing/2014/main" id="{97AEC01A-F26B-4789-A594-C3359A4E25E8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7;p5">
              <a:extLst>
                <a:ext uri="{FF2B5EF4-FFF2-40B4-BE49-F238E27FC236}">
                  <a16:creationId xmlns:a16="http://schemas.microsoft.com/office/drawing/2014/main" id="{A8903087-3D1C-413B-95F3-C7F4C20CB5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18;p5">
              <a:extLst>
                <a:ext uri="{FF2B5EF4-FFF2-40B4-BE49-F238E27FC236}">
                  <a16:creationId xmlns:a16="http://schemas.microsoft.com/office/drawing/2014/main" id="{28E15D50-4063-49DA-B792-ABBDC3D93526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19;p5">
              <a:extLst>
                <a:ext uri="{FF2B5EF4-FFF2-40B4-BE49-F238E27FC236}">
                  <a16:creationId xmlns:a16="http://schemas.microsoft.com/office/drawing/2014/main" id="{FDDEEE6E-8097-4430-BDA2-588AFB435C87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0;p5">
              <a:extLst>
                <a:ext uri="{FF2B5EF4-FFF2-40B4-BE49-F238E27FC236}">
                  <a16:creationId xmlns:a16="http://schemas.microsoft.com/office/drawing/2014/main" id="{F4B5A6CC-D63C-43C9-BC6E-26CB372C4259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5" name="Google Shape;321;p5">
              <a:extLst>
                <a:ext uri="{FF2B5EF4-FFF2-40B4-BE49-F238E27FC236}">
                  <a16:creationId xmlns:a16="http://schemas.microsoft.com/office/drawing/2014/main" id="{E524F7DE-A070-41EE-8AD0-C2D037B4E0AF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6" name="Google Shape;322;p5">
              <a:extLst>
                <a:ext uri="{FF2B5EF4-FFF2-40B4-BE49-F238E27FC236}">
                  <a16:creationId xmlns:a16="http://schemas.microsoft.com/office/drawing/2014/main" id="{B19F1824-5DAE-42BE-89E8-209BB6345FF8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7" name="Text Placeholder 173">
            <a:extLst>
              <a:ext uri="{FF2B5EF4-FFF2-40B4-BE49-F238E27FC236}">
                <a16:creationId xmlns:a16="http://schemas.microsoft.com/office/drawing/2014/main" id="{27FB79BE-641A-4CAB-BFE0-4D776066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941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36" name="Google Shape;291;p5">
            <a:extLst>
              <a:ext uri="{FF2B5EF4-FFF2-40B4-BE49-F238E27FC236}">
                <a16:creationId xmlns:a16="http://schemas.microsoft.com/office/drawing/2014/main" id="{A0500C0F-A345-4601-95F5-3406B51290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3678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" name="Google Shape;291;p5">
            <a:extLst>
              <a:ext uri="{FF2B5EF4-FFF2-40B4-BE49-F238E27FC236}">
                <a16:creationId xmlns:a16="http://schemas.microsoft.com/office/drawing/2014/main" id="{7D91CF79-CCEE-49CA-8A90-E6C585E73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5245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oogle Shape;293;p5">
            <a:extLst>
              <a:ext uri="{FF2B5EF4-FFF2-40B4-BE49-F238E27FC236}">
                <a16:creationId xmlns:a16="http://schemas.microsoft.com/office/drawing/2014/main" id="{36D281D3-6FE4-4C0D-ACAD-503C762AE617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6" name="Google Shape;294;p5">
              <a:extLst>
                <a:ext uri="{FF2B5EF4-FFF2-40B4-BE49-F238E27FC236}">
                  <a16:creationId xmlns:a16="http://schemas.microsoft.com/office/drawing/2014/main" id="{983E26C4-033B-43D6-8E70-8FCDFBEB416A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" name="Google Shape;295;p5">
              <a:extLst>
                <a:ext uri="{FF2B5EF4-FFF2-40B4-BE49-F238E27FC236}">
                  <a16:creationId xmlns:a16="http://schemas.microsoft.com/office/drawing/2014/main" id="{ED609162-AF2B-467B-A369-406AC3AC6232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" name="Google Shape;296;p5">
              <a:extLst>
                <a:ext uri="{FF2B5EF4-FFF2-40B4-BE49-F238E27FC236}">
                  <a16:creationId xmlns:a16="http://schemas.microsoft.com/office/drawing/2014/main" id="{1C86731F-88FC-4FAC-9AA0-3C719DA9FE08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" name="Google Shape;297;p5">
              <a:extLst>
                <a:ext uri="{FF2B5EF4-FFF2-40B4-BE49-F238E27FC236}">
                  <a16:creationId xmlns:a16="http://schemas.microsoft.com/office/drawing/2014/main" id="{294A52DE-7BDC-4451-B428-398A0A2E06EC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0" name="Google Shape;298;p5">
              <a:extLst>
                <a:ext uri="{FF2B5EF4-FFF2-40B4-BE49-F238E27FC236}">
                  <a16:creationId xmlns:a16="http://schemas.microsoft.com/office/drawing/2014/main" id="{22176E66-5927-40C8-80E7-C7DE634CEC56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1" name="Google Shape;299;p5">
              <a:extLst>
                <a:ext uri="{FF2B5EF4-FFF2-40B4-BE49-F238E27FC236}">
                  <a16:creationId xmlns:a16="http://schemas.microsoft.com/office/drawing/2014/main" id="{7ADB864B-8853-4443-BC5D-2AEEF163C773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2" name="Google Shape;300;p5">
              <a:extLst>
                <a:ext uri="{FF2B5EF4-FFF2-40B4-BE49-F238E27FC236}">
                  <a16:creationId xmlns:a16="http://schemas.microsoft.com/office/drawing/2014/main" id="{D2226863-6E80-4BE1-AF1C-DEAF4EACFB96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3" name="Google Shape;301;p5">
              <a:extLst>
                <a:ext uri="{FF2B5EF4-FFF2-40B4-BE49-F238E27FC236}">
                  <a16:creationId xmlns:a16="http://schemas.microsoft.com/office/drawing/2014/main" id="{A97B9F76-D900-4500-9B8F-D47666816C63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4" name="Google Shape;302;p5">
              <a:extLst>
                <a:ext uri="{FF2B5EF4-FFF2-40B4-BE49-F238E27FC236}">
                  <a16:creationId xmlns:a16="http://schemas.microsoft.com/office/drawing/2014/main" id="{77C8C908-782A-4E0C-865E-6F7ADE9C1510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5" name="Google Shape;303;p5">
              <a:extLst>
                <a:ext uri="{FF2B5EF4-FFF2-40B4-BE49-F238E27FC236}">
                  <a16:creationId xmlns:a16="http://schemas.microsoft.com/office/drawing/2014/main" id="{429DEB95-140B-47B1-BD37-9BB904885EE8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6" name="Google Shape;304;p5">
              <a:extLst>
                <a:ext uri="{FF2B5EF4-FFF2-40B4-BE49-F238E27FC236}">
                  <a16:creationId xmlns:a16="http://schemas.microsoft.com/office/drawing/2014/main" id="{49AFB081-BE68-48E0-9E72-761B1D4A675C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7" name="Google Shape;305;p5">
              <a:extLst>
                <a:ext uri="{FF2B5EF4-FFF2-40B4-BE49-F238E27FC236}">
                  <a16:creationId xmlns:a16="http://schemas.microsoft.com/office/drawing/2014/main" id="{8C456FFF-E54D-420E-AD2E-AEF0BFC602CA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8" name="Google Shape;306;p5">
              <a:extLst>
                <a:ext uri="{FF2B5EF4-FFF2-40B4-BE49-F238E27FC236}">
                  <a16:creationId xmlns:a16="http://schemas.microsoft.com/office/drawing/2014/main" id="{C9124E36-6012-4351-B98C-FAA7CB6D0811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19" name="Google Shape;307;p5">
              <a:extLst>
                <a:ext uri="{FF2B5EF4-FFF2-40B4-BE49-F238E27FC236}">
                  <a16:creationId xmlns:a16="http://schemas.microsoft.com/office/drawing/2014/main" id="{4DBF8CD3-98F8-42B5-8B96-FC0AF23993E3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0" name="Google Shape;308;p5">
              <a:extLst>
                <a:ext uri="{FF2B5EF4-FFF2-40B4-BE49-F238E27FC236}">
                  <a16:creationId xmlns:a16="http://schemas.microsoft.com/office/drawing/2014/main" id="{F7485136-B835-4643-A818-7B99EDC22B6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1" name="Google Shape;309;p5">
              <a:extLst>
                <a:ext uri="{FF2B5EF4-FFF2-40B4-BE49-F238E27FC236}">
                  <a16:creationId xmlns:a16="http://schemas.microsoft.com/office/drawing/2014/main" id="{C5F0462F-4AE1-4110-90F5-7535A4F8177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2" name="Google Shape;310;p5">
              <a:extLst>
                <a:ext uri="{FF2B5EF4-FFF2-40B4-BE49-F238E27FC236}">
                  <a16:creationId xmlns:a16="http://schemas.microsoft.com/office/drawing/2014/main" id="{69A3D96D-6CC8-4FAB-A700-BEACB154D044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3" name="Google Shape;311;p5">
              <a:extLst>
                <a:ext uri="{FF2B5EF4-FFF2-40B4-BE49-F238E27FC236}">
                  <a16:creationId xmlns:a16="http://schemas.microsoft.com/office/drawing/2014/main" id="{A122DFBF-8FF5-4379-BFE9-3171BD622914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4" name="Google Shape;312;p5">
              <a:extLst>
                <a:ext uri="{FF2B5EF4-FFF2-40B4-BE49-F238E27FC236}">
                  <a16:creationId xmlns:a16="http://schemas.microsoft.com/office/drawing/2014/main" id="{7EFC3596-3961-491F-82FD-4A6D7EAA0B4D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5" name="Google Shape;313;p5">
              <a:extLst>
                <a:ext uri="{FF2B5EF4-FFF2-40B4-BE49-F238E27FC236}">
                  <a16:creationId xmlns:a16="http://schemas.microsoft.com/office/drawing/2014/main" id="{05FDA664-3C10-4078-8ACB-FF6A4994BEF5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6" name="Google Shape;314;p5">
              <a:extLst>
                <a:ext uri="{FF2B5EF4-FFF2-40B4-BE49-F238E27FC236}">
                  <a16:creationId xmlns:a16="http://schemas.microsoft.com/office/drawing/2014/main" id="{FED9D229-16F6-445D-9343-DA37C5A16828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7" name="Google Shape;315;p5">
              <a:extLst>
                <a:ext uri="{FF2B5EF4-FFF2-40B4-BE49-F238E27FC236}">
                  <a16:creationId xmlns:a16="http://schemas.microsoft.com/office/drawing/2014/main" id="{07A615B7-0FB9-472E-A127-E0455ADE9B5C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8" name="Google Shape;316;p5">
              <a:extLst>
                <a:ext uri="{FF2B5EF4-FFF2-40B4-BE49-F238E27FC236}">
                  <a16:creationId xmlns:a16="http://schemas.microsoft.com/office/drawing/2014/main" id="{BB84BD60-2065-40EB-9827-4F6B5B066ED7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29" name="Google Shape;317;p5">
              <a:extLst>
                <a:ext uri="{FF2B5EF4-FFF2-40B4-BE49-F238E27FC236}">
                  <a16:creationId xmlns:a16="http://schemas.microsoft.com/office/drawing/2014/main" id="{DB901F37-BC94-4775-82C8-C40A1B6E60D0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0" name="Google Shape;318;p5">
              <a:extLst>
                <a:ext uri="{FF2B5EF4-FFF2-40B4-BE49-F238E27FC236}">
                  <a16:creationId xmlns:a16="http://schemas.microsoft.com/office/drawing/2014/main" id="{292A3378-A202-47F8-92EB-E144D4BE9990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1" name="Google Shape;319;p5">
              <a:extLst>
                <a:ext uri="{FF2B5EF4-FFF2-40B4-BE49-F238E27FC236}">
                  <a16:creationId xmlns:a16="http://schemas.microsoft.com/office/drawing/2014/main" id="{CB505A8C-98BC-44CF-A95C-A7197B43CAA2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2" name="Google Shape;320;p5">
              <a:extLst>
                <a:ext uri="{FF2B5EF4-FFF2-40B4-BE49-F238E27FC236}">
                  <a16:creationId xmlns:a16="http://schemas.microsoft.com/office/drawing/2014/main" id="{471D8FE8-A12A-43CA-AD67-3BCF9DCD5F6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3" name="Google Shape;321;p5">
              <a:extLst>
                <a:ext uri="{FF2B5EF4-FFF2-40B4-BE49-F238E27FC236}">
                  <a16:creationId xmlns:a16="http://schemas.microsoft.com/office/drawing/2014/main" id="{48F75B0B-5E3E-4184-A814-15172B1A256D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4" name="Google Shape;322;p5">
              <a:extLst>
                <a:ext uri="{FF2B5EF4-FFF2-40B4-BE49-F238E27FC236}">
                  <a16:creationId xmlns:a16="http://schemas.microsoft.com/office/drawing/2014/main" id="{92DF89BB-DDA6-431D-88B7-4B995D0B2D19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083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37" name="Google Shape;293;p5">
            <a:extLst>
              <a:ext uri="{FF2B5EF4-FFF2-40B4-BE49-F238E27FC236}">
                <a16:creationId xmlns:a16="http://schemas.microsoft.com/office/drawing/2014/main" id="{54BDBE42-40E3-4F6C-841D-251F9551D406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38" name="Google Shape;294;p5">
              <a:extLst>
                <a:ext uri="{FF2B5EF4-FFF2-40B4-BE49-F238E27FC236}">
                  <a16:creationId xmlns:a16="http://schemas.microsoft.com/office/drawing/2014/main" id="{66E9B643-6FAC-4323-98C4-5ACA2DC4AE07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39" name="Google Shape;295;p5">
              <a:extLst>
                <a:ext uri="{FF2B5EF4-FFF2-40B4-BE49-F238E27FC236}">
                  <a16:creationId xmlns:a16="http://schemas.microsoft.com/office/drawing/2014/main" id="{35592297-D3D6-48AE-BEFC-3861C6C20BB6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0" name="Google Shape;296;p5">
              <a:extLst>
                <a:ext uri="{FF2B5EF4-FFF2-40B4-BE49-F238E27FC236}">
                  <a16:creationId xmlns:a16="http://schemas.microsoft.com/office/drawing/2014/main" id="{EEB6D149-1556-4B2E-AB6A-ADE699C535E7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1" name="Google Shape;297;p5">
              <a:extLst>
                <a:ext uri="{FF2B5EF4-FFF2-40B4-BE49-F238E27FC236}">
                  <a16:creationId xmlns:a16="http://schemas.microsoft.com/office/drawing/2014/main" id="{3F33B5F3-6141-4D9C-BFF0-B392ABDF021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2" name="Google Shape;298;p5">
              <a:extLst>
                <a:ext uri="{FF2B5EF4-FFF2-40B4-BE49-F238E27FC236}">
                  <a16:creationId xmlns:a16="http://schemas.microsoft.com/office/drawing/2014/main" id="{D203D9D2-5D0A-4088-814A-6CEA6DB0E0FA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3" name="Google Shape;299;p5">
              <a:extLst>
                <a:ext uri="{FF2B5EF4-FFF2-40B4-BE49-F238E27FC236}">
                  <a16:creationId xmlns:a16="http://schemas.microsoft.com/office/drawing/2014/main" id="{74BB0A76-92F3-43E4-8802-35AC1D0474E2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4" name="Google Shape;300;p5">
              <a:extLst>
                <a:ext uri="{FF2B5EF4-FFF2-40B4-BE49-F238E27FC236}">
                  <a16:creationId xmlns:a16="http://schemas.microsoft.com/office/drawing/2014/main" id="{90463B7C-169F-40BD-83E9-2122585699A7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5" name="Google Shape;301;p5">
              <a:extLst>
                <a:ext uri="{FF2B5EF4-FFF2-40B4-BE49-F238E27FC236}">
                  <a16:creationId xmlns:a16="http://schemas.microsoft.com/office/drawing/2014/main" id="{7B2C9771-C7BB-46C9-9088-BC803B20A94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6" name="Google Shape;302;p5">
              <a:extLst>
                <a:ext uri="{FF2B5EF4-FFF2-40B4-BE49-F238E27FC236}">
                  <a16:creationId xmlns:a16="http://schemas.microsoft.com/office/drawing/2014/main" id="{BCD0B44C-BB81-4F47-89C7-710B8A4F57F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7" name="Google Shape;303;p5">
              <a:extLst>
                <a:ext uri="{FF2B5EF4-FFF2-40B4-BE49-F238E27FC236}">
                  <a16:creationId xmlns:a16="http://schemas.microsoft.com/office/drawing/2014/main" id="{6FE430A8-4685-4660-84EE-98FECF0A178E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8" name="Google Shape;304;p5">
              <a:extLst>
                <a:ext uri="{FF2B5EF4-FFF2-40B4-BE49-F238E27FC236}">
                  <a16:creationId xmlns:a16="http://schemas.microsoft.com/office/drawing/2014/main" id="{F34DAF67-4050-489C-8EA1-C47C9D8299F0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49" name="Google Shape;305;p5">
              <a:extLst>
                <a:ext uri="{FF2B5EF4-FFF2-40B4-BE49-F238E27FC236}">
                  <a16:creationId xmlns:a16="http://schemas.microsoft.com/office/drawing/2014/main" id="{7F9B4324-FE4B-46AA-B1FA-F80E82F71198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0" name="Google Shape;306;p5">
              <a:extLst>
                <a:ext uri="{FF2B5EF4-FFF2-40B4-BE49-F238E27FC236}">
                  <a16:creationId xmlns:a16="http://schemas.microsoft.com/office/drawing/2014/main" id="{858354B7-6DBC-4D09-8DD5-9B860AFEE789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1" name="Google Shape;307;p5">
              <a:extLst>
                <a:ext uri="{FF2B5EF4-FFF2-40B4-BE49-F238E27FC236}">
                  <a16:creationId xmlns:a16="http://schemas.microsoft.com/office/drawing/2014/main" id="{DA625892-EC39-4C8F-A40C-7B3930626C76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2" name="Google Shape;308;p5">
              <a:extLst>
                <a:ext uri="{FF2B5EF4-FFF2-40B4-BE49-F238E27FC236}">
                  <a16:creationId xmlns:a16="http://schemas.microsoft.com/office/drawing/2014/main" id="{67CCF9F0-4AFD-442E-9E09-8E90BF1278FA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3" name="Google Shape;309;p5">
              <a:extLst>
                <a:ext uri="{FF2B5EF4-FFF2-40B4-BE49-F238E27FC236}">
                  <a16:creationId xmlns:a16="http://schemas.microsoft.com/office/drawing/2014/main" id="{6BC26ED3-D3E2-4545-8776-D97BEAEE735F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4" name="Google Shape;310;p5">
              <a:extLst>
                <a:ext uri="{FF2B5EF4-FFF2-40B4-BE49-F238E27FC236}">
                  <a16:creationId xmlns:a16="http://schemas.microsoft.com/office/drawing/2014/main" id="{5A383DC0-9873-4D2D-A33A-05FE168F9BE9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5" name="Google Shape;311;p5">
              <a:extLst>
                <a:ext uri="{FF2B5EF4-FFF2-40B4-BE49-F238E27FC236}">
                  <a16:creationId xmlns:a16="http://schemas.microsoft.com/office/drawing/2014/main" id="{B7F30F45-4AFC-427C-B83D-FEB17C1E7C4D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6" name="Google Shape;312;p5">
              <a:extLst>
                <a:ext uri="{FF2B5EF4-FFF2-40B4-BE49-F238E27FC236}">
                  <a16:creationId xmlns:a16="http://schemas.microsoft.com/office/drawing/2014/main" id="{C82542C3-5C1E-4EDD-8EB3-37686C29AF2A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7" name="Google Shape;313;p5">
              <a:extLst>
                <a:ext uri="{FF2B5EF4-FFF2-40B4-BE49-F238E27FC236}">
                  <a16:creationId xmlns:a16="http://schemas.microsoft.com/office/drawing/2014/main" id="{56D63C3D-5A7C-4476-B8FB-D4BC12007E29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8" name="Google Shape;314;p5">
              <a:extLst>
                <a:ext uri="{FF2B5EF4-FFF2-40B4-BE49-F238E27FC236}">
                  <a16:creationId xmlns:a16="http://schemas.microsoft.com/office/drawing/2014/main" id="{5B165CDE-275A-452F-BC67-E69AE00D5833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59" name="Google Shape;315;p5">
              <a:extLst>
                <a:ext uri="{FF2B5EF4-FFF2-40B4-BE49-F238E27FC236}">
                  <a16:creationId xmlns:a16="http://schemas.microsoft.com/office/drawing/2014/main" id="{56F87171-DEA2-4ABF-8B18-FB21C185C31B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0" name="Google Shape;316;p5">
              <a:extLst>
                <a:ext uri="{FF2B5EF4-FFF2-40B4-BE49-F238E27FC236}">
                  <a16:creationId xmlns:a16="http://schemas.microsoft.com/office/drawing/2014/main" id="{27B1906B-B5A9-4BA8-A2E2-31DAB3706AC0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1" name="Google Shape;317;p5">
              <a:extLst>
                <a:ext uri="{FF2B5EF4-FFF2-40B4-BE49-F238E27FC236}">
                  <a16:creationId xmlns:a16="http://schemas.microsoft.com/office/drawing/2014/main" id="{1D30F440-D835-4830-BF9E-F6F88156A4C8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2" name="Google Shape;318;p5">
              <a:extLst>
                <a:ext uri="{FF2B5EF4-FFF2-40B4-BE49-F238E27FC236}">
                  <a16:creationId xmlns:a16="http://schemas.microsoft.com/office/drawing/2014/main" id="{6B4E0F55-E580-404D-9B42-15273B1F0AEE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3" name="Google Shape;319;p5">
              <a:extLst>
                <a:ext uri="{FF2B5EF4-FFF2-40B4-BE49-F238E27FC236}">
                  <a16:creationId xmlns:a16="http://schemas.microsoft.com/office/drawing/2014/main" id="{1164A904-8445-4C1B-9C60-748D80419CCD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4" name="Google Shape;320;p5">
              <a:extLst>
                <a:ext uri="{FF2B5EF4-FFF2-40B4-BE49-F238E27FC236}">
                  <a16:creationId xmlns:a16="http://schemas.microsoft.com/office/drawing/2014/main" id="{C044FB15-C13A-458D-8E2A-ED5B7D71CDAA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5" name="Google Shape;321;p5">
              <a:extLst>
                <a:ext uri="{FF2B5EF4-FFF2-40B4-BE49-F238E27FC236}">
                  <a16:creationId xmlns:a16="http://schemas.microsoft.com/office/drawing/2014/main" id="{FF96102C-CE7A-460D-B55D-F84A5C5C929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66" name="Google Shape;322;p5">
              <a:extLst>
                <a:ext uri="{FF2B5EF4-FFF2-40B4-BE49-F238E27FC236}">
                  <a16:creationId xmlns:a16="http://schemas.microsoft.com/office/drawing/2014/main" id="{8CE04487-6205-47D8-9D32-0F05753E1516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grpSp>
        <p:nvGrpSpPr>
          <p:cNvPr id="70" name="Google Shape;293;p5">
            <a:extLst>
              <a:ext uri="{FF2B5EF4-FFF2-40B4-BE49-F238E27FC236}">
                <a16:creationId xmlns:a16="http://schemas.microsoft.com/office/drawing/2014/main" id="{CDE3D61C-CDED-4963-BA79-8EC0AC1EFFBC}"/>
              </a:ext>
            </a:extLst>
          </p:cNvPr>
          <p:cNvGrpSpPr/>
          <p:nvPr/>
        </p:nvGrpSpPr>
        <p:grpSpPr>
          <a:xfrm>
            <a:off x="9923870" y="-121539"/>
            <a:ext cx="2395052" cy="7107432"/>
            <a:chOff x="6023725" y="842300"/>
            <a:chExt cx="1358150" cy="4030375"/>
          </a:xfrm>
        </p:grpSpPr>
        <p:sp>
          <p:nvSpPr>
            <p:cNvPr id="71" name="Google Shape;294;p5">
              <a:extLst>
                <a:ext uri="{FF2B5EF4-FFF2-40B4-BE49-F238E27FC236}">
                  <a16:creationId xmlns:a16="http://schemas.microsoft.com/office/drawing/2014/main" id="{494FA09B-BB20-4F29-B3E6-B7C34014E0A5}"/>
                </a:ext>
              </a:extLst>
            </p:cNvPr>
            <p:cNvSpPr/>
            <p:nvPr/>
          </p:nvSpPr>
          <p:spPr>
            <a:xfrm>
              <a:off x="6371275" y="842300"/>
              <a:ext cx="397100" cy="492450"/>
            </a:xfrm>
            <a:custGeom>
              <a:avLst/>
              <a:gdLst/>
              <a:ahLst/>
              <a:cxnLst/>
              <a:rect l="l" t="t" r="r" b="b"/>
              <a:pathLst>
                <a:path w="15884" h="19698" extrusionOk="0">
                  <a:moveTo>
                    <a:pt x="9355" y="4108"/>
                  </a:moveTo>
                  <a:lnTo>
                    <a:pt x="9465" y="4145"/>
                  </a:lnTo>
                  <a:lnTo>
                    <a:pt x="9538" y="4182"/>
                  </a:lnTo>
                  <a:lnTo>
                    <a:pt x="9648" y="4328"/>
                  </a:lnTo>
                  <a:lnTo>
                    <a:pt x="9721" y="4549"/>
                  </a:lnTo>
                  <a:lnTo>
                    <a:pt x="9721" y="4769"/>
                  </a:lnTo>
                  <a:lnTo>
                    <a:pt x="9721" y="4842"/>
                  </a:lnTo>
                  <a:lnTo>
                    <a:pt x="9685" y="4879"/>
                  </a:lnTo>
                  <a:lnTo>
                    <a:pt x="9575" y="4952"/>
                  </a:lnTo>
                  <a:lnTo>
                    <a:pt x="9391" y="4952"/>
                  </a:lnTo>
                  <a:lnTo>
                    <a:pt x="9355" y="4915"/>
                  </a:lnTo>
                  <a:lnTo>
                    <a:pt x="9281" y="4842"/>
                  </a:lnTo>
                  <a:lnTo>
                    <a:pt x="9208" y="4695"/>
                  </a:lnTo>
                  <a:lnTo>
                    <a:pt x="9171" y="4549"/>
                  </a:lnTo>
                  <a:lnTo>
                    <a:pt x="9171" y="4438"/>
                  </a:lnTo>
                  <a:lnTo>
                    <a:pt x="9171" y="4328"/>
                  </a:lnTo>
                  <a:lnTo>
                    <a:pt x="9245" y="4108"/>
                  </a:lnTo>
                  <a:close/>
                  <a:moveTo>
                    <a:pt x="9355" y="3705"/>
                  </a:moveTo>
                  <a:lnTo>
                    <a:pt x="9245" y="3742"/>
                  </a:lnTo>
                  <a:lnTo>
                    <a:pt x="9135" y="3778"/>
                  </a:lnTo>
                  <a:lnTo>
                    <a:pt x="9025" y="3852"/>
                  </a:lnTo>
                  <a:lnTo>
                    <a:pt x="8988" y="3925"/>
                  </a:lnTo>
                  <a:lnTo>
                    <a:pt x="8914" y="3998"/>
                  </a:lnTo>
                  <a:lnTo>
                    <a:pt x="8841" y="4218"/>
                  </a:lnTo>
                  <a:lnTo>
                    <a:pt x="8804" y="4475"/>
                  </a:lnTo>
                  <a:lnTo>
                    <a:pt x="8804" y="4659"/>
                  </a:lnTo>
                  <a:lnTo>
                    <a:pt x="8841" y="4805"/>
                  </a:lnTo>
                  <a:lnTo>
                    <a:pt x="8878" y="4952"/>
                  </a:lnTo>
                  <a:lnTo>
                    <a:pt x="8988" y="5099"/>
                  </a:lnTo>
                  <a:lnTo>
                    <a:pt x="9098" y="5209"/>
                  </a:lnTo>
                  <a:lnTo>
                    <a:pt x="9245" y="5282"/>
                  </a:lnTo>
                  <a:lnTo>
                    <a:pt x="9391" y="5355"/>
                  </a:lnTo>
                  <a:lnTo>
                    <a:pt x="9538" y="5355"/>
                  </a:lnTo>
                  <a:lnTo>
                    <a:pt x="9721" y="5319"/>
                  </a:lnTo>
                  <a:lnTo>
                    <a:pt x="9868" y="5245"/>
                  </a:lnTo>
                  <a:lnTo>
                    <a:pt x="10015" y="5135"/>
                  </a:lnTo>
                  <a:lnTo>
                    <a:pt x="10088" y="4989"/>
                  </a:lnTo>
                  <a:lnTo>
                    <a:pt x="10125" y="4805"/>
                  </a:lnTo>
                  <a:lnTo>
                    <a:pt x="10125" y="4659"/>
                  </a:lnTo>
                  <a:lnTo>
                    <a:pt x="10088" y="4475"/>
                  </a:lnTo>
                  <a:lnTo>
                    <a:pt x="10052" y="4292"/>
                  </a:lnTo>
                  <a:lnTo>
                    <a:pt x="9978" y="4145"/>
                  </a:lnTo>
                  <a:lnTo>
                    <a:pt x="9905" y="3998"/>
                  </a:lnTo>
                  <a:lnTo>
                    <a:pt x="9795" y="3888"/>
                  </a:lnTo>
                  <a:lnTo>
                    <a:pt x="9648" y="3778"/>
                  </a:lnTo>
                  <a:lnTo>
                    <a:pt x="9501" y="3742"/>
                  </a:lnTo>
                  <a:lnTo>
                    <a:pt x="9355" y="3705"/>
                  </a:lnTo>
                  <a:close/>
                  <a:moveTo>
                    <a:pt x="11262" y="6676"/>
                  </a:moveTo>
                  <a:lnTo>
                    <a:pt x="11262" y="6786"/>
                  </a:lnTo>
                  <a:lnTo>
                    <a:pt x="11225" y="6859"/>
                  </a:lnTo>
                  <a:lnTo>
                    <a:pt x="11152" y="6933"/>
                  </a:lnTo>
                  <a:lnTo>
                    <a:pt x="11042" y="7006"/>
                  </a:lnTo>
                  <a:lnTo>
                    <a:pt x="10785" y="7116"/>
                  </a:lnTo>
                  <a:lnTo>
                    <a:pt x="10602" y="7190"/>
                  </a:lnTo>
                  <a:lnTo>
                    <a:pt x="9795" y="7556"/>
                  </a:lnTo>
                  <a:lnTo>
                    <a:pt x="9721" y="7263"/>
                  </a:lnTo>
                  <a:lnTo>
                    <a:pt x="10639" y="6823"/>
                  </a:lnTo>
                  <a:lnTo>
                    <a:pt x="11079" y="6676"/>
                  </a:lnTo>
                  <a:close/>
                  <a:moveTo>
                    <a:pt x="11115" y="6273"/>
                  </a:moveTo>
                  <a:lnTo>
                    <a:pt x="10859" y="6346"/>
                  </a:lnTo>
                  <a:lnTo>
                    <a:pt x="10052" y="6639"/>
                  </a:lnTo>
                  <a:lnTo>
                    <a:pt x="9648" y="6823"/>
                  </a:lnTo>
                  <a:lnTo>
                    <a:pt x="9281" y="7006"/>
                  </a:lnTo>
                  <a:lnTo>
                    <a:pt x="9208" y="7080"/>
                  </a:lnTo>
                  <a:lnTo>
                    <a:pt x="9208" y="7116"/>
                  </a:lnTo>
                  <a:lnTo>
                    <a:pt x="9208" y="7190"/>
                  </a:lnTo>
                  <a:lnTo>
                    <a:pt x="9208" y="7263"/>
                  </a:lnTo>
                  <a:lnTo>
                    <a:pt x="9318" y="7336"/>
                  </a:lnTo>
                  <a:lnTo>
                    <a:pt x="9465" y="7336"/>
                  </a:lnTo>
                  <a:lnTo>
                    <a:pt x="9465" y="7593"/>
                  </a:lnTo>
                  <a:lnTo>
                    <a:pt x="9538" y="7813"/>
                  </a:lnTo>
                  <a:lnTo>
                    <a:pt x="9575" y="7887"/>
                  </a:lnTo>
                  <a:lnTo>
                    <a:pt x="9648" y="7923"/>
                  </a:lnTo>
                  <a:lnTo>
                    <a:pt x="9758" y="7923"/>
                  </a:lnTo>
                  <a:lnTo>
                    <a:pt x="10492" y="7630"/>
                  </a:lnTo>
                  <a:lnTo>
                    <a:pt x="10859" y="7483"/>
                  </a:lnTo>
                  <a:lnTo>
                    <a:pt x="11225" y="7336"/>
                  </a:lnTo>
                  <a:lnTo>
                    <a:pt x="11409" y="7190"/>
                  </a:lnTo>
                  <a:lnTo>
                    <a:pt x="11556" y="7006"/>
                  </a:lnTo>
                  <a:lnTo>
                    <a:pt x="11629" y="6896"/>
                  </a:lnTo>
                  <a:lnTo>
                    <a:pt x="11629" y="6786"/>
                  </a:lnTo>
                  <a:lnTo>
                    <a:pt x="11629" y="6676"/>
                  </a:lnTo>
                  <a:lnTo>
                    <a:pt x="11592" y="6566"/>
                  </a:lnTo>
                  <a:lnTo>
                    <a:pt x="11556" y="6419"/>
                  </a:lnTo>
                  <a:lnTo>
                    <a:pt x="11482" y="6346"/>
                  </a:lnTo>
                  <a:lnTo>
                    <a:pt x="11372" y="6273"/>
                  </a:lnTo>
                  <a:close/>
                  <a:moveTo>
                    <a:pt x="10198" y="2861"/>
                  </a:moveTo>
                  <a:lnTo>
                    <a:pt x="10235" y="3228"/>
                  </a:lnTo>
                  <a:lnTo>
                    <a:pt x="10345" y="3595"/>
                  </a:lnTo>
                  <a:lnTo>
                    <a:pt x="10565" y="4292"/>
                  </a:lnTo>
                  <a:lnTo>
                    <a:pt x="10822" y="5062"/>
                  </a:lnTo>
                  <a:lnTo>
                    <a:pt x="10895" y="5282"/>
                  </a:lnTo>
                  <a:lnTo>
                    <a:pt x="9025" y="6052"/>
                  </a:lnTo>
                  <a:lnTo>
                    <a:pt x="7154" y="6786"/>
                  </a:lnTo>
                  <a:lnTo>
                    <a:pt x="5173" y="7593"/>
                  </a:lnTo>
                  <a:lnTo>
                    <a:pt x="4146" y="7997"/>
                  </a:lnTo>
                  <a:lnTo>
                    <a:pt x="3816" y="8143"/>
                  </a:lnTo>
                  <a:lnTo>
                    <a:pt x="3486" y="8290"/>
                  </a:lnTo>
                  <a:lnTo>
                    <a:pt x="3266" y="7887"/>
                  </a:lnTo>
                  <a:lnTo>
                    <a:pt x="3045" y="7446"/>
                  </a:lnTo>
                  <a:lnTo>
                    <a:pt x="2679" y="6566"/>
                  </a:lnTo>
                  <a:lnTo>
                    <a:pt x="2532" y="6162"/>
                  </a:lnTo>
                  <a:lnTo>
                    <a:pt x="2385" y="5869"/>
                  </a:lnTo>
                  <a:lnTo>
                    <a:pt x="2238" y="5612"/>
                  </a:lnTo>
                  <a:lnTo>
                    <a:pt x="2715" y="5539"/>
                  </a:lnTo>
                  <a:lnTo>
                    <a:pt x="3192" y="5429"/>
                  </a:lnTo>
                  <a:lnTo>
                    <a:pt x="3669" y="5282"/>
                  </a:lnTo>
                  <a:lnTo>
                    <a:pt x="4146" y="5099"/>
                  </a:lnTo>
                  <a:lnTo>
                    <a:pt x="5210" y="4659"/>
                  </a:lnTo>
                  <a:lnTo>
                    <a:pt x="6273" y="4218"/>
                  </a:lnTo>
                  <a:lnTo>
                    <a:pt x="6824" y="4035"/>
                  </a:lnTo>
                  <a:lnTo>
                    <a:pt x="7374" y="3852"/>
                  </a:lnTo>
                  <a:lnTo>
                    <a:pt x="8474" y="3558"/>
                  </a:lnTo>
                  <a:lnTo>
                    <a:pt x="9025" y="3411"/>
                  </a:lnTo>
                  <a:lnTo>
                    <a:pt x="9538" y="3191"/>
                  </a:lnTo>
                  <a:lnTo>
                    <a:pt x="9868" y="3081"/>
                  </a:lnTo>
                  <a:lnTo>
                    <a:pt x="10015" y="2971"/>
                  </a:lnTo>
                  <a:lnTo>
                    <a:pt x="10198" y="2861"/>
                  </a:lnTo>
                  <a:close/>
                  <a:moveTo>
                    <a:pt x="8658" y="7740"/>
                  </a:moveTo>
                  <a:lnTo>
                    <a:pt x="8694" y="7923"/>
                  </a:lnTo>
                  <a:lnTo>
                    <a:pt x="8071" y="8253"/>
                  </a:lnTo>
                  <a:lnTo>
                    <a:pt x="7704" y="8437"/>
                  </a:lnTo>
                  <a:lnTo>
                    <a:pt x="7594" y="8437"/>
                  </a:lnTo>
                  <a:lnTo>
                    <a:pt x="7557" y="8363"/>
                  </a:lnTo>
                  <a:lnTo>
                    <a:pt x="7557" y="8180"/>
                  </a:lnTo>
                  <a:lnTo>
                    <a:pt x="8658" y="7740"/>
                  </a:lnTo>
                  <a:close/>
                  <a:moveTo>
                    <a:pt x="10198" y="2384"/>
                  </a:moveTo>
                  <a:lnTo>
                    <a:pt x="9978" y="2458"/>
                  </a:lnTo>
                  <a:lnTo>
                    <a:pt x="9795" y="2568"/>
                  </a:lnTo>
                  <a:lnTo>
                    <a:pt x="9391" y="2788"/>
                  </a:lnTo>
                  <a:lnTo>
                    <a:pt x="8841" y="2971"/>
                  </a:lnTo>
                  <a:lnTo>
                    <a:pt x="8328" y="3155"/>
                  </a:lnTo>
                  <a:lnTo>
                    <a:pt x="7264" y="3411"/>
                  </a:lnTo>
                  <a:lnTo>
                    <a:pt x="6750" y="3558"/>
                  </a:lnTo>
                  <a:lnTo>
                    <a:pt x="6237" y="3742"/>
                  </a:lnTo>
                  <a:lnTo>
                    <a:pt x="5210" y="4145"/>
                  </a:lnTo>
                  <a:lnTo>
                    <a:pt x="4219" y="4585"/>
                  </a:lnTo>
                  <a:lnTo>
                    <a:pt x="3669" y="4805"/>
                  </a:lnTo>
                  <a:lnTo>
                    <a:pt x="3119" y="4989"/>
                  </a:lnTo>
                  <a:lnTo>
                    <a:pt x="2018" y="5319"/>
                  </a:lnTo>
                  <a:lnTo>
                    <a:pt x="1945" y="5355"/>
                  </a:lnTo>
                  <a:lnTo>
                    <a:pt x="1908" y="5392"/>
                  </a:lnTo>
                  <a:lnTo>
                    <a:pt x="1908" y="5466"/>
                  </a:lnTo>
                  <a:lnTo>
                    <a:pt x="1945" y="5539"/>
                  </a:lnTo>
                  <a:lnTo>
                    <a:pt x="1982" y="5576"/>
                  </a:lnTo>
                  <a:lnTo>
                    <a:pt x="1945" y="5686"/>
                  </a:lnTo>
                  <a:lnTo>
                    <a:pt x="1945" y="5759"/>
                  </a:lnTo>
                  <a:lnTo>
                    <a:pt x="2018" y="5979"/>
                  </a:lnTo>
                  <a:lnTo>
                    <a:pt x="2165" y="6456"/>
                  </a:lnTo>
                  <a:lnTo>
                    <a:pt x="2385" y="6933"/>
                  </a:lnTo>
                  <a:lnTo>
                    <a:pt x="2752" y="7850"/>
                  </a:lnTo>
                  <a:lnTo>
                    <a:pt x="2972" y="8290"/>
                  </a:lnTo>
                  <a:lnTo>
                    <a:pt x="3192" y="8694"/>
                  </a:lnTo>
                  <a:lnTo>
                    <a:pt x="3266" y="8767"/>
                  </a:lnTo>
                  <a:lnTo>
                    <a:pt x="3302" y="8804"/>
                  </a:lnTo>
                  <a:lnTo>
                    <a:pt x="3412" y="8804"/>
                  </a:lnTo>
                  <a:lnTo>
                    <a:pt x="3522" y="8730"/>
                  </a:lnTo>
                  <a:lnTo>
                    <a:pt x="3596" y="8620"/>
                  </a:lnTo>
                  <a:lnTo>
                    <a:pt x="3999" y="8510"/>
                  </a:lnTo>
                  <a:lnTo>
                    <a:pt x="4403" y="8363"/>
                  </a:lnTo>
                  <a:lnTo>
                    <a:pt x="5173" y="8033"/>
                  </a:lnTo>
                  <a:lnTo>
                    <a:pt x="7300" y="7190"/>
                  </a:lnTo>
                  <a:lnTo>
                    <a:pt x="9281" y="6419"/>
                  </a:lnTo>
                  <a:lnTo>
                    <a:pt x="10235" y="6052"/>
                  </a:lnTo>
                  <a:lnTo>
                    <a:pt x="10712" y="5832"/>
                  </a:lnTo>
                  <a:lnTo>
                    <a:pt x="11152" y="5612"/>
                  </a:lnTo>
                  <a:lnTo>
                    <a:pt x="11262" y="5612"/>
                  </a:lnTo>
                  <a:lnTo>
                    <a:pt x="11335" y="5539"/>
                  </a:lnTo>
                  <a:lnTo>
                    <a:pt x="11372" y="5392"/>
                  </a:lnTo>
                  <a:lnTo>
                    <a:pt x="11372" y="5282"/>
                  </a:lnTo>
                  <a:lnTo>
                    <a:pt x="11299" y="5025"/>
                  </a:lnTo>
                  <a:lnTo>
                    <a:pt x="11042" y="4255"/>
                  </a:lnTo>
                  <a:lnTo>
                    <a:pt x="10785" y="3485"/>
                  </a:lnTo>
                  <a:lnTo>
                    <a:pt x="10639" y="3118"/>
                  </a:lnTo>
                  <a:lnTo>
                    <a:pt x="10455" y="2751"/>
                  </a:lnTo>
                  <a:lnTo>
                    <a:pt x="10418" y="2714"/>
                  </a:lnTo>
                  <a:lnTo>
                    <a:pt x="10345" y="2678"/>
                  </a:lnTo>
                  <a:lnTo>
                    <a:pt x="10382" y="2568"/>
                  </a:lnTo>
                  <a:lnTo>
                    <a:pt x="10382" y="2494"/>
                  </a:lnTo>
                  <a:lnTo>
                    <a:pt x="10308" y="2421"/>
                  </a:lnTo>
                  <a:lnTo>
                    <a:pt x="10198" y="2384"/>
                  </a:lnTo>
                  <a:close/>
                  <a:moveTo>
                    <a:pt x="8694" y="7263"/>
                  </a:moveTo>
                  <a:lnTo>
                    <a:pt x="7337" y="7813"/>
                  </a:lnTo>
                  <a:lnTo>
                    <a:pt x="7264" y="7850"/>
                  </a:lnTo>
                  <a:lnTo>
                    <a:pt x="7227" y="7923"/>
                  </a:lnTo>
                  <a:lnTo>
                    <a:pt x="7190" y="7997"/>
                  </a:lnTo>
                  <a:lnTo>
                    <a:pt x="7227" y="8070"/>
                  </a:lnTo>
                  <a:lnTo>
                    <a:pt x="7190" y="8143"/>
                  </a:lnTo>
                  <a:lnTo>
                    <a:pt x="7154" y="8363"/>
                  </a:lnTo>
                  <a:lnTo>
                    <a:pt x="7190" y="8620"/>
                  </a:lnTo>
                  <a:lnTo>
                    <a:pt x="7227" y="8730"/>
                  </a:lnTo>
                  <a:lnTo>
                    <a:pt x="7300" y="8840"/>
                  </a:lnTo>
                  <a:lnTo>
                    <a:pt x="7411" y="8877"/>
                  </a:lnTo>
                  <a:lnTo>
                    <a:pt x="7557" y="8877"/>
                  </a:lnTo>
                  <a:lnTo>
                    <a:pt x="7704" y="8840"/>
                  </a:lnTo>
                  <a:lnTo>
                    <a:pt x="7887" y="8804"/>
                  </a:lnTo>
                  <a:lnTo>
                    <a:pt x="8218" y="8620"/>
                  </a:lnTo>
                  <a:lnTo>
                    <a:pt x="9061" y="8217"/>
                  </a:lnTo>
                  <a:lnTo>
                    <a:pt x="9098" y="8180"/>
                  </a:lnTo>
                  <a:lnTo>
                    <a:pt x="9171" y="8107"/>
                  </a:lnTo>
                  <a:lnTo>
                    <a:pt x="9171" y="8033"/>
                  </a:lnTo>
                  <a:lnTo>
                    <a:pt x="9171" y="7960"/>
                  </a:lnTo>
                  <a:lnTo>
                    <a:pt x="8951" y="7410"/>
                  </a:lnTo>
                  <a:lnTo>
                    <a:pt x="8914" y="7336"/>
                  </a:lnTo>
                  <a:lnTo>
                    <a:pt x="8841" y="7300"/>
                  </a:lnTo>
                  <a:lnTo>
                    <a:pt x="8768" y="7263"/>
                  </a:lnTo>
                  <a:close/>
                  <a:moveTo>
                    <a:pt x="11702" y="8327"/>
                  </a:moveTo>
                  <a:lnTo>
                    <a:pt x="11886" y="8694"/>
                  </a:lnTo>
                  <a:lnTo>
                    <a:pt x="12106" y="9060"/>
                  </a:lnTo>
                  <a:lnTo>
                    <a:pt x="11702" y="9244"/>
                  </a:lnTo>
                  <a:lnTo>
                    <a:pt x="11335" y="9390"/>
                  </a:lnTo>
                  <a:lnTo>
                    <a:pt x="10932" y="9500"/>
                  </a:lnTo>
                  <a:lnTo>
                    <a:pt x="10528" y="9611"/>
                  </a:lnTo>
                  <a:lnTo>
                    <a:pt x="10382" y="9244"/>
                  </a:lnTo>
                  <a:lnTo>
                    <a:pt x="10198" y="8877"/>
                  </a:lnTo>
                  <a:lnTo>
                    <a:pt x="10162" y="8840"/>
                  </a:lnTo>
                  <a:lnTo>
                    <a:pt x="10565" y="8730"/>
                  </a:lnTo>
                  <a:lnTo>
                    <a:pt x="10932" y="8620"/>
                  </a:lnTo>
                  <a:lnTo>
                    <a:pt x="11702" y="8327"/>
                  </a:lnTo>
                  <a:close/>
                  <a:moveTo>
                    <a:pt x="11776" y="7887"/>
                  </a:moveTo>
                  <a:lnTo>
                    <a:pt x="11299" y="8070"/>
                  </a:lnTo>
                  <a:lnTo>
                    <a:pt x="10822" y="8217"/>
                  </a:lnTo>
                  <a:lnTo>
                    <a:pt x="9868" y="8510"/>
                  </a:lnTo>
                  <a:lnTo>
                    <a:pt x="9832" y="8510"/>
                  </a:lnTo>
                  <a:lnTo>
                    <a:pt x="9795" y="8583"/>
                  </a:lnTo>
                  <a:lnTo>
                    <a:pt x="9758" y="8694"/>
                  </a:lnTo>
                  <a:lnTo>
                    <a:pt x="9832" y="8804"/>
                  </a:lnTo>
                  <a:lnTo>
                    <a:pt x="9868" y="8840"/>
                  </a:lnTo>
                  <a:lnTo>
                    <a:pt x="9942" y="8877"/>
                  </a:lnTo>
                  <a:lnTo>
                    <a:pt x="9905" y="8950"/>
                  </a:lnTo>
                  <a:lnTo>
                    <a:pt x="9905" y="9024"/>
                  </a:lnTo>
                  <a:lnTo>
                    <a:pt x="10088" y="9427"/>
                  </a:lnTo>
                  <a:lnTo>
                    <a:pt x="10198" y="9867"/>
                  </a:lnTo>
                  <a:lnTo>
                    <a:pt x="10235" y="9941"/>
                  </a:lnTo>
                  <a:lnTo>
                    <a:pt x="10272" y="9977"/>
                  </a:lnTo>
                  <a:lnTo>
                    <a:pt x="10308" y="10014"/>
                  </a:lnTo>
                  <a:lnTo>
                    <a:pt x="10382" y="10051"/>
                  </a:lnTo>
                  <a:lnTo>
                    <a:pt x="10932" y="9904"/>
                  </a:lnTo>
                  <a:lnTo>
                    <a:pt x="11446" y="9757"/>
                  </a:lnTo>
                  <a:lnTo>
                    <a:pt x="11959" y="9574"/>
                  </a:lnTo>
                  <a:lnTo>
                    <a:pt x="12436" y="9317"/>
                  </a:lnTo>
                  <a:lnTo>
                    <a:pt x="12509" y="9280"/>
                  </a:lnTo>
                  <a:lnTo>
                    <a:pt x="12583" y="9207"/>
                  </a:lnTo>
                  <a:lnTo>
                    <a:pt x="12583" y="9097"/>
                  </a:lnTo>
                  <a:lnTo>
                    <a:pt x="12546" y="9024"/>
                  </a:lnTo>
                  <a:lnTo>
                    <a:pt x="12253" y="8547"/>
                  </a:lnTo>
                  <a:lnTo>
                    <a:pt x="11996" y="7997"/>
                  </a:lnTo>
                  <a:lnTo>
                    <a:pt x="11959" y="7923"/>
                  </a:lnTo>
                  <a:lnTo>
                    <a:pt x="11922" y="7887"/>
                  </a:lnTo>
                  <a:close/>
                  <a:moveTo>
                    <a:pt x="8914" y="9354"/>
                  </a:moveTo>
                  <a:lnTo>
                    <a:pt x="9061" y="9757"/>
                  </a:lnTo>
                  <a:lnTo>
                    <a:pt x="9281" y="10161"/>
                  </a:lnTo>
                  <a:lnTo>
                    <a:pt x="8658" y="10491"/>
                  </a:lnTo>
                  <a:lnTo>
                    <a:pt x="7961" y="10784"/>
                  </a:lnTo>
                  <a:lnTo>
                    <a:pt x="7814" y="10858"/>
                  </a:lnTo>
                  <a:lnTo>
                    <a:pt x="7741" y="10858"/>
                  </a:lnTo>
                  <a:lnTo>
                    <a:pt x="7704" y="10821"/>
                  </a:lnTo>
                  <a:lnTo>
                    <a:pt x="7631" y="10674"/>
                  </a:lnTo>
                  <a:lnTo>
                    <a:pt x="7594" y="10491"/>
                  </a:lnTo>
                  <a:lnTo>
                    <a:pt x="7521" y="10161"/>
                  </a:lnTo>
                  <a:lnTo>
                    <a:pt x="7374" y="9867"/>
                  </a:lnTo>
                  <a:lnTo>
                    <a:pt x="8914" y="9354"/>
                  </a:lnTo>
                  <a:close/>
                  <a:moveTo>
                    <a:pt x="8951" y="8950"/>
                  </a:moveTo>
                  <a:lnTo>
                    <a:pt x="7154" y="9537"/>
                  </a:lnTo>
                  <a:lnTo>
                    <a:pt x="7117" y="9574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80" y="9831"/>
                  </a:lnTo>
                  <a:lnTo>
                    <a:pt x="7190" y="9904"/>
                  </a:lnTo>
                  <a:lnTo>
                    <a:pt x="7190" y="10124"/>
                  </a:lnTo>
                  <a:lnTo>
                    <a:pt x="7227" y="10381"/>
                  </a:lnTo>
                  <a:lnTo>
                    <a:pt x="7374" y="10858"/>
                  </a:lnTo>
                  <a:lnTo>
                    <a:pt x="7411" y="11004"/>
                  </a:lnTo>
                  <a:lnTo>
                    <a:pt x="7521" y="11114"/>
                  </a:lnTo>
                  <a:lnTo>
                    <a:pt x="7631" y="11188"/>
                  </a:lnTo>
                  <a:lnTo>
                    <a:pt x="7777" y="11225"/>
                  </a:lnTo>
                  <a:lnTo>
                    <a:pt x="8034" y="11151"/>
                  </a:lnTo>
                  <a:lnTo>
                    <a:pt x="8291" y="11078"/>
                  </a:lnTo>
                  <a:lnTo>
                    <a:pt x="8768" y="10858"/>
                  </a:lnTo>
                  <a:lnTo>
                    <a:pt x="9245" y="10601"/>
                  </a:lnTo>
                  <a:lnTo>
                    <a:pt x="9685" y="10344"/>
                  </a:lnTo>
                  <a:lnTo>
                    <a:pt x="9721" y="10271"/>
                  </a:lnTo>
                  <a:lnTo>
                    <a:pt x="9758" y="10197"/>
                  </a:lnTo>
                  <a:lnTo>
                    <a:pt x="9758" y="10161"/>
                  </a:lnTo>
                  <a:lnTo>
                    <a:pt x="9721" y="10087"/>
                  </a:lnTo>
                  <a:lnTo>
                    <a:pt x="9538" y="9867"/>
                  </a:lnTo>
                  <a:lnTo>
                    <a:pt x="9391" y="9611"/>
                  </a:lnTo>
                  <a:lnTo>
                    <a:pt x="9281" y="9354"/>
                  </a:lnTo>
                  <a:lnTo>
                    <a:pt x="9208" y="9060"/>
                  </a:lnTo>
                  <a:lnTo>
                    <a:pt x="9171" y="8987"/>
                  </a:lnTo>
                  <a:lnTo>
                    <a:pt x="9098" y="8950"/>
                  </a:lnTo>
                  <a:close/>
                  <a:moveTo>
                    <a:pt x="12473" y="10344"/>
                  </a:moveTo>
                  <a:lnTo>
                    <a:pt x="12619" y="10711"/>
                  </a:lnTo>
                  <a:lnTo>
                    <a:pt x="11959" y="11078"/>
                  </a:lnTo>
                  <a:lnTo>
                    <a:pt x="11299" y="11445"/>
                  </a:lnTo>
                  <a:lnTo>
                    <a:pt x="11152" y="10894"/>
                  </a:lnTo>
                  <a:lnTo>
                    <a:pt x="11189" y="10858"/>
                  </a:lnTo>
                  <a:lnTo>
                    <a:pt x="11189" y="10784"/>
                  </a:lnTo>
                  <a:lnTo>
                    <a:pt x="11482" y="10674"/>
                  </a:lnTo>
                  <a:lnTo>
                    <a:pt x="11776" y="10601"/>
                  </a:lnTo>
                  <a:lnTo>
                    <a:pt x="12473" y="10344"/>
                  </a:lnTo>
                  <a:close/>
                  <a:moveTo>
                    <a:pt x="6273" y="10418"/>
                  </a:moveTo>
                  <a:lnTo>
                    <a:pt x="6347" y="10454"/>
                  </a:lnTo>
                  <a:lnTo>
                    <a:pt x="6420" y="10564"/>
                  </a:lnTo>
                  <a:lnTo>
                    <a:pt x="6567" y="10894"/>
                  </a:lnTo>
                  <a:lnTo>
                    <a:pt x="5797" y="11261"/>
                  </a:lnTo>
                  <a:lnTo>
                    <a:pt x="5100" y="11738"/>
                  </a:lnTo>
                  <a:lnTo>
                    <a:pt x="4953" y="11298"/>
                  </a:lnTo>
                  <a:lnTo>
                    <a:pt x="4843" y="11078"/>
                  </a:lnTo>
                  <a:lnTo>
                    <a:pt x="4733" y="10894"/>
                  </a:lnTo>
                  <a:lnTo>
                    <a:pt x="5613" y="10601"/>
                  </a:lnTo>
                  <a:lnTo>
                    <a:pt x="5943" y="10491"/>
                  </a:lnTo>
                  <a:lnTo>
                    <a:pt x="6237" y="10418"/>
                  </a:lnTo>
                  <a:close/>
                  <a:moveTo>
                    <a:pt x="12583" y="9867"/>
                  </a:moveTo>
                  <a:lnTo>
                    <a:pt x="12509" y="9904"/>
                  </a:lnTo>
                  <a:lnTo>
                    <a:pt x="11519" y="10271"/>
                  </a:lnTo>
                  <a:lnTo>
                    <a:pt x="11115" y="10381"/>
                  </a:lnTo>
                  <a:lnTo>
                    <a:pt x="10932" y="10491"/>
                  </a:lnTo>
                  <a:lnTo>
                    <a:pt x="10859" y="10564"/>
                  </a:lnTo>
                  <a:lnTo>
                    <a:pt x="10785" y="10638"/>
                  </a:lnTo>
                  <a:lnTo>
                    <a:pt x="10785" y="10748"/>
                  </a:lnTo>
                  <a:lnTo>
                    <a:pt x="10822" y="10821"/>
                  </a:lnTo>
                  <a:lnTo>
                    <a:pt x="10859" y="10858"/>
                  </a:lnTo>
                  <a:lnTo>
                    <a:pt x="10859" y="10894"/>
                  </a:lnTo>
                  <a:lnTo>
                    <a:pt x="10895" y="11335"/>
                  </a:lnTo>
                  <a:lnTo>
                    <a:pt x="11005" y="11738"/>
                  </a:lnTo>
                  <a:lnTo>
                    <a:pt x="11005" y="11848"/>
                  </a:lnTo>
                  <a:lnTo>
                    <a:pt x="11079" y="11885"/>
                  </a:lnTo>
                  <a:lnTo>
                    <a:pt x="11152" y="11921"/>
                  </a:lnTo>
                  <a:lnTo>
                    <a:pt x="11225" y="11921"/>
                  </a:lnTo>
                  <a:lnTo>
                    <a:pt x="12142" y="11445"/>
                  </a:lnTo>
                  <a:lnTo>
                    <a:pt x="12986" y="10931"/>
                  </a:lnTo>
                  <a:lnTo>
                    <a:pt x="13060" y="10858"/>
                  </a:lnTo>
                  <a:lnTo>
                    <a:pt x="13096" y="10784"/>
                  </a:lnTo>
                  <a:lnTo>
                    <a:pt x="13096" y="10711"/>
                  </a:lnTo>
                  <a:lnTo>
                    <a:pt x="13060" y="10638"/>
                  </a:lnTo>
                  <a:lnTo>
                    <a:pt x="12876" y="10344"/>
                  </a:lnTo>
                  <a:lnTo>
                    <a:pt x="12766" y="10014"/>
                  </a:lnTo>
                  <a:lnTo>
                    <a:pt x="12729" y="9941"/>
                  </a:lnTo>
                  <a:lnTo>
                    <a:pt x="12656" y="9904"/>
                  </a:lnTo>
                  <a:lnTo>
                    <a:pt x="12583" y="9867"/>
                  </a:lnTo>
                  <a:close/>
                  <a:moveTo>
                    <a:pt x="6200" y="9977"/>
                  </a:moveTo>
                  <a:lnTo>
                    <a:pt x="5980" y="10014"/>
                  </a:lnTo>
                  <a:lnTo>
                    <a:pt x="5760" y="10087"/>
                  </a:lnTo>
                  <a:lnTo>
                    <a:pt x="5356" y="10234"/>
                  </a:lnTo>
                  <a:lnTo>
                    <a:pt x="4843" y="10381"/>
                  </a:lnTo>
                  <a:lnTo>
                    <a:pt x="4329" y="10564"/>
                  </a:lnTo>
                  <a:lnTo>
                    <a:pt x="4293" y="10601"/>
                  </a:lnTo>
                  <a:lnTo>
                    <a:pt x="4256" y="10638"/>
                  </a:lnTo>
                  <a:lnTo>
                    <a:pt x="4219" y="10784"/>
                  </a:lnTo>
                  <a:lnTo>
                    <a:pt x="4256" y="10894"/>
                  </a:lnTo>
                  <a:lnTo>
                    <a:pt x="4293" y="10931"/>
                  </a:lnTo>
                  <a:lnTo>
                    <a:pt x="4366" y="10968"/>
                  </a:lnTo>
                  <a:lnTo>
                    <a:pt x="4513" y="11298"/>
                  </a:lnTo>
                  <a:lnTo>
                    <a:pt x="4659" y="11701"/>
                  </a:lnTo>
                  <a:lnTo>
                    <a:pt x="4769" y="12142"/>
                  </a:lnTo>
                  <a:lnTo>
                    <a:pt x="4843" y="12215"/>
                  </a:lnTo>
                  <a:lnTo>
                    <a:pt x="4916" y="12252"/>
                  </a:lnTo>
                  <a:lnTo>
                    <a:pt x="4990" y="12252"/>
                  </a:lnTo>
                  <a:lnTo>
                    <a:pt x="5100" y="12215"/>
                  </a:lnTo>
                  <a:lnTo>
                    <a:pt x="5540" y="11921"/>
                  </a:lnTo>
                  <a:lnTo>
                    <a:pt x="5980" y="11665"/>
                  </a:lnTo>
                  <a:lnTo>
                    <a:pt x="6420" y="11445"/>
                  </a:lnTo>
                  <a:lnTo>
                    <a:pt x="6934" y="11225"/>
                  </a:lnTo>
                  <a:lnTo>
                    <a:pt x="6970" y="11188"/>
                  </a:lnTo>
                  <a:lnTo>
                    <a:pt x="7044" y="11114"/>
                  </a:lnTo>
                  <a:lnTo>
                    <a:pt x="7044" y="11041"/>
                  </a:lnTo>
                  <a:lnTo>
                    <a:pt x="7044" y="10931"/>
                  </a:lnTo>
                  <a:lnTo>
                    <a:pt x="6897" y="10601"/>
                  </a:lnTo>
                  <a:lnTo>
                    <a:pt x="6750" y="10307"/>
                  </a:lnTo>
                  <a:lnTo>
                    <a:pt x="6677" y="10161"/>
                  </a:lnTo>
                  <a:lnTo>
                    <a:pt x="6530" y="10051"/>
                  </a:lnTo>
                  <a:lnTo>
                    <a:pt x="6383" y="10014"/>
                  </a:lnTo>
                  <a:lnTo>
                    <a:pt x="6200" y="9977"/>
                  </a:lnTo>
                  <a:close/>
                  <a:moveTo>
                    <a:pt x="9832" y="11371"/>
                  </a:moveTo>
                  <a:lnTo>
                    <a:pt x="10125" y="11921"/>
                  </a:lnTo>
                  <a:lnTo>
                    <a:pt x="9721" y="12142"/>
                  </a:lnTo>
                  <a:lnTo>
                    <a:pt x="9318" y="12288"/>
                  </a:lnTo>
                  <a:lnTo>
                    <a:pt x="8914" y="12435"/>
                  </a:lnTo>
                  <a:lnTo>
                    <a:pt x="8511" y="12545"/>
                  </a:lnTo>
                  <a:lnTo>
                    <a:pt x="8328" y="12032"/>
                  </a:lnTo>
                  <a:lnTo>
                    <a:pt x="8694" y="11921"/>
                  </a:lnTo>
                  <a:lnTo>
                    <a:pt x="9098" y="11738"/>
                  </a:lnTo>
                  <a:lnTo>
                    <a:pt x="9832" y="11371"/>
                  </a:lnTo>
                  <a:close/>
                  <a:moveTo>
                    <a:pt x="9868" y="10894"/>
                  </a:moveTo>
                  <a:lnTo>
                    <a:pt x="8951" y="11298"/>
                  </a:lnTo>
                  <a:lnTo>
                    <a:pt x="8474" y="11481"/>
                  </a:lnTo>
                  <a:lnTo>
                    <a:pt x="8071" y="11738"/>
                  </a:lnTo>
                  <a:lnTo>
                    <a:pt x="7997" y="11738"/>
                  </a:lnTo>
                  <a:lnTo>
                    <a:pt x="7924" y="11775"/>
                  </a:lnTo>
                  <a:lnTo>
                    <a:pt x="7887" y="11885"/>
                  </a:lnTo>
                  <a:lnTo>
                    <a:pt x="7887" y="11958"/>
                  </a:lnTo>
                  <a:lnTo>
                    <a:pt x="8034" y="12398"/>
                  </a:lnTo>
                  <a:lnTo>
                    <a:pt x="8181" y="12839"/>
                  </a:lnTo>
                  <a:lnTo>
                    <a:pt x="8254" y="12949"/>
                  </a:lnTo>
                  <a:lnTo>
                    <a:pt x="8328" y="12985"/>
                  </a:lnTo>
                  <a:lnTo>
                    <a:pt x="8364" y="12985"/>
                  </a:lnTo>
                  <a:lnTo>
                    <a:pt x="8951" y="12839"/>
                  </a:lnTo>
                  <a:lnTo>
                    <a:pt x="9465" y="12655"/>
                  </a:lnTo>
                  <a:lnTo>
                    <a:pt x="10015" y="12472"/>
                  </a:lnTo>
                  <a:lnTo>
                    <a:pt x="10528" y="12215"/>
                  </a:lnTo>
                  <a:lnTo>
                    <a:pt x="10565" y="12142"/>
                  </a:lnTo>
                  <a:lnTo>
                    <a:pt x="10602" y="12105"/>
                  </a:lnTo>
                  <a:lnTo>
                    <a:pt x="10602" y="12032"/>
                  </a:lnTo>
                  <a:lnTo>
                    <a:pt x="10602" y="11958"/>
                  </a:lnTo>
                  <a:lnTo>
                    <a:pt x="10125" y="11041"/>
                  </a:lnTo>
                  <a:lnTo>
                    <a:pt x="10088" y="10968"/>
                  </a:lnTo>
                  <a:lnTo>
                    <a:pt x="10015" y="10894"/>
                  </a:lnTo>
                  <a:close/>
                  <a:moveTo>
                    <a:pt x="13133" y="12288"/>
                  </a:moveTo>
                  <a:lnTo>
                    <a:pt x="13243" y="12325"/>
                  </a:lnTo>
                  <a:lnTo>
                    <a:pt x="13353" y="12472"/>
                  </a:lnTo>
                  <a:lnTo>
                    <a:pt x="13610" y="12985"/>
                  </a:lnTo>
                  <a:lnTo>
                    <a:pt x="12839" y="13242"/>
                  </a:lnTo>
                  <a:lnTo>
                    <a:pt x="12106" y="13572"/>
                  </a:lnTo>
                  <a:lnTo>
                    <a:pt x="11996" y="13352"/>
                  </a:lnTo>
                  <a:lnTo>
                    <a:pt x="11886" y="13132"/>
                  </a:lnTo>
                  <a:lnTo>
                    <a:pt x="11739" y="12692"/>
                  </a:lnTo>
                  <a:lnTo>
                    <a:pt x="12032" y="12618"/>
                  </a:lnTo>
                  <a:lnTo>
                    <a:pt x="12289" y="12545"/>
                  </a:lnTo>
                  <a:lnTo>
                    <a:pt x="12839" y="12362"/>
                  </a:lnTo>
                  <a:lnTo>
                    <a:pt x="13023" y="12288"/>
                  </a:lnTo>
                  <a:close/>
                  <a:moveTo>
                    <a:pt x="7044" y="12325"/>
                  </a:moveTo>
                  <a:lnTo>
                    <a:pt x="7337" y="13022"/>
                  </a:lnTo>
                  <a:lnTo>
                    <a:pt x="5833" y="13792"/>
                  </a:lnTo>
                  <a:lnTo>
                    <a:pt x="5613" y="13132"/>
                  </a:lnTo>
                  <a:lnTo>
                    <a:pt x="5943" y="12875"/>
                  </a:lnTo>
                  <a:lnTo>
                    <a:pt x="6273" y="12655"/>
                  </a:lnTo>
                  <a:lnTo>
                    <a:pt x="6677" y="12472"/>
                  </a:lnTo>
                  <a:lnTo>
                    <a:pt x="7044" y="12325"/>
                  </a:lnTo>
                  <a:close/>
                  <a:moveTo>
                    <a:pt x="13060" y="11885"/>
                  </a:moveTo>
                  <a:lnTo>
                    <a:pt x="12839" y="11921"/>
                  </a:lnTo>
                  <a:lnTo>
                    <a:pt x="12473" y="12068"/>
                  </a:lnTo>
                  <a:lnTo>
                    <a:pt x="11922" y="12215"/>
                  </a:lnTo>
                  <a:lnTo>
                    <a:pt x="11666" y="12288"/>
                  </a:lnTo>
                  <a:lnTo>
                    <a:pt x="11446" y="12398"/>
                  </a:lnTo>
                  <a:lnTo>
                    <a:pt x="11372" y="12435"/>
                  </a:lnTo>
                  <a:lnTo>
                    <a:pt x="11372" y="12472"/>
                  </a:lnTo>
                  <a:lnTo>
                    <a:pt x="11372" y="12582"/>
                  </a:lnTo>
                  <a:lnTo>
                    <a:pt x="11446" y="12655"/>
                  </a:lnTo>
                  <a:lnTo>
                    <a:pt x="11519" y="12692"/>
                  </a:lnTo>
                  <a:lnTo>
                    <a:pt x="11482" y="12839"/>
                  </a:lnTo>
                  <a:lnTo>
                    <a:pt x="11482" y="13022"/>
                  </a:lnTo>
                  <a:lnTo>
                    <a:pt x="11519" y="13169"/>
                  </a:lnTo>
                  <a:lnTo>
                    <a:pt x="11556" y="13315"/>
                  </a:lnTo>
                  <a:lnTo>
                    <a:pt x="11702" y="13646"/>
                  </a:lnTo>
                  <a:lnTo>
                    <a:pt x="11886" y="13902"/>
                  </a:lnTo>
                  <a:lnTo>
                    <a:pt x="11996" y="13976"/>
                  </a:lnTo>
                  <a:lnTo>
                    <a:pt x="12106" y="13976"/>
                  </a:lnTo>
                  <a:lnTo>
                    <a:pt x="13023" y="13609"/>
                  </a:lnTo>
                  <a:lnTo>
                    <a:pt x="13940" y="13279"/>
                  </a:lnTo>
                  <a:lnTo>
                    <a:pt x="14013" y="13205"/>
                  </a:lnTo>
                  <a:lnTo>
                    <a:pt x="14050" y="13169"/>
                  </a:lnTo>
                  <a:lnTo>
                    <a:pt x="14087" y="13095"/>
                  </a:lnTo>
                  <a:lnTo>
                    <a:pt x="14050" y="13022"/>
                  </a:lnTo>
                  <a:lnTo>
                    <a:pt x="13646" y="12142"/>
                  </a:lnTo>
                  <a:lnTo>
                    <a:pt x="13573" y="12032"/>
                  </a:lnTo>
                  <a:lnTo>
                    <a:pt x="13463" y="11958"/>
                  </a:lnTo>
                  <a:lnTo>
                    <a:pt x="13353" y="11885"/>
                  </a:lnTo>
                  <a:close/>
                  <a:moveTo>
                    <a:pt x="7190" y="11848"/>
                  </a:moveTo>
                  <a:lnTo>
                    <a:pt x="7117" y="11885"/>
                  </a:lnTo>
                  <a:lnTo>
                    <a:pt x="6640" y="12032"/>
                  </a:lnTo>
                  <a:lnTo>
                    <a:pt x="6163" y="12215"/>
                  </a:lnTo>
                  <a:lnTo>
                    <a:pt x="5723" y="12508"/>
                  </a:lnTo>
                  <a:lnTo>
                    <a:pt x="5320" y="12802"/>
                  </a:lnTo>
                  <a:lnTo>
                    <a:pt x="5246" y="12839"/>
                  </a:lnTo>
                  <a:lnTo>
                    <a:pt x="5210" y="12875"/>
                  </a:lnTo>
                  <a:lnTo>
                    <a:pt x="5173" y="12912"/>
                  </a:lnTo>
                  <a:lnTo>
                    <a:pt x="5173" y="12985"/>
                  </a:lnTo>
                  <a:lnTo>
                    <a:pt x="5246" y="13279"/>
                  </a:lnTo>
                  <a:lnTo>
                    <a:pt x="5320" y="13572"/>
                  </a:lnTo>
                  <a:lnTo>
                    <a:pt x="5540" y="14159"/>
                  </a:lnTo>
                  <a:lnTo>
                    <a:pt x="5576" y="14196"/>
                  </a:lnTo>
                  <a:lnTo>
                    <a:pt x="5650" y="14269"/>
                  </a:lnTo>
                  <a:lnTo>
                    <a:pt x="5797" y="14269"/>
                  </a:lnTo>
                  <a:lnTo>
                    <a:pt x="7667" y="13315"/>
                  </a:lnTo>
                  <a:lnTo>
                    <a:pt x="7741" y="13279"/>
                  </a:lnTo>
                  <a:lnTo>
                    <a:pt x="7777" y="13205"/>
                  </a:lnTo>
                  <a:lnTo>
                    <a:pt x="7814" y="13132"/>
                  </a:lnTo>
                  <a:lnTo>
                    <a:pt x="7777" y="13059"/>
                  </a:lnTo>
                  <a:lnTo>
                    <a:pt x="7374" y="11995"/>
                  </a:lnTo>
                  <a:lnTo>
                    <a:pt x="7337" y="11921"/>
                  </a:lnTo>
                  <a:lnTo>
                    <a:pt x="7264" y="11885"/>
                  </a:lnTo>
                  <a:lnTo>
                    <a:pt x="7190" y="11848"/>
                  </a:lnTo>
                  <a:close/>
                  <a:moveTo>
                    <a:pt x="10528" y="13279"/>
                  </a:moveTo>
                  <a:lnTo>
                    <a:pt x="10895" y="13976"/>
                  </a:lnTo>
                  <a:lnTo>
                    <a:pt x="9318" y="14599"/>
                  </a:lnTo>
                  <a:lnTo>
                    <a:pt x="9025" y="13902"/>
                  </a:lnTo>
                  <a:lnTo>
                    <a:pt x="9098" y="13829"/>
                  </a:lnTo>
                  <a:lnTo>
                    <a:pt x="9098" y="13792"/>
                  </a:lnTo>
                  <a:lnTo>
                    <a:pt x="9135" y="13756"/>
                  </a:lnTo>
                  <a:lnTo>
                    <a:pt x="9465" y="13609"/>
                  </a:lnTo>
                  <a:lnTo>
                    <a:pt x="9758" y="13535"/>
                  </a:lnTo>
                  <a:lnTo>
                    <a:pt x="10528" y="13279"/>
                  </a:lnTo>
                  <a:close/>
                  <a:moveTo>
                    <a:pt x="10639" y="12839"/>
                  </a:moveTo>
                  <a:lnTo>
                    <a:pt x="10565" y="12875"/>
                  </a:lnTo>
                  <a:lnTo>
                    <a:pt x="9501" y="13242"/>
                  </a:lnTo>
                  <a:lnTo>
                    <a:pt x="9061" y="13352"/>
                  </a:lnTo>
                  <a:lnTo>
                    <a:pt x="8878" y="13462"/>
                  </a:lnTo>
                  <a:lnTo>
                    <a:pt x="8768" y="13499"/>
                  </a:lnTo>
                  <a:lnTo>
                    <a:pt x="8731" y="13572"/>
                  </a:lnTo>
                  <a:lnTo>
                    <a:pt x="8658" y="13682"/>
                  </a:lnTo>
                  <a:lnTo>
                    <a:pt x="8694" y="13829"/>
                  </a:lnTo>
                  <a:lnTo>
                    <a:pt x="8731" y="13866"/>
                  </a:lnTo>
                  <a:lnTo>
                    <a:pt x="8731" y="13902"/>
                  </a:lnTo>
                  <a:lnTo>
                    <a:pt x="8768" y="14159"/>
                  </a:lnTo>
                  <a:lnTo>
                    <a:pt x="8841" y="14416"/>
                  </a:lnTo>
                  <a:lnTo>
                    <a:pt x="9025" y="14893"/>
                  </a:lnTo>
                  <a:lnTo>
                    <a:pt x="9098" y="14929"/>
                  </a:lnTo>
                  <a:lnTo>
                    <a:pt x="9135" y="14966"/>
                  </a:lnTo>
                  <a:lnTo>
                    <a:pt x="9208" y="15003"/>
                  </a:lnTo>
                  <a:lnTo>
                    <a:pt x="9281" y="15003"/>
                  </a:lnTo>
                  <a:lnTo>
                    <a:pt x="11225" y="14269"/>
                  </a:lnTo>
                  <a:lnTo>
                    <a:pt x="11262" y="14232"/>
                  </a:lnTo>
                  <a:lnTo>
                    <a:pt x="11299" y="14159"/>
                  </a:lnTo>
                  <a:lnTo>
                    <a:pt x="11335" y="14086"/>
                  </a:lnTo>
                  <a:lnTo>
                    <a:pt x="11335" y="14012"/>
                  </a:lnTo>
                  <a:lnTo>
                    <a:pt x="10822" y="12985"/>
                  </a:lnTo>
                  <a:lnTo>
                    <a:pt x="10785" y="12912"/>
                  </a:lnTo>
                  <a:lnTo>
                    <a:pt x="10712" y="12875"/>
                  </a:lnTo>
                  <a:lnTo>
                    <a:pt x="10639" y="12839"/>
                  </a:lnTo>
                  <a:close/>
                  <a:moveTo>
                    <a:pt x="7997" y="14342"/>
                  </a:moveTo>
                  <a:lnTo>
                    <a:pt x="8107" y="14489"/>
                  </a:lnTo>
                  <a:lnTo>
                    <a:pt x="8144" y="14599"/>
                  </a:lnTo>
                  <a:lnTo>
                    <a:pt x="8107" y="14746"/>
                  </a:lnTo>
                  <a:lnTo>
                    <a:pt x="8034" y="14893"/>
                  </a:lnTo>
                  <a:lnTo>
                    <a:pt x="7924" y="15003"/>
                  </a:lnTo>
                  <a:lnTo>
                    <a:pt x="7814" y="15149"/>
                  </a:lnTo>
                  <a:lnTo>
                    <a:pt x="7557" y="15296"/>
                  </a:lnTo>
                  <a:lnTo>
                    <a:pt x="7044" y="15516"/>
                  </a:lnTo>
                  <a:lnTo>
                    <a:pt x="6787" y="15590"/>
                  </a:lnTo>
                  <a:lnTo>
                    <a:pt x="6567" y="15736"/>
                  </a:lnTo>
                  <a:lnTo>
                    <a:pt x="6310" y="15113"/>
                  </a:lnTo>
                  <a:lnTo>
                    <a:pt x="6383" y="15076"/>
                  </a:lnTo>
                  <a:lnTo>
                    <a:pt x="6457" y="14966"/>
                  </a:lnTo>
                  <a:lnTo>
                    <a:pt x="6457" y="14929"/>
                  </a:lnTo>
                  <a:lnTo>
                    <a:pt x="6530" y="15003"/>
                  </a:lnTo>
                  <a:lnTo>
                    <a:pt x="6604" y="14966"/>
                  </a:lnTo>
                  <a:lnTo>
                    <a:pt x="6787" y="14929"/>
                  </a:lnTo>
                  <a:lnTo>
                    <a:pt x="7227" y="14783"/>
                  </a:lnTo>
                  <a:lnTo>
                    <a:pt x="7631" y="14599"/>
                  </a:lnTo>
                  <a:lnTo>
                    <a:pt x="7997" y="14342"/>
                  </a:lnTo>
                  <a:close/>
                  <a:moveTo>
                    <a:pt x="15150" y="15370"/>
                  </a:moveTo>
                  <a:lnTo>
                    <a:pt x="15150" y="15443"/>
                  </a:lnTo>
                  <a:lnTo>
                    <a:pt x="15224" y="15480"/>
                  </a:lnTo>
                  <a:lnTo>
                    <a:pt x="15260" y="15516"/>
                  </a:lnTo>
                  <a:lnTo>
                    <a:pt x="15150" y="15736"/>
                  </a:lnTo>
                  <a:lnTo>
                    <a:pt x="15004" y="15993"/>
                  </a:lnTo>
                  <a:lnTo>
                    <a:pt x="14857" y="15626"/>
                  </a:lnTo>
                  <a:lnTo>
                    <a:pt x="15150" y="15370"/>
                  </a:lnTo>
                  <a:close/>
                  <a:moveTo>
                    <a:pt x="7997" y="13902"/>
                  </a:moveTo>
                  <a:lnTo>
                    <a:pt x="7887" y="13939"/>
                  </a:lnTo>
                  <a:lnTo>
                    <a:pt x="7631" y="14122"/>
                  </a:lnTo>
                  <a:lnTo>
                    <a:pt x="7337" y="14269"/>
                  </a:lnTo>
                  <a:lnTo>
                    <a:pt x="7044" y="14416"/>
                  </a:lnTo>
                  <a:lnTo>
                    <a:pt x="6750" y="14526"/>
                  </a:lnTo>
                  <a:lnTo>
                    <a:pt x="6347" y="14599"/>
                  </a:lnTo>
                  <a:lnTo>
                    <a:pt x="6163" y="14673"/>
                  </a:lnTo>
                  <a:lnTo>
                    <a:pt x="6090" y="14746"/>
                  </a:lnTo>
                  <a:lnTo>
                    <a:pt x="6017" y="14819"/>
                  </a:lnTo>
                  <a:lnTo>
                    <a:pt x="6017" y="14929"/>
                  </a:lnTo>
                  <a:lnTo>
                    <a:pt x="5943" y="15003"/>
                  </a:lnTo>
                  <a:lnTo>
                    <a:pt x="5943" y="15113"/>
                  </a:lnTo>
                  <a:lnTo>
                    <a:pt x="6127" y="15590"/>
                  </a:lnTo>
                  <a:lnTo>
                    <a:pt x="6273" y="16103"/>
                  </a:lnTo>
                  <a:lnTo>
                    <a:pt x="6347" y="16177"/>
                  </a:lnTo>
                  <a:lnTo>
                    <a:pt x="6420" y="16213"/>
                  </a:lnTo>
                  <a:lnTo>
                    <a:pt x="6493" y="16213"/>
                  </a:lnTo>
                  <a:lnTo>
                    <a:pt x="6567" y="16177"/>
                  </a:lnTo>
                  <a:lnTo>
                    <a:pt x="6787" y="16030"/>
                  </a:lnTo>
                  <a:lnTo>
                    <a:pt x="7007" y="15920"/>
                  </a:lnTo>
                  <a:lnTo>
                    <a:pt x="7484" y="15736"/>
                  </a:lnTo>
                  <a:lnTo>
                    <a:pt x="7704" y="15663"/>
                  </a:lnTo>
                  <a:lnTo>
                    <a:pt x="7924" y="15553"/>
                  </a:lnTo>
                  <a:lnTo>
                    <a:pt x="8144" y="15406"/>
                  </a:lnTo>
                  <a:lnTo>
                    <a:pt x="8328" y="15223"/>
                  </a:lnTo>
                  <a:lnTo>
                    <a:pt x="8438" y="15076"/>
                  </a:lnTo>
                  <a:lnTo>
                    <a:pt x="8511" y="14893"/>
                  </a:lnTo>
                  <a:lnTo>
                    <a:pt x="8511" y="14709"/>
                  </a:lnTo>
                  <a:lnTo>
                    <a:pt x="8511" y="14526"/>
                  </a:lnTo>
                  <a:lnTo>
                    <a:pt x="8474" y="14342"/>
                  </a:lnTo>
                  <a:lnTo>
                    <a:pt x="8364" y="14159"/>
                  </a:lnTo>
                  <a:lnTo>
                    <a:pt x="8254" y="14049"/>
                  </a:lnTo>
                  <a:lnTo>
                    <a:pt x="8071" y="13939"/>
                  </a:lnTo>
                  <a:lnTo>
                    <a:pt x="7997" y="13902"/>
                  </a:lnTo>
                  <a:close/>
                  <a:moveTo>
                    <a:pt x="14710" y="15736"/>
                  </a:moveTo>
                  <a:lnTo>
                    <a:pt x="14747" y="15993"/>
                  </a:lnTo>
                  <a:lnTo>
                    <a:pt x="14820" y="16250"/>
                  </a:lnTo>
                  <a:lnTo>
                    <a:pt x="14490" y="16507"/>
                  </a:lnTo>
                  <a:lnTo>
                    <a:pt x="14417" y="16397"/>
                  </a:lnTo>
                  <a:lnTo>
                    <a:pt x="14307" y="15993"/>
                  </a:lnTo>
                  <a:lnTo>
                    <a:pt x="14380" y="15956"/>
                  </a:lnTo>
                  <a:lnTo>
                    <a:pt x="14710" y="15736"/>
                  </a:lnTo>
                  <a:close/>
                  <a:moveTo>
                    <a:pt x="14123" y="16103"/>
                  </a:moveTo>
                  <a:lnTo>
                    <a:pt x="14160" y="16397"/>
                  </a:lnTo>
                  <a:lnTo>
                    <a:pt x="14233" y="16690"/>
                  </a:lnTo>
                  <a:lnTo>
                    <a:pt x="13830" y="16873"/>
                  </a:lnTo>
                  <a:lnTo>
                    <a:pt x="13720" y="16727"/>
                  </a:lnTo>
                  <a:lnTo>
                    <a:pt x="13500" y="16433"/>
                  </a:lnTo>
                  <a:lnTo>
                    <a:pt x="14123" y="16103"/>
                  </a:lnTo>
                  <a:close/>
                  <a:moveTo>
                    <a:pt x="13426" y="16470"/>
                  </a:moveTo>
                  <a:lnTo>
                    <a:pt x="13500" y="16727"/>
                  </a:lnTo>
                  <a:lnTo>
                    <a:pt x="13536" y="16873"/>
                  </a:lnTo>
                  <a:lnTo>
                    <a:pt x="13573" y="16984"/>
                  </a:lnTo>
                  <a:lnTo>
                    <a:pt x="13096" y="17167"/>
                  </a:lnTo>
                  <a:lnTo>
                    <a:pt x="12986" y="17057"/>
                  </a:lnTo>
                  <a:lnTo>
                    <a:pt x="12876" y="16873"/>
                  </a:lnTo>
                  <a:lnTo>
                    <a:pt x="12839" y="16727"/>
                  </a:lnTo>
                  <a:lnTo>
                    <a:pt x="13426" y="16470"/>
                  </a:lnTo>
                  <a:close/>
                  <a:moveTo>
                    <a:pt x="12583" y="16837"/>
                  </a:moveTo>
                  <a:lnTo>
                    <a:pt x="12656" y="17094"/>
                  </a:lnTo>
                  <a:lnTo>
                    <a:pt x="12803" y="17277"/>
                  </a:lnTo>
                  <a:lnTo>
                    <a:pt x="12399" y="17460"/>
                  </a:lnTo>
                  <a:lnTo>
                    <a:pt x="12326" y="17387"/>
                  </a:lnTo>
                  <a:lnTo>
                    <a:pt x="12253" y="17277"/>
                  </a:lnTo>
                  <a:lnTo>
                    <a:pt x="12216" y="17167"/>
                  </a:lnTo>
                  <a:lnTo>
                    <a:pt x="12216" y="17020"/>
                  </a:lnTo>
                  <a:lnTo>
                    <a:pt x="12583" y="16837"/>
                  </a:lnTo>
                  <a:close/>
                  <a:moveTo>
                    <a:pt x="12032" y="17094"/>
                  </a:moveTo>
                  <a:lnTo>
                    <a:pt x="11996" y="17240"/>
                  </a:lnTo>
                  <a:lnTo>
                    <a:pt x="12032" y="17387"/>
                  </a:lnTo>
                  <a:lnTo>
                    <a:pt x="12106" y="17570"/>
                  </a:lnTo>
                  <a:lnTo>
                    <a:pt x="11812" y="17644"/>
                  </a:lnTo>
                  <a:lnTo>
                    <a:pt x="11776" y="17644"/>
                  </a:lnTo>
                  <a:lnTo>
                    <a:pt x="11739" y="17497"/>
                  </a:lnTo>
                  <a:lnTo>
                    <a:pt x="11666" y="17240"/>
                  </a:lnTo>
                  <a:lnTo>
                    <a:pt x="12032" y="17094"/>
                  </a:lnTo>
                  <a:close/>
                  <a:moveTo>
                    <a:pt x="11446" y="17350"/>
                  </a:moveTo>
                  <a:lnTo>
                    <a:pt x="11482" y="17607"/>
                  </a:lnTo>
                  <a:lnTo>
                    <a:pt x="11519" y="17791"/>
                  </a:lnTo>
                  <a:lnTo>
                    <a:pt x="11189" y="17901"/>
                  </a:lnTo>
                  <a:lnTo>
                    <a:pt x="11115" y="17937"/>
                  </a:lnTo>
                  <a:lnTo>
                    <a:pt x="11115" y="17864"/>
                  </a:lnTo>
                  <a:lnTo>
                    <a:pt x="11115" y="17827"/>
                  </a:lnTo>
                  <a:lnTo>
                    <a:pt x="11115" y="17717"/>
                  </a:lnTo>
                  <a:lnTo>
                    <a:pt x="11005" y="17607"/>
                  </a:lnTo>
                  <a:lnTo>
                    <a:pt x="10969" y="17534"/>
                  </a:lnTo>
                  <a:lnTo>
                    <a:pt x="11446" y="17350"/>
                  </a:lnTo>
                  <a:close/>
                  <a:moveTo>
                    <a:pt x="10639" y="17644"/>
                  </a:moveTo>
                  <a:lnTo>
                    <a:pt x="10749" y="17791"/>
                  </a:lnTo>
                  <a:lnTo>
                    <a:pt x="10859" y="17901"/>
                  </a:lnTo>
                  <a:lnTo>
                    <a:pt x="10932" y="17974"/>
                  </a:lnTo>
                  <a:lnTo>
                    <a:pt x="10969" y="17974"/>
                  </a:lnTo>
                  <a:lnTo>
                    <a:pt x="10455" y="18194"/>
                  </a:lnTo>
                  <a:lnTo>
                    <a:pt x="10418" y="18121"/>
                  </a:lnTo>
                  <a:lnTo>
                    <a:pt x="10345" y="18121"/>
                  </a:lnTo>
                  <a:lnTo>
                    <a:pt x="10235" y="18157"/>
                  </a:lnTo>
                  <a:lnTo>
                    <a:pt x="10162" y="17901"/>
                  </a:lnTo>
                  <a:lnTo>
                    <a:pt x="10125" y="17827"/>
                  </a:lnTo>
                  <a:lnTo>
                    <a:pt x="10639" y="17644"/>
                  </a:lnTo>
                  <a:close/>
                  <a:moveTo>
                    <a:pt x="10272" y="440"/>
                  </a:moveTo>
                  <a:lnTo>
                    <a:pt x="10455" y="477"/>
                  </a:lnTo>
                  <a:lnTo>
                    <a:pt x="10565" y="550"/>
                  </a:lnTo>
                  <a:lnTo>
                    <a:pt x="10675" y="624"/>
                  </a:lnTo>
                  <a:lnTo>
                    <a:pt x="10785" y="734"/>
                  </a:lnTo>
                  <a:lnTo>
                    <a:pt x="10969" y="990"/>
                  </a:lnTo>
                  <a:lnTo>
                    <a:pt x="11005" y="1210"/>
                  </a:lnTo>
                  <a:lnTo>
                    <a:pt x="11042" y="1431"/>
                  </a:lnTo>
                  <a:lnTo>
                    <a:pt x="11335" y="2348"/>
                  </a:lnTo>
                  <a:lnTo>
                    <a:pt x="11886" y="3998"/>
                  </a:lnTo>
                  <a:lnTo>
                    <a:pt x="13060" y="7300"/>
                  </a:lnTo>
                  <a:lnTo>
                    <a:pt x="14233" y="10564"/>
                  </a:lnTo>
                  <a:lnTo>
                    <a:pt x="14857" y="12215"/>
                  </a:lnTo>
                  <a:lnTo>
                    <a:pt x="15187" y="13095"/>
                  </a:lnTo>
                  <a:lnTo>
                    <a:pt x="15407" y="13646"/>
                  </a:lnTo>
                  <a:lnTo>
                    <a:pt x="15334" y="13682"/>
                  </a:lnTo>
                  <a:lnTo>
                    <a:pt x="15297" y="13829"/>
                  </a:lnTo>
                  <a:lnTo>
                    <a:pt x="15297" y="13939"/>
                  </a:lnTo>
                  <a:lnTo>
                    <a:pt x="15260" y="14196"/>
                  </a:lnTo>
                  <a:lnTo>
                    <a:pt x="15224" y="14379"/>
                  </a:lnTo>
                  <a:lnTo>
                    <a:pt x="15187" y="14526"/>
                  </a:lnTo>
                  <a:lnTo>
                    <a:pt x="15004" y="14856"/>
                  </a:lnTo>
                  <a:lnTo>
                    <a:pt x="14747" y="15149"/>
                  </a:lnTo>
                  <a:lnTo>
                    <a:pt x="14453" y="15370"/>
                  </a:lnTo>
                  <a:lnTo>
                    <a:pt x="14123" y="15590"/>
                  </a:lnTo>
                  <a:lnTo>
                    <a:pt x="13793" y="15773"/>
                  </a:lnTo>
                  <a:lnTo>
                    <a:pt x="13060" y="16140"/>
                  </a:lnTo>
                  <a:lnTo>
                    <a:pt x="12326" y="16470"/>
                  </a:lnTo>
                  <a:lnTo>
                    <a:pt x="10859" y="17094"/>
                  </a:lnTo>
                  <a:lnTo>
                    <a:pt x="10015" y="17424"/>
                  </a:lnTo>
                  <a:lnTo>
                    <a:pt x="9978" y="17387"/>
                  </a:lnTo>
                  <a:lnTo>
                    <a:pt x="9942" y="17387"/>
                  </a:lnTo>
                  <a:lnTo>
                    <a:pt x="9905" y="17424"/>
                  </a:lnTo>
                  <a:lnTo>
                    <a:pt x="9905" y="17460"/>
                  </a:lnTo>
                  <a:lnTo>
                    <a:pt x="8841" y="17791"/>
                  </a:lnTo>
                  <a:lnTo>
                    <a:pt x="7777" y="18121"/>
                  </a:lnTo>
                  <a:lnTo>
                    <a:pt x="6970" y="18304"/>
                  </a:lnTo>
                  <a:lnTo>
                    <a:pt x="6163" y="18487"/>
                  </a:lnTo>
                  <a:lnTo>
                    <a:pt x="5797" y="18524"/>
                  </a:lnTo>
                  <a:lnTo>
                    <a:pt x="5613" y="18524"/>
                  </a:lnTo>
                  <a:lnTo>
                    <a:pt x="5430" y="18451"/>
                  </a:lnTo>
                  <a:lnTo>
                    <a:pt x="5283" y="18377"/>
                  </a:lnTo>
                  <a:lnTo>
                    <a:pt x="5173" y="18231"/>
                  </a:lnTo>
                  <a:lnTo>
                    <a:pt x="5063" y="18121"/>
                  </a:lnTo>
                  <a:lnTo>
                    <a:pt x="4953" y="17974"/>
                  </a:lnTo>
                  <a:lnTo>
                    <a:pt x="4879" y="17680"/>
                  </a:lnTo>
                  <a:lnTo>
                    <a:pt x="4769" y="17387"/>
                  </a:lnTo>
                  <a:lnTo>
                    <a:pt x="4476" y="16507"/>
                  </a:lnTo>
                  <a:lnTo>
                    <a:pt x="3926" y="14819"/>
                  </a:lnTo>
                  <a:lnTo>
                    <a:pt x="3376" y="13169"/>
                  </a:lnTo>
                  <a:lnTo>
                    <a:pt x="2752" y="11518"/>
                  </a:lnTo>
                  <a:lnTo>
                    <a:pt x="2165" y="9867"/>
                  </a:lnTo>
                  <a:lnTo>
                    <a:pt x="1505" y="8253"/>
                  </a:lnTo>
                  <a:lnTo>
                    <a:pt x="845" y="6603"/>
                  </a:lnTo>
                  <a:lnTo>
                    <a:pt x="588" y="6052"/>
                  </a:lnTo>
                  <a:lnTo>
                    <a:pt x="478" y="5796"/>
                  </a:lnTo>
                  <a:lnTo>
                    <a:pt x="331" y="5539"/>
                  </a:lnTo>
                  <a:lnTo>
                    <a:pt x="368" y="5502"/>
                  </a:lnTo>
                  <a:lnTo>
                    <a:pt x="404" y="5429"/>
                  </a:lnTo>
                  <a:lnTo>
                    <a:pt x="368" y="5209"/>
                  </a:lnTo>
                  <a:lnTo>
                    <a:pt x="404" y="5025"/>
                  </a:lnTo>
                  <a:lnTo>
                    <a:pt x="404" y="4879"/>
                  </a:lnTo>
                  <a:lnTo>
                    <a:pt x="478" y="4695"/>
                  </a:lnTo>
                  <a:lnTo>
                    <a:pt x="624" y="4402"/>
                  </a:lnTo>
                  <a:lnTo>
                    <a:pt x="845" y="4145"/>
                  </a:lnTo>
                  <a:lnTo>
                    <a:pt x="1101" y="3888"/>
                  </a:lnTo>
                  <a:lnTo>
                    <a:pt x="1395" y="3668"/>
                  </a:lnTo>
                  <a:lnTo>
                    <a:pt x="1725" y="3485"/>
                  </a:lnTo>
                  <a:lnTo>
                    <a:pt x="2018" y="3301"/>
                  </a:lnTo>
                  <a:lnTo>
                    <a:pt x="2789" y="2935"/>
                  </a:lnTo>
                  <a:lnTo>
                    <a:pt x="3596" y="2641"/>
                  </a:lnTo>
                  <a:lnTo>
                    <a:pt x="5210" y="2017"/>
                  </a:lnTo>
                  <a:lnTo>
                    <a:pt x="6787" y="1394"/>
                  </a:lnTo>
                  <a:lnTo>
                    <a:pt x="7557" y="1100"/>
                  </a:lnTo>
                  <a:lnTo>
                    <a:pt x="8364" y="807"/>
                  </a:lnTo>
                  <a:lnTo>
                    <a:pt x="9135" y="587"/>
                  </a:lnTo>
                  <a:lnTo>
                    <a:pt x="9538" y="514"/>
                  </a:lnTo>
                  <a:lnTo>
                    <a:pt x="9942" y="440"/>
                  </a:lnTo>
                  <a:close/>
                  <a:moveTo>
                    <a:pt x="9868" y="17937"/>
                  </a:moveTo>
                  <a:lnTo>
                    <a:pt x="9868" y="17974"/>
                  </a:lnTo>
                  <a:lnTo>
                    <a:pt x="9905" y="18157"/>
                  </a:lnTo>
                  <a:lnTo>
                    <a:pt x="10015" y="18341"/>
                  </a:lnTo>
                  <a:lnTo>
                    <a:pt x="9575" y="18524"/>
                  </a:lnTo>
                  <a:lnTo>
                    <a:pt x="9575" y="18487"/>
                  </a:lnTo>
                  <a:lnTo>
                    <a:pt x="9538" y="18341"/>
                  </a:lnTo>
                  <a:lnTo>
                    <a:pt x="9465" y="18231"/>
                  </a:lnTo>
                  <a:lnTo>
                    <a:pt x="9391" y="18084"/>
                  </a:lnTo>
                  <a:lnTo>
                    <a:pt x="9868" y="17937"/>
                  </a:lnTo>
                  <a:close/>
                  <a:moveTo>
                    <a:pt x="9098" y="18194"/>
                  </a:moveTo>
                  <a:lnTo>
                    <a:pt x="9171" y="18414"/>
                  </a:lnTo>
                  <a:lnTo>
                    <a:pt x="9245" y="18524"/>
                  </a:lnTo>
                  <a:lnTo>
                    <a:pt x="9318" y="18598"/>
                  </a:lnTo>
                  <a:lnTo>
                    <a:pt x="8841" y="18781"/>
                  </a:lnTo>
                  <a:lnTo>
                    <a:pt x="8768" y="18708"/>
                  </a:lnTo>
                  <a:lnTo>
                    <a:pt x="8694" y="18598"/>
                  </a:lnTo>
                  <a:lnTo>
                    <a:pt x="8621" y="18487"/>
                  </a:lnTo>
                  <a:lnTo>
                    <a:pt x="8584" y="18341"/>
                  </a:lnTo>
                  <a:lnTo>
                    <a:pt x="9098" y="18194"/>
                  </a:lnTo>
                  <a:close/>
                  <a:moveTo>
                    <a:pt x="8254" y="18414"/>
                  </a:moveTo>
                  <a:lnTo>
                    <a:pt x="8291" y="18561"/>
                  </a:lnTo>
                  <a:lnTo>
                    <a:pt x="8364" y="18744"/>
                  </a:lnTo>
                  <a:lnTo>
                    <a:pt x="8511" y="18928"/>
                  </a:lnTo>
                  <a:lnTo>
                    <a:pt x="8181" y="19038"/>
                  </a:lnTo>
                  <a:lnTo>
                    <a:pt x="8144" y="18964"/>
                  </a:lnTo>
                  <a:lnTo>
                    <a:pt x="8107" y="18928"/>
                  </a:lnTo>
                  <a:lnTo>
                    <a:pt x="7997" y="18854"/>
                  </a:lnTo>
                  <a:lnTo>
                    <a:pt x="7961" y="18818"/>
                  </a:lnTo>
                  <a:lnTo>
                    <a:pt x="7851" y="18634"/>
                  </a:lnTo>
                  <a:lnTo>
                    <a:pt x="7851" y="18561"/>
                  </a:lnTo>
                  <a:lnTo>
                    <a:pt x="8254" y="18414"/>
                  </a:lnTo>
                  <a:close/>
                  <a:moveTo>
                    <a:pt x="5246" y="18818"/>
                  </a:moveTo>
                  <a:lnTo>
                    <a:pt x="5430" y="18891"/>
                  </a:lnTo>
                  <a:lnTo>
                    <a:pt x="5650" y="18928"/>
                  </a:lnTo>
                  <a:lnTo>
                    <a:pt x="5870" y="18964"/>
                  </a:lnTo>
                  <a:lnTo>
                    <a:pt x="5943" y="19221"/>
                  </a:lnTo>
                  <a:lnTo>
                    <a:pt x="5760" y="19148"/>
                  </a:lnTo>
                  <a:lnTo>
                    <a:pt x="5576" y="19038"/>
                  </a:lnTo>
                  <a:lnTo>
                    <a:pt x="5393" y="18928"/>
                  </a:lnTo>
                  <a:lnTo>
                    <a:pt x="5246" y="18818"/>
                  </a:lnTo>
                  <a:close/>
                  <a:moveTo>
                    <a:pt x="7557" y="18634"/>
                  </a:moveTo>
                  <a:lnTo>
                    <a:pt x="7557" y="18781"/>
                  </a:lnTo>
                  <a:lnTo>
                    <a:pt x="7631" y="18928"/>
                  </a:lnTo>
                  <a:lnTo>
                    <a:pt x="7704" y="19038"/>
                  </a:lnTo>
                  <a:lnTo>
                    <a:pt x="7777" y="19148"/>
                  </a:lnTo>
                  <a:lnTo>
                    <a:pt x="7704" y="19184"/>
                  </a:lnTo>
                  <a:lnTo>
                    <a:pt x="7227" y="19294"/>
                  </a:lnTo>
                  <a:lnTo>
                    <a:pt x="7154" y="19184"/>
                  </a:lnTo>
                  <a:lnTo>
                    <a:pt x="7080" y="19074"/>
                  </a:lnTo>
                  <a:lnTo>
                    <a:pt x="6970" y="18928"/>
                  </a:lnTo>
                  <a:lnTo>
                    <a:pt x="6897" y="18781"/>
                  </a:lnTo>
                  <a:lnTo>
                    <a:pt x="7117" y="18708"/>
                  </a:lnTo>
                  <a:lnTo>
                    <a:pt x="7557" y="18634"/>
                  </a:lnTo>
                  <a:close/>
                  <a:moveTo>
                    <a:pt x="6604" y="18854"/>
                  </a:moveTo>
                  <a:lnTo>
                    <a:pt x="6677" y="19111"/>
                  </a:lnTo>
                  <a:lnTo>
                    <a:pt x="6750" y="19221"/>
                  </a:lnTo>
                  <a:lnTo>
                    <a:pt x="6824" y="19331"/>
                  </a:lnTo>
                  <a:lnTo>
                    <a:pt x="6493" y="19331"/>
                  </a:lnTo>
                  <a:lnTo>
                    <a:pt x="6493" y="19258"/>
                  </a:lnTo>
                  <a:lnTo>
                    <a:pt x="6493" y="19221"/>
                  </a:lnTo>
                  <a:lnTo>
                    <a:pt x="6420" y="19184"/>
                  </a:lnTo>
                  <a:lnTo>
                    <a:pt x="6383" y="19184"/>
                  </a:lnTo>
                  <a:lnTo>
                    <a:pt x="6310" y="19221"/>
                  </a:lnTo>
                  <a:lnTo>
                    <a:pt x="6273" y="19221"/>
                  </a:lnTo>
                  <a:lnTo>
                    <a:pt x="6200" y="19184"/>
                  </a:lnTo>
                  <a:lnTo>
                    <a:pt x="6163" y="19074"/>
                  </a:lnTo>
                  <a:lnTo>
                    <a:pt x="6127" y="18928"/>
                  </a:lnTo>
                  <a:lnTo>
                    <a:pt x="6604" y="18854"/>
                  </a:lnTo>
                  <a:close/>
                  <a:moveTo>
                    <a:pt x="10125" y="0"/>
                  </a:moveTo>
                  <a:lnTo>
                    <a:pt x="9721" y="37"/>
                  </a:lnTo>
                  <a:lnTo>
                    <a:pt x="9318" y="110"/>
                  </a:lnTo>
                  <a:lnTo>
                    <a:pt x="8804" y="220"/>
                  </a:lnTo>
                  <a:lnTo>
                    <a:pt x="8291" y="403"/>
                  </a:lnTo>
                  <a:lnTo>
                    <a:pt x="7300" y="734"/>
                  </a:lnTo>
                  <a:lnTo>
                    <a:pt x="5320" y="1504"/>
                  </a:lnTo>
                  <a:lnTo>
                    <a:pt x="3376" y="2274"/>
                  </a:lnTo>
                  <a:lnTo>
                    <a:pt x="2422" y="2678"/>
                  </a:lnTo>
                  <a:lnTo>
                    <a:pt x="1945" y="2898"/>
                  </a:lnTo>
                  <a:lnTo>
                    <a:pt x="1505" y="3118"/>
                  </a:lnTo>
                  <a:lnTo>
                    <a:pt x="1248" y="3301"/>
                  </a:lnTo>
                  <a:lnTo>
                    <a:pt x="955" y="3485"/>
                  </a:lnTo>
                  <a:lnTo>
                    <a:pt x="698" y="3742"/>
                  </a:lnTo>
                  <a:lnTo>
                    <a:pt x="441" y="3998"/>
                  </a:lnTo>
                  <a:lnTo>
                    <a:pt x="221" y="4292"/>
                  </a:lnTo>
                  <a:lnTo>
                    <a:pt x="74" y="4622"/>
                  </a:lnTo>
                  <a:lnTo>
                    <a:pt x="38" y="4769"/>
                  </a:lnTo>
                  <a:lnTo>
                    <a:pt x="38" y="4915"/>
                  </a:lnTo>
                  <a:lnTo>
                    <a:pt x="38" y="5099"/>
                  </a:lnTo>
                  <a:lnTo>
                    <a:pt x="74" y="5245"/>
                  </a:lnTo>
                  <a:lnTo>
                    <a:pt x="1" y="5282"/>
                  </a:lnTo>
                  <a:lnTo>
                    <a:pt x="1" y="5319"/>
                  </a:lnTo>
                  <a:lnTo>
                    <a:pt x="38" y="5722"/>
                  </a:lnTo>
                  <a:lnTo>
                    <a:pt x="148" y="6052"/>
                  </a:lnTo>
                  <a:lnTo>
                    <a:pt x="441" y="6786"/>
                  </a:lnTo>
                  <a:lnTo>
                    <a:pt x="1065" y="8400"/>
                  </a:lnTo>
                  <a:lnTo>
                    <a:pt x="2348" y="11665"/>
                  </a:lnTo>
                  <a:lnTo>
                    <a:pt x="2935" y="13315"/>
                  </a:lnTo>
                  <a:lnTo>
                    <a:pt x="3522" y="15003"/>
                  </a:lnTo>
                  <a:lnTo>
                    <a:pt x="4072" y="16653"/>
                  </a:lnTo>
                  <a:lnTo>
                    <a:pt x="4293" y="17424"/>
                  </a:lnTo>
                  <a:lnTo>
                    <a:pt x="4439" y="17827"/>
                  </a:lnTo>
                  <a:lnTo>
                    <a:pt x="4513" y="18047"/>
                  </a:lnTo>
                  <a:lnTo>
                    <a:pt x="4623" y="18231"/>
                  </a:lnTo>
                  <a:lnTo>
                    <a:pt x="4659" y="18451"/>
                  </a:lnTo>
                  <a:lnTo>
                    <a:pt x="4733" y="18634"/>
                  </a:lnTo>
                  <a:lnTo>
                    <a:pt x="4806" y="18781"/>
                  </a:lnTo>
                  <a:lnTo>
                    <a:pt x="4916" y="18928"/>
                  </a:lnTo>
                  <a:lnTo>
                    <a:pt x="5026" y="19074"/>
                  </a:lnTo>
                  <a:lnTo>
                    <a:pt x="5173" y="19221"/>
                  </a:lnTo>
                  <a:lnTo>
                    <a:pt x="5503" y="19404"/>
                  </a:lnTo>
                  <a:lnTo>
                    <a:pt x="5833" y="19551"/>
                  </a:lnTo>
                  <a:lnTo>
                    <a:pt x="6237" y="19661"/>
                  </a:lnTo>
                  <a:lnTo>
                    <a:pt x="6604" y="19698"/>
                  </a:lnTo>
                  <a:lnTo>
                    <a:pt x="7007" y="19698"/>
                  </a:lnTo>
                  <a:lnTo>
                    <a:pt x="7484" y="19625"/>
                  </a:lnTo>
                  <a:lnTo>
                    <a:pt x="7924" y="19515"/>
                  </a:lnTo>
                  <a:lnTo>
                    <a:pt x="8841" y="19184"/>
                  </a:lnTo>
                  <a:lnTo>
                    <a:pt x="11079" y="18341"/>
                  </a:lnTo>
                  <a:lnTo>
                    <a:pt x="13206" y="17570"/>
                  </a:lnTo>
                  <a:lnTo>
                    <a:pt x="13830" y="17314"/>
                  </a:lnTo>
                  <a:lnTo>
                    <a:pt x="14417" y="17020"/>
                  </a:lnTo>
                  <a:lnTo>
                    <a:pt x="14527" y="17020"/>
                  </a:lnTo>
                  <a:lnTo>
                    <a:pt x="14674" y="16947"/>
                  </a:lnTo>
                  <a:lnTo>
                    <a:pt x="14710" y="16873"/>
                  </a:lnTo>
                  <a:lnTo>
                    <a:pt x="14710" y="16837"/>
                  </a:lnTo>
                  <a:lnTo>
                    <a:pt x="14894" y="16690"/>
                  </a:lnTo>
                  <a:lnTo>
                    <a:pt x="15187" y="16433"/>
                  </a:lnTo>
                  <a:lnTo>
                    <a:pt x="15407" y="16103"/>
                  </a:lnTo>
                  <a:lnTo>
                    <a:pt x="15554" y="15773"/>
                  </a:lnTo>
                  <a:lnTo>
                    <a:pt x="15701" y="15406"/>
                  </a:lnTo>
                  <a:lnTo>
                    <a:pt x="15774" y="15039"/>
                  </a:lnTo>
                  <a:lnTo>
                    <a:pt x="15811" y="14636"/>
                  </a:lnTo>
                  <a:lnTo>
                    <a:pt x="15847" y="13866"/>
                  </a:lnTo>
                  <a:lnTo>
                    <a:pt x="15884" y="13829"/>
                  </a:lnTo>
                  <a:lnTo>
                    <a:pt x="15884" y="13756"/>
                  </a:lnTo>
                  <a:lnTo>
                    <a:pt x="15847" y="13572"/>
                  </a:lnTo>
                  <a:lnTo>
                    <a:pt x="15811" y="13389"/>
                  </a:lnTo>
                  <a:lnTo>
                    <a:pt x="15664" y="13059"/>
                  </a:lnTo>
                  <a:lnTo>
                    <a:pt x="15334" y="12178"/>
                  </a:lnTo>
                  <a:lnTo>
                    <a:pt x="14710" y="10564"/>
                  </a:lnTo>
                  <a:lnTo>
                    <a:pt x="13500" y="7263"/>
                  </a:lnTo>
                  <a:lnTo>
                    <a:pt x="12326" y="3962"/>
                  </a:lnTo>
                  <a:lnTo>
                    <a:pt x="11776" y="2311"/>
                  </a:lnTo>
                  <a:lnTo>
                    <a:pt x="11446" y="1431"/>
                  </a:lnTo>
                  <a:lnTo>
                    <a:pt x="11372" y="1174"/>
                  </a:lnTo>
                  <a:lnTo>
                    <a:pt x="11409" y="1027"/>
                  </a:lnTo>
                  <a:lnTo>
                    <a:pt x="11409" y="917"/>
                  </a:lnTo>
                  <a:lnTo>
                    <a:pt x="11372" y="770"/>
                  </a:lnTo>
                  <a:lnTo>
                    <a:pt x="11299" y="624"/>
                  </a:lnTo>
                  <a:lnTo>
                    <a:pt x="11152" y="403"/>
                  </a:lnTo>
                  <a:lnTo>
                    <a:pt x="10895" y="220"/>
                  </a:lnTo>
                  <a:lnTo>
                    <a:pt x="10712" y="110"/>
                  </a:lnTo>
                  <a:lnTo>
                    <a:pt x="10528" y="37"/>
                  </a:lnTo>
                  <a:lnTo>
                    <a:pt x="10345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2" name="Google Shape;295;p5">
              <a:extLst>
                <a:ext uri="{FF2B5EF4-FFF2-40B4-BE49-F238E27FC236}">
                  <a16:creationId xmlns:a16="http://schemas.microsoft.com/office/drawing/2014/main" id="{7B640E5D-809D-4931-86D2-D4FAFF8E8B1F}"/>
                </a:ext>
              </a:extLst>
            </p:cNvPr>
            <p:cNvSpPr/>
            <p:nvPr/>
          </p:nvSpPr>
          <p:spPr>
            <a:xfrm>
              <a:off x="6991200" y="2879025"/>
              <a:ext cx="390675" cy="444800"/>
            </a:xfrm>
            <a:custGeom>
              <a:avLst/>
              <a:gdLst/>
              <a:ahLst/>
              <a:cxnLst/>
              <a:rect l="l" t="t" r="r" b="b"/>
              <a:pathLst>
                <a:path w="15627" h="17792" extrusionOk="0">
                  <a:moveTo>
                    <a:pt x="10528" y="1"/>
                  </a:moveTo>
                  <a:lnTo>
                    <a:pt x="10455" y="37"/>
                  </a:lnTo>
                  <a:lnTo>
                    <a:pt x="10308" y="221"/>
                  </a:lnTo>
                  <a:lnTo>
                    <a:pt x="10198" y="441"/>
                  </a:lnTo>
                  <a:lnTo>
                    <a:pt x="10015" y="881"/>
                  </a:lnTo>
                  <a:lnTo>
                    <a:pt x="9831" y="1468"/>
                  </a:lnTo>
                  <a:lnTo>
                    <a:pt x="9685" y="2091"/>
                  </a:lnTo>
                  <a:lnTo>
                    <a:pt x="9685" y="2201"/>
                  </a:lnTo>
                  <a:lnTo>
                    <a:pt x="9721" y="2311"/>
                  </a:lnTo>
                  <a:lnTo>
                    <a:pt x="9795" y="2348"/>
                  </a:lnTo>
                  <a:lnTo>
                    <a:pt x="9868" y="2385"/>
                  </a:lnTo>
                  <a:lnTo>
                    <a:pt x="9941" y="2421"/>
                  </a:lnTo>
                  <a:lnTo>
                    <a:pt x="10051" y="2385"/>
                  </a:lnTo>
                  <a:lnTo>
                    <a:pt x="10125" y="2311"/>
                  </a:lnTo>
                  <a:lnTo>
                    <a:pt x="10198" y="2238"/>
                  </a:lnTo>
                  <a:lnTo>
                    <a:pt x="10235" y="2055"/>
                  </a:lnTo>
                  <a:lnTo>
                    <a:pt x="10235" y="2018"/>
                  </a:lnTo>
                  <a:lnTo>
                    <a:pt x="10235" y="1981"/>
                  </a:lnTo>
                  <a:lnTo>
                    <a:pt x="10455" y="1138"/>
                  </a:lnTo>
                  <a:lnTo>
                    <a:pt x="10638" y="624"/>
                  </a:lnTo>
                  <a:lnTo>
                    <a:pt x="10675" y="367"/>
                  </a:lnTo>
                  <a:lnTo>
                    <a:pt x="10712" y="111"/>
                  </a:lnTo>
                  <a:lnTo>
                    <a:pt x="10675" y="37"/>
                  </a:lnTo>
                  <a:lnTo>
                    <a:pt x="10602" y="1"/>
                  </a:lnTo>
                  <a:close/>
                  <a:moveTo>
                    <a:pt x="3559" y="1028"/>
                  </a:moveTo>
                  <a:lnTo>
                    <a:pt x="3522" y="1064"/>
                  </a:lnTo>
                  <a:lnTo>
                    <a:pt x="3485" y="1101"/>
                  </a:lnTo>
                  <a:lnTo>
                    <a:pt x="3485" y="1138"/>
                  </a:lnTo>
                  <a:lnTo>
                    <a:pt x="3559" y="1321"/>
                  </a:lnTo>
                  <a:lnTo>
                    <a:pt x="3669" y="1468"/>
                  </a:lnTo>
                  <a:lnTo>
                    <a:pt x="3889" y="1761"/>
                  </a:lnTo>
                  <a:lnTo>
                    <a:pt x="4109" y="2055"/>
                  </a:lnTo>
                  <a:lnTo>
                    <a:pt x="4366" y="2348"/>
                  </a:lnTo>
                  <a:lnTo>
                    <a:pt x="4476" y="2605"/>
                  </a:lnTo>
                  <a:lnTo>
                    <a:pt x="4586" y="2862"/>
                  </a:lnTo>
                  <a:lnTo>
                    <a:pt x="4696" y="2972"/>
                  </a:lnTo>
                  <a:lnTo>
                    <a:pt x="4769" y="3045"/>
                  </a:lnTo>
                  <a:lnTo>
                    <a:pt x="4916" y="3082"/>
                  </a:lnTo>
                  <a:lnTo>
                    <a:pt x="5063" y="3082"/>
                  </a:lnTo>
                  <a:lnTo>
                    <a:pt x="5136" y="3045"/>
                  </a:lnTo>
                  <a:lnTo>
                    <a:pt x="5209" y="3008"/>
                  </a:lnTo>
                  <a:lnTo>
                    <a:pt x="5246" y="2935"/>
                  </a:lnTo>
                  <a:lnTo>
                    <a:pt x="5246" y="2862"/>
                  </a:lnTo>
                  <a:lnTo>
                    <a:pt x="5209" y="2715"/>
                  </a:lnTo>
                  <a:lnTo>
                    <a:pt x="5173" y="2642"/>
                  </a:lnTo>
                  <a:lnTo>
                    <a:pt x="5099" y="2605"/>
                  </a:lnTo>
                  <a:lnTo>
                    <a:pt x="4989" y="2605"/>
                  </a:lnTo>
                  <a:lnTo>
                    <a:pt x="4989" y="2568"/>
                  </a:lnTo>
                  <a:lnTo>
                    <a:pt x="4989" y="2495"/>
                  </a:lnTo>
                  <a:lnTo>
                    <a:pt x="4953" y="2385"/>
                  </a:lnTo>
                  <a:lnTo>
                    <a:pt x="4806" y="2128"/>
                  </a:lnTo>
                  <a:lnTo>
                    <a:pt x="4623" y="1871"/>
                  </a:lnTo>
                  <a:lnTo>
                    <a:pt x="4402" y="1615"/>
                  </a:lnTo>
                  <a:lnTo>
                    <a:pt x="4146" y="1394"/>
                  </a:lnTo>
                  <a:lnTo>
                    <a:pt x="3889" y="1174"/>
                  </a:lnTo>
                  <a:lnTo>
                    <a:pt x="3595" y="1028"/>
                  </a:lnTo>
                  <a:close/>
                  <a:moveTo>
                    <a:pt x="15334" y="3999"/>
                  </a:moveTo>
                  <a:lnTo>
                    <a:pt x="15260" y="4035"/>
                  </a:lnTo>
                  <a:lnTo>
                    <a:pt x="15187" y="4109"/>
                  </a:lnTo>
                  <a:lnTo>
                    <a:pt x="15077" y="4182"/>
                  </a:lnTo>
                  <a:lnTo>
                    <a:pt x="14967" y="4256"/>
                  </a:lnTo>
                  <a:lnTo>
                    <a:pt x="14820" y="4329"/>
                  </a:lnTo>
                  <a:lnTo>
                    <a:pt x="14673" y="4329"/>
                  </a:lnTo>
                  <a:lnTo>
                    <a:pt x="14527" y="4402"/>
                  </a:lnTo>
                  <a:lnTo>
                    <a:pt x="14490" y="4439"/>
                  </a:lnTo>
                  <a:lnTo>
                    <a:pt x="14453" y="4549"/>
                  </a:lnTo>
                  <a:lnTo>
                    <a:pt x="14417" y="4586"/>
                  </a:lnTo>
                  <a:lnTo>
                    <a:pt x="14380" y="4622"/>
                  </a:lnTo>
                  <a:lnTo>
                    <a:pt x="14233" y="4732"/>
                  </a:lnTo>
                  <a:lnTo>
                    <a:pt x="13940" y="4842"/>
                  </a:lnTo>
                  <a:lnTo>
                    <a:pt x="13720" y="4989"/>
                  </a:lnTo>
                  <a:lnTo>
                    <a:pt x="13536" y="5173"/>
                  </a:lnTo>
                  <a:lnTo>
                    <a:pt x="13499" y="5246"/>
                  </a:lnTo>
                  <a:lnTo>
                    <a:pt x="13499" y="5319"/>
                  </a:lnTo>
                  <a:lnTo>
                    <a:pt x="13573" y="5356"/>
                  </a:lnTo>
                  <a:lnTo>
                    <a:pt x="13830" y="5356"/>
                  </a:lnTo>
                  <a:lnTo>
                    <a:pt x="14013" y="5319"/>
                  </a:lnTo>
                  <a:lnTo>
                    <a:pt x="14380" y="5173"/>
                  </a:lnTo>
                  <a:lnTo>
                    <a:pt x="14673" y="5026"/>
                  </a:lnTo>
                  <a:lnTo>
                    <a:pt x="14783" y="4953"/>
                  </a:lnTo>
                  <a:lnTo>
                    <a:pt x="14857" y="4806"/>
                  </a:lnTo>
                  <a:lnTo>
                    <a:pt x="15077" y="4769"/>
                  </a:lnTo>
                  <a:lnTo>
                    <a:pt x="15260" y="4659"/>
                  </a:lnTo>
                  <a:lnTo>
                    <a:pt x="15370" y="4696"/>
                  </a:lnTo>
                  <a:lnTo>
                    <a:pt x="15444" y="4696"/>
                  </a:lnTo>
                  <a:lnTo>
                    <a:pt x="15554" y="4622"/>
                  </a:lnTo>
                  <a:lnTo>
                    <a:pt x="15627" y="4549"/>
                  </a:lnTo>
                  <a:lnTo>
                    <a:pt x="15627" y="4476"/>
                  </a:lnTo>
                  <a:lnTo>
                    <a:pt x="15590" y="4366"/>
                  </a:lnTo>
                  <a:lnTo>
                    <a:pt x="15627" y="4329"/>
                  </a:lnTo>
                  <a:lnTo>
                    <a:pt x="15627" y="4256"/>
                  </a:lnTo>
                  <a:lnTo>
                    <a:pt x="15590" y="4182"/>
                  </a:lnTo>
                  <a:lnTo>
                    <a:pt x="15554" y="4109"/>
                  </a:lnTo>
                  <a:lnTo>
                    <a:pt x="15480" y="4035"/>
                  </a:lnTo>
                  <a:lnTo>
                    <a:pt x="15407" y="4035"/>
                  </a:lnTo>
                  <a:lnTo>
                    <a:pt x="15334" y="3999"/>
                  </a:lnTo>
                  <a:close/>
                  <a:moveTo>
                    <a:pt x="2238" y="7447"/>
                  </a:moveTo>
                  <a:lnTo>
                    <a:pt x="2128" y="7484"/>
                  </a:lnTo>
                  <a:lnTo>
                    <a:pt x="1064" y="7960"/>
                  </a:lnTo>
                  <a:lnTo>
                    <a:pt x="477" y="8217"/>
                  </a:lnTo>
                  <a:lnTo>
                    <a:pt x="257" y="8364"/>
                  </a:lnTo>
                  <a:lnTo>
                    <a:pt x="147" y="8474"/>
                  </a:lnTo>
                  <a:lnTo>
                    <a:pt x="111" y="8437"/>
                  </a:lnTo>
                  <a:lnTo>
                    <a:pt x="74" y="8437"/>
                  </a:lnTo>
                  <a:lnTo>
                    <a:pt x="1" y="8511"/>
                  </a:lnTo>
                  <a:lnTo>
                    <a:pt x="1" y="8584"/>
                  </a:lnTo>
                  <a:lnTo>
                    <a:pt x="37" y="8621"/>
                  </a:lnTo>
                  <a:lnTo>
                    <a:pt x="111" y="8694"/>
                  </a:lnTo>
                  <a:lnTo>
                    <a:pt x="221" y="8731"/>
                  </a:lnTo>
                  <a:lnTo>
                    <a:pt x="367" y="8694"/>
                  </a:lnTo>
                  <a:lnTo>
                    <a:pt x="514" y="8657"/>
                  </a:lnTo>
                  <a:lnTo>
                    <a:pt x="808" y="8547"/>
                  </a:lnTo>
                  <a:lnTo>
                    <a:pt x="1028" y="8474"/>
                  </a:lnTo>
                  <a:lnTo>
                    <a:pt x="2385" y="7887"/>
                  </a:lnTo>
                  <a:lnTo>
                    <a:pt x="2458" y="7850"/>
                  </a:lnTo>
                  <a:lnTo>
                    <a:pt x="2532" y="7777"/>
                  </a:lnTo>
                  <a:lnTo>
                    <a:pt x="2532" y="7667"/>
                  </a:lnTo>
                  <a:lnTo>
                    <a:pt x="2495" y="7594"/>
                  </a:lnTo>
                  <a:lnTo>
                    <a:pt x="2422" y="7520"/>
                  </a:lnTo>
                  <a:lnTo>
                    <a:pt x="2348" y="7484"/>
                  </a:lnTo>
                  <a:lnTo>
                    <a:pt x="2238" y="7447"/>
                  </a:lnTo>
                  <a:close/>
                  <a:moveTo>
                    <a:pt x="6677" y="7814"/>
                  </a:moveTo>
                  <a:lnTo>
                    <a:pt x="6603" y="7887"/>
                  </a:lnTo>
                  <a:lnTo>
                    <a:pt x="6603" y="7960"/>
                  </a:lnTo>
                  <a:lnTo>
                    <a:pt x="6603" y="8070"/>
                  </a:lnTo>
                  <a:lnTo>
                    <a:pt x="6933" y="8474"/>
                  </a:lnTo>
                  <a:lnTo>
                    <a:pt x="7044" y="8694"/>
                  </a:lnTo>
                  <a:lnTo>
                    <a:pt x="7154" y="8914"/>
                  </a:lnTo>
                  <a:lnTo>
                    <a:pt x="7227" y="8951"/>
                  </a:lnTo>
                  <a:lnTo>
                    <a:pt x="7264" y="8987"/>
                  </a:lnTo>
                  <a:lnTo>
                    <a:pt x="7410" y="8987"/>
                  </a:lnTo>
                  <a:lnTo>
                    <a:pt x="7594" y="8877"/>
                  </a:lnTo>
                  <a:lnTo>
                    <a:pt x="7777" y="8767"/>
                  </a:lnTo>
                  <a:lnTo>
                    <a:pt x="7924" y="8621"/>
                  </a:lnTo>
                  <a:lnTo>
                    <a:pt x="7924" y="8657"/>
                  </a:lnTo>
                  <a:lnTo>
                    <a:pt x="7997" y="8767"/>
                  </a:lnTo>
                  <a:lnTo>
                    <a:pt x="8071" y="8877"/>
                  </a:lnTo>
                  <a:lnTo>
                    <a:pt x="8181" y="8951"/>
                  </a:lnTo>
                  <a:lnTo>
                    <a:pt x="8327" y="9024"/>
                  </a:lnTo>
                  <a:lnTo>
                    <a:pt x="8584" y="9061"/>
                  </a:lnTo>
                  <a:lnTo>
                    <a:pt x="8768" y="9061"/>
                  </a:lnTo>
                  <a:lnTo>
                    <a:pt x="8951" y="8987"/>
                  </a:lnTo>
                  <a:lnTo>
                    <a:pt x="9281" y="8841"/>
                  </a:lnTo>
                  <a:lnTo>
                    <a:pt x="9611" y="8657"/>
                  </a:lnTo>
                  <a:lnTo>
                    <a:pt x="9721" y="8547"/>
                  </a:lnTo>
                  <a:lnTo>
                    <a:pt x="9758" y="8474"/>
                  </a:lnTo>
                  <a:lnTo>
                    <a:pt x="9758" y="8364"/>
                  </a:lnTo>
                  <a:lnTo>
                    <a:pt x="9685" y="8254"/>
                  </a:lnTo>
                  <a:lnTo>
                    <a:pt x="9648" y="8217"/>
                  </a:lnTo>
                  <a:lnTo>
                    <a:pt x="9464" y="8217"/>
                  </a:lnTo>
                  <a:lnTo>
                    <a:pt x="9428" y="8291"/>
                  </a:lnTo>
                  <a:lnTo>
                    <a:pt x="9244" y="8437"/>
                  </a:lnTo>
                  <a:lnTo>
                    <a:pt x="8988" y="8547"/>
                  </a:lnTo>
                  <a:lnTo>
                    <a:pt x="8768" y="8621"/>
                  </a:lnTo>
                  <a:lnTo>
                    <a:pt x="8584" y="8657"/>
                  </a:lnTo>
                  <a:lnTo>
                    <a:pt x="8474" y="8657"/>
                  </a:lnTo>
                  <a:lnTo>
                    <a:pt x="8401" y="8621"/>
                  </a:lnTo>
                  <a:lnTo>
                    <a:pt x="8364" y="8584"/>
                  </a:lnTo>
                  <a:lnTo>
                    <a:pt x="8327" y="8547"/>
                  </a:lnTo>
                  <a:lnTo>
                    <a:pt x="8254" y="8254"/>
                  </a:lnTo>
                  <a:lnTo>
                    <a:pt x="8181" y="8144"/>
                  </a:lnTo>
                  <a:lnTo>
                    <a:pt x="8071" y="8107"/>
                  </a:lnTo>
                  <a:lnTo>
                    <a:pt x="7961" y="8107"/>
                  </a:lnTo>
                  <a:lnTo>
                    <a:pt x="7887" y="8144"/>
                  </a:lnTo>
                  <a:lnTo>
                    <a:pt x="7740" y="8254"/>
                  </a:lnTo>
                  <a:lnTo>
                    <a:pt x="7630" y="8401"/>
                  </a:lnTo>
                  <a:lnTo>
                    <a:pt x="7410" y="8547"/>
                  </a:lnTo>
                  <a:lnTo>
                    <a:pt x="7264" y="8364"/>
                  </a:lnTo>
                  <a:lnTo>
                    <a:pt x="7117" y="8180"/>
                  </a:lnTo>
                  <a:lnTo>
                    <a:pt x="6970" y="7997"/>
                  </a:lnTo>
                  <a:lnTo>
                    <a:pt x="6787" y="7850"/>
                  </a:lnTo>
                  <a:lnTo>
                    <a:pt x="6713" y="7814"/>
                  </a:lnTo>
                  <a:close/>
                  <a:moveTo>
                    <a:pt x="12876" y="11005"/>
                  </a:moveTo>
                  <a:lnTo>
                    <a:pt x="12803" y="11042"/>
                  </a:lnTo>
                  <a:lnTo>
                    <a:pt x="12766" y="11078"/>
                  </a:lnTo>
                  <a:lnTo>
                    <a:pt x="12766" y="11152"/>
                  </a:lnTo>
                  <a:lnTo>
                    <a:pt x="12729" y="11225"/>
                  </a:lnTo>
                  <a:lnTo>
                    <a:pt x="12766" y="11298"/>
                  </a:lnTo>
                  <a:lnTo>
                    <a:pt x="12986" y="11702"/>
                  </a:lnTo>
                  <a:lnTo>
                    <a:pt x="13279" y="12069"/>
                  </a:lnTo>
                  <a:lnTo>
                    <a:pt x="13499" y="12399"/>
                  </a:lnTo>
                  <a:lnTo>
                    <a:pt x="13646" y="12509"/>
                  </a:lnTo>
                  <a:lnTo>
                    <a:pt x="13830" y="12619"/>
                  </a:lnTo>
                  <a:lnTo>
                    <a:pt x="13976" y="12619"/>
                  </a:lnTo>
                  <a:lnTo>
                    <a:pt x="14013" y="12582"/>
                  </a:lnTo>
                  <a:lnTo>
                    <a:pt x="14086" y="12546"/>
                  </a:lnTo>
                  <a:lnTo>
                    <a:pt x="14160" y="12436"/>
                  </a:lnTo>
                  <a:lnTo>
                    <a:pt x="14160" y="12325"/>
                  </a:lnTo>
                  <a:lnTo>
                    <a:pt x="14160" y="12252"/>
                  </a:lnTo>
                  <a:lnTo>
                    <a:pt x="14123" y="12142"/>
                  </a:lnTo>
                  <a:lnTo>
                    <a:pt x="14086" y="12069"/>
                  </a:lnTo>
                  <a:lnTo>
                    <a:pt x="14050" y="12032"/>
                  </a:lnTo>
                  <a:lnTo>
                    <a:pt x="13903" y="12032"/>
                  </a:lnTo>
                  <a:lnTo>
                    <a:pt x="13830" y="11885"/>
                  </a:lnTo>
                  <a:lnTo>
                    <a:pt x="13573" y="11592"/>
                  </a:lnTo>
                  <a:lnTo>
                    <a:pt x="13316" y="11298"/>
                  </a:lnTo>
                  <a:lnTo>
                    <a:pt x="13059" y="11042"/>
                  </a:lnTo>
                  <a:lnTo>
                    <a:pt x="13023" y="11005"/>
                  </a:lnTo>
                  <a:close/>
                  <a:moveTo>
                    <a:pt x="8181" y="3192"/>
                  </a:moveTo>
                  <a:lnTo>
                    <a:pt x="8511" y="3228"/>
                  </a:lnTo>
                  <a:lnTo>
                    <a:pt x="8878" y="3265"/>
                  </a:lnTo>
                  <a:lnTo>
                    <a:pt x="9208" y="3339"/>
                  </a:lnTo>
                  <a:lnTo>
                    <a:pt x="9538" y="3412"/>
                  </a:lnTo>
                  <a:lnTo>
                    <a:pt x="9868" y="3522"/>
                  </a:lnTo>
                  <a:lnTo>
                    <a:pt x="10198" y="3669"/>
                  </a:lnTo>
                  <a:lnTo>
                    <a:pt x="10528" y="3852"/>
                  </a:lnTo>
                  <a:lnTo>
                    <a:pt x="10822" y="4035"/>
                  </a:lnTo>
                  <a:lnTo>
                    <a:pt x="11078" y="4256"/>
                  </a:lnTo>
                  <a:lnTo>
                    <a:pt x="11335" y="4476"/>
                  </a:lnTo>
                  <a:lnTo>
                    <a:pt x="11592" y="4732"/>
                  </a:lnTo>
                  <a:lnTo>
                    <a:pt x="11812" y="4989"/>
                  </a:lnTo>
                  <a:lnTo>
                    <a:pt x="11996" y="5319"/>
                  </a:lnTo>
                  <a:lnTo>
                    <a:pt x="12142" y="5576"/>
                  </a:lnTo>
                  <a:lnTo>
                    <a:pt x="12252" y="5870"/>
                  </a:lnTo>
                  <a:lnTo>
                    <a:pt x="12362" y="6200"/>
                  </a:lnTo>
                  <a:lnTo>
                    <a:pt x="12436" y="6530"/>
                  </a:lnTo>
                  <a:lnTo>
                    <a:pt x="12509" y="6823"/>
                  </a:lnTo>
                  <a:lnTo>
                    <a:pt x="12509" y="7153"/>
                  </a:lnTo>
                  <a:lnTo>
                    <a:pt x="12509" y="7484"/>
                  </a:lnTo>
                  <a:lnTo>
                    <a:pt x="12472" y="7814"/>
                  </a:lnTo>
                  <a:lnTo>
                    <a:pt x="12399" y="8144"/>
                  </a:lnTo>
                  <a:lnTo>
                    <a:pt x="12289" y="8511"/>
                  </a:lnTo>
                  <a:lnTo>
                    <a:pt x="12142" y="8804"/>
                  </a:lnTo>
                  <a:lnTo>
                    <a:pt x="11996" y="9134"/>
                  </a:lnTo>
                  <a:lnTo>
                    <a:pt x="11812" y="9428"/>
                  </a:lnTo>
                  <a:lnTo>
                    <a:pt x="11592" y="9721"/>
                  </a:lnTo>
                  <a:lnTo>
                    <a:pt x="11115" y="10271"/>
                  </a:lnTo>
                  <a:lnTo>
                    <a:pt x="10345" y="11115"/>
                  </a:lnTo>
                  <a:lnTo>
                    <a:pt x="9941" y="11555"/>
                  </a:lnTo>
                  <a:lnTo>
                    <a:pt x="9575" y="12032"/>
                  </a:lnTo>
                  <a:lnTo>
                    <a:pt x="9281" y="12509"/>
                  </a:lnTo>
                  <a:lnTo>
                    <a:pt x="8988" y="13022"/>
                  </a:lnTo>
                  <a:lnTo>
                    <a:pt x="8914" y="13279"/>
                  </a:lnTo>
                  <a:lnTo>
                    <a:pt x="8804" y="13573"/>
                  </a:lnTo>
                  <a:lnTo>
                    <a:pt x="8768" y="13829"/>
                  </a:lnTo>
                  <a:lnTo>
                    <a:pt x="8731" y="14123"/>
                  </a:lnTo>
                  <a:lnTo>
                    <a:pt x="8217" y="14013"/>
                  </a:lnTo>
                  <a:lnTo>
                    <a:pt x="7704" y="13939"/>
                  </a:lnTo>
                  <a:lnTo>
                    <a:pt x="8584" y="11665"/>
                  </a:lnTo>
                  <a:lnTo>
                    <a:pt x="9061" y="10418"/>
                  </a:lnTo>
                  <a:lnTo>
                    <a:pt x="9318" y="9831"/>
                  </a:lnTo>
                  <a:lnTo>
                    <a:pt x="9391" y="9538"/>
                  </a:lnTo>
                  <a:lnTo>
                    <a:pt x="9391" y="9391"/>
                  </a:lnTo>
                  <a:lnTo>
                    <a:pt x="9354" y="9244"/>
                  </a:lnTo>
                  <a:lnTo>
                    <a:pt x="9318" y="9208"/>
                  </a:lnTo>
                  <a:lnTo>
                    <a:pt x="9281" y="9208"/>
                  </a:lnTo>
                  <a:lnTo>
                    <a:pt x="9171" y="9281"/>
                  </a:lnTo>
                  <a:lnTo>
                    <a:pt x="9098" y="9391"/>
                  </a:lnTo>
                  <a:lnTo>
                    <a:pt x="8988" y="9611"/>
                  </a:lnTo>
                  <a:lnTo>
                    <a:pt x="8768" y="10088"/>
                  </a:lnTo>
                  <a:lnTo>
                    <a:pt x="8217" y="11445"/>
                  </a:lnTo>
                  <a:lnTo>
                    <a:pt x="7337" y="13719"/>
                  </a:lnTo>
                  <a:lnTo>
                    <a:pt x="7227" y="13903"/>
                  </a:lnTo>
                  <a:lnTo>
                    <a:pt x="6970" y="13829"/>
                  </a:lnTo>
                  <a:lnTo>
                    <a:pt x="6420" y="13683"/>
                  </a:lnTo>
                  <a:lnTo>
                    <a:pt x="6420" y="13646"/>
                  </a:lnTo>
                  <a:lnTo>
                    <a:pt x="6493" y="13389"/>
                  </a:lnTo>
                  <a:lnTo>
                    <a:pt x="6530" y="13096"/>
                  </a:lnTo>
                  <a:lnTo>
                    <a:pt x="6530" y="12546"/>
                  </a:lnTo>
                  <a:lnTo>
                    <a:pt x="6603" y="11372"/>
                  </a:lnTo>
                  <a:lnTo>
                    <a:pt x="6677" y="10125"/>
                  </a:lnTo>
                  <a:lnTo>
                    <a:pt x="6713" y="9501"/>
                  </a:lnTo>
                  <a:lnTo>
                    <a:pt x="6677" y="8877"/>
                  </a:lnTo>
                  <a:lnTo>
                    <a:pt x="6677" y="8804"/>
                  </a:lnTo>
                  <a:lnTo>
                    <a:pt x="6640" y="8767"/>
                  </a:lnTo>
                  <a:lnTo>
                    <a:pt x="6530" y="8694"/>
                  </a:lnTo>
                  <a:lnTo>
                    <a:pt x="6420" y="8731"/>
                  </a:lnTo>
                  <a:lnTo>
                    <a:pt x="6383" y="8767"/>
                  </a:lnTo>
                  <a:lnTo>
                    <a:pt x="6347" y="8841"/>
                  </a:lnTo>
                  <a:lnTo>
                    <a:pt x="6273" y="9391"/>
                  </a:lnTo>
                  <a:lnTo>
                    <a:pt x="6237" y="9978"/>
                  </a:lnTo>
                  <a:lnTo>
                    <a:pt x="6200" y="11115"/>
                  </a:lnTo>
                  <a:lnTo>
                    <a:pt x="6090" y="12289"/>
                  </a:lnTo>
                  <a:lnTo>
                    <a:pt x="6016" y="12912"/>
                  </a:lnTo>
                  <a:lnTo>
                    <a:pt x="6016" y="13206"/>
                  </a:lnTo>
                  <a:lnTo>
                    <a:pt x="6016" y="13536"/>
                  </a:lnTo>
                  <a:lnTo>
                    <a:pt x="5540" y="13353"/>
                  </a:lnTo>
                  <a:lnTo>
                    <a:pt x="5099" y="13206"/>
                  </a:lnTo>
                  <a:lnTo>
                    <a:pt x="4623" y="13132"/>
                  </a:lnTo>
                  <a:lnTo>
                    <a:pt x="4182" y="13132"/>
                  </a:lnTo>
                  <a:lnTo>
                    <a:pt x="4329" y="12876"/>
                  </a:lnTo>
                  <a:lnTo>
                    <a:pt x="4439" y="12619"/>
                  </a:lnTo>
                  <a:lnTo>
                    <a:pt x="4549" y="12362"/>
                  </a:lnTo>
                  <a:lnTo>
                    <a:pt x="4623" y="12069"/>
                  </a:lnTo>
                  <a:lnTo>
                    <a:pt x="4696" y="11482"/>
                  </a:lnTo>
                  <a:lnTo>
                    <a:pt x="4696" y="10895"/>
                  </a:lnTo>
                  <a:lnTo>
                    <a:pt x="4623" y="10161"/>
                  </a:lnTo>
                  <a:lnTo>
                    <a:pt x="4512" y="9428"/>
                  </a:lnTo>
                  <a:lnTo>
                    <a:pt x="4366" y="8694"/>
                  </a:lnTo>
                  <a:lnTo>
                    <a:pt x="4219" y="7960"/>
                  </a:lnTo>
                  <a:lnTo>
                    <a:pt x="4182" y="7594"/>
                  </a:lnTo>
                  <a:lnTo>
                    <a:pt x="4182" y="7190"/>
                  </a:lnTo>
                  <a:lnTo>
                    <a:pt x="4182" y="6823"/>
                  </a:lnTo>
                  <a:lnTo>
                    <a:pt x="4219" y="6456"/>
                  </a:lnTo>
                  <a:lnTo>
                    <a:pt x="4292" y="6090"/>
                  </a:lnTo>
                  <a:lnTo>
                    <a:pt x="4439" y="5760"/>
                  </a:lnTo>
                  <a:lnTo>
                    <a:pt x="4586" y="5429"/>
                  </a:lnTo>
                  <a:lnTo>
                    <a:pt x="4769" y="5063"/>
                  </a:lnTo>
                  <a:lnTo>
                    <a:pt x="5026" y="4769"/>
                  </a:lnTo>
                  <a:lnTo>
                    <a:pt x="5246" y="4476"/>
                  </a:lnTo>
                  <a:lnTo>
                    <a:pt x="5503" y="4219"/>
                  </a:lnTo>
                  <a:lnTo>
                    <a:pt x="5796" y="3999"/>
                  </a:lnTo>
                  <a:lnTo>
                    <a:pt x="6090" y="3779"/>
                  </a:lnTo>
                  <a:lnTo>
                    <a:pt x="6420" y="3595"/>
                  </a:lnTo>
                  <a:lnTo>
                    <a:pt x="6787" y="3449"/>
                  </a:lnTo>
                  <a:lnTo>
                    <a:pt x="7117" y="3339"/>
                  </a:lnTo>
                  <a:lnTo>
                    <a:pt x="7484" y="3265"/>
                  </a:lnTo>
                  <a:lnTo>
                    <a:pt x="7814" y="3228"/>
                  </a:lnTo>
                  <a:lnTo>
                    <a:pt x="8181" y="3192"/>
                  </a:lnTo>
                  <a:close/>
                  <a:moveTo>
                    <a:pt x="3962" y="13426"/>
                  </a:moveTo>
                  <a:lnTo>
                    <a:pt x="4623" y="13536"/>
                  </a:lnTo>
                  <a:lnTo>
                    <a:pt x="5246" y="13719"/>
                  </a:lnTo>
                  <a:lnTo>
                    <a:pt x="5943" y="13939"/>
                  </a:lnTo>
                  <a:lnTo>
                    <a:pt x="6603" y="14196"/>
                  </a:lnTo>
                  <a:lnTo>
                    <a:pt x="6860" y="14270"/>
                  </a:lnTo>
                  <a:lnTo>
                    <a:pt x="7154" y="14306"/>
                  </a:lnTo>
                  <a:lnTo>
                    <a:pt x="7704" y="14380"/>
                  </a:lnTo>
                  <a:lnTo>
                    <a:pt x="8217" y="14490"/>
                  </a:lnTo>
                  <a:lnTo>
                    <a:pt x="8474" y="14563"/>
                  </a:lnTo>
                  <a:lnTo>
                    <a:pt x="8731" y="14636"/>
                  </a:lnTo>
                  <a:lnTo>
                    <a:pt x="8768" y="14783"/>
                  </a:lnTo>
                  <a:lnTo>
                    <a:pt x="8841" y="14857"/>
                  </a:lnTo>
                  <a:lnTo>
                    <a:pt x="8951" y="14893"/>
                  </a:lnTo>
                  <a:lnTo>
                    <a:pt x="9061" y="14893"/>
                  </a:lnTo>
                  <a:lnTo>
                    <a:pt x="9061" y="15003"/>
                  </a:lnTo>
                  <a:lnTo>
                    <a:pt x="9024" y="15150"/>
                  </a:lnTo>
                  <a:lnTo>
                    <a:pt x="8914" y="15223"/>
                  </a:lnTo>
                  <a:lnTo>
                    <a:pt x="8768" y="15333"/>
                  </a:lnTo>
                  <a:lnTo>
                    <a:pt x="8034" y="15040"/>
                  </a:lnTo>
                  <a:lnTo>
                    <a:pt x="6383" y="14490"/>
                  </a:lnTo>
                  <a:lnTo>
                    <a:pt x="5576" y="14270"/>
                  </a:lnTo>
                  <a:lnTo>
                    <a:pt x="4769" y="14086"/>
                  </a:lnTo>
                  <a:lnTo>
                    <a:pt x="4292" y="14013"/>
                  </a:lnTo>
                  <a:lnTo>
                    <a:pt x="4072" y="14013"/>
                  </a:lnTo>
                  <a:lnTo>
                    <a:pt x="3852" y="14050"/>
                  </a:lnTo>
                  <a:lnTo>
                    <a:pt x="3742" y="14013"/>
                  </a:lnTo>
                  <a:lnTo>
                    <a:pt x="3669" y="13939"/>
                  </a:lnTo>
                  <a:lnTo>
                    <a:pt x="3632" y="13829"/>
                  </a:lnTo>
                  <a:lnTo>
                    <a:pt x="3632" y="13719"/>
                  </a:lnTo>
                  <a:lnTo>
                    <a:pt x="3632" y="13609"/>
                  </a:lnTo>
                  <a:lnTo>
                    <a:pt x="3705" y="13536"/>
                  </a:lnTo>
                  <a:lnTo>
                    <a:pt x="3816" y="13463"/>
                  </a:lnTo>
                  <a:lnTo>
                    <a:pt x="3926" y="13426"/>
                  </a:lnTo>
                  <a:close/>
                  <a:moveTo>
                    <a:pt x="4256" y="15737"/>
                  </a:moveTo>
                  <a:lnTo>
                    <a:pt x="4696" y="15847"/>
                  </a:lnTo>
                  <a:lnTo>
                    <a:pt x="4476" y="16067"/>
                  </a:lnTo>
                  <a:lnTo>
                    <a:pt x="4292" y="16287"/>
                  </a:lnTo>
                  <a:lnTo>
                    <a:pt x="4292" y="16250"/>
                  </a:lnTo>
                  <a:lnTo>
                    <a:pt x="4256" y="16140"/>
                  </a:lnTo>
                  <a:lnTo>
                    <a:pt x="4256" y="15994"/>
                  </a:lnTo>
                  <a:lnTo>
                    <a:pt x="4256" y="15737"/>
                  </a:lnTo>
                  <a:close/>
                  <a:moveTo>
                    <a:pt x="4843" y="15920"/>
                  </a:moveTo>
                  <a:lnTo>
                    <a:pt x="4989" y="15957"/>
                  </a:lnTo>
                  <a:lnTo>
                    <a:pt x="5136" y="15994"/>
                  </a:lnTo>
                  <a:lnTo>
                    <a:pt x="4879" y="16140"/>
                  </a:lnTo>
                  <a:lnTo>
                    <a:pt x="4623" y="16360"/>
                  </a:lnTo>
                  <a:lnTo>
                    <a:pt x="4623" y="16360"/>
                  </a:lnTo>
                  <a:lnTo>
                    <a:pt x="4733" y="16140"/>
                  </a:lnTo>
                  <a:lnTo>
                    <a:pt x="4843" y="15920"/>
                  </a:lnTo>
                  <a:close/>
                  <a:moveTo>
                    <a:pt x="4146" y="14453"/>
                  </a:moveTo>
                  <a:lnTo>
                    <a:pt x="4659" y="14490"/>
                  </a:lnTo>
                  <a:lnTo>
                    <a:pt x="5356" y="14673"/>
                  </a:lnTo>
                  <a:lnTo>
                    <a:pt x="6053" y="14857"/>
                  </a:lnTo>
                  <a:lnTo>
                    <a:pt x="7410" y="15333"/>
                  </a:lnTo>
                  <a:lnTo>
                    <a:pt x="8034" y="15553"/>
                  </a:lnTo>
                  <a:lnTo>
                    <a:pt x="8401" y="15663"/>
                  </a:lnTo>
                  <a:lnTo>
                    <a:pt x="8694" y="15774"/>
                  </a:lnTo>
                  <a:lnTo>
                    <a:pt x="8731" y="15847"/>
                  </a:lnTo>
                  <a:lnTo>
                    <a:pt x="8768" y="15884"/>
                  </a:lnTo>
                  <a:lnTo>
                    <a:pt x="8841" y="15957"/>
                  </a:lnTo>
                  <a:lnTo>
                    <a:pt x="8951" y="15957"/>
                  </a:lnTo>
                  <a:lnTo>
                    <a:pt x="8914" y="16067"/>
                  </a:lnTo>
                  <a:lnTo>
                    <a:pt x="8841" y="16214"/>
                  </a:lnTo>
                  <a:lnTo>
                    <a:pt x="8694" y="16397"/>
                  </a:lnTo>
                  <a:lnTo>
                    <a:pt x="8547" y="16507"/>
                  </a:lnTo>
                  <a:lnTo>
                    <a:pt x="8401" y="16581"/>
                  </a:lnTo>
                  <a:lnTo>
                    <a:pt x="7227" y="16140"/>
                  </a:lnTo>
                  <a:lnTo>
                    <a:pt x="6016" y="15774"/>
                  </a:lnTo>
                  <a:lnTo>
                    <a:pt x="4733" y="15370"/>
                  </a:lnTo>
                  <a:lnTo>
                    <a:pt x="4072" y="15223"/>
                  </a:lnTo>
                  <a:lnTo>
                    <a:pt x="3449" y="15113"/>
                  </a:lnTo>
                  <a:lnTo>
                    <a:pt x="3449" y="15040"/>
                  </a:lnTo>
                  <a:lnTo>
                    <a:pt x="3449" y="14857"/>
                  </a:lnTo>
                  <a:lnTo>
                    <a:pt x="3522" y="14673"/>
                  </a:lnTo>
                  <a:lnTo>
                    <a:pt x="3632" y="14563"/>
                  </a:lnTo>
                  <a:lnTo>
                    <a:pt x="3705" y="14490"/>
                  </a:lnTo>
                  <a:lnTo>
                    <a:pt x="3926" y="14490"/>
                  </a:lnTo>
                  <a:lnTo>
                    <a:pt x="3962" y="14526"/>
                  </a:lnTo>
                  <a:lnTo>
                    <a:pt x="3999" y="14526"/>
                  </a:lnTo>
                  <a:lnTo>
                    <a:pt x="4036" y="14490"/>
                  </a:lnTo>
                  <a:lnTo>
                    <a:pt x="4146" y="14453"/>
                  </a:lnTo>
                  <a:close/>
                  <a:moveTo>
                    <a:pt x="5503" y="16067"/>
                  </a:moveTo>
                  <a:lnTo>
                    <a:pt x="5723" y="16140"/>
                  </a:lnTo>
                  <a:lnTo>
                    <a:pt x="5503" y="16287"/>
                  </a:lnTo>
                  <a:lnTo>
                    <a:pt x="5246" y="16434"/>
                  </a:lnTo>
                  <a:lnTo>
                    <a:pt x="5026" y="16617"/>
                  </a:lnTo>
                  <a:lnTo>
                    <a:pt x="4843" y="16837"/>
                  </a:lnTo>
                  <a:lnTo>
                    <a:pt x="4659" y="16764"/>
                  </a:lnTo>
                  <a:lnTo>
                    <a:pt x="4733" y="16691"/>
                  </a:lnTo>
                  <a:lnTo>
                    <a:pt x="5503" y="16067"/>
                  </a:lnTo>
                  <a:close/>
                  <a:moveTo>
                    <a:pt x="5980" y="16214"/>
                  </a:moveTo>
                  <a:lnTo>
                    <a:pt x="6200" y="16287"/>
                  </a:lnTo>
                  <a:lnTo>
                    <a:pt x="6200" y="16324"/>
                  </a:lnTo>
                  <a:lnTo>
                    <a:pt x="5943" y="16434"/>
                  </a:lnTo>
                  <a:lnTo>
                    <a:pt x="5723" y="16581"/>
                  </a:lnTo>
                  <a:lnTo>
                    <a:pt x="5540" y="16727"/>
                  </a:lnTo>
                  <a:lnTo>
                    <a:pt x="5393" y="16947"/>
                  </a:lnTo>
                  <a:lnTo>
                    <a:pt x="5246" y="16911"/>
                  </a:lnTo>
                  <a:lnTo>
                    <a:pt x="5613" y="16544"/>
                  </a:lnTo>
                  <a:lnTo>
                    <a:pt x="5980" y="16214"/>
                  </a:lnTo>
                  <a:close/>
                  <a:moveTo>
                    <a:pt x="6383" y="16360"/>
                  </a:moveTo>
                  <a:lnTo>
                    <a:pt x="6897" y="16544"/>
                  </a:lnTo>
                  <a:lnTo>
                    <a:pt x="6420" y="16801"/>
                  </a:lnTo>
                  <a:lnTo>
                    <a:pt x="6200" y="16947"/>
                  </a:lnTo>
                  <a:lnTo>
                    <a:pt x="5980" y="17131"/>
                  </a:lnTo>
                  <a:lnTo>
                    <a:pt x="5796" y="17057"/>
                  </a:lnTo>
                  <a:lnTo>
                    <a:pt x="5833" y="16984"/>
                  </a:lnTo>
                  <a:lnTo>
                    <a:pt x="5833" y="16911"/>
                  </a:lnTo>
                  <a:lnTo>
                    <a:pt x="5833" y="16874"/>
                  </a:lnTo>
                  <a:lnTo>
                    <a:pt x="6090" y="16617"/>
                  </a:lnTo>
                  <a:lnTo>
                    <a:pt x="6383" y="16397"/>
                  </a:lnTo>
                  <a:lnTo>
                    <a:pt x="6383" y="16360"/>
                  </a:lnTo>
                  <a:close/>
                  <a:moveTo>
                    <a:pt x="7080" y="16581"/>
                  </a:moveTo>
                  <a:lnTo>
                    <a:pt x="7410" y="16691"/>
                  </a:lnTo>
                  <a:lnTo>
                    <a:pt x="7154" y="16911"/>
                  </a:lnTo>
                  <a:lnTo>
                    <a:pt x="6787" y="17314"/>
                  </a:lnTo>
                  <a:lnTo>
                    <a:pt x="6457" y="17241"/>
                  </a:lnTo>
                  <a:lnTo>
                    <a:pt x="6493" y="17167"/>
                  </a:lnTo>
                  <a:lnTo>
                    <a:pt x="6457" y="17131"/>
                  </a:lnTo>
                  <a:lnTo>
                    <a:pt x="6750" y="16837"/>
                  </a:lnTo>
                  <a:lnTo>
                    <a:pt x="7080" y="16581"/>
                  </a:lnTo>
                  <a:close/>
                  <a:moveTo>
                    <a:pt x="8034" y="2678"/>
                  </a:moveTo>
                  <a:lnTo>
                    <a:pt x="7704" y="2715"/>
                  </a:lnTo>
                  <a:lnTo>
                    <a:pt x="7374" y="2752"/>
                  </a:lnTo>
                  <a:lnTo>
                    <a:pt x="7044" y="2825"/>
                  </a:lnTo>
                  <a:lnTo>
                    <a:pt x="6750" y="2898"/>
                  </a:lnTo>
                  <a:lnTo>
                    <a:pt x="6420" y="3008"/>
                  </a:lnTo>
                  <a:lnTo>
                    <a:pt x="6126" y="3155"/>
                  </a:lnTo>
                  <a:lnTo>
                    <a:pt x="5833" y="3302"/>
                  </a:lnTo>
                  <a:lnTo>
                    <a:pt x="5576" y="3522"/>
                  </a:lnTo>
                  <a:lnTo>
                    <a:pt x="5026" y="3962"/>
                  </a:lnTo>
                  <a:lnTo>
                    <a:pt x="4806" y="4219"/>
                  </a:lnTo>
                  <a:lnTo>
                    <a:pt x="4586" y="4512"/>
                  </a:lnTo>
                  <a:lnTo>
                    <a:pt x="4366" y="4769"/>
                  </a:lnTo>
                  <a:lnTo>
                    <a:pt x="4182" y="5099"/>
                  </a:lnTo>
                  <a:lnTo>
                    <a:pt x="3999" y="5393"/>
                  </a:lnTo>
                  <a:lnTo>
                    <a:pt x="3852" y="5723"/>
                  </a:lnTo>
                  <a:lnTo>
                    <a:pt x="3742" y="6163"/>
                  </a:lnTo>
                  <a:lnTo>
                    <a:pt x="3669" y="6603"/>
                  </a:lnTo>
                  <a:lnTo>
                    <a:pt x="3632" y="7043"/>
                  </a:lnTo>
                  <a:lnTo>
                    <a:pt x="3632" y="7520"/>
                  </a:lnTo>
                  <a:lnTo>
                    <a:pt x="3705" y="7960"/>
                  </a:lnTo>
                  <a:lnTo>
                    <a:pt x="3779" y="8437"/>
                  </a:lnTo>
                  <a:lnTo>
                    <a:pt x="3962" y="9318"/>
                  </a:lnTo>
                  <a:lnTo>
                    <a:pt x="4109" y="10308"/>
                  </a:lnTo>
                  <a:lnTo>
                    <a:pt x="4182" y="10785"/>
                  </a:lnTo>
                  <a:lnTo>
                    <a:pt x="4219" y="11262"/>
                  </a:lnTo>
                  <a:lnTo>
                    <a:pt x="4182" y="11739"/>
                  </a:lnTo>
                  <a:lnTo>
                    <a:pt x="4109" y="12215"/>
                  </a:lnTo>
                  <a:lnTo>
                    <a:pt x="3999" y="12619"/>
                  </a:lnTo>
                  <a:lnTo>
                    <a:pt x="3816" y="13059"/>
                  </a:lnTo>
                  <a:lnTo>
                    <a:pt x="3595" y="13132"/>
                  </a:lnTo>
                  <a:lnTo>
                    <a:pt x="3449" y="13279"/>
                  </a:lnTo>
                  <a:lnTo>
                    <a:pt x="3302" y="13426"/>
                  </a:lnTo>
                  <a:lnTo>
                    <a:pt x="3229" y="13646"/>
                  </a:lnTo>
                  <a:lnTo>
                    <a:pt x="3229" y="13829"/>
                  </a:lnTo>
                  <a:lnTo>
                    <a:pt x="3265" y="13976"/>
                  </a:lnTo>
                  <a:lnTo>
                    <a:pt x="3339" y="14160"/>
                  </a:lnTo>
                  <a:lnTo>
                    <a:pt x="3412" y="14270"/>
                  </a:lnTo>
                  <a:lnTo>
                    <a:pt x="3339" y="14343"/>
                  </a:lnTo>
                  <a:lnTo>
                    <a:pt x="3265" y="14416"/>
                  </a:lnTo>
                  <a:lnTo>
                    <a:pt x="3192" y="14526"/>
                  </a:lnTo>
                  <a:lnTo>
                    <a:pt x="3119" y="14673"/>
                  </a:lnTo>
                  <a:lnTo>
                    <a:pt x="3082" y="14857"/>
                  </a:lnTo>
                  <a:lnTo>
                    <a:pt x="3045" y="15040"/>
                  </a:lnTo>
                  <a:lnTo>
                    <a:pt x="3045" y="15187"/>
                  </a:lnTo>
                  <a:lnTo>
                    <a:pt x="3082" y="15370"/>
                  </a:lnTo>
                  <a:lnTo>
                    <a:pt x="3192" y="15480"/>
                  </a:lnTo>
                  <a:lnTo>
                    <a:pt x="3302" y="15590"/>
                  </a:lnTo>
                  <a:lnTo>
                    <a:pt x="3412" y="15627"/>
                  </a:lnTo>
                  <a:lnTo>
                    <a:pt x="3485" y="15590"/>
                  </a:lnTo>
                  <a:lnTo>
                    <a:pt x="3522" y="15553"/>
                  </a:lnTo>
                  <a:lnTo>
                    <a:pt x="3559" y="15553"/>
                  </a:lnTo>
                  <a:lnTo>
                    <a:pt x="4072" y="15700"/>
                  </a:lnTo>
                  <a:lnTo>
                    <a:pt x="3999" y="15810"/>
                  </a:lnTo>
                  <a:lnTo>
                    <a:pt x="3926" y="15957"/>
                  </a:lnTo>
                  <a:lnTo>
                    <a:pt x="3926" y="16140"/>
                  </a:lnTo>
                  <a:lnTo>
                    <a:pt x="3926" y="16324"/>
                  </a:lnTo>
                  <a:lnTo>
                    <a:pt x="3999" y="16507"/>
                  </a:lnTo>
                  <a:lnTo>
                    <a:pt x="4072" y="16654"/>
                  </a:lnTo>
                  <a:lnTo>
                    <a:pt x="4146" y="16801"/>
                  </a:lnTo>
                  <a:lnTo>
                    <a:pt x="4292" y="16874"/>
                  </a:lnTo>
                  <a:lnTo>
                    <a:pt x="4256" y="16947"/>
                  </a:lnTo>
                  <a:lnTo>
                    <a:pt x="4292" y="17021"/>
                  </a:lnTo>
                  <a:lnTo>
                    <a:pt x="4329" y="17057"/>
                  </a:lnTo>
                  <a:lnTo>
                    <a:pt x="4402" y="17094"/>
                  </a:lnTo>
                  <a:lnTo>
                    <a:pt x="4586" y="17167"/>
                  </a:lnTo>
                  <a:lnTo>
                    <a:pt x="4806" y="17277"/>
                  </a:lnTo>
                  <a:lnTo>
                    <a:pt x="5283" y="17388"/>
                  </a:lnTo>
                  <a:lnTo>
                    <a:pt x="5393" y="17424"/>
                  </a:lnTo>
                  <a:lnTo>
                    <a:pt x="5576" y="17461"/>
                  </a:lnTo>
                  <a:lnTo>
                    <a:pt x="6310" y="17681"/>
                  </a:lnTo>
                  <a:lnTo>
                    <a:pt x="6677" y="17754"/>
                  </a:lnTo>
                  <a:lnTo>
                    <a:pt x="6860" y="17791"/>
                  </a:lnTo>
                  <a:lnTo>
                    <a:pt x="7044" y="17754"/>
                  </a:lnTo>
                  <a:lnTo>
                    <a:pt x="7117" y="17718"/>
                  </a:lnTo>
                  <a:lnTo>
                    <a:pt x="7154" y="17681"/>
                  </a:lnTo>
                  <a:lnTo>
                    <a:pt x="7154" y="17608"/>
                  </a:lnTo>
                  <a:lnTo>
                    <a:pt x="7117" y="17534"/>
                  </a:lnTo>
                  <a:lnTo>
                    <a:pt x="7447" y="17204"/>
                  </a:lnTo>
                  <a:lnTo>
                    <a:pt x="7594" y="17021"/>
                  </a:lnTo>
                  <a:lnTo>
                    <a:pt x="7740" y="16837"/>
                  </a:lnTo>
                  <a:lnTo>
                    <a:pt x="8327" y="17021"/>
                  </a:lnTo>
                  <a:lnTo>
                    <a:pt x="8437" y="17021"/>
                  </a:lnTo>
                  <a:lnTo>
                    <a:pt x="8547" y="16984"/>
                  </a:lnTo>
                  <a:lnTo>
                    <a:pt x="8731" y="16911"/>
                  </a:lnTo>
                  <a:lnTo>
                    <a:pt x="8914" y="16764"/>
                  </a:lnTo>
                  <a:lnTo>
                    <a:pt x="9098" y="16581"/>
                  </a:lnTo>
                  <a:lnTo>
                    <a:pt x="9208" y="16360"/>
                  </a:lnTo>
                  <a:lnTo>
                    <a:pt x="9281" y="16140"/>
                  </a:lnTo>
                  <a:lnTo>
                    <a:pt x="9318" y="15884"/>
                  </a:lnTo>
                  <a:lnTo>
                    <a:pt x="9281" y="15700"/>
                  </a:lnTo>
                  <a:lnTo>
                    <a:pt x="9208" y="15590"/>
                  </a:lnTo>
                  <a:lnTo>
                    <a:pt x="9171" y="15517"/>
                  </a:lnTo>
                  <a:lnTo>
                    <a:pt x="9244" y="15407"/>
                  </a:lnTo>
                  <a:lnTo>
                    <a:pt x="9354" y="15260"/>
                  </a:lnTo>
                  <a:lnTo>
                    <a:pt x="9391" y="15113"/>
                  </a:lnTo>
                  <a:lnTo>
                    <a:pt x="9428" y="15003"/>
                  </a:lnTo>
                  <a:lnTo>
                    <a:pt x="9501" y="14930"/>
                  </a:lnTo>
                  <a:lnTo>
                    <a:pt x="9575" y="14857"/>
                  </a:lnTo>
                  <a:lnTo>
                    <a:pt x="9575" y="14783"/>
                  </a:lnTo>
                  <a:lnTo>
                    <a:pt x="9538" y="14673"/>
                  </a:lnTo>
                  <a:lnTo>
                    <a:pt x="9391" y="14526"/>
                  </a:lnTo>
                  <a:lnTo>
                    <a:pt x="9244" y="14380"/>
                  </a:lnTo>
                  <a:lnTo>
                    <a:pt x="9244" y="14050"/>
                  </a:lnTo>
                  <a:lnTo>
                    <a:pt x="9318" y="13683"/>
                  </a:lnTo>
                  <a:lnTo>
                    <a:pt x="9428" y="13353"/>
                  </a:lnTo>
                  <a:lnTo>
                    <a:pt x="9538" y="13059"/>
                  </a:lnTo>
                  <a:lnTo>
                    <a:pt x="9721" y="12766"/>
                  </a:lnTo>
                  <a:lnTo>
                    <a:pt x="9905" y="12472"/>
                  </a:lnTo>
                  <a:lnTo>
                    <a:pt x="10308" y="11885"/>
                  </a:lnTo>
                  <a:lnTo>
                    <a:pt x="10785" y="11335"/>
                  </a:lnTo>
                  <a:lnTo>
                    <a:pt x="11299" y="10822"/>
                  </a:lnTo>
                  <a:lnTo>
                    <a:pt x="11775" y="10308"/>
                  </a:lnTo>
                  <a:lnTo>
                    <a:pt x="12179" y="9758"/>
                  </a:lnTo>
                  <a:lnTo>
                    <a:pt x="12362" y="9501"/>
                  </a:lnTo>
                  <a:lnTo>
                    <a:pt x="12546" y="9208"/>
                  </a:lnTo>
                  <a:lnTo>
                    <a:pt x="12656" y="8951"/>
                  </a:lnTo>
                  <a:lnTo>
                    <a:pt x="12803" y="8657"/>
                  </a:lnTo>
                  <a:lnTo>
                    <a:pt x="12876" y="8364"/>
                  </a:lnTo>
                  <a:lnTo>
                    <a:pt x="12949" y="8034"/>
                  </a:lnTo>
                  <a:lnTo>
                    <a:pt x="12986" y="7740"/>
                  </a:lnTo>
                  <a:lnTo>
                    <a:pt x="13023" y="7447"/>
                  </a:lnTo>
                  <a:lnTo>
                    <a:pt x="13023" y="6823"/>
                  </a:lnTo>
                  <a:lnTo>
                    <a:pt x="12913" y="6236"/>
                  </a:lnTo>
                  <a:lnTo>
                    <a:pt x="12729" y="5613"/>
                  </a:lnTo>
                  <a:lnTo>
                    <a:pt x="12436" y="5026"/>
                  </a:lnTo>
                  <a:lnTo>
                    <a:pt x="12252" y="4769"/>
                  </a:lnTo>
                  <a:lnTo>
                    <a:pt x="12069" y="4476"/>
                  </a:lnTo>
                  <a:lnTo>
                    <a:pt x="11849" y="4256"/>
                  </a:lnTo>
                  <a:lnTo>
                    <a:pt x="11629" y="3999"/>
                  </a:lnTo>
                  <a:lnTo>
                    <a:pt x="11372" y="3815"/>
                  </a:lnTo>
                  <a:lnTo>
                    <a:pt x="11115" y="3595"/>
                  </a:lnTo>
                  <a:lnTo>
                    <a:pt x="10565" y="3265"/>
                  </a:lnTo>
                  <a:lnTo>
                    <a:pt x="9978" y="3008"/>
                  </a:lnTo>
                  <a:lnTo>
                    <a:pt x="9354" y="2825"/>
                  </a:lnTo>
                  <a:lnTo>
                    <a:pt x="8694" y="2715"/>
                  </a:lnTo>
                  <a:lnTo>
                    <a:pt x="8034" y="267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3" name="Google Shape;296;p5">
              <a:extLst>
                <a:ext uri="{FF2B5EF4-FFF2-40B4-BE49-F238E27FC236}">
                  <a16:creationId xmlns:a16="http://schemas.microsoft.com/office/drawing/2014/main" id="{44E5319D-E31F-466A-AC4B-66A0E8C227D1}"/>
                </a:ext>
              </a:extLst>
            </p:cNvPr>
            <p:cNvSpPr/>
            <p:nvPr/>
          </p:nvSpPr>
          <p:spPr>
            <a:xfrm>
              <a:off x="6244725" y="2547975"/>
              <a:ext cx="185275" cy="404450"/>
            </a:xfrm>
            <a:custGeom>
              <a:avLst/>
              <a:gdLst/>
              <a:ahLst/>
              <a:cxnLst/>
              <a:rect l="l" t="t" r="r" b="b"/>
              <a:pathLst>
                <a:path w="7411" h="16178" extrusionOk="0">
                  <a:moveTo>
                    <a:pt x="3339" y="147"/>
                  </a:moveTo>
                  <a:lnTo>
                    <a:pt x="3229" y="441"/>
                  </a:lnTo>
                  <a:lnTo>
                    <a:pt x="3155" y="734"/>
                  </a:lnTo>
                  <a:lnTo>
                    <a:pt x="3119" y="1358"/>
                  </a:lnTo>
                  <a:lnTo>
                    <a:pt x="3082" y="2972"/>
                  </a:lnTo>
                  <a:lnTo>
                    <a:pt x="3119" y="4476"/>
                  </a:lnTo>
                  <a:lnTo>
                    <a:pt x="3119" y="5283"/>
                  </a:lnTo>
                  <a:lnTo>
                    <a:pt x="3119" y="5576"/>
                  </a:lnTo>
                  <a:lnTo>
                    <a:pt x="3155" y="5723"/>
                  </a:lnTo>
                  <a:lnTo>
                    <a:pt x="3229" y="5870"/>
                  </a:lnTo>
                  <a:lnTo>
                    <a:pt x="3265" y="5906"/>
                  </a:lnTo>
                  <a:lnTo>
                    <a:pt x="3339" y="5943"/>
                  </a:lnTo>
                  <a:lnTo>
                    <a:pt x="3375" y="5943"/>
                  </a:lnTo>
                  <a:lnTo>
                    <a:pt x="3449" y="5870"/>
                  </a:lnTo>
                  <a:lnTo>
                    <a:pt x="3486" y="5760"/>
                  </a:lnTo>
                  <a:lnTo>
                    <a:pt x="3522" y="5649"/>
                  </a:lnTo>
                  <a:lnTo>
                    <a:pt x="3522" y="5393"/>
                  </a:lnTo>
                  <a:lnTo>
                    <a:pt x="3522" y="4586"/>
                  </a:lnTo>
                  <a:lnTo>
                    <a:pt x="3486" y="2972"/>
                  </a:lnTo>
                  <a:lnTo>
                    <a:pt x="3522" y="1504"/>
                  </a:lnTo>
                  <a:lnTo>
                    <a:pt x="3522" y="808"/>
                  </a:lnTo>
                  <a:lnTo>
                    <a:pt x="3486" y="477"/>
                  </a:lnTo>
                  <a:lnTo>
                    <a:pt x="3412" y="294"/>
                  </a:lnTo>
                  <a:lnTo>
                    <a:pt x="3375" y="147"/>
                  </a:lnTo>
                  <a:close/>
                  <a:moveTo>
                    <a:pt x="1725" y="1"/>
                  </a:moveTo>
                  <a:lnTo>
                    <a:pt x="1688" y="37"/>
                  </a:lnTo>
                  <a:lnTo>
                    <a:pt x="1615" y="147"/>
                  </a:lnTo>
                  <a:lnTo>
                    <a:pt x="1578" y="294"/>
                  </a:lnTo>
                  <a:lnTo>
                    <a:pt x="1541" y="624"/>
                  </a:lnTo>
                  <a:lnTo>
                    <a:pt x="1578" y="1284"/>
                  </a:lnTo>
                  <a:lnTo>
                    <a:pt x="1615" y="2898"/>
                  </a:lnTo>
                  <a:lnTo>
                    <a:pt x="1725" y="6236"/>
                  </a:lnTo>
                  <a:lnTo>
                    <a:pt x="1761" y="6346"/>
                  </a:lnTo>
                  <a:lnTo>
                    <a:pt x="1798" y="6383"/>
                  </a:lnTo>
                  <a:lnTo>
                    <a:pt x="1872" y="6420"/>
                  </a:lnTo>
                  <a:lnTo>
                    <a:pt x="1945" y="6456"/>
                  </a:lnTo>
                  <a:lnTo>
                    <a:pt x="2018" y="6420"/>
                  </a:lnTo>
                  <a:lnTo>
                    <a:pt x="2092" y="6383"/>
                  </a:lnTo>
                  <a:lnTo>
                    <a:pt x="2165" y="6346"/>
                  </a:lnTo>
                  <a:lnTo>
                    <a:pt x="2165" y="6236"/>
                  </a:lnTo>
                  <a:lnTo>
                    <a:pt x="2165" y="5980"/>
                  </a:lnTo>
                  <a:lnTo>
                    <a:pt x="2165" y="5943"/>
                  </a:lnTo>
                  <a:lnTo>
                    <a:pt x="2055" y="3008"/>
                  </a:lnTo>
                  <a:lnTo>
                    <a:pt x="1982" y="1394"/>
                  </a:lnTo>
                  <a:lnTo>
                    <a:pt x="1945" y="587"/>
                  </a:lnTo>
                  <a:lnTo>
                    <a:pt x="1908" y="294"/>
                  </a:lnTo>
                  <a:lnTo>
                    <a:pt x="1872" y="147"/>
                  </a:lnTo>
                  <a:lnTo>
                    <a:pt x="1761" y="37"/>
                  </a:lnTo>
                  <a:lnTo>
                    <a:pt x="1725" y="1"/>
                  </a:lnTo>
                  <a:close/>
                  <a:moveTo>
                    <a:pt x="4953" y="184"/>
                  </a:moveTo>
                  <a:lnTo>
                    <a:pt x="4879" y="221"/>
                  </a:lnTo>
                  <a:lnTo>
                    <a:pt x="4843" y="257"/>
                  </a:lnTo>
                  <a:lnTo>
                    <a:pt x="4843" y="331"/>
                  </a:lnTo>
                  <a:lnTo>
                    <a:pt x="4769" y="1101"/>
                  </a:lnTo>
                  <a:lnTo>
                    <a:pt x="4733" y="1908"/>
                  </a:lnTo>
                  <a:lnTo>
                    <a:pt x="4733" y="3522"/>
                  </a:lnTo>
                  <a:lnTo>
                    <a:pt x="4733" y="5136"/>
                  </a:lnTo>
                  <a:lnTo>
                    <a:pt x="4696" y="5870"/>
                  </a:lnTo>
                  <a:lnTo>
                    <a:pt x="4696" y="6273"/>
                  </a:lnTo>
                  <a:lnTo>
                    <a:pt x="4769" y="6640"/>
                  </a:lnTo>
                  <a:lnTo>
                    <a:pt x="4806" y="6713"/>
                  </a:lnTo>
                  <a:lnTo>
                    <a:pt x="4916" y="6750"/>
                  </a:lnTo>
                  <a:lnTo>
                    <a:pt x="5026" y="6713"/>
                  </a:lnTo>
                  <a:lnTo>
                    <a:pt x="5100" y="6640"/>
                  </a:lnTo>
                  <a:lnTo>
                    <a:pt x="5173" y="6273"/>
                  </a:lnTo>
                  <a:lnTo>
                    <a:pt x="5173" y="5870"/>
                  </a:lnTo>
                  <a:lnTo>
                    <a:pt x="5136" y="5136"/>
                  </a:lnTo>
                  <a:lnTo>
                    <a:pt x="5136" y="3522"/>
                  </a:lnTo>
                  <a:lnTo>
                    <a:pt x="5173" y="1908"/>
                  </a:lnTo>
                  <a:lnTo>
                    <a:pt x="5136" y="1138"/>
                  </a:lnTo>
                  <a:lnTo>
                    <a:pt x="5100" y="331"/>
                  </a:lnTo>
                  <a:lnTo>
                    <a:pt x="5100" y="257"/>
                  </a:lnTo>
                  <a:lnTo>
                    <a:pt x="5063" y="221"/>
                  </a:lnTo>
                  <a:lnTo>
                    <a:pt x="4953" y="184"/>
                  </a:lnTo>
                  <a:close/>
                  <a:moveTo>
                    <a:pt x="6273" y="2678"/>
                  </a:moveTo>
                  <a:lnTo>
                    <a:pt x="6273" y="2715"/>
                  </a:lnTo>
                  <a:lnTo>
                    <a:pt x="6200" y="3008"/>
                  </a:lnTo>
                  <a:lnTo>
                    <a:pt x="6163" y="3302"/>
                  </a:lnTo>
                  <a:lnTo>
                    <a:pt x="6127" y="3925"/>
                  </a:lnTo>
                  <a:lnTo>
                    <a:pt x="6127" y="5173"/>
                  </a:lnTo>
                  <a:lnTo>
                    <a:pt x="6090" y="7667"/>
                  </a:lnTo>
                  <a:lnTo>
                    <a:pt x="6090" y="7887"/>
                  </a:lnTo>
                  <a:lnTo>
                    <a:pt x="6127" y="7960"/>
                  </a:lnTo>
                  <a:lnTo>
                    <a:pt x="6163" y="8034"/>
                  </a:lnTo>
                  <a:lnTo>
                    <a:pt x="6237" y="8070"/>
                  </a:lnTo>
                  <a:lnTo>
                    <a:pt x="6383" y="8070"/>
                  </a:lnTo>
                  <a:lnTo>
                    <a:pt x="6457" y="8034"/>
                  </a:lnTo>
                  <a:lnTo>
                    <a:pt x="6493" y="7960"/>
                  </a:lnTo>
                  <a:lnTo>
                    <a:pt x="6530" y="7887"/>
                  </a:lnTo>
                  <a:lnTo>
                    <a:pt x="6530" y="5283"/>
                  </a:lnTo>
                  <a:lnTo>
                    <a:pt x="6530" y="3962"/>
                  </a:lnTo>
                  <a:lnTo>
                    <a:pt x="6493" y="3339"/>
                  </a:lnTo>
                  <a:lnTo>
                    <a:pt x="6457" y="3008"/>
                  </a:lnTo>
                  <a:lnTo>
                    <a:pt x="6383" y="2715"/>
                  </a:lnTo>
                  <a:lnTo>
                    <a:pt x="6347" y="2678"/>
                  </a:lnTo>
                  <a:close/>
                  <a:moveTo>
                    <a:pt x="3265" y="7887"/>
                  </a:moveTo>
                  <a:lnTo>
                    <a:pt x="3082" y="8107"/>
                  </a:lnTo>
                  <a:lnTo>
                    <a:pt x="2862" y="8291"/>
                  </a:lnTo>
                  <a:lnTo>
                    <a:pt x="2679" y="8401"/>
                  </a:lnTo>
                  <a:lnTo>
                    <a:pt x="2458" y="8474"/>
                  </a:lnTo>
                  <a:lnTo>
                    <a:pt x="2458" y="8474"/>
                  </a:lnTo>
                  <a:lnTo>
                    <a:pt x="2605" y="8291"/>
                  </a:lnTo>
                  <a:lnTo>
                    <a:pt x="2752" y="8144"/>
                  </a:lnTo>
                  <a:lnTo>
                    <a:pt x="2972" y="7997"/>
                  </a:lnTo>
                  <a:lnTo>
                    <a:pt x="3192" y="7924"/>
                  </a:lnTo>
                  <a:lnTo>
                    <a:pt x="3265" y="7887"/>
                  </a:lnTo>
                  <a:close/>
                  <a:moveTo>
                    <a:pt x="4806" y="9501"/>
                  </a:moveTo>
                  <a:lnTo>
                    <a:pt x="4513" y="9538"/>
                  </a:lnTo>
                  <a:lnTo>
                    <a:pt x="4329" y="9574"/>
                  </a:lnTo>
                  <a:lnTo>
                    <a:pt x="4072" y="9574"/>
                  </a:lnTo>
                  <a:lnTo>
                    <a:pt x="4072" y="9611"/>
                  </a:lnTo>
                  <a:lnTo>
                    <a:pt x="4072" y="9684"/>
                  </a:lnTo>
                  <a:lnTo>
                    <a:pt x="4109" y="9758"/>
                  </a:lnTo>
                  <a:lnTo>
                    <a:pt x="4146" y="9831"/>
                  </a:lnTo>
                  <a:lnTo>
                    <a:pt x="4219" y="9868"/>
                  </a:lnTo>
                  <a:lnTo>
                    <a:pt x="4293" y="9905"/>
                  </a:lnTo>
                  <a:lnTo>
                    <a:pt x="4476" y="9941"/>
                  </a:lnTo>
                  <a:lnTo>
                    <a:pt x="4659" y="9905"/>
                  </a:lnTo>
                  <a:lnTo>
                    <a:pt x="4806" y="9941"/>
                  </a:lnTo>
                  <a:lnTo>
                    <a:pt x="4953" y="9978"/>
                  </a:lnTo>
                  <a:lnTo>
                    <a:pt x="5100" y="10015"/>
                  </a:lnTo>
                  <a:lnTo>
                    <a:pt x="5246" y="10125"/>
                  </a:lnTo>
                  <a:lnTo>
                    <a:pt x="5320" y="10235"/>
                  </a:lnTo>
                  <a:lnTo>
                    <a:pt x="5430" y="10381"/>
                  </a:lnTo>
                  <a:lnTo>
                    <a:pt x="5466" y="10528"/>
                  </a:lnTo>
                  <a:lnTo>
                    <a:pt x="5503" y="10675"/>
                  </a:lnTo>
                  <a:lnTo>
                    <a:pt x="5540" y="10748"/>
                  </a:lnTo>
                  <a:lnTo>
                    <a:pt x="5613" y="10822"/>
                  </a:lnTo>
                  <a:lnTo>
                    <a:pt x="5833" y="10822"/>
                  </a:lnTo>
                  <a:lnTo>
                    <a:pt x="5907" y="10748"/>
                  </a:lnTo>
                  <a:lnTo>
                    <a:pt x="5943" y="10711"/>
                  </a:lnTo>
                  <a:lnTo>
                    <a:pt x="5980" y="10601"/>
                  </a:lnTo>
                  <a:lnTo>
                    <a:pt x="5907" y="10308"/>
                  </a:lnTo>
                  <a:lnTo>
                    <a:pt x="5760" y="10051"/>
                  </a:lnTo>
                  <a:lnTo>
                    <a:pt x="5576" y="9831"/>
                  </a:lnTo>
                  <a:lnTo>
                    <a:pt x="5356" y="9648"/>
                  </a:lnTo>
                  <a:lnTo>
                    <a:pt x="5100" y="9538"/>
                  </a:lnTo>
                  <a:lnTo>
                    <a:pt x="4806" y="9501"/>
                  </a:lnTo>
                  <a:close/>
                  <a:moveTo>
                    <a:pt x="4879" y="8547"/>
                  </a:moveTo>
                  <a:lnTo>
                    <a:pt x="5136" y="8621"/>
                  </a:lnTo>
                  <a:lnTo>
                    <a:pt x="5393" y="8731"/>
                  </a:lnTo>
                  <a:lnTo>
                    <a:pt x="5650" y="8877"/>
                  </a:lnTo>
                  <a:lnTo>
                    <a:pt x="5907" y="9061"/>
                  </a:lnTo>
                  <a:lnTo>
                    <a:pt x="6090" y="9244"/>
                  </a:lnTo>
                  <a:lnTo>
                    <a:pt x="6310" y="9464"/>
                  </a:lnTo>
                  <a:lnTo>
                    <a:pt x="6457" y="9684"/>
                  </a:lnTo>
                  <a:lnTo>
                    <a:pt x="6603" y="9941"/>
                  </a:lnTo>
                  <a:lnTo>
                    <a:pt x="6714" y="10198"/>
                  </a:lnTo>
                  <a:lnTo>
                    <a:pt x="6787" y="10491"/>
                  </a:lnTo>
                  <a:lnTo>
                    <a:pt x="6860" y="10748"/>
                  </a:lnTo>
                  <a:lnTo>
                    <a:pt x="6934" y="11078"/>
                  </a:lnTo>
                  <a:lnTo>
                    <a:pt x="6934" y="11372"/>
                  </a:lnTo>
                  <a:lnTo>
                    <a:pt x="6934" y="11665"/>
                  </a:lnTo>
                  <a:lnTo>
                    <a:pt x="6934" y="11995"/>
                  </a:lnTo>
                  <a:lnTo>
                    <a:pt x="6824" y="12619"/>
                  </a:lnTo>
                  <a:lnTo>
                    <a:pt x="6677" y="13206"/>
                  </a:lnTo>
                  <a:lnTo>
                    <a:pt x="6530" y="13499"/>
                  </a:lnTo>
                  <a:lnTo>
                    <a:pt x="6383" y="13793"/>
                  </a:lnTo>
                  <a:lnTo>
                    <a:pt x="6310" y="13939"/>
                  </a:lnTo>
                  <a:lnTo>
                    <a:pt x="6163" y="14050"/>
                  </a:lnTo>
                  <a:lnTo>
                    <a:pt x="5907" y="14270"/>
                  </a:lnTo>
                  <a:lnTo>
                    <a:pt x="5540" y="14526"/>
                  </a:lnTo>
                  <a:lnTo>
                    <a:pt x="5173" y="14857"/>
                  </a:lnTo>
                  <a:lnTo>
                    <a:pt x="5026" y="14967"/>
                  </a:lnTo>
                  <a:lnTo>
                    <a:pt x="4659" y="15187"/>
                  </a:lnTo>
                  <a:lnTo>
                    <a:pt x="4659" y="15187"/>
                  </a:lnTo>
                  <a:lnTo>
                    <a:pt x="4806" y="14857"/>
                  </a:lnTo>
                  <a:lnTo>
                    <a:pt x="4916" y="14636"/>
                  </a:lnTo>
                  <a:lnTo>
                    <a:pt x="4953" y="14490"/>
                  </a:lnTo>
                  <a:lnTo>
                    <a:pt x="4989" y="14380"/>
                  </a:lnTo>
                  <a:lnTo>
                    <a:pt x="4953" y="14270"/>
                  </a:lnTo>
                  <a:lnTo>
                    <a:pt x="4916" y="14160"/>
                  </a:lnTo>
                  <a:lnTo>
                    <a:pt x="4843" y="14123"/>
                  </a:lnTo>
                  <a:lnTo>
                    <a:pt x="4659" y="14123"/>
                  </a:lnTo>
                  <a:lnTo>
                    <a:pt x="4586" y="14160"/>
                  </a:lnTo>
                  <a:lnTo>
                    <a:pt x="4549" y="14233"/>
                  </a:lnTo>
                  <a:lnTo>
                    <a:pt x="4513" y="14343"/>
                  </a:lnTo>
                  <a:lnTo>
                    <a:pt x="4549" y="14453"/>
                  </a:lnTo>
                  <a:lnTo>
                    <a:pt x="4513" y="14526"/>
                  </a:lnTo>
                  <a:lnTo>
                    <a:pt x="4439" y="14783"/>
                  </a:lnTo>
                  <a:lnTo>
                    <a:pt x="4366" y="15003"/>
                  </a:lnTo>
                  <a:lnTo>
                    <a:pt x="4329" y="15260"/>
                  </a:lnTo>
                  <a:lnTo>
                    <a:pt x="4366" y="15333"/>
                  </a:lnTo>
                  <a:lnTo>
                    <a:pt x="4293" y="15370"/>
                  </a:lnTo>
                  <a:lnTo>
                    <a:pt x="3999" y="15480"/>
                  </a:lnTo>
                  <a:lnTo>
                    <a:pt x="3632" y="15590"/>
                  </a:lnTo>
                  <a:lnTo>
                    <a:pt x="3816" y="15333"/>
                  </a:lnTo>
                  <a:lnTo>
                    <a:pt x="4109" y="14746"/>
                  </a:lnTo>
                  <a:lnTo>
                    <a:pt x="4109" y="14673"/>
                  </a:lnTo>
                  <a:lnTo>
                    <a:pt x="4109" y="14600"/>
                  </a:lnTo>
                  <a:lnTo>
                    <a:pt x="4072" y="14526"/>
                  </a:lnTo>
                  <a:lnTo>
                    <a:pt x="4036" y="14490"/>
                  </a:lnTo>
                  <a:lnTo>
                    <a:pt x="3962" y="14453"/>
                  </a:lnTo>
                  <a:lnTo>
                    <a:pt x="3889" y="14453"/>
                  </a:lnTo>
                  <a:lnTo>
                    <a:pt x="3816" y="14490"/>
                  </a:lnTo>
                  <a:lnTo>
                    <a:pt x="3779" y="14563"/>
                  </a:lnTo>
                  <a:lnTo>
                    <a:pt x="3486" y="15150"/>
                  </a:lnTo>
                  <a:lnTo>
                    <a:pt x="3339" y="15407"/>
                  </a:lnTo>
                  <a:lnTo>
                    <a:pt x="3229" y="15663"/>
                  </a:lnTo>
                  <a:lnTo>
                    <a:pt x="2899" y="15700"/>
                  </a:lnTo>
                  <a:lnTo>
                    <a:pt x="2532" y="15627"/>
                  </a:lnTo>
                  <a:lnTo>
                    <a:pt x="2752" y="15407"/>
                  </a:lnTo>
                  <a:lnTo>
                    <a:pt x="2935" y="15187"/>
                  </a:lnTo>
                  <a:lnTo>
                    <a:pt x="3119" y="14893"/>
                  </a:lnTo>
                  <a:lnTo>
                    <a:pt x="3265" y="14600"/>
                  </a:lnTo>
                  <a:lnTo>
                    <a:pt x="3339" y="14600"/>
                  </a:lnTo>
                  <a:lnTo>
                    <a:pt x="3375" y="14526"/>
                  </a:lnTo>
                  <a:lnTo>
                    <a:pt x="3412" y="14490"/>
                  </a:lnTo>
                  <a:lnTo>
                    <a:pt x="3449" y="14380"/>
                  </a:lnTo>
                  <a:lnTo>
                    <a:pt x="3412" y="14343"/>
                  </a:lnTo>
                  <a:lnTo>
                    <a:pt x="3412" y="14270"/>
                  </a:lnTo>
                  <a:lnTo>
                    <a:pt x="3339" y="14233"/>
                  </a:lnTo>
                  <a:lnTo>
                    <a:pt x="3229" y="14196"/>
                  </a:lnTo>
                  <a:lnTo>
                    <a:pt x="3155" y="14196"/>
                  </a:lnTo>
                  <a:lnTo>
                    <a:pt x="3045" y="14233"/>
                  </a:lnTo>
                  <a:lnTo>
                    <a:pt x="2935" y="14380"/>
                  </a:lnTo>
                  <a:lnTo>
                    <a:pt x="2752" y="14673"/>
                  </a:lnTo>
                  <a:lnTo>
                    <a:pt x="2495" y="15077"/>
                  </a:lnTo>
                  <a:lnTo>
                    <a:pt x="2238" y="15443"/>
                  </a:lnTo>
                  <a:lnTo>
                    <a:pt x="2202" y="15553"/>
                  </a:lnTo>
                  <a:lnTo>
                    <a:pt x="1908" y="15370"/>
                  </a:lnTo>
                  <a:lnTo>
                    <a:pt x="1615" y="15187"/>
                  </a:lnTo>
                  <a:lnTo>
                    <a:pt x="1761" y="15077"/>
                  </a:lnTo>
                  <a:lnTo>
                    <a:pt x="1872" y="14967"/>
                  </a:lnTo>
                  <a:lnTo>
                    <a:pt x="2238" y="14563"/>
                  </a:lnTo>
                  <a:lnTo>
                    <a:pt x="2568" y="14196"/>
                  </a:lnTo>
                  <a:lnTo>
                    <a:pt x="2715" y="13976"/>
                  </a:lnTo>
                  <a:lnTo>
                    <a:pt x="2789" y="13756"/>
                  </a:lnTo>
                  <a:lnTo>
                    <a:pt x="2789" y="13683"/>
                  </a:lnTo>
                  <a:lnTo>
                    <a:pt x="2752" y="13609"/>
                  </a:lnTo>
                  <a:lnTo>
                    <a:pt x="2642" y="13609"/>
                  </a:lnTo>
                  <a:lnTo>
                    <a:pt x="2422" y="13719"/>
                  </a:lnTo>
                  <a:lnTo>
                    <a:pt x="2238" y="13866"/>
                  </a:lnTo>
                  <a:lnTo>
                    <a:pt x="1945" y="14233"/>
                  </a:lnTo>
                  <a:lnTo>
                    <a:pt x="1578" y="14673"/>
                  </a:lnTo>
                  <a:lnTo>
                    <a:pt x="1505" y="14820"/>
                  </a:lnTo>
                  <a:lnTo>
                    <a:pt x="1431" y="15003"/>
                  </a:lnTo>
                  <a:lnTo>
                    <a:pt x="1138" y="14636"/>
                  </a:lnTo>
                  <a:lnTo>
                    <a:pt x="1468" y="14306"/>
                  </a:lnTo>
                  <a:lnTo>
                    <a:pt x="1761" y="13939"/>
                  </a:lnTo>
                  <a:lnTo>
                    <a:pt x="2312" y="13206"/>
                  </a:lnTo>
                  <a:lnTo>
                    <a:pt x="2312" y="13132"/>
                  </a:lnTo>
                  <a:lnTo>
                    <a:pt x="2312" y="13059"/>
                  </a:lnTo>
                  <a:lnTo>
                    <a:pt x="2238" y="12949"/>
                  </a:lnTo>
                  <a:lnTo>
                    <a:pt x="2202" y="12912"/>
                  </a:lnTo>
                  <a:lnTo>
                    <a:pt x="2055" y="12912"/>
                  </a:lnTo>
                  <a:lnTo>
                    <a:pt x="1982" y="12949"/>
                  </a:lnTo>
                  <a:lnTo>
                    <a:pt x="1431" y="13646"/>
                  </a:lnTo>
                  <a:lnTo>
                    <a:pt x="1211" y="14013"/>
                  </a:lnTo>
                  <a:lnTo>
                    <a:pt x="991" y="14380"/>
                  </a:lnTo>
                  <a:lnTo>
                    <a:pt x="844" y="14050"/>
                  </a:lnTo>
                  <a:lnTo>
                    <a:pt x="698" y="13719"/>
                  </a:lnTo>
                  <a:lnTo>
                    <a:pt x="1028" y="13426"/>
                  </a:lnTo>
                  <a:lnTo>
                    <a:pt x="1358" y="13096"/>
                  </a:lnTo>
                  <a:lnTo>
                    <a:pt x="1872" y="12436"/>
                  </a:lnTo>
                  <a:lnTo>
                    <a:pt x="1908" y="12362"/>
                  </a:lnTo>
                  <a:lnTo>
                    <a:pt x="1908" y="12289"/>
                  </a:lnTo>
                  <a:lnTo>
                    <a:pt x="1872" y="12215"/>
                  </a:lnTo>
                  <a:lnTo>
                    <a:pt x="1835" y="12179"/>
                  </a:lnTo>
                  <a:lnTo>
                    <a:pt x="1761" y="12142"/>
                  </a:lnTo>
                  <a:lnTo>
                    <a:pt x="1688" y="12105"/>
                  </a:lnTo>
                  <a:lnTo>
                    <a:pt x="1615" y="12105"/>
                  </a:lnTo>
                  <a:lnTo>
                    <a:pt x="1541" y="12179"/>
                  </a:lnTo>
                  <a:lnTo>
                    <a:pt x="1065" y="12729"/>
                  </a:lnTo>
                  <a:lnTo>
                    <a:pt x="808" y="13022"/>
                  </a:lnTo>
                  <a:lnTo>
                    <a:pt x="624" y="13353"/>
                  </a:lnTo>
                  <a:lnTo>
                    <a:pt x="588" y="13206"/>
                  </a:lnTo>
                  <a:lnTo>
                    <a:pt x="551" y="12876"/>
                  </a:lnTo>
                  <a:lnTo>
                    <a:pt x="771" y="12656"/>
                  </a:lnTo>
                  <a:lnTo>
                    <a:pt x="1028" y="12399"/>
                  </a:lnTo>
                  <a:lnTo>
                    <a:pt x="1321" y="12069"/>
                  </a:lnTo>
                  <a:lnTo>
                    <a:pt x="1468" y="11885"/>
                  </a:lnTo>
                  <a:lnTo>
                    <a:pt x="1505" y="11775"/>
                  </a:lnTo>
                  <a:lnTo>
                    <a:pt x="1505" y="11665"/>
                  </a:lnTo>
                  <a:lnTo>
                    <a:pt x="1505" y="11592"/>
                  </a:lnTo>
                  <a:lnTo>
                    <a:pt x="1468" y="11555"/>
                  </a:lnTo>
                  <a:lnTo>
                    <a:pt x="1395" y="11518"/>
                  </a:lnTo>
                  <a:lnTo>
                    <a:pt x="1358" y="11555"/>
                  </a:lnTo>
                  <a:lnTo>
                    <a:pt x="1175" y="11629"/>
                  </a:lnTo>
                  <a:lnTo>
                    <a:pt x="1028" y="11775"/>
                  </a:lnTo>
                  <a:lnTo>
                    <a:pt x="771" y="12105"/>
                  </a:lnTo>
                  <a:lnTo>
                    <a:pt x="514" y="12436"/>
                  </a:lnTo>
                  <a:lnTo>
                    <a:pt x="514" y="11922"/>
                  </a:lnTo>
                  <a:lnTo>
                    <a:pt x="624" y="11812"/>
                  </a:lnTo>
                  <a:lnTo>
                    <a:pt x="734" y="11702"/>
                  </a:lnTo>
                  <a:lnTo>
                    <a:pt x="808" y="11482"/>
                  </a:lnTo>
                  <a:lnTo>
                    <a:pt x="991" y="11445"/>
                  </a:lnTo>
                  <a:lnTo>
                    <a:pt x="1138" y="11408"/>
                  </a:lnTo>
                  <a:lnTo>
                    <a:pt x="1248" y="11298"/>
                  </a:lnTo>
                  <a:lnTo>
                    <a:pt x="1358" y="11188"/>
                  </a:lnTo>
                  <a:lnTo>
                    <a:pt x="1468" y="11078"/>
                  </a:lnTo>
                  <a:lnTo>
                    <a:pt x="1505" y="10932"/>
                  </a:lnTo>
                  <a:lnTo>
                    <a:pt x="1505" y="10858"/>
                  </a:lnTo>
                  <a:lnTo>
                    <a:pt x="1505" y="10785"/>
                  </a:lnTo>
                  <a:lnTo>
                    <a:pt x="1468" y="10711"/>
                  </a:lnTo>
                  <a:lnTo>
                    <a:pt x="1395" y="10675"/>
                  </a:lnTo>
                  <a:lnTo>
                    <a:pt x="1175" y="10675"/>
                  </a:lnTo>
                  <a:lnTo>
                    <a:pt x="1101" y="10748"/>
                  </a:lnTo>
                  <a:lnTo>
                    <a:pt x="1065" y="10822"/>
                  </a:lnTo>
                  <a:lnTo>
                    <a:pt x="1028" y="10932"/>
                  </a:lnTo>
                  <a:lnTo>
                    <a:pt x="954" y="11005"/>
                  </a:lnTo>
                  <a:lnTo>
                    <a:pt x="844" y="11042"/>
                  </a:lnTo>
                  <a:lnTo>
                    <a:pt x="698" y="11078"/>
                  </a:lnTo>
                  <a:lnTo>
                    <a:pt x="881" y="10785"/>
                  </a:lnTo>
                  <a:lnTo>
                    <a:pt x="954" y="10675"/>
                  </a:lnTo>
                  <a:lnTo>
                    <a:pt x="1101" y="10565"/>
                  </a:lnTo>
                  <a:lnTo>
                    <a:pt x="1211" y="10455"/>
                  </a:lnTo>
                  <a:lnTo>
                    <a:pt x="1395" y="10418"/>
                  </a:lnTo>
                  <a:lnTo>
                    <a:pt x="1541" y="10345"/>
                  </a:lnTo>
                  <a:lnTo>
                    <a:pt x="1725" y="10345"/>
                  </a:lnTo>
                  <a:lnTo>
                    <a:pt x="2092" y="10308"/>
                  </a:lnTo>
                  <a:lnTo>
                    <a:pt x="2422" y="10271"/>
                  </a:lnTo>
                  <a:lnTo>
                    <a:pt x="2715" y="10161"/>
                  </a:lnTo>
                  <a:lnTo>
                    <a:pt x="3009" y="9978"/>
                  </a:lnTo>
                  <a:lnTo>
                    <a:pt x="3229" y="9721"/>
                  </a:lnTo>
                  <a:lnTo>
                    <a:pt x="3412" y="9464"/>
                  </a:lnTo>
                  <a:lnTo>
                    <a:pt x="3559" y="9171"/>
                  </a:lnTo>
                  <a:lnTo>
                    <a:pt x="3706" y="8841"/>
                  </a:lnTo>
                  <a:lnTo>
                    <a:pt x="3706" y="8804"/>
                  </a:lnTo>
                  <a:lnTo>
                    <a:pt x="3706" y="8767"/>
                  </a:lnTo>
                  <a:lnTo>
                    <a:pt x="3926" y="8731"/>
                  </a:lnTo>
                  <a:lnTo>
                    <a:pt x="4146" y="8657"/>
                  </a:lnTo>
                  <a:lnTo>
                    <a:pt x="4366" y="8584"/>
                  </a:lnTo>
                  <a:lnTo>
                    <a:pt x="4586" y="8547"/>
                  </a:lnTo>
                  <a:close/>
                  <a:moveTo>
                    <a:pt x="3265" y="7484"/>
                  </a:moveTo>
                  <a:lnTo>
                    <a:pt x="3009" y="7557"/>
                  </a:lnTo>
                  <a:lnTo>
                    <a:pt x="2789" y="7704"/>
                  </a:lnTo>
                  <a:lnTo>
                    <a:pt x="2568" y="7850"/>
                  </a:lnTo>
                  <a:lnTo>
                    <a:pt x="2422" y="7997"/>
                  </a:lnTo>
                  <a:lnTo>
                    <a:pt x="2275" y="8180"/>
                  </a:lnTo>
                  <a:lnTo>
                    <a:pt x="2165" y="8364"/>
                  </a:lnTo>
                  <a:lnTo>
                    <a:pt x="2092" y="8584"/>
                  </a:lnTo>
                  <a:lnTo>
                    <a:pt x="2018" y="8254"/>
                  </a:lnTo>
                  <a:lnTo>
                    <a:pt x="1945" y="7924"/>
                  </a:lnTo>
                  <a:lnTo>
                    <a:pt x="1872" y="7850"/>
                  </a:lnTo>
                  <a:lnTo>
                    <a:pt x="1835" y="7850"/>
                  </a:lnTo>
                  <a:lnTo>
                    <a:pt x="1761" y="7887"/>
                  </a:lnTo>
                  <a:lnTo>
                    <a:pt x="1688" y="7997"/>
                  </a:lnTo>
                  <a:lnTo>
                    <a:pt x="1651" y="8107"/>
                  </a:lnTo>
                  <a:lnTo>
                    <a:pt x="1615" y="8364"/>
                  </a:lnTo>
                  <a:lnTo>
                    <a:pt x="1651" y="8657"/>
                  </a:lnTo>
                  <a:lnTo>
                    <a:pt x="1725" y="8914"/>
                  </a:lnTo>
                  <a:lnTo>
                    <a:pt x="1872" y="9208"/>
                  </a:lnTo>
                  <a:lnTo>
                    <a:pt x="2055" y="9428"/>
                  </a:lnTo>
                  <a:lnTo>
                    <a:pt x="2275" y="9611"/>
                  </a:lnTo>
                  <a:lnTo>
                    <a:pt x="2495" y="9758"/>
                  </a:lnTo>
                  <a:lnTo>
                    <a:pt x="2312" y="9831"/>
                  </a:lnTo>
                  <a:lnTo>
                    <a:pt x="2128" y="9868"/>
                  </a:lnTo>
                  <a:lnTo>
                    <a:pt x="1688" y="9868"/>
                  </a:lnTo>
                  <a:lnTo>
                    <a:pt x="1468" y="9905"/>
                  </a:lnTo>
                  <a:lnTo>
                    <a:pt x="1248" y="9941"/>
                  </a:lnTo>
                  <a:lnTo>
                    <a:pt x="1065" y="10015"/>
                  </a:lnTo>
                  <a:lnTo>
                    <a:pt x="881" y="10125"/>
                  </a:lnTo>
                  <a:lnTo>
                    <a:pt x="588" y="10381"/>
                  </a:lnTo>
                  <a:lnTo>
                    <a:pt x="441" y="10528"/>
                  </a:lnTo>
                  <a:lnTo>
                    <a:pt x="331" y="10711"/>
                  </a:lnTo>
                  <a:lnTo>
                    <a:pt x="221" y="10932"/>
                  </a:lnTo>
                  <a:lnTo>
                    <a:pt x="147" y="11115"/>
                  </a:lnTo>
                  <a:lnTo>
                    <a:pt x="37" y="11592"/>
                  </a:lnTo>
                  <a:lnTo>
                    <a:pt x="1" y="12069"/>
                  </a:lnTo>
                  <a:lnTo>
                    <a:pt x="1" y="12546"/>
                  </a:lnTo>
                  <a:lnTo>
                    <a:pt x="74" y="13022"/>
                  </a:lnTo>
                  <a:lnTo>
                    <a:pt x="147" y="13463"/>
                  </a:lnTo>
                  <a:lnTo>
                    <a:pt x="258" y="13903"/>
                  </a:lnTo>
                  <a:lnTo>
                    <a:pt x="404" y="14270"/>
                  </a:lnTo>
                  <a:lnTo>
                    <a:pt x="588" y="14673"/>
                  </a:lnTo>
                  <a:lnTo>
                    <a:pt x="844" y="15040"/>
                  </a:lnTo>
                  <a:lnTo>
                    <a:pt x="1101" y="15333"/>
                  </a:lnTo>
                  <a:lnTo>
                    <a:pt x="1431" y="15627"/>
                  </a:lnTo>
                  <a:lnTo>
                    <a:pt x="1761" y="15847"/>
                  </a:lnTo>
                  <a:lnTo>
                    <a:pt x="2165" y="16030"/>
                  </a:lnTo>
                  <a:lnTo>
                    <a:pt x="2568" y="16140"/>
                  </a:lnTo>
                  <a:lnTo>
                    <a:pt x="2789" y="16177"/>
                  </a:lnTo>
                  <a:lnTo>
                    <a:pt x="3009" y="16177"/>
                  </a:lnTo>
                  <a:lnTo>
                    <a:pt x="3486" y="16140"/>
                  </a:lnTo>
                  <a:lnTo>
                    <a:pt x="3926" y="16030"/>
                  </a:lnTo>
                  <a:lnTo>
                    <a:pt x="4329" y="15884"/>
                  </a:lnTo>
                  <a:lnTo>
                    <a:pt x="4696" y="15700"/>
                  </a:lnTo>
                  <a:lnTo>
                    <a:pt x="5100" y="15517"/>
                  </a:lnTo>
                  <a:lnTo>
                    <a:pt x="5430" y="15297"/>
                  </a:lnTo>
                  <a:lnTo>
                    <a:pt x="5613" y="15150"/>
                  </a:lnTo>
                  <a:lnTo>
                    <a:pt x="5723" y="15003"/>
                  </a:lnTo>
                  <a:lnTo>
                    <a:pt x="6310" y="14490"/>
                  </a:lnTo>
                  <a:lnTo>
                    <a:pt x="6567" y="14270"/>
                  </a:lnTo>
                  <a:lnTo>
                    <a:pt x="6714" y="14160"/>
                  </a:lnTo>
                  <a:lnTo>
                    <a:pt x="6787" y="14013"/>
                  </a:lnTo>
                  <a:lnTo>
                    <a:pt x="6970" y="13683"/>
                  </a:lnTo>
                  <a:lnTo>
                    <a:pt x="7117" y="13316"/>
                  </a:lnTo>
                  <a:lnTo>
                    <a:pt x="7227" y="12949"/>
                  </a:lnTo>
                  <a:lnTo>
                    <a:pt x="7300" y="12619"/>
                  </a:lnTo>
                  <a:lnTo>
                    <a:pt x="7374" y="12252"/>
                  </a:lnTo>
                  <a:lnTo>
                    <a:pt x="7410" y="11885"/>
                  </a:lnTo>
                  <a:lnTo>
                    <a:pt x="7410" y="11518"/>
                  </a:lnTo>
                  <a:lnTo>
                    <a:pt x="7374" y="11152"/>
                  </a:lnTo>
                  <a:lnTo>
                    <a:pt x="7337" y="10785"/>
                  </a:lnTo>
                  <a:lnTo>
                    <a:pt x="7264" y="10418"/>
                  </a:lnTo>
                  <a:lnTo>
                    <a:pt x="7154" y="10125"/>
                  </a:lnTo>
                  <a:lnTo>
                    <a:pt x="7007" y="9794"/>
                  </a:lnTo>
                  <a:lnTo>
                    <a:pt x="6860" y="9538"/>
                  </a:lnTo>
                  <a:lnTo>
                    <a:pt x="6677" y="9244"/>
                  </a:lnTo>
                  <a:lnTo>
                    <a:pt x="6457" y="8987"/>
                  </a:lnTo>
                  <a:lnTo>
                    <a:pt x="6237" y="8767"/>
                  </a:lnTo>
                  <a:lnTo>
                    <a:pt x="5980" y="8584"/>
                  </a:lnTo>
                  <a:lnTo>
                    <a:pt x="5686" y="8401"/>
                  </a:lnTo>
                  <a:lnTo>
                    <a:pt x="5393" y="8291"/>
                  </a:lnTo>
                  <a:lnTo>
                    <a:pt x="5100" y="8180"/>
                  </a:lnTo>
                  <a:lnTo>
                    <a:pt x="4769" y="8144"/>
                  </a:lnTo>
                  <a:lnTo>
                    <a:pt x="4476" y="8144"/>
                  </a:lnTo>
                  <a:lnTo>
                    <a:pt x="4219" y="8180"/>
                  </a:lnTo>
                  <a:lnTo>
                    <a:pt x="3926" y="8291"/>
                  </a:lnTo>
                  <a:lnTo>
                    <a:pt x="3816" y="8364"/>
                  </a:lnTo>
                  <a:lnTo>
                    <a:pt x="3706" y="8437"/>
                  </a:lnTo>
                  <a:lnTo>
                    <a:pt x="3632" y="8547"/>
                  </a:lnTo>
                  <a:lnTo>
                    <a:pt x="3559" y="8657"/>
                  </a:lnTo>
                  <a:lnTo>
                    <a:pt x="3559" y="8694"/>
                  </a:lnTo>
                  <a:lnTo>
                    <a:pt x="3522" y="8731"/>
                  </a:lnTo>
                  <a:lnTo>
                    <a:pt x="3486" y="8767"/>
                  </a:lnTo>
                  <a:lnTo>
                    <a:pt x="3192" y="9171"/>
                  </a:lnTo>
                  <a:lnTo>
                    <a:pt x="3009" y="9354"/>
                  </a:lnTo>
                  <a:lnTo>
                    <a:pt x="2825" y="9538"/>
                  </a:lnTo>
                  <a:lnTo>
                    <a:pt x="2789" y="9464"/>
                  </a:lnTo>
                  <a:lnTo>
                    <a:pt x="2458" y="9171"/>
                  </a:lnTo>
                  <a:lnTo>
                    <a:pt x="2348" y="9024"/>
                  </a:lnTo>
                  <a:lnTo>
                    <a:pt x="2202" y="8877"/>
                  </a:lnTo>
                  <a:lnTo>
                    <a:pt x="2275" y="8877"/>
                  </a:lnTo>
                  <a:lnTo>
                    <a:pt x="2312" y="8841"/>
                  </a:lnTo>
                  <a:lnTo>
                    <a:pt x="2532" y="8841"/>
                  </a:lnTo>
                  <a:lnTo>
                    <a:pt x="2715" y="8804"/>
                  </a:lnTo>
                  <a:lnTo>
                    <a:pt x="2899" y="8731"/>
                  </a:lnTo>
                  <a:lnTo>
                    <a:pt x="3045" y="8621"/>
                  </a:lnTo>
                  <a:lnTo>
                    <a:pt x="3265" y="8474"/>
                  </a:lnTo>
                  <a:lnTo>
                    <a:pt x="3486" y="8254"/>
                  </a:lnTo>
                  <a:lnTo>
                    <a:pt x="3669" y="8034"/>
                  </a:lnTo>
                  <a:lnTo>
                    <a:pt x="3816" y="7814"/>
                  </a:lnTo>
                  <a:lnTo>
                    <a:pt x="3852" y="7740"/>
                  </a:lnTo>
                  <a:lnTo>
                    <a:pt x="3852" y="7667"/>
                  </a:lnTo>
                  <a:lnTo>
                    <a:pt x="3779" y="7557"/>
                  </a:lnTo>
                  <a:lnTo>
                    <a:pt x="3669" y="7484"/>
                  </a:lnTo>
                  <a:lnTo>
                    <a:pt x="3596" y="7484"/>
                  </a:lnTo>
                  <a:lnTo>
                    <a:pt x="3522" y="7520"/>
                  </a:lnTo>
                  <a:lnTo>
                    <a:pt x="3412" y="7484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4" name="Google Shape;297;p5">
              <a:extLst>
                <a:ext uri="{FF2B5EF4-FFF2-40B4-BE49-F238E27FC236}">
                  <a16:creationId xmlns:a16="http://schemas.microsoft.com/office/drawing/2014/main" id="{ED890F01-10B6-4EF6-B9FC-67318C49FCB0}"/>
                </a:ext>
              </a:extLst>
            </p:cNvPr>
            <p:cNvSpPr/>
            <p:nvPr/>
          </p:nvSpPr>
          <p:spPr>
            <a:xfrm>
              <a:off x="6823375" y="1978500"/>
              <a:ext cx="365025" cy="447525"/>
            </a:xfrm>
            <a:custGeom>
              <a:avLst/>
              <a:gdLst/>
              <a:ahLst/>
              <a:cxnLst/>
              <a:rect l="l" t="t" r="r" b="b"/>
              <a:pathLst>
                <a:path w="14601" h="17901" extrusionOk="0">
                  <a:moveTo>
                    <a:pt x="10492" y="4329"/>
                  </a:moveTo>
                  <a:lnTo>
                    <a:pt x="10859" y="4769"/>
                  </a:lnTo>
                  <a:lnTo>
                    <a:pt x="10712" y="4769"/>
                  </a:lnTo>
                  <a:lnTo>
                    <a:pt x="10712" y="4696"/>
                  </a:lnTo>
                  <a:lnTo>
                    <a:pt x="10675" y="4622"/>
                  </a:lnTo>
                  <a:lnTo>
                    <a:pt x="10639" y="4622"/>
                  </a:lnTo>
                  <a:lnTo>
                    <a:pt x="10602" y="4549"/>
                  </a:lnTo>
                  <a:lnTo>
                    <a:pt x="10565" y="4512"/>
                  </a:lnTo>
                  <a:lnTo>
                    <a:pt x="10455" y="4475"/>
                  </a:lnTo>
                  <a:lnTo>
                    <a:pt x="10345" y="4512"/>
                  </a:lnTo>
                  <a:lnTo>
                    <a:pt x="10308" y="4549"/>
                  </a:lnTo>
                  <a:lnTo>
                    <a:pt x="10272" y="4622"/>
                  </a:lnTo>
                  <a:lnTo>
                    <a:pt x="10272" y="4696"/>
                  </a:lnTo>
                  <a:lnTo>
                    <a:pt x="10052" y="4622"/>
                  </a:lnTo>
                  <a:lnTo>
                    <a:pt x="10492" y="4329"/>
                  </a:lnTo>
                  <a:close/>
                  <a:moveTo>
                    <a:pt x="6897" y="3448"/>
                  </a:moveTo>
                  <a:lnTo>
                    <a:pt x="7044" y="3485"/>
                  </a:lnTo>
                  <a:lnTo>
                    <a:pt x="7227" y="3522"/>
                  </a:lnTo>
                  <a:lnTo>
                    <a:pt x="7374" y="3595"/>
                  </a:lnTo>
                  <a:lnTo>
                    <a:pt x="7484" y="3705"/>
                  </a:lnTo>
                  <a:lnTo>
                    <a:pt x="7521" y="3815"/>
                  </a:lnTo>
                  <a:lnTo>
                    <a:pt x="7521" y="3889"/>
                  </a:lnTo>
                  <a:lnTo>
                    <a:pt x="7484" y="3999"/>
                  </a:lnTo>
                  <a:lnTo>
                    <a:pt x="7447" y="4109"/>
                  </a:lnTo>
                  <a:lnTo>
                    <a:pt x="7264" y="4292"/>
                  </a:lnTo>
                  <a:lnTo>
                    <a:pt x="7154" y="4439"/>
                  </a:lnTo>
                  <a:lnTo>
                    <a:pt x="6934" y="4732"/>
                  </a:lnTo>
                  <a:lnTo>
                    <a:pt x="6714" y="4952"/>
                  </a:lnTo>
                  <a:lnTo>
                    <a:pt x="6494" y="5099"/>
                  </a:lnTo>
                  <a:lnTo>
                    <a:pt x="6384" y="5136"/>
                  </a:lnTo>
                  <a:lnTo>
                    <a:pt x="6310" y="5136"/>
                  </a:lnTo>
                  <a:lnTo>
                    <a:pt x="6237" y="5062"/>
                  </a:lnTo>
                  <a:lnTo>
                    <a:pt x="6200" y="4989"/>
                  </a:lnTo>
                  <a:lnTo>
                    <a:pt x="6163" y="4806"/>
                  </a:lnTo>
                  <a:lnTo>
                    <a:pt x="6163" y="4659"/>
                  </a:lnTo>
                  <a:lnTo>
                    <a:pt x="6163" y="4145"/>
                  </a:lnTo>
                  <a:lnTo>
                    <a:pt x="6127" y="3595"/>
                  </a:lnTo>
                  <a:lnTo>
                    <a:pt x="6273" y="3522"/>
                  </a:lnTo>
                  <a:lnTo>
                    <a:pt x="6420" y="3485"/>
                  </a:lnTo>
                  <a:lnTo>
                    <a:pt x="6567" y="3448"/>
                  </a:lnTo>
                  <a:close/>
                  <a:moveTo>
                    <a:pt x="6457" y="3118"/>
                  </a:moveTo>
                  <a:lnTo>
                    <a:pt x="6237" y="3192"/>
                  </a:lnTo>
                  <a:lnTo>
                    <a:pt x="6017" y="3265"/>
                  </a:lnTo>
                  <a:lnTo>
                    <a:pt x="5833" y="3375"/>
                  </a:lnTo>
                  <a:lnTo>
                    <a:pt x="5723" y="3558"/>
                  </a:lnTo>
                  <a:lnTo>
                    <a:pt x="5723" y="3632"/>
                  </a:lnTo>
                  <a:lnTo>
                    <a:pt x="5760" y="3668"/>
                  </a:lnTo>
                  <a:lnTo>
                    <a:pt x="5797" y="3705"/>
                  </a:lnTo>
                  <a:lnTo>
                    <a:pt x="5870" y="3705"/>
                  </a:lnTo>
                  <a:lnTo>
                    <a:pt x="5980" y="3668"/>
                  </a:lnTo>
                  <a:lnTo>
                    <a:pt x="5943" y="4219"/>
                  </a:lnTo>
                  <a:lnTo>
                    <a:pt x="5943" y="4769"/>
                  </a:lnTo>
                  <a:lnTo>
                    <a:pt x="5943" y="4952"/>
                  </a:lnTo>
                  <a:lnTo>
                    <a:pt x="5980" y="5099"/>
                  </a:lnTo>
                  <a:lnTo>
                    <a:pt x="6053" y="5209"/>
                  </a:lnTo>
                  <a:lnTo>
                    <a:pt x="6163" y="5319"/>
                  </a:lnTo>
                  <a:lnTo>
                    <a:pt x="6237" y="5393"/>
                  </a:lnTo>
                  <a:lnTo>
                    <a:pt x="6530" y="5393"/>
                  </a:lnTo>
                  <a:lnTo>
                    <a:pt x="6714" y="5282"/>
                  </a:lnTo>
                  <a:lnTo>
                    <a:pt x="6897" y="5136"/>
                  </a:lnTo>
                  <a:lnTo>
                    <a:pt x="7227" y="4806"/>
                  </a:lnTo>
                  <a:lnTo>
                    <a:pt x="7447" y="4512"/>
                  </a:lnTo>
                  <a:lnTo>
                    <a:pt x="7594" y="4329"/>
                  </a:lnTo>
                  <a:lnTo>
                    <a:pt x="7741" y="4182"/>
                  </a:lnTo>
                  <a:lnTo>
                    <a:pt x="7814" y="3962"/>
                  </a:lnTo>
                  <a:lnTo>
                    <a:pt x="7851" y="3852"/>
                  </a:lnTo>
                  <a:lnTo>
                    <a:pt x="7851" y="3742"/>
                  </a:lnTo>
                  <a:lnTo>
                    <a:pt x="7777" y="3595"/>
                  </a:lnTo>
                  <a:lnTo>
                    <a:pt x="7667" y="3448"/>
                  </a:lnTo>
                  <a:lnTo>
                    <a:pt x="7521" y="3302"/>
                  </a:lnTo>
                  <a:lnTo>
                    <a:pt x="7374" y="3228"/>
                  </a:lnTo>
                  <a:lnTo>
                    <a:pt x="7190" y="3155"/>
                  </a:lnTo>
                  <a:lnTo>
                    <a:pt x="6970" y="3118"/>
                  </a:lnTo>
                  <a:close/>
                  <a:moveTo>
                    <a:pt x="2789" y="3522"/>
                  </a:moveTo>
                  <a:lnTo>
                    <a:pt x="2935" y="3668"/>
                  </a:lnTo>
                  <a:lnTo>
                    <a:pt x="3082" y="3779"/>
                  </a:lnTo>
                  <a:lnTo>
                    <a:pt x="3449" y="3925"/>
                  </a:lnTo>
                  <a:lnTo>
                    <a:pt x="3632" y="3999"/>
                  </a:lnTo>
                  <a:lnTo>
                    <a:pt x="3669" y="4072"/>
                  </a:lnTo>
                  <a:lnTo>
                    <a:pt x="3706" y="4145"/>
                  </a:lnTo>
                  <a:lnTo>
                    <a:pt x="3706" y="4219"/>
                  </a:lnTo>
                  <a:lnTo>
                    <a:pt x="3742" y="4255"/>
                  </a:lnTo>
                  <a:lnTo>
                    <a:pt x="3779" y="4292"/>
                  </a:lnTo>
                  <a:lnTo>
                    <a:pt x="3852" y="4329"/>
                  </a:lnTo>
                  <a:lnTo>
                    <a:pt x="4036" y="4402"/>
                  </a:lnTo>
                  <a:lnTo>
                    <a:pt x="4219" y="4475"/>
                  </a:lnTo>
                  <a:lnTo>
                    <a:pt x="4403" y="4586"/>
                  </a:lnTo>
                  <a:lnTo>
                    <a:pt x="4549" y="4696"/>
                  </a:lnTo>
                  <a:lnTo>
                    <a:pt x="4843" y="5026"/>
                  </a:lnTo>
                  <a:lnTo>
                    <a:pt x="5100" y="5319"/>
                  </a:lnTo>
                  <a:lnTo>
                    <a:pt x="4770" y="5356"/>
                  </a:lnTo>
                  <a:lnTo>
                    <a:pt x="4476" y="5356"/>
                  </a:lnTo>
                  <a:lnTo>
                    <a:pt x="3816" y="5319"/>
                  </a:lnTo>
                  <a:lnTo>
                    <a:pt x="3486" y="5319"/>
                  </a:lnTo>
                  <a:lnTo>
                    <a:pt x="3156" y="5393"/>
                  </a:lnTo>
                  <a:lnTo>
                    <a:pt x="2972" y="5466"/>
                  </a:lnTo>
                  <a:lnTo>
                    <a:pt x="2789" y="5576"/>
                  </a:lnTo>
                  <a:lnTo>
                    <a:pt x="2605" y="5649"/>
                  </a:lnTo>
                  <a:lnTo>
                    <a:pt x="2495" y="5686"/>
                  </a:lnTo>
                  <a:lnTo>
                    <a:pt x="2349" y="5686"/>
                  </a:lnTo>
                  <a:lnTo>
                    <a:pt x="2312" y="5723"/>
                  </a:lnTo>
                  <a:lnTo>
                    <a:pt x="2275" y="5796"/>
                  </a:lnTo>
                  <a:lnTo>
                    <a:pt x="2275" y="5833"/>
                  </a:lnTo>
                  <a:lnTo>
                    <a:pt x="2349" y="6676"/>
                  </a:lnTo>
                  <a:lnTo>
                    <a:pt x="2128" y="6493"/>
                  </a:lnTo>
                  <a:lnTo>
                    <a:pt x="1908" y="6383"/>
                  </a:lnTo>
                  <a:lnTo>
                    <a:pt x="1908" y="6126"/>
                  </a:lnTo>
                  <a:lnTo>
                    <a:pt x="1835" y="5906"/>
                  </a:lnTo>
                  <a:lnTo>
                    <a:pt x="1725" y="5796"/>
                  </a:lnTo>
                  <a:lnTo>
                    <a:pt x="1578" y="5723"/>
                  </a:lnTo>
                  <a:lnTo>
                    <a:pt x="1285" y="5649"/>
                  </a:lnTo>
                  <a:lnTo>
                    <a:pt x="1101" y="5649"/>
                  </a:lnTo>
                  <a:lnTo>
                    <a:pt x="918" y="5686"/>
                  </a:lnTo>
                  <a:lnTo>
                    <a:pt x="918" y="5686"/>
                  </a:lnTo>
                  <a:lnTo>
                    <a:pt x="1101" y="5356"/>
                  </a:lnTo>
                  <a:lnTo>
                    <a:pt x="1285" y="5026"/>
                  </a:lnTo>
                  <a:lnTo>
                    <a:pt x="1468" y="4732"/>
                  </a:lnTo>
                  <a:lnTo>
                    <a:pt x="1688" y="4439"/>
                  </a:lnTo>
                  <a:lnTo>
                    <a:pt x="1945" y="4182"/>
                  </a:lnTo>
                  <a:lnTo>
                    <a:pt x="2202" y="3962"/>
                  </a:lnTo>
                  <a:lnTo>
                    <a:pt x="2495" y="3742"/>
                  </a:lnTo>
                  <a:lnTo>
                    <a:pt x="2789" y="3522"/>
                  </a:lnTo>
                  <a:close/>
                  <a:moveTo>
                    <a:pt x="10639" y="7520"/>
                  </a:moveTo>
                  <a:lnTo>
                    <a:pt x="11042" y="7703"/>
                  </a:lnTo>
                  <a:lnTo>
                    <a:pt x="11336" y="7850"/>
                  </a:lnTo>
                  <a:lnTo>
                    <a:pt x="11482" y="7924"/>
                  </a:lnTo>
                  <a:lnTo>
                    <a:pt x="11629" y="7960"/>
                  </a:lnTo>
                  <a:lnTo>
                    <a:pt x="11556" y="8254"/>
                  </a:lnTo>
                  <a:lnTo>
                    <a:pt x="11225" y="8107"/>
                  </a:lnTo>
                  <a:lnTo>
                    <a:pt x="10895" y="7960"/>
                  </a:lnTo>
                  <a:lnTo>
                    <a:pt x="10785" y="7887"/>
                  </a:lnTo>
                  <a:lnTo>
                    <a:pt x="10639" y="7520"/>
                  </a:lnTo>
                  <a:close/>
                  <a:moveTo>
                    <a:pt x="10272" y="8070"/>
                  </a:moveTo>
                  <a:lnTo>
                    <a:pt x="10382" y="8144"/>
                  </a:lnTo>
                  <a:lnTo>
                    <a:pt x="10529" y="8217"/>
                  </a:lnTo>
                  <a:lnTo>
                    <a:pt x="10565" y="8327"/>
                  </a:lnTo>
                  <a:lnTo>
                    <a:pt x="10602" y="8400"/>
                  </a:lnTo>
                  <a:lnTo>
                    <a:pt x="10712" y="8437"/>
                  </a:lnTo>
                  <a:lnTo>
                    <a:pt x="10932" y="8510"/>
                  </a:lnTo>
                  <a:lnTo>
                    <a:pt x="11042" y="8547"/>
                  </a:lnTo>
                  <a:lnTo>
                    <a:pt x="11042" y="8584"/>
                  </a:lnTo>
                  <a:lnTo>
                    <a:pt x="11042" y="8657"/>
                  </a:lnTo>
                  <a:lnTo>
                    <a:pt x="11079" y="8731"/>
                  </a:lnTo>
                  <a:lnTo>
                    <a:pt x="11152" y="8804"/>
                  </a:lnTo>
                  <a:lnTo>
                    <a:pt x="11336" y="8841"/>
                  </a:lnTo>
                  <a:lnTo>
                    <a:pt x="11152" y="9244"/>
                  </a:lnTo>
                  <a:lnTo>
                    <a:pt x="11079" y="9171"/>
                  </a:lnTo>
                  <a:lnTo>
                    <a:pt x="10602" y="8767"/>
                  </a:lnTo>
                  <a:lnTo>
                    <a:pt x="10602" y="8547"/>
                  </a:lnTo>
                  <a:lnTo>
                    <a:pt x="10565" y="8364"/>
                  </a:lnTo>
                  <a:lnTo>
                    <a:pt x="10492" y="8254"/>
                  </a:lnTo>
                  <a:lnTo>
                    <a:pt x="10345" y="8180"/>
                  </a:lnTo>
                  <a:lnTo>
                    <a:pt x="10272" y="8070"/>
                  </a:lnTo>
                  <a:close/>
                  <a:moveTo>
                    <a:pt x="9135" y="4806"/>
                  </a:moveTo>
                  <a:lnTo>
                    <a:pt x="9501" y="4842"/>
                  </a:lnTo>
                  <a:lnTo>
                    <a:pt x="9575" y="4879"/>
                  </a:lnTo>
                  <a:lnTo>
                    <a:pt x="9611" y="4842"/>
                  </a:lnTo>
                  <a:lnTo>
                    <a:pt x="9905" y="4916"/>
                  </a:lnTo>
                  <a:lnTo>
                    <a:pt x="10198" y="5026"/>
                  </a:lnTo>
                  <a:lnTo>
                    <a:pt x="10015" y="5246"/>
                  </a:lnTo>
                  <a:lnTo>
                    <a:pt x="10015" y="5319"/>
                  </a:lnTo>
                  <a:lnTo>
                    <a:pt x="10052" y="5393"/>
                  </a:lnTo>
                  <a:lnTo>
                    <a:pt x="10125" y="5429"/>
                  </a:lnTo>
                  <a:lnTo>
                    <a:pt x="10198" y="5429"/>
                  </a:lnTo>
                  <a:lnTo>
                    <a:pt x="10418" y="5319"/>
                  </a:lnTo>
                  <a:lnTo>
                    <a:pt x="10639" y="5246"/>
                  </a:lnTo>
                  <a:lnTo>
                    <a:pt x="10859" y="5209"/>
                  </a:lnTo>
                  <a:lnTo>
                    <a:pt x="11115" y="5172"/>
                  </a:lnTo>
                  <a:lnTo>
                    <a:pt x="11336" y="5613"/>
                  </a:lnTo>
                  <a:lnTo>
                    <a:pt x="10859" y="5723"/>
                  </a:lnTo>
                  <a:lnTo>
                    <a:pt x="10602" y="5796"/>
                  </a:lnTo>
                  <a:lnTo>
                    <a:pt x="10382" y="5906"/>
                  </a:lnTo>
                  <a:lnTo>
                    <a:pt x="10345" y="5943"/>
                  </a:lnTo>
                  <a:lnTo>
                    <a:pt x="10345" y="5979"/>
                  </a:lnTo>
                  <a:lnTo>
                    <a:pt x="10345" y="6016"/>
                  </a:lnTo>
                  <a:lnTo>
                    <a:pt x="10382" y="6053"/>
                  </a:lnTo>
                  <a:lnTo>
                    <a:pt x="10639" y="6126"/>
                  </a:lnTo>
                  <a:lnTo>
                    <a:pt x="10932" y="6126"/>
                  </a:lnTo>
                  <a:lnTo>
                    <a:pt x="11225" y="6089"/>
                  </a:lnTo>
                  <a:lnTo>
                    <a:pt x="11482" y="6016"/>
                  </a:lnTo>
                  <a:lnTo>
                    <a:pt x="11629" y="6566"/>
                  </a:lnTo>
                  <a:lnTo>
                    <a:pt x="11666" y="6640"/>
                  </a:lnTo>
                  <a:lnTo>
                    <a:pt x="11666" y="6640"/>
                  </a:lnTo>
                  <a:lnTo>
                    <a:pt x="11262" y="6530"/>
                  </a:lnTo>
                  <a:lnTo>
                    <a:pt x="10932" y="6456"/>
                  </a:lnTo>
                  <a:lnTo>
                    <a:pt x="10749" y="6420"/>
                  </a:lnTo>
                  <a:lnTo>
                    <a:pt x="10565" y="6456"/>
                  </a:lnTo>
                  <a:lnTo>
                    <a:pt x="10529" y="6456"/>
                  </a:lnTo>
                  <a:lnTo>
                    <a:pt x="10565" y="6530"/>
                  </a:lnTo>
                  <a:lnTo>
                    <a:pt x="10712" y="6640"/>
                  </a:lnTo>
                  <a:lnTo>
                    <a:pt x="10895" y="6750"/>
                  </a:lnTo>
                  <a:lnTo>
                    <a:pt x="11336" y="6933"/>
                  </a:lnTo>
                  <a:lnTo>
                    <a:pt x="11702" y="7043"/>
                  </a:lnTo>
                  <a:lnTo>
                    <a:pt x="11666" y="7593"/>
                  </a:lnTo>
                  <a:lnTo>
                    <a:pt x="11482" y="7520"/>
                  </a:lnTo>
                  <a:lnTo>
                    <a:pt x="11299" y="7447"/>
                  </a:lnTo>
                  <a:lnTo>
                    <a:pt x="10785" y="7227"/>
                  </a:lnTo>
                  <a:lnTo>
                    <a:pt x="10529" y="7153"/>
                  </a:lnTo>
                  <a:lnTo>
                    <a:pt x="10235" y="7117"/>
                  </a:lnTo>
                  <a:lnTo>
                    <a:pt x="10198" y="7117"/>
                  </a:lnTo>
                  <a:lnTo>
                    <a:pt x="10198" y="7153"/>
                  </a:lnTo>
                  <a:lnTo>
                    <a:pt x="10198" y="7190"/>
                  </a:lnTo>
                  <a:lnTo>
                    <a:pt x="10198" y="7227"/>
                  </a:lnTo>
                  <a:lnTo>
                    <a:pt x="10492" y="7410"/>
                  </a:lnTo>
                  <a:lnTo>
                    <a:pt x="10418" y="7447"/>
                  </a:lnTo>
                  <a:lnTo>
                    <a:pt x="10015" y="7593"/>
                  </a:lnTo>
                  <a:lnTo>
                    <a:pt x="9905" y="7483"/>
                  </a:lnTo>
                  <a:lnTo>
                    <a:pt x="9832" y="7447"/>
                  </a:lnTo>
                  <a:lnTo>
                    <a:pt x="9795" y="7483"/>
                  </a:lnTo>
                  <a:lnTo>
                    <a:pt x="9758" y="7520"/>
                  </a:lnTo>
                  <a:lnTo>
                    <a:pt x="9722" y="7557"/>
                  </a:lnTo>
                  <a:lnTo>
                    <a:pt x="9722" y="7703"/>
                  </a:lnTo>
                  <a:lnTo>
                    <a:pt x="9685" y="7740"/>
                  </a:lnTo>
                  <a:lnTo>
                    <a:pt x="9685" y="7813"/>
                  </a:lnTo>
                  <a:lnTo>
                    <a:pt x="9722" y="7924"/>
                  </a:lnTo>
                  <a:lnTo>
                    <a:pt x="9942" y="8180"/>
                  </a:lnTo>
                  <a:lnTo>
                    <a:pt x="9611" y="7960"/>
                  </a:lnTo>
                  <a:lnTo>
                    <a:pt x="9281" y="7777"/>
                  </a:lnTo>
                  <a:lnTo>
                    <a:pt x="9245" y="7777"/>
                  </a:lnTo>
                  <a:lnTo>
                    <a:pt x="9208" y="7813"/>
                  </a:lnTo>
                  <a:lnTo>
                    <a:pt x="9171" y="7850"/>
                  </a:lnTo>
                  <a:lnTo>
                    <a:pt x="9171" y="7924"/>
                  </a:lnTo>
                  <a:lnTo>
                    <a:pt x="9391" y="8180"/>
                  </a:lnTo>
                  <a:lnTo>
                    <a:pt x="9648" y="8437"/>
                  </a:lnTo>
                  <a:lnTo>
                    <a:pt x="10162" y="8877"/>
                  </a:lnTo>
                  <a:lnTo>
                    <a:pt x="10235" y="8951"/>
                  </a:lnTo>
                  <a:lnTo>
                    <a:pt x="10162" y="9134"/>
                  </a:lnTo>
                  <a:lnTo>
                    <a:pt x="10052" y="9317"/>
                  </a:lnTo>
                  <a:lnTo>
                    <a:pt x="9905" y="9391"/>
                  </a:lnTo>
                  <a:lnTo>
                    <a:pt x="9832" y="9354"/>
                  </a:lnTo>
                  <a:lnTo>
                    <a:pt x="9428" y="9097"/>
                  </a:lnTo>
                  <a:lnTo>
                    <a:pt x="9318" y="8914"/>
                  </a:lnTo>
                  <a:lnTo>
                    <a:pt x="9171" y="8694"/>
                  </a:lnTo>
                  <a:lnTo>
                    <a:pt x="8951" y="8547"/>
                  </a:lnTo>
                  <a:lnTo>
                    <a:pt x="8768" y="8400"/>
                  </a:lnTo>
                  <a:lnTo>
                    <a:pt x="8658" y="8290"/>
                  </a:lnTo>
                  <a:lnTo>
                    <a:pt x="8548" y="8107"/>
                  </a:lnTo>
                  <a:lnTo>
                    <a:pt x="8511" y="7887"/>
                  </a:lnTo>
                  <a:lnTo>
                    <a:pt x="8474" y="7887"/>
                  </a:lnTo>
                  <a:lnTo>
                    <a:pt x="8474" y="7777"/>
                  </a:lnTo>
                  <a:lnTo>
                    <a:pt x="8438" y="7740"/>
                  </a:lnTo>
                  <a:lnTo>
                    <a:pt x="8364" y="7740"/>
                  </a:lnTo>
                  <a:lnTo>
                    <a:pt x="7887" y="7667"/>
                  </a:lnTo>
                  <a:lnTo>
                    <a:pt x="7374" y="7630"/>
                  </a:lnTo>
                  <a:lnTo>
                    <a:pt x="7117" y="7630"/>
                  </a:lnTo>
                  <a:lnTo>
                    <a:pt x="6860" y="7667"/>
                  </a:lnTo>
                  <a:lnTo>
                    <a:pt x="6640" y="7740"/>
                  </a:lnTo>
                  <a:lnTo>
                    <a:pt x="6457" y="7887"/>
                  </a:lnTo>
                  <a:lnTo>
                    <a:pt x="6384" y="7777"/>
                  </a:lnTo>
                  <a:lnTo>
                    <a:pt x="6347" y="7703"/>
                  </a:lnTo>
                  <a:lnTo>
                    <a:pt x="6384" y="7630"/>
                  </a:lnTo>
                  <a:lnTo>
                    <a:pt x="6420" y="7557"/>
                  </a:lnTo>
                  <a:lnTo>
                    <a:pt x="6604" y="7410"/>
                  </a:lnTo>
                  <a:lnTo>
                    <a:pt x="6787" y="7337"/>
                  </a:lnTo>
                  <a:lnTo>
                    <a:pt x="7080" y="7300"/>
                  </a:lnTo>
                  <a:lnTo>
                    <a:pt x="7374" y="7227"/>
                  </a:lnTo>
                  <a:lnTo>
                    <a:pt x="7521" y="7153"/>
                  </a:lnTo>
                  <a:lnTo>
                    <a:pt x="7704" y="7006"/>
                  </a:lnTo>
                  <a:lnTo>
                    <a:pt x="7741" y="6896"/>
                  </a:lnTo>
                  <a:lnTo>
                    <a:pt x="7777" y="6823"/>
                  </a:lnTo>
                  <a:lnTo>
                    <a:pt x="7741" y="6750"/>
                  </a:lnTo>
                  <a:lnTo>
                    <a:pt x="7667" y="6676"/>
                  </a:lnTo>
                  <a:lnTo>
                    <a:pt x="7594" y="6603"/>
                  </a:lnTo>
                  <a:lnTo>
                    <a:pt x="7484" y="6603"/>
                  </a:lnTo>
                  <a:lnTo>
                    <a:pt x="7227" y="6640"/>
                  </a:lnTo>
                  <a:lnTo>
                    <a:pt x="7007" y="6713"/>
                  </a:lnTo>
                  <a:lnTo>
                    <a:pt x="6787" y="6786"/>
                  </a:lnTo>
                  <a:lnTo>
                    <a:pt x="6714" y="6786"/>
                  </a:lnTo>
                  <a:lnTo>
                    <a:pt x="6640" y="6750"/>
                  </a:lnTo>
                  <a:lnTo>
                    <a:pt x="6640" y="6676"/>
                  </a:lnTo>
                  <a:lnTo>
                    <a:pt x="6677" y="6603"/>
                  </a:lnTo>
                  <a:lnTo>
                    <a:pt x="6750" y="6456"/>
                  </a:lnTo>
                  <a:lnTo>
                    <a:pt x="6824" y="6346"/>
                  </a:lnTo>
                  <a:lnTo>
                    <a:pt x="7080" y="6199"/>
                  </a:lnTo>
                  <a:lnTo>
                    <a:pt x="7337" y="6016"/>
                  </a:lnTo>
                  <a:lnTo>
                    <a:pt x="7704" y="5759"/>
                  </a:lnTo>
                  <a:lnTo>
                    <a:pt x="8108" y="5466"/>
                  </a:lnTo>
                  <a:lnTo>
                    <a:pt x="8181" y="5539"/>
                  </a:lnTo>
                  <a:lnTo>
                    <a:pt x="8218" y="5539"/>
                  </a:lnTo>
                  <a:lnTo>
                    <a:pt x="8254" y="5503"/>
                  </a:lnTo>
                  <a:lnTo>
                    <a:pt x="8511" y="5172"/>
                  </a:lnTo>
                  <a:lnTo>
                    <a:pt x="8731" y="4806"/>
                  </a:lnTo>
                  <a:close/>
                  <a:moveTo>
                    <a:pt x="10492" y="9171"/>
                  </a:moveTo>
                  <a:lnTo>
                    <a:pt x="10749" y="9391"/>
                  </a:lnTo>
                  <a:lnTo>
                    <a:pt x="10969" y="9611"/>
                  </a:lnTo>
                  <a:lnTo>
                    <a:pt x="10675" y="10124"/>
                  </a:lnTo>
                  <a:lnTo>
                    <a:pt x="10602" y="10198"/>
                  </a:lnTo>
                  <a:lnTo>
                    <a:pt x="10565" y="10161"/>
                  </a:lnTo>
                  <a:lnTo>
                    <a:pt x="10529" y="10088"/>
                  </a:lnTo>
                  <a:lnTo>
                    <a:pt x="10418" y="9941"/>
                  </a:lnTo>
                  <a:lnTo>
                    <a:pt x="10308" y="9758"/>
                  </a:lnTo>
                  <a:lnTo>
                    <a:pt x="10162" y="9611"/>
                  </a:lnTo>
                  <a:lnTo>
                    <a:pt x="10272" y="9501"/>
                  </a:lnTo>
                  <a:lnTo>
                    <a:pt x="10345" y="9427"/>
                  </a:lnTo>
                  <a:lnTo>
                    <a:pt x="10492" y="9171"/>
                  </a:lnTo>
                  <a:close/>
                  <a:moveTo>
                    <a:pt x="551" y="7300"/>
                  </a:moveTo>
                  <a:lnTo>
                    <a:pt x="808" y="7483"/>
                  </a:lnTo>
                  <a:lnTo>
                    <a:pt x="991" y="7703"/>
                  </a:lnTo>
                  <a:lnTo>
                    <a:pt x="1211" y="7924"/>
                  </a:lnTo>
                  <a:lnTo>
                    <a:pt x="1431" y="8144"/>
                  </a:lnTo>
                  <a:lnTo>
                    <a:pt x="1982" y="8584"/>
                  </a:lnTo>
                  <a:lnTo>
                    <a:pt x="2238" y="8841"/>
                  </a:lnTo>
                  <a:lnTo>
                    <a:pt x="2349" y="8987"/>
                  </a:lnTo>
                  <a:lnTo>
                    <a:pt x="2422" y="9134"/>
                  </a:lnTo>
                  <a:lnTo>
                    <a:pt x="2202" y="9281"/>
                  </a:lnTo>
                  <a:lnTo>
                    <a:pt x="2018" y="9464"/>
                  </a:lnTo>
                  <a:lnTo>
                    <a:pt x="1872" y="9684"/>
                  </a:lnTo>
                  <a:lnTo>
                    <a:pt x="1762" y="9978"/>
                  </a:lnTo>
                  <a:lnTo>
                    <a:pt x="1725" y="10344"/>
                  </a:lnTo>
                  <a:lnTo>
                    <a:pt x="1762" y="10675"/>
                  </a:lnTo>
                  <a:lnTo>
                    <a:pt x="1908" y="11408"/>
                  </a:lnTo>
                  <a:lnTo>
                    <a:pt x="1542" y="10968"/>
                  </a:lnTo>
                  <a:lnTo>
                    <a:pt x="1248" y="10528"/>
                  </a:lnTo>
                  <a:lnTo>
                    <a:pt x="991" y="10014"/>
                  </a:lnTo>
                  <a:lnTo>
                    <a:pt x="808" y="9501"/>
                  </a:lnTo>
                  <a:lnTo>
                    <a:pt x="661" y="8951"/>
                  </a:lnTo>
                  <a:lnTo>
                    <a:pt x="551" y="8400"/>
                  </a:lnTo>
                  <a:lnTo>
                    <a:pt x="514" y="7850"/>
                  </a:lnTo>
                  <a:lnTo>
                    <a:pt x="551" y="7300"/>
                  </a:lnTo>
                  <a:close/>
                  <a:moveTo>
                    <a:pt x="6897" y="8620"/>
                  </a:moveTo>
                  <a:lnTo>
                    <a:pt x="6934" y="8694"/>
                  </a:lnTo>
                  <a:lnTo>
                    <a:pt x="7007" y="8731"/>
                  </a:lnTo>
                  <a:lnTo>
                    <a:pt x="7264" y="8877"/>
                  </a:lnTo>
                  <a:lnTo>
                    <a:pt x="7484" y="9024"/>
                  </a:lnTo>
                  <a:lnTo>
                    <a:pt x="7704" y="9207"/>
                  </a:lnTo>
                  <a:lnTo>
                    <a:pt x="7887" y="9427"/>
                  </a:lnTo>
                  <a:lnTo>
                    <a:pt x="8034" y="9648"/>
                  </a:lnTo>
                  <a:lnTo>
                    <a:pt x="8181" y="9904"/>
                  </a:lnTo>
                  <a:lnTo>
                    <a:pt x="8254" y="10161"/>
                  </a:lnTo>
                  <a:lnTo>
                    <a:pt x="8254" y="10418"/>
                  </a:lnTo>
                  <a:lnTo>
                    <a:pt x="8218" y="10638"/>
                  </a:lnTo>
                  <a:lnTo>
                    <a:pt x="7704" y="10088"/>
                  </a:lnTo>
                  <a:lnTo>
                    <a:pt x="7154" y="9611"/>
                  </a:lnTo>
                  <a:lnTo>
                    <a:pt x="7080" y="9611"/>
                  </a:lnTo>
                  <a:lnTo>
                    <a:pt x="7044" y="9648"/>
                  </a:lnTo>
                  <a:lnTo>
                    <a:pt x="7080" y="9684"/>
                  </a:lnTo>
                  <a:lnTo>
                    <a:pt x="7557" y="10344"/>
                  </a:lnTo>
                  <a:lnTo>
                    <a:pt x="8071" y="10968"/>
                  </a:lnTo>
                  <a:lnTo>
                    <a:pt x="7887" y="11188"/>
                  </a:lnTo>
                  <a:lnTo>
                    <a:pt x="7741" y="11408"/>
                  </a:lnTo>
                  <a:lnTo>
                    <a:pt x="7521" y="11628"/>
                  </a:lnTo>
                  <a:lnTo>
                    <a:pt x="7227" y="11372"/>
                  </a:lnTo>
                  <a:lnTo>
                    <a:pt x="6860" y="11005"/>
                  </a:lnTo>
                  <a:lnTo>
                    <a:pt x="6787" y="10748"/>
                  </a:lnTo>
                  <a:lnTo>
                    <a:pt x="6750" y="10491"/>
                  </a:lnTo>
                  <a:lnTo>
                    <a:pt x="6640" y="10234"/>
                  </a:lnTo>
                  <a:lnTo>
                    <a:pt x="6530" y="9978"/>
                  </a:lnTo>
                  <a:lnTo>
                    <a:pt x="6457" y="9868"/>
                  </a:lnTo>
                  <a:lnTo>
                    <a:pt x="6310" y="9868"/>
                  </a:lnTo>
                  <a:lnTo>
                    <a:pt x="5870" y="10014"/>
                  </a:lnTo>
                  <a:lnTo>
                    <a:pt x="5650" y="10088"/>
                  </a:lnTo>
                  <a:lnTo>
                    <a:pt x="5577" y="10088"/>
                  </a:lnTo>
                  <a:lnTo>
                    <a:pt x="5466" y="10014"/>
                  </a:lnTo>
                  <a:lnTo>
                    <a:pt x="5210" y="9904"/>
                  </a:lnTo>
                  <a:lnTo>
                    <a:pt x="5026" y="9758"/>
                  </a:lnTo>
                  <a:lnTo>
                    <a:pt x="4953" y="9648"/>
                  </a:lnTo>
                  <a:lnTo>
                    <a:pt x="4880" y="9538"/>
                  </a:lnTo>
                  <a:lnTo>
                    <a:pt x="4843" y="9427"/>
                  </a:lnTo>
                  <a:lnTo>
                    <a:pt x="4843" y="9281"/>
                  </a:lnTo>
                  <a:lnTo>
                    <a:pt x="4880" y="9134"/>
                  </a:lnTo>
                  <a:lnTo>
                    <a:pt x="4953" y="8987"/>
                  </a:lnTo>
                  <a:lnTo>
                    <a:pt x="5063" y="8877"/>
                  </a:lnTo>
                  <a:lnTo>
                    <a:pt x="5210" y="8804"/>
                  </a:lnTo>
                  <a:lnTo>
                    <a:pt x="5577" y="8694"/>
                  </a:lnTo>
                  <a:lnTo>
                    <a:pt x="5870" y="8657"/>
                  </a:lnTo>
                  <a:lnTo>
                    <a:pt x="6384" y="8657"/>
                  </a:lnTo>
                  <a:lnTo>
                    <a:pt x="6897" y="8620"/>
                  </a:lnTo>
                  <a:close/>
                  <a:moveTo>
                    <a:pt x="8621" y="10088"/>
                  </a:moveTo>
                  <a:lnTo>
                    <a:pt x="9355" y="10565"/>
                  </a:lnTo>
                  <a:lnTo>
                    <a:pt x="9501" y="10711"/>
                  </a:lnTo>
                  <a:lnTo>
                    <a:pt x="9648" y="10858"/>
                  </a:lnTo>
                  <a:lnTo>
                    <a:pt x="9758" y="11005"/>
                  </a:lnTo>
                  <a:lnTo>
                    <a:pt x="9868" y="11151"/>
                  </a:lnTo>
                  <a:lnTo>
                    <a:pt x="9355" y="11628"/>
                  </a:lnTo>
                  <a:lnTo>
                    <a:pt x="9318" y="11592"/>
                  </a:lnTo>
                  <a:lnTo>
                    <a:pt x="9208" y="11482"/>
                  </a:lnTo>
                  <a:lnTo>
                    <a:pt x="9061" y="11408"/>
                  </a:lnTo>
                  <a:lnTo>
                    <a:pt x="8878" y="11298"/>
                  </a:lnTo>
                  <a:lnTo>
                    <a:pt x="8768" y="11188"/>
                  </a:lnTo>
                  <a:lnTo>
                    <a:pt x="8511" y="10931"/>
                  </a:lnTo>
                  <a:lnTo>
                    <a:pt x="8548" y="10821"/>
                  </a:lnTo>
                  <a:lnTo>
                    <a:pt x="8621" y="10638"/>
                  </a:lnTo>
                  <a:lnTo>
                    <a:pt x="8658" y="10455"/>
                  </a:lnTo>
                  <a:lnTo>
                    <a:pt x="8658" y="10271"/>
                  </a:lnTo>
                  <a:lnTo>
                    <a:pt x="8621" y="10088"/>
                  </a:lnTo>
                  <a:close/>
                  <a:moveTo>
                    <a:pt x="6860" y="11555"/>
                  </a:moveTo>
                  <a:lnTo>
                    <a:pt x="7190" y="11885"/>
                  </a:lnTo>
                  <a:lnTo>
                    <a:pt x="7007" y="11958"/>
                  </a:lnTo>
                  <a:lnTo>
                    <a:pt x="6897" y="11958"/>
                  </a:lnTo>
                  <a:lnTo>
                    <a:pt x="6787" y="11922"/>
                  </a:lnTo>
                  <a:lnTo>
                    <a:pt x="6860" y="11555"/>
                  </a:lnTo>
                  <a:close/>
                  <a:moveTo>
                    <a:pt x="8328" y="11262"/>
                  </a:moveTo>
                  <a:lnTo>
                    <a:pt x="8474" y="11445"/>
                  </a:lnTo>
                  <a:lnTo>
                    <a:pt x="8658" y="11628"/>
                  </a:lnTo>
                  <a:lnTo>
                    <a:pt x="8878" y="11775"/>
                  </a:lnTo>
                  <a:lnTo>
                    <a:pt x="8988" y="11812"/>
                  </a:lnTo>
                  <a:lnTo>
                    <a:pt x="9098" y="11848"/>
                  </a:lnTo>
                  <a:lnTo>
                    <a:pt x="8731" y="12105"/>
                  </a:lnTo>
                  <a:lnTo>
                    <a:pt x="8328" y="12325"/>
                  </a:lnTo>
                  <a:lnTo>
                    <a:pt x="8291" y="12289"/>
                  </a:lnTo>
                  <a:lnTo>
                    <a:pt x="7814" y="11885"/>
                  </a:lnTo>
                  <a:lnTo>
                    <a:pt x="8071" y="11592"/>
                  </a:lnTo>
                  <a:lnTo>
                    <a:pt x="8328" y="11262"/>
                  </a:lnTo>
                  <a:close/>
                  <a:moveTo>
                    <a:pt x="6970" y="2678"/>
                  </a:moveTo>
                  <a:lnTo>
                    <a:pt x="7374" y="2715"/>
                  </a:lnTo>
                  <a:lnTo>
                    <a:pt x="7777" y="2788"/>
                  </a:lnTo>
                  <a:lnTo>
                    <a:pt x="8181" y="2898"/>
                  </a:lnTo>
                  <a:lnTo>
                    <a:pt x="8548" y="3008"/>
                  </a:lnTo>
                  <a:lnTo>
                    <a:pt x="8915" y="3192"/>
                  </a:lnTo>
                  <a:lnTo>
                    <a:pt x="9281" y="3375"/>
                  </a:lnTo>
                  <a:lnTo>
                    <a:pt x="9611" y="3595"/>
                  </a:lnTo>
                  <a:lnTo>
                    <a:pt x="9501" y="3632"/>
                  </a:lnTo>
                  <a:lnTo>
                    <a:pt x="9281" y="3815"/>
                  </a:lnTo>
                  <a:lnTo>
                    <a:pt x="9171" y="3925"/>
                  </a:lnTo>
                  <a:lnTo>
                    <a:pt x="9061" y="4035"/>
                  </a:lnTo>
                  <a:lnTo>
                    <a:pt x="9061" y="4072"/>
                  </a:lnTo>
                  <a:lnTo>
                    <a:pt x="9061" y="4109"/>
                  </a:lnTo>
                  <a:lnTo>
                    <a:pt x="9135" y="4109"/>
                  </a:lnTo>
                  <a:lnTo>
                    <a:pt x="9245" y="4072"/>
                  </a:lnTo>
                  <a:lnTo>
                    <a:pt x="9355" y="4072"/>
                  </a:lnTo>
                  <a:lnTo>
                    <a:pt x="9685" y="3925"/>
                  </a:lnTo>
                  <a:lnTo>
                    <a:pt x="9905" y="3815"/>
                  </a:lnTo>
                  <a:lnTo>
                    <a:pt x="10198" y="4035"/>
                  </a:lnTo>
                  <a:lnTo>
                    <a:pt x="9905" y="4255"/>
                  </a:lnTo>
                  <a:lnTo>
                    <a:pt x="9611" y="4512"/>
                  </a:lnTo>
                  <a:lnTo>
                    <a:pt x="9281" y="4475"/>
                  </a:lnTo>
                  <a:lnTo>
                    <a:pt x="8731" y="4475"/>
                  </a:lnTo>
                  <a:lnTo>
                    <a:pt x="8584" y="4512"/>
                  </a:lnTo>
                  <a:lnTo>
                    <a:pt x="8548" y="4549"/>
                  </a:lnTo>
                  <a:lnTo>
                    <a:pt x="8511" y="4622"/>
                  </a:lnTo>
                  <a:lnTo>
                    <a:pt x="8328" y="4989"/>
                  </a:lnTo>
                  <a:lnTo>
                    <a:pt x="8108" y="5356"/>
                  </a:lnTo>
                  <a:lnTo>
                    <a:pt x="7851" y="5466"/>
                  </a:lnTo>
                  <a:lnTo>
                    <a:pt x="7594" y="5613"/>
                  </a:lnTo>
                  <a:lnTo>
                    <a:pt x="7117" y="5906"/>
                  </a:lnTo>
                  <a:lnTo>
                    <a:pt x="6714" y="6163"/>
                  </a:lnTo>
                  <a:lnTo>
                    <a:pt x="6530" y="6310"/>
                  </a:lnTo>
                  <a:lnTo>
                    <a:pt x="6457" y="6383"/>
                  </a:lnTo>
                  <a:lnTo>
                    <a:pt x="6420" y="6493"/>
                  </a:lnTo>
                  <a:lnTo>
                    <a:pt x="6384" y="6676"/>
                  </a:lnTo>
                  <a:lnTo>
                    <a:pt x="6420" y="6786"/>
                  </a:lnTo>
                  <a:lnTo>
                    <a:pt x="6457" y="6896"/>
                  </a:lnTo>
                  <a:lnTo>
                    <a:pt x="6567" y="6970"/>
                  </a:lnTo>
                  <a:lnTo>
                    <a:pt x="6677" y="6970"/>
                  </a:lnTo>
                  <a:lnTo>
                    <a:pt x="6824" y="7006"/>
                  </a:lnTo>
                  <a:lnTo>
                    <a:pt x="7117" y="6933"/>
                  </a:lnTo>
                  <a:lnTo>
                    <a:pt x="7301" y="6860"/>
                  </a:lnTo>
                  <a:lnTo>
                    <a:pt x="7447" y="6823"/>
                  </a:lnTo>
                  <a:lnTo>
                    <a:pt x="7484" y="6860"/>
                  </a:lnTo>
                  <a:lnTo>
                    <a:pt x="7411" y="6896"/>
                  </a:lnTo>
                  <a:lnTo>
                    <a:pt x="7227" y="7006"/>
                  </a:lnTo>
                  <a:lnTo>
                    <a:pt x="6860" y="7080"/>
                  </a:lnTo>
                  <a:lnTo>
                    <a:pt x="6530" y="7153"/>
                  </a:lnTo>
                  <a:lnTo>
                    <a:pt x="6347" y="7227"/>
                  </a:lnTo>
                  <a:lnTo>
                    <a:pt x="6237" y="7337"/>
                  </a:lnTo>
                  <a:lnTo>
                    <a:pt x="6163" y="7483"/>
                  </a:lnTo>
                  <a:lnTo>
                    <a:pt x="6127" y="7630"/>
                  </a:lnTo>
                  <a:lnTo>
                    <a:pt x="6127" y="7777"/>
                  </a:lnTo>
                  <a:lnTo>
                    <a:pt x="6163" y="7924"/>
                  </a:lnTo>
                  <a:lnTo>
                    <a:pt x="6237" y="8070"/>
                  </a:lnTo>
                  <a:lnTo>
                    <a:pt x="6384" y="8180"/>
                  </a:lnTo>
                  <a:lnTo>
                    <a:pt x="6494" y="8180"/>
                  </a:lnTo>
                  <a:lnTo>
                    <a:pt x="6567" y="8144"/>
                  </a:lnTo>
                  <a:lnTo>
                    <a:pt x="6640" y="8070"/>
                  </a:lnTo>
                  <a:lnTo>
                    <a:pt x="6714" y="7997"/>
                  </a:lnTo>
                  <a:lnTo>
                    <a:pt x="6897" y="7924"/>
                  </a:lnTo>
                  <a:lnTo>
                    <a:pt x="7337" y="7924"/>
                  </a:lnTo>
                  <a:lnTo>
                    <a:pt x="8328" y="7997"/>
                  </a:lnTo>
                  <a:lnTo>
                    <a:pt x="8328" y="8144"/>
                  </a:lnTo>
                  <a:lnTo>
                    <a:pt x="8364" y="8327"/>
                  </a:lnTo>
                  <a:lnTo>
                    <a:pt x="8438" y="8474"/>
                  </a:lnTo>
                  <a:lnTo>
                    <a:pt x="8548" y="8584"/>
                  </a:lnTo>
                  <a:lnTo>
                    <a:pt x="8768" y="8767"/>
                  </a:lnTo>
                  <a:lnTo>
                    <a:pt x="8548" y="8694"/>
                  </a:lnTo>
                  <a:lnTo>
                    <a:pt x="8328" y="8657"/>
                  </a:lnTo>
                  <a:lnTo>
                    <a:pt x="8291" y="8657"/>
                  </a:lnTo>
                  <a:lnTo>
                    <a:pt x="8291" y="8731"/>
                  </a:lnTo>
                  <a:lnTo>
                    <a:pt x="8511" y="8951"/>
                  </a:lnTo>
                  <a:lnTo>
                    <a:pt x="8768" y="9171"/>
                  </a:lnTo>
                  <a:lnTo>
                    <a:pt x="9355" y="9501"/>
                  </a:lnTo>
                  <a:lnTo>
                    <a:pt x="9428" y="9574"/>
                  </a:lnTo>
                  <a:lnTo>
                    <a:pt x="9538" y="9648"/>
                  </a:lnTo>
                  <a:lnTo>
                    <a:pt x="9648" y="9684"/>
                  </a:lnTo>
                  <a:lnTo>
                    <a:pt x="9795" y="9794"/>
                  </a:lnTo>
                  <a:lnTo>
                    <a:pt x="9942" y="9941"/>
                  </a:lnTo>
                  <a:lnTo>
                    <a:pt x="10125" y="10198"/>
                  </a:lnTo>
                  <a:lnTo>
                    <a:pt x="10272" y="10344"/>
                  </a:lnTo>
                  <a:lnTo>
                    <a:pt x="10418" y="10491"/>
                  </a:lnTo>
                  <a:lnTo>
                    <a:pt x="10125" y="10858"/>
                  </a:lnTo>
                  <a:lnTo>
                    <a:pt x="9978" y="10638"/>
                  </a:lnTo>
                  <a:lnTo>
                    <a:pt x="9795" y="10455"/>
                  </a:lnTo>
                  <a:lnTo>
                    <a:pt x="9428" y="10161"/>
                  </a:lnTo>
                  <a:lnTo>
                    <a:pt x="8988" y="9904"/>
                  </a:lnTo>
                  <a:lnTo>
                    <a:pt x="8401" y="9501"/>
                  </a:lnTo>
                  <a:lnTo>
                    <a:pt x="8144" y="9171"/>
                  </a:lnTo>
                  <a:lnTo>
                    <a:pt x="7851" y="8877"/>
                  </a:lnTo>
                  <a:lnTo>
                    <a:pt x="7557" y="8657"/>
                  </a:lnTo>
                  <a:lnTo>
                    <a:pt x="7227" y="8437"/>
                  </a:lnTo>
                  <a:lnTo>
                    <a:pt x="7190" y="8437"/>
                  </a:lnTo>
                  <a:lnTo>
                    <a:pt x="7190" y="8400"/>
                  </a:lnTo>
                  <a:lnTo>
                    <a:pt x="7154" y="8400"/>
                  </a:lnTo>
                  <a:lnTo>
                    <a:pt x="7044" y="8364"/>
                  </a:lnTo>
                  <a:lnTo>
                    <a:pt x="6677" y="8327"/>
                  </a:lnTo>
                  <a:lnTo>
                    <a:pt x="6273" y="8290"/>
                  </a:lnTo>
                  <a:lnTo>
                    <a:pt x="5870" y="8327"/>
                  </a:lnTo>
                  <a:lnTo>
                    <a:pt x="5466" y="8364"/>
                  </a:lnTo>
                  <a:lnTo>
                    <a:pt x="5173" y="8437"/>
                  </a:lnTo>
                  <a:lnTo>
                    <a:pt x="4990" y="8510"/>
                  </a:lnTo>
                  <a:lnTo>
                    <a:pt x="4843" y="8620"/>
                  </a:lnTo>
                  <a:lnTo>
                    <a:pt x="4733" y="8731"/>
                  </a:lnTo>
                  <a:lnTo>
                    <a:pt x="4623" y="8841"/>
                  </a:lnTo>
                  <a:lnTo>
                    <a:pt x="4549" y="8987"/>
                  </a:lnTo>
                  <a:lnTo>
                    <a:pt x="4476" y="9171"/>
                  </a:lnTo>
                  <a:lnTo>
                    <a:pt x="4476" y="9317"/>
                  </a:lnTo>
                  <a:lnTo>
                    <a:pt x="4476" y="9464"/>
                  </a:lnTo>
                  <a:lnTo>
                    <a:pt x="4513" y="9611"/>
                  </a:lnTo>
                  <a:lnTo>
                    <a:pt x="4549" y="9721"/>
                  </a:lnTo>
                  <a:lnTo>
                    <a:pt x="4733" y="9978"/>
                  </a:lnTo>
                  <a:lnTo>
                    <a:pt x="4953" y="10161"/>
                  </a:lnTo>
                  <a:lnTo>
                    <a:pt x="5246" y="10344"/>
                  </a:lnTo>
                  <a:lnTo>
                    <a:pt x="5577" y="10491"/>
                  </a:lnTo>
                  <a:lnTo>
                    <a:pt x="5687" y="10491"/>
                  </a:lnTo>
                  <a:lnTo>
                    <a:pt x="5797" y="10418"/>
                  </a:lnTo>
                  <a:lnTo>
                    <a:pt x="6090" y="10308"/>
                  </a:lnTo>
                  <a:lnTo>
                    <a:pt x="6090" y="10418"/>
                  </a:lnTo>
                  <a:lnTo>
                    <a:pt x="6090" y="10528"/>
                  </a:lnTo>
                  <a:lnTo>
                    <a:pt x="6163" y="10785"/>
                  </a:lnTo>
                  <a:lnTo>
                    <a:pt x="6310" y="10968"/>
                  </a:lnTo>
                  <a:lnTo>
                    <a:pt x="6494" y="11188"/>
                  </a:lnTo>
                  <a:lnTo>
                    <a:pt x="6494" y="11592"/>
                  </a:lnTo>
                  <a:lnTo>
                    <a:pt x="6420" y="11958"/>
                  </a:lnTo>
                  <a:lnTo>
                    <a:pt x="6384" y="12105"/>
                  </a:lnTo>
                  <a:lnTo>
                    <a:pt x="6420" y="12142"/>
                  </a:lnTo>
                  <a:lnTo>
                    <a:pt x="6457" y="12179"/>
                  </a:lnTo>
                  <a:lnTo>
                    <a:pt x="6714" y="12289"/>
                  </a:lnTo>
                  <a:lnTo>
                    <a:pt x="6970" y="12325"/>
                  </a:lnTo>
                  <a:lnTo>
                    <a:pt x="7227" y="12252"/>
                  </a:lnTo>
                  <a:lnTo>
                    <a:pt x="7447" y="12142"/>
                  </a:lnTo>
                  <a:lnTo>
                    <a:pt x="7924" y="12509"/>
                  </a:lnTo>
                  <a:lnTo>
                    <a:pt x="7484" y="12655"/>
                  </a:lnTo>
                  <a:lnTo>
                    <a:pt x="7044" y="12802"/>
                  </a:lnTo>
                  <a:lnTo>
                    <a:pt x="6714" y="12876"/>
                  </a:lnTo>
                  <a:lnTo>
                    <a:pt x="6604" y="12765"/>
                  </a:lnTo>
                  <a:lnTo>
                    <a:pt x="6494" y="12582"/>
                  </a:lnTo>
                  <a:lnTo>
                    <a:pt x="6310" y="12289"/>
                  </a:lnTo>
                  <a:lnTo>
                    <a:pt x="6090" y="12032"/>
                  </a:lnTo>
                  <a:lnTo>
                    <a:pt x="5870" y="11812"/>
                  </a:lnTo>
                  <a:lnTo>
                    <a:pt x="5466" y="11372"/>
                  </a:lnTo>
                  <a:lnTo>
                    <a:pt x="5100" y="10895"/>
                  </a:lnTo>
                  <a:lnTo>
                    <a:pt x="5063" y="10858"/>
                  </a:lnTo>
                  <a:lnTo>
                    <a:pt x="4990" y="10858"/>
                  </a:lnTo>
                  <a:lnTo>
                    <a:pt x="4953" y="10895"/>
                  </a:lnTo>
                  <a:lnTo>
                    <a:pt x="4953" y="10931"/>
                  </a:lnTo>
                  <a:lnTo>
                    <a:pt x="4953" y="11151"/>
                  </a:lnTo>
                  <a:lnTo>
                    <a:pt x="5026" y="11335"/>
                  </a:lnTo>
                  <a:lnTo>
                    <a:pt x="5100" y="11518"/>
                  </a:lnTo>
                  <a:lnTo>
                    <a:pt x="5246" y="11702"/>
                  </a:lnTo>
                  <a:lnTo>
                    <a:pt x="5540" y="12032"/>
                  </a:lnTo>
                  <a:lnTo>
                    <a:pt x="5833" y="12325"/>
                  </a:lnTo>
                  <a:lnTo>
                    <a:pt x="6017" y="12582"/>
                  </a:lnTo>
                  <a:lnTo>
                    <a:pt x="6200" y="12912"/>
                  </a:lnTo>
                  <a:lnTo>
                    <a:pt x="5650" y="12949"/>
                  </a:lnTo>
                  <a:lnTo>
                    <a:pt x="5026" y="12362"/>
                  </a:lnTo>
                  <a:lnTo>
                    <a:pt x="4659" y="11995"/>
                  </a:lnTo>
                  <a:lnTo>
                    <a:pt x="4513" y="11812"/>
                  </a:lnTo>
                  <a:lnTo>
                    <a:pt x="4439" y="11555"/>
                  </a:lnTo>
                  <a:lnTo>
                    <a:pt x="4403" y="11518"/>
                  </a:lnTo>
                  <a:lnTo>
                    <a:pt x="4329" y="11482"/>
                  </a:lnTo>
                  <a:lnTo>
                    <a:pt x="4256" y="11482"/>
                  </a:lnTo>
                  <a:lnTo>
                    <a:pt x="4219" y="11555"/>
                  </a:lnTo>
                  <a:lnTo>
                    <a:pt x="4219" y="11665"/>
                  </a:lnTo>
                  <a:lnTo>
                    <a:pt x="4219" y="11812"/>
                  </a:lnTo>
                  <a:lnTo>
                    <a:pt x="4293" y="12032"/>
                  </a:lnTo>
                  <a:lnTo>
                    <a:pt x="4403" y="12252"/>
                  </a:lnTo>
                  <a:lnTo>
                    <a:pt x="4586" y="12435"/>
                  </a:lnTo>
                  <a:lnTo>
                    <a:pt x="4953" y="12876"/>
                  </a:lnTo>
                  <a:lnTo>
                    <a:pt x="4880" y="12876"/>
                  </a:lnTo>
                  <a:lnTo>
                    <a:pt x="4880" y="12839"/>
                  </a:lnTo>
                  <a:lnTo>
                    <a:pt x="4880" y="12802"/>
                  </a:lnTo>
                  <a:lnTo>
                    <a:pt x="4843" y="12765"/>
                  </a:lnTo>
                  <a:lnTo>
                    <a:pt x="4549" y="12692"/>
                  </a:lnTo>
                  <a:lnTo>
                    <a:pt x="4439" y="12655"/>
                  </a:lnTo>
                  <a:lnTo>
                    <a:pt x="4366" y="12545"/>
                  </a:lnTo>
                  <a:lnTo>
                    <a:pt x="4293" y="12362"/>
                  </a:lnTo>
                  <a:lnTo>
                    <a:pt x="4073" y="11995"/>
                  </a:lnTo>
                  <a:lnTo>
                    <a:pt x="3926" y="11848"/>
                  </a:lnTo>
                  <a:lnTo>
                    <a:pt x="3816" y="11738"/>
                  </a:lnTo>
                  <a:lnTo>
                    <a:pt x="3816" y="11665"/>
                  </a:lnTo>
                  <a:lnTo>
                    <a:pt x="3816" y="11592"/>
                  </a:lnTo>
                  <a:lnTo>
                    <a:pt x="3779" y="11555"/>
                  </a:lnTo>
                  <a:lnTo>
                    <a:pt x="3742" y="11518"/>
                  </a:lnTo>
                  <a:lnTo>
                    <a:pt x="3669" y="11555"/>
                  </a:lnTo>
                  <a:lnTo>
                    <a:pt x="3559" y="11628"/>
                  </a:lnTo>
                  <a:lnTo>
                    <a:pt x="3522" y="11702"/>
                  </a:lnTo>
                  <a:lnTo>
                    <a:pt x="3522" y="11848"/>
                  </a:lnTo>
                  <a:lnTo>
                    <a:pt x="3559" y="11958"/>
                  </a:lnTo>
                  <a:lnTo>
                    <a:pt x="3669" y="12105"/>
                  </a:lnTo>
                  <a:lnTo>
                    <a:pt x="3779" y="12252"/>
                  </a:lnTo>
                  <a:lnTo>
                    <a:pt x="3889" y="12435"/>
                  </a:lnTo>
                  <a:lnTo>
                    <a:pt x="3963" y="12655"/>
                  </a:lnTo>
                  <a:lnTo>
                    <a:pt x="3963" y="12655"/>
                  </a:lnTo>
                  <a:lnTo>
                    <a:pt x="3376" y="12435"/>
                  </a:lnTo>
                  <a:lnTo>
                    <a:pt x="2825" y="12105"/>
                  </a:lnTo>
                  <a:lnTo>
                    <a:pt x="2789" y="12069"/>
                  </a:lnTo>
                  <a:lnTo>
                    <a:pt x="2715" y="11958"/>
                  </a:lnTo>
                  <a:lnTo>
                    <a:pt x="2605" y="11885"/>
                  </a:lnTo>
                  <a:lnTo>
                    <a:pt x="2349" y="11812"/>
                  </a:lnTo>
                  <a:lnTo>
                    <a:pt x="2312" y="11738"/>
                  </a:lnTo>
                  <a:lnTo>
                    <a:pt x="2165" y="11115"/>
                  </a:lnTo>
                  <a:lnTo>
                    <a:pt x="2092" y="10748"/>
                  </a:lnTo>
                  <a:lnTo>
                    <a:pt x="2055" y="10381"/>
                  </a:lnTo>
                  <a:lnTo>
                    <a:pt x="2055" y="10051"/>
                  </a:lnTo>
                  <a:lnTo>
                    <a:pt x="2092" y="9868"/>
                  </a:lnTo>
                  <a:lnTo>
                    <a:pt x="2165" y="9758"/>
                  </a:lnTo>
                  <a:lnTo>
                    <a:pt x="2238" y="9611"/>
                  </a:lnTo>
                  <a:lnTo>
                    <a:pt x="2349" y="9538"/>
                  </a:lnTo>
                  <a:lnTo>
                    <a:pt x="2495" y="9464"/>
                  </a:lnTo>
                  <a:lnTo>
                    <a:pt x="2679" y="9391"/>
                  </a:lnTo>
                  <a:lnTo>
                    <a:pt x="2715" y="9391"/>
                  </a:lnTo>
                  <a:lnTo>
                    <a:pt x="2752" y="9354"/>
                  </a:lnTo>
                  <a:lnTo>
                    <a:pt x="2789" y="9281"/>
                  </a:lnTo>
                  <a:lnTo>
                    <a:pt x="2789" y="9207"/>
                  </a:lnTo>
                  <a:lnTo>
                    <a:pt x="2715" y="9024"/>
                  </a:lnTo>
                  <a:lnTo>
                    <a:pt x="2605" y="8841"/>
                  </a:lnTo>
                  <a:lnTo>
                    <a:pt x="2495" y="8694"/>
                  </a:lnTo>
                  <a:lnTo>
                    <a:pt x="2349" y="8510"/>
                  </a:lnTo>
                  <a:lnTo>
                    <a:pt x="2055" y="8254"/>
                  </a:lnTo>
                  <a:lnTo>
                    <a:pt x="1725" y="7960"/>
                  </a:lnTo>
                  <a:lnTo>
                    <a:pt x="1505" y="7813"/>
                  </a:lnTo>
                  <a:lnTo>
                    <a:pt x="1285" y="7630"/>
                  </a:lnTo>
                  <a:lnTo>
                    <a:pt x="1175" y="7447"/>
                  </a:lnTo>
                  <a:lnTo>
                    <a:pt x="991" y="7300"/>
                  </a:lnTo>
                  <a:lnTo>
                    <a:pt x="771" y="7153"/>
                  </a:lnTo>
                  <a:lnTo>
                    <a:pt x="551" y="7117"/>
                  </a:lnTo>
                  <a:lnTo>
                    <a:pt x="661" y="6566"/>
                  </a:lnTo>
                  <a:lnTo>
                    <a:pt x="771" y="6089"/>
                  </a:lnTo>
                  <a:lnTo>
                    <a:pt x="808" y="6016"/>
                  </a:lnTo>
                  <a:lnTo>
                    <a:pt x="955" y="5943"/>
                  </a:lnTo>
                  <a:lnTo>
                    <a:pt x="1101" y="5906"/>
                  </a:lnTo>
                  <a:lnTo>
                    <a:pt x="1248" y="5906"/>
                  </a:lnTo>
                  <a:lnTo>
                    <a:pt x="1395" y="5943"/>
                  </a:lnTo>
                  <a:lnTo>
                    <a:pt x="1505" y="6016"/>
                  </a:lnTo>
                  <a:lnTo>
                    <a:pt x="1615" y="6126"/>
                  </a:lnTo>
                  <a:lnTo>
                    <a:pt x="1652" y="6236"/>
                  </a:lnTo>
                  <a:lnTo>
                    <a:pt x="1652" y="6420"/>
                  </a:lnTo>
                  <a:lnTo>
                    <a:pt x="1652" y="6530"/>
                  </a:lnTo>
                  <a:lnTo>
                    <a:pt x="1688" y="6566"/>
                  </a:lnTo>
                  <a:lnTo>
                    <a:pt x="1725" y="6566"/>
                  </a:lnTo>
                  <a:lnTo>
                    <a:pt x="1945" y="6676"/>
                  </a:lnTo>
                  <a:lnTo>
                    <a:pt x="2128" y="6786"/>
                  </a:lnTo>
                  <a:lnTo>
                    <a:pt x="2275" y="6970"/>
                  </a:lnTo>
                  <a:lnTo>
                    <a:pt x="2385" y="7153"/>
                  </a:lnTo>
                  <a:lnTo>
                    <a:pt x="2459" y="7227"/>
                  </a:lnTo>
                  <a:lnTo>
                    <a:pt x="2532" y="7227"/>
                  </a:lnTo>
                  <a:lnTo>
                    <a:pt x="2605" y="7190"/>
                  </a:lnTo>
                  <a:lnTo>
                    <a:pt x="2642" y="7080"/>
                  </a:lnTo>
                  <a:lnTo>
                    <a:pt x="2532" y="5943"/>
                  </a:lnTo>
                  <a:lnTo>
                    <a:pt x="2752" y="5906"/>
                  </a:lnTo>
                  <a:lnTo>
                    <a:pt x="3009" y="5796"/>
                  </a:lnTo>
                  <a:lnTo>
                    <a:pt x="3229" y="5723"/>
                  </a:lnTo>
                  <a:lnTo>
                    <a:pt x="3449" y="5686"/>
                  </a:lnTo>
                  <a:lnTo>
                    <a:pt x="3669" y="5649"/>
                  </a:lnTo>
                  <a:lnTo>
                    <a:pt x="3889" y="5686"/>
                  </a:lnTo>
                  <a:lnTo>
                    <a:pt x="4293" y="5723"/>
                  </a:lnTo>
                  <a:lnTo>
                    <a:pt x="5100" y="5723"/>
                  </a:lnTo>
                  <a:lnTo>
                    <a:pt x="5283" y="5649"/>
                  </a:lnTo>
                  <a:lnTo>
                    <a:pt x="5503" y="5576"/>
                  </a:lnTo>
                  <a:lnTo>
                    <a:pt x="5577" y="5539"/>
                  </a:lnTo>
                  <a:lnTo>
                    <a:pt x="5613" y="5466"/>
                  </a:lnTo>
                  <a:lnTo>
                    <a:pt x="5613" y="5356"/>
                  </a:lnTo>
                  <a:lnTo>
                    <a:pt x="5577" y="5282"/>
                  </a:lnTo>
                  <a:lnTo>
                    <a:pt x="5246" y="4916"/>
                  </a:lnTo>
                  <a:lnTo>
                    <a:pt x="4880" y="4549"/>
                  </a:lnTo>
                  <a:lnTo>
                    <a:pt x="4696" y="4365"/>
                  </a:lnTo>
                  <a:lnTo>
                    <a:pt x="4513" y="4219"/>
                  </a:lnTo>
                  <a:lnTo>
                    <a:pt x="4293" y="4109"/>
                  </a:lnTo>
                  <a:lnTo>
                    <a:pt x="4036" y="3999"/>
                  </a:lnTo>
                  <a:lnTo>
                    <a:pt x="3999" y="3889"/>
                  </a:lnTo>
                  <a:lnTo>
                    <a:pt x="3963" y="3815"/>
                  </a:lnTo>
                  <a:lnTo>
                    <a:pt x="3852" y="3742"/>
                  </a:lnTo>
                  <a:lnTo>
                    <a:pt x="3742" y="3668"/>
                  </a:lnTo>
                  <a:lnTo>
                    <a:pt x="3376" y="3522"/>
                  </a:lnTo>
                  <a:lnTo>
                    <a:pt x="3192" y="3448"/>
                  </a:lnTo>
                  <a:lnTo>
                    <a:pt x="2972" y="3412"/>
                  </a:lnTo>
                  <a:lnTo>
                    <a:pt x="3412" y="3228"/>
                  </a:lnTo>
                  <a:lnTo>
                    <a:pt x="3816" y="3045"/>
                  </a:lnTo>
                  <a:lnTo>
                    <a:pt x="4256" y="2935"/>
                  </a:lnTo>
                  <a:lnTo>
                    <a:pt x="4696" y="2861"/>
                  </a:lnTo>
                  <a:lnTo>
                    <a:pt x="5136" y="2788"/>
                  </a:lnTo>
                  <a:lnTo>
                    <a:pt x="6494" y="2788"/>
                  </a:lnTo>
                  <a:lnTo>
                    <a:pt x="6567" y="2751"/>
                  </a:lnTo>
                  <a:lnTo>
                    <a:pt x="6567" y="2678"/>
                  </a:lnTo>
                  <a:close/>
                  <a:moveTo>
                    <a:pt x="5100" y="15590"/>
                  </a:moveTo>
                  <a:lnTo>
                    <a:pt x="5246" y="15627"/>
                  </a:lnTo>
                  <a:lnTo>
                    <a:pt x="5503" y="15700"/>
                  </a:lnTo>
                  <a:lnTo>
                    <a:pt x="5393" y="15737"/>
                  </a:lnTo>
                  <a:lnTo>
                    <a:pt x="5320" y="15810"/>
                  </a:lnTo>
                  <a:lnTo>
                    <a:pt x="5246" y="15920"/>
                  </a:lnTo>
                  <a:lnTo>
                    <a:pt x="5246" y="16030"/>
                  </a:lnTo>
                  <a:lnTo>
                    <a:pt x="5210" y="16177"/>
                  </a:lnTo>
                  <a:lnTo>
                    <a:pt x="5246" y="16360"/>
                  </a:lnTo>
                  <a:lnTo>
                    <a:pt x="5246" y="16434"/>
                  </a:lnTo>
                  <a:lnTo>
                    <a:pt x="5283" y="16507"/>
                  </a:lnTo>
                  <a:lnTo>
                    <a:pt x="5356" y="16580"/>
                  </a:lnTo>
                  <a:lnTo>
                    <a:pt x="5430" y="16617"/>
                  </a:lnTo>
                  <a:lnTo>
                    <a:pt x="5540" y="16617"/>
                  </a:lnTo>
                  <a:lnTo>
                    <a:pt x="5870" y="16947"/>
                  </a:lnTo>
                  <a:lnTo>
                    <a:pt x="6237" y="17167"/>
                  </a:lnTo>
                  <a:lnTo>
                    <a:pt x="6567" y="17351"/>
                  </a:lnTo>
                  <a:lnTo>
                    <a:pt x="6750" y="17424"/>
                  </a:lnTo>
                  <a:lnTo>
                    <a:pt x="3449" y="17387"/>
                  </a:lnTo>
                  <a:lnTo>
                    <a:pt x="3596" y="17314"/>
                  </a:lnTo>
                  <a:lnTo>
                    <a:pt x="3926" y="17167"/>
                  </a:lnTo>
                  <a:lnTo>
                    <a:pt x="4256" y="16984"/>
                  </a:lnTo>
                  <a:lnTo>
                    <a:pt x="4476" y="16837"/>
                  </a:lnTo>
                  <a:lnTo>
                    <a:pt x="4696" y="16654"/>
                  </a:lnTo>
                  <a:lnTo>
                    <a:pt x="4770" y="16690"/>
                  </a:lnTo>
                  <a:lnTo>
                    <a:pt x="4880" y="16690"/>
                  </a:lnTo>
                  <a:lnTo>
                    <a:pt x="4953" y="16654"/>
                  </a:lnTo>
                  <a:lnTo>
                    <a:pt x="5026" y="16580"/>
                  </a:lnTo>
                  <a:lnTo>
                    <a:pt x="5136" y="16397"/>
                  </a:lnTo>
                  <a:lnTo>
                    <a:pt x="5210" y="16214"/>
                  </a:lnTo>
                  <a:lnTo>
                    <a:pt x="5173" y="16103"/>
                  </a:lnTo>
                  <a:lnTo>
                    <a:pt x="5100" y="16030"/>
                  </a:lnTo>
                  <a:lnTo>
                    <a:pt x="5063" y="15993"/>
                  </a:lnTo>
                  <a:lnTo>
                    <a:pt x="5100" y="15773"/>
                  </a:lnTo>
                  <a:lnTo>
                    <a:pt x="5100" y="15590"/>
                  </a:lnTo>
                  <a:close/>
                  <a:moveTo>
                    <a:pt x="9795" y="0"/>
                  </a:moveTo>
                  <a:lnTo>
                    <a:pt x="9648" y="74"/>
                  </a:lnTo>
                  <a:lnTo>
                    <a:pt x="9391" y="110"/>
                  </a:lnTo>
                  <a:lnTo>
                    <a:pt x="9171" y="220"/>
                  </a:lnTo>
                  <a:lnTo>
                    <a:pt x="9061" y="294"/>
                  </a:lnTo>
                  <a:lnTo>
                    <a:pt x="8988" y="404"/>
                  </a:lnTo>
                  <a:lnTo>
                    <a:pt x="8951" y="514"/>
                  </a:lnTo>
                  <a:lnTo>
                    <a:pt x="8915" y="661"/>
                  </a:lnTo>
                  <a:lnTo>
                    <a:pt x="8915" y="771"/>
                  </a:lnTo>
                  <a:lnTo>
                    <a:pt x="8915" y="881"/>
                  </a:lnTo>
                  <a:lnTo>
                    <a:pt x="8988" y="1027"/>
                  </a:lnTo>
                  <a:lnTo>
                    <a:pt x="9025" y="1137"/>
                  </a:lnTo>
                  <a:lnTo>
                    <a:pt x="8254" y="2348"/>
                  </a:lnTo>
                  <a:lnTo>
                    <a:pt x="7631" y="2201"/>
                  </a:lnTo>
                  <a:lnTo>
                    <a:pt x="7007" y="2165"/>
                  </a:lnTo>
                  <a:lnTo>
                    <a:pt x="6384" y="2165"/>
                  </a:lnTo>
                  <a:lnTo>
                    <a:pt x="5797" y="2238"/>
                  </a:lnTo>
                  <a:lnTo>
                    <a:pt x="5650" y="2275"/>
                  </a:lnTo>
                  <a:lnTo>
                    <a:pt x="5577" y="2385"/>
                  </a:lnTo>
                  <a:lnTo>
                    <a:pt x="5100" y="2348"/>
                  </a:lnTo>
                  <a:lnTo>
                    <a:pt x="4623" y="2421"/>
                  </a:lnTo>
                  <a:lnTo>
                    <a:pt x="4109" y="2495"/>
                  </a:lnTo>
                  <a:lnTo>
                    <a:pt x="3632" y="2641"/>
                  </a:lnTo>
                  <a:lnTo>
                    <a:pt x="3192" y="2825"/>
                  </a:lnTo>
                  <a:lnTo>
                    <a:pt x="2715" y="3045"/>
                  </a:lnTo>
                  <a:lnTo>
                    <a:pt x="2312" y="3302"/>
                  </a:lnTo>
                  <a:lnTo>
                    <a:pt x="1945" y="3558"/>
                  </a:lnTo>
                  <a:lnTo>
                    <a:pt x="1505" y="3925"/>
                  </a:lnTo>
                  <a:lnTo>
                    <a:pt x="1138" y="4365"/>
                  </a:lnTo>
                  <a:lnTo>
                    <a:pt x="808" y="4806"/>
                  </a:lnTo>
                  <a:lnTo>
                    <a:pt x="551" y="5282"/>
                  </a:lnTo>
                  <a:lnTo>
                    <a:pt x="331" y="5796"/>
                  </a:lnTo>
                  <a:lnTo>
                    <a:pt x="184" y="6346"/>
                  </a:lnTo>
                  <a:lnTo>
                    <a:pt x="74" y="6896"/>
                  </a:lnTo>
                  <a:lnTo>
                    <a:pt x="1" y="7447"/>
                  </a:lnTo>
                  <a:lnTo>
                    <a:pt x="1" y="7997"/>
                  </a:lnTo>
                  <a:lnTo>
                    <a:pt x="38" y="8547"/>
                  </a:lnTo>
                  <a:lnTo>
                    <a:pt x="148" y="9097"/>
                  </a:lnTo>
                  <a:lnTo>
                    <a:pt x="294" y="9648"/>
                  </a:lnTo>
                  <a:lnTo>
                    <a:pt x="478" y="10161"/>
                  </a:lnTo>
                  <a:lnTo>
                    <a:pt x="698" y="10638"/>
                  </a:lnTo>
                  <a:lnTo>
                    <a:pt x="991" y="11115"/>
                  </a:lnTo>
                  <a:lnTo>
                    <a:pt x="1358" y="11555"/>
                  </a:lnTo>
                  <a:lnTo>
                    <a:pt x="1725" y="11958"/>
                  </a:lnTo>
                  <a:lnTo>
                    <a:pt x="2165" y="12325"/>
                  </a:lnTo>
                  <a:lnTo>
                    <a:pt x="2679" y="12655"/>
                  </a:lnTo>
                  <a:lnTo>
                    <a:pt x="3156" y="12912"/>
                  </a:lnTo>
                  <a:lnTo>
                    <a:pt x="3706" y="13132"/>
                  </a:lnTo>
                  <a:lnTo>
                    <a:pt x="4256" y="13279"/>
                  </a:lnTo>
                  <a:lnTo>
                    <a:pt x="4806" y="13389"/>
                  </a:lnTo>
                  <a:lnTo>
                    <a:pt x="5393" y="13462"/>
                  </a:lnTo>
                  <a:lnTo>
                    <a:pt x="5943" y="13462"/>
                  </a:lnTo>
                  <a:lnTo>
                    <a:pt x="6494" y="13426"/>
                  </a:lnTo>
                  <a:lnTo>
                    <a:pt x="7044" y="13352"/>
                  </a:lnTo>
                  <a:lnTo>
                    <a:pt x="7594" y="13206"/>
                  </a:lnTo>
                  <a:lnTo>
                    <a:pt x="8108" y="13022"/>
                  </a:lnTo>
                  <a:lnTo>
                    <a:pt x="8621" y="12802"/>
                  </a:lnTo>
                  <a:lnTo>
                    <a:pt x="9098" y="12509"/>
                  </a:lnTo>
                  <a:lnTo>
                    <a:pt x="9538" y="12215"/>
                  </a:lnTo>
                  <a:lnTo>
                    <a:pt x="10052" y="11775"/>
                  </a:lnTo>
                  <a:lnTo>
                    <a:pt x="10492" y="11262"/>
                  </a:lnTo>
                  <a:lnTo>
                    <a:pt x="10932" y="10711"/>
                  </a:lnTo>
                  <a:lnTo>
                    <a:pt x="11299" y="10161"/>
                  </a:lnTo>
                  <a:lnTo>
                    <a:pt x="11629" y="9538"/>
                  </a:lnTo>
                  <a:lnTo>
                    <a:pt x="11886" y="8914"/>
                  </a:lnTo>
                  <a:lnTo>
                    <a:pt x="12106" y="8290"/>
                  </a:lnTo>
                  <a:lnTo>
                    <a:pt x="12179" y="7924"/>
                  </a:lnTo>
                  <a:lnTo>
                    <a:pt x="12216" y="7593"/>
                  </a:lnTo>
                  <a:lnTo>
                    <a:pt x="12253" y="7080"/>
                  </a:lnTo>
                  <a:lnTo>
                    <a:pt x="12216" y="6603"/>
                  </a:lnTo>
                  <a:lnTo>
                    <a:pt x="12106" y="6126"/>
                  </a:lnTo>
                  <a:lnTo>
                    <a:pt x="11922" y="5649"/>
                  </a:lnTo>
                  <a:lnTo>
                    <a:pt x="11739" y="5172"/>
                  </a:lnTo>
                  <a:lnTo>
                    <a:pt x="11482" y="4732"/>
                  </a:lnTo>
                  <a:lnTo>
                    <a:pt x="11189" y="4329"/>
                  </a:lnTo>
                  <a:lnTo>
                    <a:pt x="10859" y="3962"/>
                  </a:lnTo>
                  <a:lnTo>
                    <a:pt x="10822" y="3852"/>
                  </a:lnTo>
                  <a:lnTo>
                    <a:pt x="10712" y="3815"/>
                  </a:lnTo>
                  <a:lnTo>
                    <a:pt x="10272" y="3375"/>
                  </a:lnTo>
                  <a:lnTo>
                    <a:pt x="10162" y="3302"/>
                  </a:lnTo>
                  <a:lnTo>
                    <a:pt x="9832" y="3082"/>
                  </a:lnTo>
                  <a:lnTo>
                    <a:pt x="9501" y="2861"/>
                  </a:lnTo>
                  <a:lnTo>
                    <a:pt x="9135" y="2678"/>
                  </a:lnTo>
                  <a:lnTo>
                    <a:pt x="8768" y="2531"/>
                  </a:lnTo>
                  <a:lnTo>
                    <a:pt x="8804" y="2458"/>
                  </a:lnTo>
                  <a:lnTo>
                    <a:pt x="8841" y="2421"/>
                  </a:lnTo>
                  <a:lnTo>
                    <a:pt x="8804" y="2348"/>
                  </a:lnTo>
                  <a:lnTo>
                    <a:pt x="9171" y="1871"/>
                  </a:lnTo>
                  <a:lnTo>
                    <a:pt x="9501" y="1394"/>
                  </a:lnTo>
                  <a:lnTo>
                    <a:pt x="9758" y="1394"/>
                  </a:lnTo>
                  <a:lnTo>
                    <a:pt x="9868" y="1358"/>
                  </a:lnTo>
                  <a:lnTo>
                    <a:pt x="9978" y="1284"/>
                  </a:lnTo>
                  <a:lnTo>
                    <a:pt x="10052" y="1211"/>
                  </a:lnTo>
                  <a:lnTo>
                    <a:pt x="10602" y="1468"/>
                  </a:lnTo>
                  <a:lnTo>
                    <a:pt x="11079" y="1798"/>
                  </a:lnTo>
                  <a:lnTo>
                    <a:pt x="11556" y="2128"/>
                  </a:lnTo>
                  <a:lnTo>
                    <a:pt x="11996" y="2531"/>
                  </a:lnTo>
                  <a:lnTo>
                    <a:pt x="12399" y="2972"/>
                  </a:lnTo>
                  <a:lnTo>
                    <a:pt x="12766" y="3412"/>
                  </a:lnTo>
                  <a:lnTo>
                    <a:pt x="13060" y="3925"/>
                  </a:lnTo>
                  <a:lnTo>
                    <a:pt x="13353" y="4439"/>
                  </a:lnTo>
                  <a:lnTo>
                    <a:pt x="13573" y="4989"/>
                  </a:lnTo>
                  <a:lnTo>
                    <a:pt x="13757" y="5539"/>
                  </a:lnTo>
                  <a:lnTo>
                    <a:pt x="13903" y="6126"/>
                  </a:lnTo>
                  <a:lnTo>
                    <a:pt x="14013" y="6713"/>
                  </a:lnTo>
                  <a:lnTo>
                    <a:pt x="14087" y="7300"/>
                  </a:lnTo>
                  <a:lnTo>
                    <a:pt x="14087" y="7887"/>
                  </a:lnTo>
                  <a:lnTo>
                    <a:pt x="14087" y="8510"/>
                  </a:lnTo>
                  <a:lnTo>
                    <a:pt x="14013" y="9097"/>
                  </a:lnTo>
                  <a:lnTo>
                    <a:pt x="13867" y="9758"/>
                  </a:lnTo>
                  <a:lnTo>
                    <a:pt x="13720" y="10381"/>
                  </a:lnTo>
                  <a:lnTo>
                    <a:pt x="13463" y="11005"/>
                  </a:lnTo>
                  <a:lnTo>
                    <a:pt x="13206" y="11592"/>
                  </a:lnTo>
                  <a:lnTo>
                    <a:pt x="12876" y="12179"/>
                  </a:lnTo>
                  <a:lnTo>
                    <a:pt x="12473" y="12692"/>
                  </a:lnTo>
                  <a:lnTo>
                    <a:pt x="12069" y="13206"/>
                  </a:lnTo>
                  <a:lnTo>
                    <a:pt x="11592" y="13683"/>
                  </a:lnTo>
                  <a:lnTo>
                    <a:pt x="11079" y="14049"/>
                  </a:lnTo>
                  <a:lnTo>
                    <a:pt x="10565" y="14416"/>
                  </a:lnTo>
                  <a:lnTo>
                    <a:pt x="9978" y="14710"/>
                  </a:lnTo>
                  <a:lnTo>
                    <a:pt x="9391" y="14966"/>
                  </a:lnTo>
                  <a:lnTo>
                    <a:pt x="8804" y="15150"/>
                  </a:lnTo>
                  <a:lnTo>
                    <a:pt x="8181" y="15260"/>
                  </a:lnTo>
                  <a:lnTo>
                    <a:pt x="7557" y="15333"/>
                  </a:lnTo>
                  <a:lnTo>
                    <a:pt x="6897" y="15370"/>
                  </a:lnTo>
                  <a:lnTo>
                    <a:pt x="6420" y="15333"/>
                  </a:lnTo>
                  <a:lnTo>
                    <a:pt x="5943" y="15296"/>
                  </a:lnTo>
                  <a:lnTo>
                    <a:pt x="5466" y="15186"/>
                  </a:lnTo>
                  <a:lnTo>
                    <a:pt x="5026" y="15076"/>
                  </a:lnTo>
                  <a:lnTo>
                    <a:pt x="4549" y="14893"/>
                  </a:lnTo>
                  <a:lnTo>
                    <a:pt x="4109" y="14673"/>
                  </a:lnTo>
                  <a:lnTo>
                    <a:pt x="3632" y="14453"/>
                  </a:lnTo>
                  <a:lnTo>
                    <a:pt x="3669" y="14416"/>
                  </a:lnTo>
                  <a:lnTo>
                    <a:pt x="3706" y="14343"/>
                  </a:lnTo>
                  <a:lnTo>
                    <a:pt x="3706" y="14269"/>
                  </a:lnTo>
                  <a:lnTo>
                    <a:pt x="3706" y="14196"/>
                  </a:lnTo>
                  <a:lnTo>
                    <a:pt x="3669" y="14123"/>
                  </a:lnTo>
                  <a:lnTo>
                    <a:pt x="3522" y="14013"/>
                  </a:lnTo>
                  <a:lnTo>
                    <a:pt x="3376" y="13939"/>
                  </a:lnTo>
                  <a:lnTo>
                    <a:pt x="3229" y="13903"/>
                  </a:lnTo>
                  <a:lnTo>
                    <a:pt x="3009" y="13903"/>
                  </a:lnTo>
                  <a:lnTo>
                    <a:pt x="2899" y="13939"/>
                  </a:lnTo>
                  <a:lnTo>
                    <a:pt x="2752" y="14013"/>
                  </a:lnTo>
                  <a:lnTo>
                    <a:pt x="2642" y="14123"/>
                  </a:lnTo>
                  <a:lnTo>
                    <a:pt x="2605" y="14269"/>
                  </a:lnTo>
                  <a:lnTo>
                    <a:pt x="2605" y="14416"/>
                  </a:lnTo>
                  <a:lnTo>
                    <a:pt x="2642" y="14563"/>
                  </a:lnTo>
                  <a:lnTo>
                    <a:pt x="2715" y="14710"/>
                  </a:lnTo>
                  <a:lnTo>
                    <a:pt x="2825" y="14820"/>
                  </a:lnTo>
                  <a:lnTo>
                    <a:pt x="2972" y="14856"/>
                  </a:lnTo>
                  <a:lnTo>
                    <a:pt x="3119" y="14893"/>
                  </a:lnTo>
                  <a:lnTo>
                    <a:pt x="3266" y="14856"/>
                  </a:lnTo>
                  <a:lnTo>
                    <a:pt x="3376" y="14746"/>
                  </a:lnTo>
                  <a:lnTo>
                    <a:pt x="3522" y="14856"/>
                  </a:lnTo>
                  <a:lnTo>
                    <a:pt x="4036" y="15150"/>
                  </a:lnTo>
                  <a:lnTo>
                    <a:pt x="4439" y="15333"/>
                  </a:lnTo>
                  <a:lnTo>
                    <a:pt x="4806" y="15480"/>
                  </a:lnTo>
                  <a:lnTo>
                    <a:pt x="4770" y="15553"/>
                  </a:lnTo>
                  <a:lnTo>
                    <a:pt x="4733" y="15590"/>
                  </a:lnTo>
                  <a:lnTo>
                    <a:pt x="4659" y="15810"/>
                  </a:lnTo>
                  <a:lnTo>
                    <a:pt x="4623" y="16030"/>
                  </a:lnTo>
                  <a:lnTo>
                    <a:pt x="4586" y="16470"/>
                  </a:lnTo>
                  <a:lnTo>
                    <a:pt x="3963" y="16654"/>
                  </a:lnTo>
                  <a:lnTo>
                    <a:pt x="3376" y="16910"/>
                  </a:lnTo>
                  <a:lnTo>
                    <a:pt x="2752" y="17167"/>
                  </a:lnTo>
                  <a:lnTo>
                    <a:pt x="2128" y="17387"/>
                  </a:lnTo>
                  <a:lnTo>
                    <a:pt x="2055" y="17424"/>
                  </a:lnTo>
                  <a:lnTo>
                    <a:pt x="2018" y="17497"/>
                  </a:lnTo>
                  <a:lnTo>
                    <a:pt x="1982" y="17571"/>
                  </a:lnTo>
                  <a:lnTo>
                    <a:pt x="1982" y="17644"/>
                  </a:lnTo>
                  <a:lnTo>
                    <a:pt x="2018" y="17717"/>
                  </a:lnTo>
                  <a:lnTo>
                    <a:pt x="2055" y="17791"/>
                  </a:lnTo>
                  <a:lnTo>
                    <a:pt x="2128" y="17828"/>
                  </a:lnTo>
                  <a:lnTo>
                    <a:pt x="2202" y="17864"/>
                  </a:lnTo>
                  <a:lnTo>
                    <a:pt x="8401" y="17901"/>
                  </a:lnTo>
                  <a:lnTo>
                    <a:pt x="8474" y="17901"/>
                  </a:lnTo>
                  <a:lnTo>
                    <a:pt x="8548" y="17864"/>
                  </a:lnTo>
                  <a:lnTo>
                    <a:pt x="8621" y="17791"/>
                  </a:lnTo>
                  <a:lnTo>
                    <a:pt x="8621" y="17717"/>
                  </a:lnTo>
                  <a:lnTo>
                    <a:pt x="8621" y="17644"/>
                  </a:lnTo>
                  <a:lnTo>
                    <a:pt x="8621" y="17571"/>
                  </a:lnTo>
                  <a:lnTo>
                    <a:pt x="8584" y="17497"/>
                  </a:lnTo>
                  <a:lnTo>
                    <a:pt x="8474" y="17424"/>
                  </a:lnTo>
                  <a:lnTo>
                    <a:pt x="8108" y="17277"/>
                  </a:lnTo>
                  <a:lnTo>
                    <a:pt x="7667" y="17167"/>
                  </a:lnTo>
                  <a:lnTo>
                    <a:pt x="7264" y="17057"/>
                  </a:lnTo>
                  <a:lnTo>
                    <a:pt x="6860" y="16947"/>
                  </a:lnTo>
                  <a:lnTo>
                    <a:pt x="6494" y="16764"/>
                  </a:lnTo>
                  <a:lnTo>
                    <a:pt x="6163" y="16544"/>
                  </a:lnTo>
                  <a:lnTo>
                    <a:pt x="5907" y="16324"/>
                  </a:lnTo>
                  <a:lnTo>
                    <a:pt x="5797" y="16214"/>
                  </a:lnTo>
                  <a:lnTo>
                    <a:pt x="5650" y="16140"/>
                  </a:lnTo>
                  <a:lnTo>
                    <a:pt x="5650" y="16103"/>
                  </a:lnTo>
                  <a:lnTo>
                    <a:pt x="5687" y="15920"/>
                  </a:lnTo>
                  <a:lnTo>
                    <a:pt x="5650" y="15737"/>
                  </a:lnTo>
                  <a:lnTo>
                    <a:pt x="6127" y="15810"/>
                  </a:lnTo>
                  <a:lnTo>
                    <a:pt x="6640" y="15847"/>
                  </a:lnTo>
                  <a:lnTo>
                    <a:pt x="7631" y="15847"/>
                  </a:lnTo>
                  <a:lnTo>
                    <a:pt x="8218" y="15773"/>
                  </a:lnTo>
                  <a:lnTo>
                    <a:pt x="8841" y="15627"/>
                  </a:lnTo>
                  <a:lnTo>
                    <a:pt x="9428" y="15480"/>
                  </a:lnTo>
                  <a:lnTo>
                    <a:pt x="10015" y="15260"/>
                  </a:lnTo>
                  <a:lnTo>
                    <a:pt x="10565" y="14966"/>
                  </a:lnTo>
                  <a:lnTo>
                    <a:pt x="11079" y="14673"/>
                  </a:lnTo>
                  <a:lnTo>
                    <a:pt x="11592" y="14306"/>
                  </a:lnTo>
                  <a:lnTo>
                    <a:pt x="12069" y="13903"/>
                  </a:lnTo>
                  <a:lnTo>
                    <a:pt x="12509" y="13462"/>
                  </a:lnTo>
                  <a:lnTo>
                    <a:pt x="12913" y="12986"/>
                  </a:lnTo>
                  <a:lnTo>
                    <a:pt x="13280" y="12472"/>
                  </a:lnTo>
                  <a:lnTo>
                    <a:pt x="13573" y="11922"/>
                  </a:lnTo>
                  <a:lnTo>
                    <a:pt x="13867" y="11372"/>
                  </a:lnTo>
                  <a:lnTo>
                    <a:pt x="14087" y="10785"/>
                  </a:lnTo>
                  <a:lnTo>
                    <a:pt x="14307" y="10198"/>
                  </a:lnTo>
                  <a:lnTo>
                    <a:pt x="14417" y="9574"/>
                  </a:lnTo>
                  <a:lnTo>
                    <a:pt x="14527" y="8951"/>
                  </a:lnTo>
                  <a:lnTo>
                    <a:pt x="14600" y="8327"/>
                  </a:lnTo>
                  <a:lnTo>
                    <a:pt x="14600" y="7703"/>
                  </a:lnTo>
                  <a:lnTo>
                    <a:pt x="14564" y="7080"/>
                  </a:lnTo>
                  <a:lnTo>
                    <a:pt x="14490" y="6456"/>
                  </a:lnTo>
                  <a:lnTo>
                    <a:pt x="14380" y="5833"/>
                  </a:lnTo>
                  <a:lnTo>
                    <a:pt x="14197" y="5209"/>
                  </a:lnTo>
                  <a:lnTo>
                    <a:pt x="13977" y="4622"/>
                  </a:lnTo>
                  <a:lnTo>
                    <a:pt x="13720" y="3999"/>
                  </a:lnTo>
                  <a:lnTo>
                    <a:pt x="13353" y="3412"/>
                  </a:lnTo>
                  <a:lnTo>
                    <a:pt x="12986" y="2861"/>
                  </a:lnTo>
                  <a:lnTo>
                    <a:pt x="12509" y="2311"/>
                  </a:lnTo>
                  <a:lnTo>
                    <a:pt x="12032" y="1834"/>
                  </a:lnTo>
                  <a:lnTo>
                    <a:pt x="11482" y="1394"/>
                  </a:lnTo>
                  <a:lnTo>
                    <a:pt x="10895" y="1027"/>
                  </a:lnTo>
                  <a:lnTo>
                    <a:pt x="10602" y="881"/>
                  </a:lnTo>
                  <a:lnTo>
                    <a:pt x="10272" y="734"/>
                  </a:lnTo>
                  <a:lnTo>
                    <a:pt x="10308" y="587"/>
                  </a:lnTo>
                  <a:lnTo>
                    <a:pt x="10308" y="441"/>
                  </a:lnTo>
                  <a:lnTo>
                    <a:pt x="10272" y="294"/>
                  </a:lnTo>
                  <a:lnTo>
                    <a:pt x="10198" y="147"/>
                  </a:lnTo>
                  <a:lnTo>
                    <a:pt x="10088" y="74"/>
                  </a:lnTo>
                  <a:lnTo>
                    <a:pt x="994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5" name="Google Shape;298;p5">
              <a:extLst>
                <a:ext uri="{FF2B5EF4-FFF2-40B4-BE49-F238E27FC236}">
                  <a16:creationId xmlns:a16="http://schemas.microsoft.com/office/drawing/2014/main" id="{EC63B16A-234F-4A54-83DE-C2229CA153A2}"/>
                </a:ext>
              </a:extLst>
            </p:cNvPr>
            <p:cNvSpPr/>
            <p:nvPr/>
          </p:nvSpPr>
          <p:spPr>
            <a:xfrm>
              <a:off x="6071400" y="1791425"/>
              <a:ext cx="402625" cy="375100"/>
            </a:xfrm>
            <a:custGeom>
              <a:avLst/>
              <a:gdLst/>
              <a:ahLst/>
              <a:cxnLst/>
              <a:rect l="l" t="t" r="r" b="b"/>
              <a:pathLst>
                <a:path w="16105" h="15004" extrusionOk="0">
                  <a:moveTo>
                    <a:pt x="13170" y="587"/>
                  </a:moveTo>
                  <a:lnTo>
                    <a:pt x="13206" y="624"/>
                  </a:lnTo>
                  <a:lnTo>
                    <a:pt x="13280" y="661"/>
                  </a:lnTo>
                  <a:lnTo>
                    <a:pt x="13353" y="697"/>
                  </a:lnTo>
                  <a:lnTo>
                    <a:pt x="13610" y="771"/>
                  </a:lnTo>
                  <a:lnTo>
                    <a:pt x="13830" y="844"/>
                  </a:lnTo>
                  <a:lnTo>
                    <a:pt x="14013" y="954"/>
                  </a:lnTo>
                  <a:lnTo>
                    <a:pt x="14160" y="1174"/>
                  </a:lnTo>
                  <a:lnTo>
                    <a:pt x="14307" y="1394"/>
                  </a:lnTo>
                  <a:lnTo>
                    <a:pt x="14343" y="1651"/>
                  </a:lnTo>
                  <a:lnTo>
                    <a:pt x="14307" y="1908"/>
                  </a:lnTo>
                  <a:lnTo>
                    <a:pt x="14233" y="2128"/>
                  </a:lnTo>
                  <a:lnTo>
                    <a:pt x="14087" y="2348"/>
                  </a:lnTo>
                  <a:lnTo>
                    <a:pt x="13903" y="2531"/>
                  </a:lnTo>
                  <a:lnTo>
                    <a:pt x="13683" y="2678"/>
                  </a:lnTo>
                  <a:lnTo>
                    <a:pt x="13463" y="2788"/>
                  </a:lnTo>
                  <a:lnTo>
                    <a:pt x="13170" y="2825"/>
                  </a:lnTo>
                  <a:lnTo>
                    <a:pt x="12840" y="2788"/>
                  </a:lnTo>
                  <a:lnTo>
                    <a:pt x="12656" y="2751"/>
                  </a:lnTo>
                  <a:lnTo>
                    <a:pt x="12546" y="2715"/>
                  </a:lnTo>
                  <a:lnTo>
                    <a:pt x="12436" y="2641"/>
                  </a:lnTo>
                  <a:lnTo>
                    <a:pt x="12363" y="2495"/>
                  </a:lnTo>
                  <a:lnTo>
                    <a:pt x="12289" y="2495"/>
                  </a:lnTo>
                  <a:lnTo>
                    <a:pt x="12253" y="2275"/>
                  </a:lnTo>
                  <a:lnTo>
                    <a:pt x="12253" y="2054"/>
                  </a:lnTo>
                  <a:lnTo>
                    <a:pt x="12253" y="1871"/>
                  </a:lnTo>
                  <a:lnTo>
                    <a:pt x="12289" y="1724"/>
                  </a:lnTo>
                  <a:lnTo>
                    <a:pt x="12399" y="1394"/>
                  </a:lnTo>
                  <a:lnTo>
                    <a:pt x="12583" y="1064"/>
                  </a:lnTo>
                  <a:lnTo>
                    <a:pt x="12840" y="807"/>
                  </a:lnTo>
                  <a:lnTo>
                    <a:pt x="12986" y="697"/>
                  </a:lnTo>
                  <a:lnTo>
                    <a:pt x="13170" y="587"/>
                  </a:lnTo>
                  <a:close/>
                  <a:moveTo>
                    <a:pt x="9061" y="3338"/>
                  </a:moveTo>
                  <a:lnTo>
                    <a:pt x="9245" y="3412"/>
                  </a:lnTo>
                  <a:lnTo>
                    <a:pt x="9245" y="3448"/>
                  </a:lnTo>
                  <a:lnTo>
                    <a:pt x="9171" y="3632"/>
                  </a:lnTo>
                  <a:lnTo>
                    <a:pt x="9171" y="3668"/>
                  </a:lnTo>
                  <a:lnTo>
                    <a:pt x="9135" y="3632"/>
                  </a:lnTo>
                  <a:lnTo>
                    <a:pt x="9061" y="3522"/>
                  </a:lnTo>
                  <a:lnTo>
                    <a:pt x="8988" y="3448"/>
                  </a:lnTo>
                  <a:lnTo>
                    <a:pt x="8988" y="3412"/>
                  </a:lnTo>
                  <a:lnTo>
                    <a:pt x="8988" y="3375"/>
                  </a:lnTo>
                  <a:lnTo>
                    <a:pt x="9061" y="3338"/>
                  </a:lnTo>
                  <a:close/>
                  <a:moveTo>
                    <a:pt x="14123" y="440"/>
                  </a:moveTo>
                  <a:lnTo>
                    <a:pt x="14233" y="477"/>
                  </a:lnTo>
                  <a:lnTo>
                    <a:pt x="14307" y="587"/>
                  </a:lnTo>
                  <a:lnTo>
                    <a:pt x="14417" y="661"/>
                  </a:lnTo>
                  <a:lnTo>
                    <a:pt x="14454" y="807"/>
                  </a:lnTo>
                  <a:lnTo>
                    <a:pt x="14527" y="807"/>
                  </a:lnTo>
                  <a:lnTo>
                    <a:pt x="14490" y="624"/>
                  </a:lnTo>
                  <a:lnTo>
                    <a:pt x="14454" y="477"/>
                  </a:lnTo>
                  <a:lnTo>
                    <a:pt x="14600" y="551"/>
                  </a:lnTo>
                  <a:lnTo>
                    <a:pt x="14784" y="624"/>
                  </a:lnTo>
                  <a:lnTo>
                    <a:pt x="14967" y="771"/>
                  </a:lnTo>
                  <a:lnTo>
                    <a:pt x="15114" y="881"/>
                  </a:lnTo>
                  <a:lnTo>
                    <a:pt x="15224" y="1064"/>
                  </a:lnTo>
                  <a:lnTo>
                    <a:pt x="15334" y="1211"/>
                  </a:lnTo>
                  <a:lnTo>
                    <a:pt x="15444" y="1578"/>
                  </a:lnTo>
                  <a:lnTo>
                    <a:pt x="15554" y="1944"/>
                  </a:lnTo>
                  <a:lnTo>
                    <a:pt x="15627" y="2385"/>
                  </a:lnTo>
                  <a:lnTo>
                    <a:pt x="15664" y="2568"/>
                  </a:lnTo>
                  <a:lnTo>
                    <a:pt x="15627" y="2788"/>
                  </a:lnTo>
                  <a:lnTo>
                    <a:pt x="15591" y="2972"/>
                  </a:lnTo>
                  <a:lnTo>
                    <a:pt x="15481" y="3118"/>
                  </a:lnTo>
                  <a:lnTo>
                    <a:pt x="15187" y="3412"/>
                  </a:lnTo>
                  <a:lnTo>
                    <a:pt x="14930" y="3595"/>
                  </a:lnTo>
                  <a:lnTo>
                    <a:pt x="14600" y="3705"/>
                  </a:lnTo>
                  <a:lnTo>
                    <a:pt x="14270" y="3779"/>
                  </a:lnTo>
                  <a:lnTo>
                    <a:pt x="13940" y="3815"/>
                  </a:lnTo>
                  <a:lnTo>
                    <a:pt x="13720" y="3779"/>
                  </a:lnTo>
                  <a:lnTo>
                    <a:pt x="13500" y="3742"/>
                  </a:lnTo>
                  <a:lnTo>
                    <a:pt x="13316" y="3668"/>
                  </a:lnTo>
                  <a:lnTo>
                    <a:pt x="13133" y="3595"/>
                  </a:lnTo>
                  <a:lnTo>
                    <a:pt x="12950" y="3485"/>
                  </a:lnTo>
                  <a:lnTo>
                    <a:pt x="12803" y="3338"/>
                  </a:lnTo>
                  <a:lnTo>
                    <a:pt x="12656" y="3192"/>
                  </a:lnTo>
                  <a:lnTo>
                    <a:pt x="12546" y="3045"/>
                  </a:lnTo>
                  <a:lnTo>
                    <a:pt x="12840" y="3118"/>
                  </a:lnTo>
                  <a:lnTo>
                    <a:pt x="13133" y="3155"/>
                  </a:lnTo>
                  <a:lnTo>
                    <a:pt x="13426" y="3118"/>
                  </a:lnTo>
                  <a:lnTo>
                    <a:pt x="13720" y="3045"/>
                  </a:lnTo>
                  <a:lnTo>
                    <a:pt x="13977" y="2935"/>
                  </a:lnTo>
                  <a:lnTo>
                    <a:pt x="14233" y="2751"/>
                  </a:lnTo>
                  <a:lnTo>
                    <a:pt x="14417" y="2495"/>
                  </a:lnTo>
                  <a:lnTo>
                    <a:pt x="14600" y="2238"/>
                  </a:lnTo>
                  <a:lnTo>
                    <a:pt x="14674" y="1981"/>
                  </a:lnTo>
                  <a:lnTo>
                    <a:pt x="14710" y="1724"/>
                  </a:lnTo>
                  <a:lnTo>
                    <a:pt x="14674" y="1468"/>
                  </a:lnTo>
                  <a:lnTo>
                    <a:pt x="14600" y="1211"/>
                  </a:lnTo>
                  <a:lnTo>
                    <a:pt x="14490" y="991"/>
                  </a:lnTo>
                  <a:lnTo>
                    <a:pt x="14343" y="771"/>
                  </a:lnTo>
                  <a:lnTo>
                    <a:pt x="14160" y="587"/>
                  </a:lnTo>
                  <a:lnTo>
                    <a:pt x="13940" y="440"/>
                  </a:lnTo>
                  <a:close/>
                  <a:moveTo>
                    <a:pt x="13757" y="0"/>
                  </a:moveTo>
                  <a:lnTo>
                    <a:pt x="13610" y="74"/>
                  </a:lnTo>
                  <a:lnTo>
                    <a:pt x="13353" y="110"/>
                  </a:lnTo>
                  <a:lnTo>
                    <a:pt x="13133" y="147"/>
                  </a:lnTo>
                  <a:lnTo>
                    <a:pt x="12913" y="257"/>
                  </a:lnTo>
                  <a:lnTo>
                    <a:pt x="12729" y="404"/>
                  </a:lnTo>
                  <a:lnTo>
                    <a:pt x="12509" y="551"/>
                  </a:lnTo>
                  <a:lnTo>
                    <a:pt x="12363" y="734"/>
                  </a:lnTo>
                  <a:lnTo>
                    <a:pt x="12216" y="917"/>
                  </a:lnTo>
                  <a:lnTo>
                    <a:pt x="12069" y="1137"/>
                  </a:lnTo>
                  <a:lnTo>
                    <a:pt x="11996" y="1321"/>
                  </a:lnTo>
                  <a:lnTo>
                    <a:pt x="11922" y="1578"/>
                  </a:lnTo>
                  <a:lnTo>
                    <a:pt x="11849" y="1798"/>
                  </a:lnTo>
                  <a:lnTo>
                    <a:pt x="11849" y="2054"/>
                  </a:lnTo>
                  <a:lnTo>
                    <a:pt x="11849" y="2275"/>
                  </a:lnTo>
                  <a:lnTo>
                    <a:pt x="11886" y="2531"/>
                  </a:lnTo>
                  <a:lnTo>
                    <a:pt x="11959" y="2751"/>
                  </a:lnTo>
                  <a:lnTo>
                    <a:pt x="12033" y="2972"/>
                  </a:lnTo>
                  <a:lnTo>
                    <a:pt x="12143" y="3192"/>
                  </a:lnTo>
                  <a:lnTo>
                    <a:pt x="12253" y="3375"/>
                  </a:lnTo>
                  <a:lnTo>
                    <a:pt x="12399" y="3558"/>
                  </a:lnTo>
                  <a:lnTo>
                    <a:pt x="12583" y="3705"/>
                  </a:lnTo>
                  <a:lnTo>
                    <a:pt x="12766" y="3852"/>
                  </a:lnTo>
                  <a:lnTo>
                    <a:pt x="12986" y="3999"/>
                  </a:lnTo>
                  <a:lnTo>
                    <a:pt x="13206" y="4072"/>
                  </a:lnTo>
                  <a:lnTo>
                    <a:pt x="13426" y="4145"/>
                  </a:lnTo>
                  <a:lnTo>
                    <a:pt x="13683" y="4219"/>
                  </a:lnTo>
                  <a:lnTo>
                    <a:pt x="14123" y="4219"/>
                  </a:lnTo>
                  <a:lnTo>
                    <a:pt x="14564" y="4145"/>
                  </a:lnTo>
                  <a:lnTo>
                    <a:pt x="15004" y="3999"/>
                  </a:lnTo>
                  <a:lnTo>
                    <a:pt x="15371" y="3779"/>
                  </a:lnTo>
                  <a:lnTo>
                    <a:pt x="15591" y="3632"/>
                  </a:lnTo>
                  <a:lnTo>
                    <a:pt x="15737" y="3448"/>
                  </a:lnTo>
                  <a:lnTo>
                    <a:pt x="15884" y="3265"/>
                  </a:lnTo>
                  <a:lnTo>
                    <a:pt x="15994" y="3045"/>
                  </a:lnTo>
                  <a:lnTo>
                    <a:pt x="16067" y="2788"/>
                  </a:lnTo>
                  <a:lnTo>
                    <a:pt x="16104" y="2495"/>
                  </a:lnTo>
                  <a:lnTo>
                    <a:pt x="16067" y="2238"/>
                  </a:lnTo>
                  <a:lnTo>
                    <a:pt x="15994" y="1981"/>
                  </a:lnTo>
                  <a:lnTo>
                    <a:pt x="15884" y="1431"/>
                  </a:lnTo>
                  <a:lnTo>
                    <a:pt x="15774" y="1174"/>
                  </a:lnTo>
                  <a:lnTo>
                    <a:pt x="15664" y="954"/>
                  </a:lnTo>
                  <a:lnTo>
                    <a:pt x="15517" y="734"/>
                  </a:lnTo>
                  <a:lnTo>
                    <a:pt x="15371" y="551"/>
                  </a:lnTo>
                  <a:lnTo>
                    <a:pt x="15150" y="367"/>
                  </a:lnTo>
                  <a:lnTo>
                    <a:pt x="14930" y="220"/>
                  </a:lnTo>
                  <a:lnTo>
                    <a:pt x="14637" y="74"/>
                  </a:lnTo>
                  <a:lnTo>
                    <a:pt x="14270" y="0"/>
                  </a:lnTo>
                  <a:close/>
                  <a:moveTo>
                    <a:pt x="11115" y="4549"/>
                  </a:moveTo>
                  <a:lnTo>
                    <a:pt x="11446" y="4842"/>
                  </a:lnTo>
                  <a:lnTo>
                    <a:pt x="11299" y="4952"/>
                  </a:lnTo>
                  <a:lnTo>
                    <a:pt x="11115" y="4916"/>
                  </a:lnTo>
                  <a:lnTo>
                    <a:pt x="10932" y="4916"/>
                  </a:lnTo>
                  <a:lnTo>
                    <a:pt x="10639" y="4952"/>
                  </a:lnTo>
                  <a:lnTo>
                    <a:pt x="10859" y="4732"/>
                  </a:lnTo>
                  <a:lnTo>
                    <a:pt x="11115" y="4549"/>
                  </a:lnTo>
                  <a:close/>
                  <a:moveTo>
                    <a:pt x="6860" y="3632"/>
                  </a:moveTo>
                  <a:lnTo>
                    <a:pt x="7007" y="3668"/>
                  </a:lnTo>
                  <a:lnTo>
                    <a:pt x="7044" y="3705"/>
                  </a:lnTo>
                  <a:lnTo>
                    <a:pt x="7044" y="3742"/>
                  </a:lnTo>
                  <a:lnTo>
                    <a:pt x="7044" y="3779"/>
                  </a:lnTo>
                  <a:lnTo>
                    <a:pt x="7080" y="3852"/>
                  </a:lnTo>
                  <a:lnTo>
                    <a:pt x="7191" y="3889"/>
                  </a:lnTo>
                  <a:lnTo>
                    <a:pt x="7374" y="3889"/>
                  </a:lnTo>
                  <a:lnTo>
                    <a:pt x="7411" y="3925"/>
                  </a:lnTo>
                  <a:lnTo>
                    <a:pt x="7447" y="4035"/>
                  </a:lnTo>
                  <a:lnTo>
                    <a:pt x="7484" y="4145"/>
                  </a:lnTo>
                  <a:lnTo>
                    <a:pt x="7484" y="4255"/>
                  </a:lnTo>
                  <a:lnTo>
                    <a:pt x="7447" y="4512"/>
                  </a:lnTo>
                  <a:lnTo>
                    <a:pt x="7374" y="4769"/>
                  </a:lnTo>
                  <a:lnTo>
                    <a:pt x="7227" y="5026"/>
                  </a:lnTo>
                  <a:lnTo>
                    <a:pt x="7154" y="5136"/>
                  </a:lnTo>
                  <a:lnTo>
                    <a:pt x="7044" y="5209"/>
                  </a:lnTo>
                  <a:lnTo>
                    <a:pt x="6934" y="5246"/>
                  </a:lnTo>
                  <a:lnTo>
                    <a:pt x="6787" y="5246"/>
                  </a:lnTo>
                  <a:lnTo>
                    <a:pt x="6787" y="4989"/>
                  </a:lnTo>
                  <a:lnTo>
                    <a:pt x="6750" y="4769"/>
                  </a:lnTo>
                  <a:lnTo>
                    <a:pt x="6640" y="4549"/>
                  </a:lnTo>
                  <a:lnTo>
                    <a:pt x="6494" y="4329"/>
                  </a:lnTo>
                  <a:lnTo>
                    <a:pt x="6310" y="4145"/>
                  </a:lnTo>
                  <a:lnTo>
                    <a:pt x="6090" y="4035"/>
                  </a:lnTo>
                  <a:lnTo>
                    <a:pt x="6090" y="3925"/>
                  </a:lnTo>
                  <a:lnTo>
                    <a:pt x="6163" y="3852"/>
                  </a:lnTo>
                  <a:lnTo>
                    <a:pt x="6237" y="3779"/>
                  </a:lnTo>
                  <a:lnTo>
                    <a:pt x="6347" y="3742"/>
                  </a:lnTo>
                  <a:lnTo>
                    <a:pt x="6567" y="3705"/>
                  </a:lnTo>
                  <a:lnTo>
                    <a:pt x="6860" y="3632"/>
                  </a:lnTo>
                  <a:close/>
                  <a:moveTo>
                    <a:pt x="6530" y="3192"/>
                  </a:moveTo>
                  <a:lnTo>
                    <a:pt x="6494" y="3228"/>
                  </a:lnTo>
                  <a:lnTo>
                    <a:pt x="6457" y="3302"/>
                  </a:lnTo>
                  <a:lnTo>
                    <a:pt x="6457" y="3338"/>
                  </a:lnTo>
                  <a:lnTo>
                    <a:pt x="6457" y="3412"/>
                  </a:lnTo>
                  <a:lnTo>
                    <a:pt x="6200" y="3485"/>
                  </a:lnTo>
                  <a:lnTo>
                    <a:pt x="5980" y="3558"/>
                  </a:lnTo>
                  <a:lnTo>
                    <a:pt x="5797" y="3742"/>
                  </a:lnTo>
                  <a:lnTo>
                    <a:pt x="5760" y="3815"/>
                  </a:lnTo>
                  <a:lnTo>
                    <a:pt x="5687" y="3925"/>
                  </a:lnTo>
                  <a:lnTo>
                    <a:pt x="5687" y="4035"/>
                  </a:lnTo>
                  <a:lnTo>
                    <a:pt x="5687" y="4072"/>
                  </a:lnTo>
                  <a:lnTo>
                    <a:pt x="5797" y="4219"/>
                  </a:lnTo>
                  <a:lnTo>
                    <a:pt x="5907" y="4292"/>
                  </a:lnTo>
                  <a:lnTo>
                    <a:pt x="6053" y="4365"/>
                  </a:lnTo>
                  <a:lnTo>
                    <a:pt x="6163" y="4439"/>
                  </a:lnTo>
                  <a:lnTo>
                    <a:pt x="6274" y="4512"/>
                  </a:lnTo>
                  <a:lnTo>
                    <a:pt x="6347" y="4622"/>
                  </a:lnTo>
                  <a:lnTo>
                    <a:pt x="6420" y="4769"/>
                  </a:lnTo>
                  <a:lnTo>
                    <a:pt x="6494" y="5026"/>
                  </a:lnTo>
                  <a:lnTo>
                    <a:pt x="6457" y="5282"/>
                  </a:lnTo>
                  <a:lnTo>
                    <a:pt x="6494" y="5392"/>
                  </a:lnTo>
                  <a:lnTo>
                    <a:pt x="6530" y="5466"/>
                  </a:lnTo>
                  <a:lnTo>
                    <a:pt x="6750" y="5539"/>
                  </a:lnTo>
                  <a:lnTo>
                    <a:pt x="6934" y="5539"/>
                  </a:lnTo>
                  <a:lnTo>
                    <a:pt x="7117" y="5503"/>
                  </a:lnTo>
                  <a:lnTo>
                    <a:pt x="7264" y="5429"/>
                  </a:lnTo>
                  <a:lnTo>
                    <a:pt x="7411" y="5282"/>
                  </a:lnTo>
                  <a:lnTo>
                    <a:pt x="7521" y="5136"/>
                  </a:lnTo>
                  <a:lnTo>
                    <a:pt x="7631" y="4952"/>
                  </a:lnTo>
                  <a:lnTo>
                    <a:pt x="7704" y="4769"/>
                  </a:lnTo>
                  <a:lnTo>
                    <a:pt x="7741" y="4585"/>
                  </a:lnTo>
                  <a:lnTo>
                    <a:pt x="7777" y="4365"/>
                  </a:lnTo>
                  <a:lnTo>
                    <a:pt x="7777" y="4145"/>
                  </a:lnTo>
                  <a:lnTo>
                    <a:pt x="7777" y="3925"/>
                  </a:lnTo>
                  <a:lnTo>
                    <a:pt x="7704" y="3779"/>
                  </a:lnTo>
                  <a:lnTo>
                    <a:pt x="7631" y="3668"/>
                  </a:lnTo>
                  <a:lnTo>
                    <a:pt x="7484" y="3595"/>
                  </a:lnTo>
                  <a:lnTo>
                    <a:pt x="7337" y="3595"/>
                  </a:lnTo>
                  <a:lnTo>
                    <a:pt x="7301" y="3485"/>
                  </a:lnTo>
                  <a:lnTo>
                    <a:pt x="7227" y="3448"/>
                  </a:lnTo>
                  <a:lnTo>
                    <a:pt x="7044" y="3375"/>
                  </a:lnTo>
                  <a:lnTo>
                    <a:pt x="6824" y="3302"/>
                  </a:lnTo>
                  <a:lnTo>
                    <a:pt x="6677" y="3228"/>
                  </a:lnTo>
                  <a:lnTo>
                    <a:pt x="6567" y="3192"/>
                  </a:lnTo>
                  <a:close/>
                  <a:moveTo>
                    <a:pt x="11739" y="5136"/>
                  </a:moveTo>
                  <a:lnTo>
                    <a:pt x="12179" y="5686"/>
                  </a:lnTo>
                  <a:lnTo>
                    <a:pt x="11776" y="5796"/>
                  </a:lnTo>
                  <a:lnTo>
                    <a:pt x="11409" y="6016"/>
                  </a:lnTo>
                  <a:lnTo>
                    <a:pt x="11042" y="6236"/>
                  </a:lnTo>
                  <a:lnTo>
                    <a:pt x="10895" y="6383"/>
                  </a:lnTo>
                  <a:lnTo>
                    <a:pt x="10785" y="6566"/>
                  </a:lnTo>
                  <a:lnTo>
                    <a:pt x="10749" y="6640"/>
                  </a:lnTo>
                  <a:lnTo>
                    <a:pt x="10785" y="6676"/>
                  </a:lnTo>
                  <a:lnTo>
                    <a:pt x="10859" y="6713"/>
                  </a:lnTo>
                  <a:lnTo>
                    <a:pt x="10932" y="6713"/>
                  </a:lnTo>
                  <a:lnTo>
                    <a:pt x="11262" y="6493"/>
                  </a:lnTo>
                  <a:lnTo>
                    <a:pt x="11556" y="6310"/>
                  </a:lnTo>
                  <a:lnTo>
                    <a:pt x="11849" y="6199"/>
                  </a:lnTo>
                  <a:lnTo>
                    <a:pt x="12143" y="6089"/>
                  </a:lnTo>
                  <a:lnTo>
                    <a:pt x="12253" y="6053"/>
                  </a:lnTo>
                  <a:lnTo>
                    <a:pt x="12363" y="6016"/>
                  </a:lnTo>
                  <a:lnTo>
                    <a:pt x="12399" y="5979"/>
                  </a:lnTo>
                  <a:lnTo>
                    <a:pt x="12619" y="6456"/>
                  </a:lnTo>
                  <a:lnTo>
                    <a:pt x="12840" y="6896"/>
                  </a:lnTo>
                  <a:lnTo>
                    <a:pt x="12803" y="6933"/>
                  </a:lnTo>
                  <a:lnTo>
                    <a:pt x="12326" y="7043"/>
                  </a:lnTo>
                  <a:lnTo>
                    <a:pt x="11812" y="7117"/>
                  </a:lnTo>
                  <a:lnTo>
                    <a:pt x="11299" y="7117"/>
                  </a:lnTo>
                  <a:lnTo>
                    <a:pt x="10749" y="7080"/>
                  </a:lnTo>
                  <a:lnTo>
                    <a:pt x="10675" y="7117"/>
                  </a:lnTo>
                  <a:lnTo>
                    <a:pt x="10639" y="7153"/>
                  </a:lnTo>
                  <a:lnTo>
                    <a:pt x="10639" y="7227"/>
                  </a:lnTo>
                  <a:lnTo>
                    <a:pt x="10712" y="7300"/>
                  </a:lnTo>
                  <a:lnTo>
                    <a:pt x="10932" y="7373"/>
                  </a:lnTo>
                  <a:lnTo>
                    <a:pt x="11189" y="7447"/>
                  </a:lnTo>
                  <a:lnTo>
                    <a:pt x="11702" y="7483"/>
                  </a:lnTo>
                  <a:lnTo>
                    <a:pt x="11959" y="7483"/>
                  </a:lnTo>
                  <a:lnTo>
                    <a:pt x="12216" y="7447"/>
                  </a:lnTo>
                  <a:lnTo>
                    <a:pt x="12583" y="7373"/>
                  </a:lnTo>
                  <a:lnTo>
                    <a:pt x="12693" y="7373"/>
                  </a:lnTo>
                  <a:lnTo>
                    <a:pt x="12766" y="7337"/>
                  </a:lnTo>
                  <a:lnTo>
                    <a:pt x="12803" y="7410"/>
                  </a:lnTo>
                  <a:lnTo>
                    <a:pt x="12840" y="7447"/>
                  </a:lnTo>
                  <a:lnTo>
                    <a:pt x="12876" y="7483"/>
                  </a:lnTo>
                  <a:lnTo>
                    <a:pt x="12986" y="7520"/>
                  </a:lnTo>
                  <a:lnTo>
                    <a:pt x="13023" y="7777"/>
                  </a:lnTo>
                  <a:lnTo>
                    <a:pt x="13060" y="8070"/>
                  </a:lnTo>
                  <a:lnTo>
                    <a:pt x="12986" y="8107"/>
                  </a:lnTo>
                  <a:lnTo>
                    <a:pt x="12693" y="7997"/>
                  </a:lnTo>
                  <a:lnTo>
                    <a:pt x="12473" y="7887"/>
                  </a:lnTo>
                  <a:lnTo>
                    <a:pt x="12253" y="7777"/>
                  </a:lnTo>
                  <a:lnTo>
                    <a:pt x="11886" y="7777"/>
                  </a:lnTo>
                  <a:lnTo>
                    <a:pt x="11776" y="7813"/>
                  </a:lnTo>
                  <a:lnTo>
                    <a:pt x="11226" y="7777"/>
                  </a:lnTo>
                  <a:lnTo>
                    <a:pt x="10895" y="7740"/>
                  </a:lnTo>
                  <a:lnTo>
                    <a:pt x="10749" y="7740"/>
                  </a:lnTo>
                  <a:lnTo>
                    <a:pt x="10675" y="7703"/>
                  </a:lnTo>
                  <a:lnTo>
                    <a:pt x="10565" y="7483"/>
                  </a:lnTo>
                  <a:lnTo>
                    <a:pt x="10529" y="7483"/>
                  </a:lnTo>
                  <a:lnTo>
                    <a:pt x="10529" y="7520"/>
                  </a:lnTo>
                  <a:lnTo>
                    <a:pt x="10529" y="7887"/>
                  </a:lnTo>
                  <a:lnTo>
                    <a:pt x="10529" y="7960"/>
                  </a:lnTo>
                  <a:lnTo>
                    <a:pt x="10602" y="7997"/>
                  </a:lnTo>
                  <a:lnTo>
                    <a:pt x="11042" y="8107"/>
                  </a:lnTo>
                  <a:lnTo>
                    <a:pt x="11482" y="8144"/>
                  </a:lnTo>
                  <a:lnTo>
                    <a:pt x="11482" y="8327"/>
                  </a:lnTo>
                  <a:lnTo>
                    <a:pt x="11519" y="8474"/>
                  </a:lnTo>
                  <a:lnTo>
                    <a:pt x="11592" y="8547"/>
                  </a:lnTo>
                  <a:lnTo>
                    <a:pt x="11629" y="8584"/>
                  </a:lnTo>
                  <a:lnTo>
                    <a:pt x="11776" y="8657"/>
                  </a:lnTo>
                  <a:lnTo>
                    <a:pt x="11959" y="8767"/>
                  </a:lnTo>
                  <a:lnTo>
                    <a:pt x="11409" y="8657"/>
                  </a:lnTo>
                  <a:lnTo>
                    <a:pt x="10969" y="8474"/>
                  </a:lnTo>
                  <a:lnTo>
                    <a:pt x="10712" y="8437"/>
                  </a:lnTo>
                  <a:lnTo>
                    <a:pt x="10455" y="8400"/>
                  </a:lnTo>
                  <a:lnTo>
                    <a:pt x="10198" y="8217"/>
                  </a:lnTo>
                  <a:lnTo>
                    <a:pt x="10052" y="8180"/>
                  </a:lnTo>
                  <a:lnTo>
                    <a:pt x="9942" y="8144"/>
                  </a:lnTo>
                  <a:lnTo>
                    <a:pt x="9722" y="8180"/>
                  </a:lnTo>
                  <a:lnTo>
                    <a:pt x="9575" y="8254"/>
                  </a:lnTo>
                  <a:lnTo>
                    <a:pt x="9465" y="8364"/>
                  </a:lnTo>
                  <a:lnTo>
                    <a:pt x="9355" y="8510"/>
                  </a:lnTo>
                  <a:lnTo>
                    <a:pt x="9245" y="8584"/>
                  </a:lnTo>
                  <a:lnTo>
                    <a:pt x="9098" y="8620"/>
                  </a:lnTo>
                  <a:lnTo>
                    <a:pt x="8841" y="8584"/>
                  </a:lnTo>
                  <a:lnTo>
                    <a:pt x="8621" y="8620"/>
                  </a:lnTo>
                  <a:lnTo>
                    <a:pt x="8401" y="8694"/>
                  </a:lnTo>
                  <a:lnTo>
                    <a:pt x="8181" y="8804"/>
                  </a:lnTo>
                  <a:lnTo>
                    <a:pt x="7924" y="8804"/>
                  </a:lnTo>
                  <a:lnTo>
                    <a:pt x="7851" y="8767"/>
                  </a:lnTo>
                  <a:lnTo>
                    <a:pt x="7814" y="8730"/>
                  </a:lnTo>
                  <a:lnTo>
                    <a:pt x="7814" y="8694"/>
                  </a:lnTo>
                  <a:lnTo>
                    <a:pt x="7887" y="8620"/>
                  </a:lnTo>
                  <a:lnTo>
                    <a:pt x="7998" y="8510"/>
                  </a:lnTo>
                  <a:lnTo>
                    <a:pt x="8144" y="8437"/>
                  </a:lnTo>
                  <a:lnTo>
                    <a:pt x="8401" y="8327"/>
                  </a:lnTo>
                  <a:lnTo>
                    <a:pt x="8731" y="8180"/>
                  </a:lnTo>
                  <a:lnTo>
                    <a:pt x="8915" y="8070"/>
                  </a:lnTo>
                  <a:lnTo>
                    <a:pt x="9025" y="7924"/>
                  </a:lnTo>
                  <a:lnTo>
                    <a:pt x="9135" y="7777"/>
                  </a:lnTo>
                  <a:lnTo>
                    <a:pt x="9208" y="7630"/>
                  </a:lnTo>
                  <a:lnTo>
                    <a:pt x="9208" y="7447"/>
                  </a:lnTo>
                  <a:lnTo>
                    <a:pt x="9171" y="7227"/>
                  </a:lnTo>
                  <a:lnTo>
                    <a:pt x="9098" y="7117"/>
                  </a:lnTo>
                  <a:lnTo>
                    <a:pt x="8988" y="7006"/>
                  </a:lnTo>
                  <a:lnTo>
                    <a:pt x="8841" y="6896"/>
                  </a:lnTo>
                  <a:lnTo>
                    <a:pt x="8694" y="6860"/>
                  </a:lnTo>
                  <a:lnTo>
                    <a:pt x="8548" y="6823"/>
                  </a:lnTo>
                  <a:lnTo>
                    <a:pt x="8401" y="6823"/>
                  </a:lnTo>
                  <a:lnTo>
                    <a:pt x="8254" y="6860"/>
                  </a:lnTo>
                  <a:lnTo>
                    <a:pt x="8108" y="6933"/>
                  </a:lnTo>
                  <a:lnTo>
                    <a:pt x="7924" y="7117"/>
                  </a:lnTo>
                  <a:lnTo>
                    <a:pt x="7924" y="7117"/>
                  </a:lnTo>
                  <a:lnTo>
                    <a:pt x="7998" y="6970"/>
                  </a:lnTo>
                  <a:lnTo>
                    <a:pt x="8108" y="6860"/>
                  </a:lnTo>
                  <a:lnTo>
                    <a:pt x="8291" y="6603"/>
                  </a:lnTo>
                  <a:lnTo>
                    <a:pt x="8511" y="6383"/>
                  </a:lnTo>
                  <a:lnTo>
                    <a:pt x="8768" y="6126"/>
                  </a:lnTo>
                  <a:lnTo>
                    <a:pt x="8951" y="5943"/>
                  </a:lnTo>
                  <a:lnTo>
                    <a:pt x="9135" y="5796"/>
                  </a:lnTo>
                  <a:lnTo>
                    <a:pt x="9171" y="5796"/>
                  </a:lnTo>
                  <a:lnTo>
                    <a:pt x="9391" y="5759"/>
                  </a:lnTo>
                  <a:lnTo>
                    <a:pt x="9612" y="5686"/>
                  </a:lnTo>
                  <a:lnTo>
                    <a:pt x="10052" y="5539"/>
                  </a:lnTo>
                  <a:lnTo>
                    <a:pt x="10455" y="5356"/>
                  </a:lnTo>
                  <a:lnTo>
                    <a:pt x="10639" y="5282"/>
                  </a:lnTo>
                  <a:lnTo>
                    <a:pt x="10895" y="5246"/>
                  </a:lnTo>
                  <a:lnTo>
                    <a:pt x="10895" y="5246"/>
                  </a:lnTo>
                  <a:lnTo>
                    <a:pt x="10602" y="5503"/>
                  </a:lnTo>
                  <a:lnTo>
                    <a:pt x="10492" y="5649"/>
                  </a:lnTo>
                  <a:lnTo>
                    <a:pt x="10419" y="5833"/>
                  </a:lnTo>
                  <a:lnTo>
                    <a:pt x="10455" y="5869"/>
                  </a:lnTo>
                  <a:lnTo>
                    <a:pt x="10639" y="5796"/>
                  </a:lnTo>
                  <a:lnTo>
                    <a:pt x="10822" y="5723"/>
                  </a:lnTo>
                  <a:lnTo>
                    <a:pt x="11152" y="5503"/>
                  </a:lnTo>
                  <a:lnTo>
                    <a:pt x="11739" y="5136"/>
                  </a:lnTo>
                  <a:close/>
                  <a:moveTo>
                    <a:pt x="11996" y="8254"/>
                  </a:moveTo>
                  <a:lnTo>
                    <a:pt x="12546" y="8400"/>
                  </a:lnTo>
                  <a:lnTo>
                    <a:pt x="12729" y="8584"/>
                  </a:lnTo>
                  <a:lnTo>
                    <a:pt x="12803" y="8620"/>
                  </a:lnTo>
                  <a:lnTo>
                    <a:pt x="12876" y="8657"/>
                  </a:lnTo>
                  <a:lnTo>
                    <a:pt x="12950" y="8620"/>
                  </a:lnTo>
                  <a:lnTo>
                    <a:pt x="13023" y="8584"/>
                  </a:lnTo>
                  <a:lnTo>
                    <a:pt x="12950" y="9024"/>
                  </a:lnTo>
                  <a:lnTo>
                    <a:pt x="12509" y="8914"/>
                  </a:lnTo>
                  <a:lnTo>
                    <a:pt x="12399" y="8657"/>
                  </a:lnTo>
                  <a:lnTo>
                    <a:pt x="12216" y="8474"/>
                  </a:lnTo>
                  <a:lnTo>
                    <a:pt x="12033" y="8327"/>
                  </a:lnTo>
                  <a:lnTo>
                    <a:pt x="11959" y="8290"/>
                  </a:lnTo>
                  <a:lnTo>
                    <a:pt x="11996" y="8254"/>
                  </a:lnTo>
                  <a:close/>
                  <a:moveTo>
                    <a:pt x="10932" y="8841"/>
                  </a:moveTo>
                  <a:lnTo>
                    <a:pt x="11519" y="9097"/>
                  </a:lnTo>
                  <a:lnTo>
                    <a:pt x="12106" y="9244"/>
                  </a:lnTo>
                  <a:lnTo>
                    <a:pt x="12033" y="9391"/>
                  </a:lnTo>
                  <a:lnTo>
                    <a:pt x="11922" y="9537"/>
                  </a:lnTo>
                  <a:lnTo>
                    <a:pt x="11776" y="9611"/>
                  </a:lnTo>
                  <a:lnTo>
                    <a:pt x="11702" y="9611"/>
                  </a:lnTo>
                  <a:lnTo>
                    <a:pt x="11629" y="9574"/>
                  </a:lnTo>
                  <a:lnTo>
                    <a:pt x="11519" y="9537"/>
                  </a:lnTo>
                  <a:lnTo>
                    <a:pt x="11409" y="9427"/>
                  </a:lnTo>
                  <a:lnTo>
                    <a:pt x="11226" y="9244"/>
                  </a:lnTo>
                  <a:lnTo>
                    <a:pt x="10932" y="8841"/>
                  </a:lnTo>
                  <a:close/>
                  <a:moveTo>
                    <a:pt x="12509" y="9354"/>
                  </a:moveTo>
                  <a:lnTo>
                    <a:pt x="12876" y="9391"/>
                  </a:lnTo>
                  <a:lnTo>
                    <a:pt x="12656" y="10161"/>
                  </a:lnTo>
                  <a:lnTo>
                    <a:pt x="12583" y="10088"/>
                  </a:lnTo>
                  <a:lnTo>
                    <a:pt x="12363" y="10088"/>
                  </a:lnTo>
                  <a:lnTo>
                    <a:pt x="12216" y="10051"/>
                  </a:lnTo>
                  <a:lnTo>
                    <a:pt x="11886" y="9978"/>
                  </a:lnTo>
                  <a:lnTo>
                    <a:pt x="12106" y="9868"/>
                  </a:lnTo>
                  <a:lnTo>
                    <a:pt x="12289" y="9758"/>
                  </a:lnTo>
                  <a:lnTo>
                    <a:pt x="12399" y="9574"/>
                  </a:lnTo>
                  <a:lnTo>
                    <a:pt x="12509" y="9354"/>
                  </a:lnTo>
                  <a:close/>
                  <a:moveTo>
                    <a:pt x="10382" y="9721"/>
                  </a:moveTo>
                  <a:lnTo>
                    <a:pt x="11409" y="10161"/>
                  </a:lnTo>
                  <a:lnTo>
                    <a:pt x="11922" y="10381"/>
                  </a:lnTo>
                  <a:lnTo>
                    <a:pt x="12253" y="10491"/>
                  </a:lnTo>
                  <a:lnTo>
                    <a:pt x="12399" y="10491"/>
                  </a:lnTo>
                  <a:lnTo>
                    <a:pt x="12509" y="10455"/>
                  </a:lnTo>
                  <a:lnTo>
                    <a:pt x="12326" y="10968"/>
                  </a:lnTo>
                  <a:lnTo>
                    <a:pt x="12033" y="10858"/>
                  </a:lnTo>
                  <a:lnTo>
                    <a:pt x="11886" y="10785"/>
                  </a:lnTo>
                  <a:lnTo>
                    <a:pt x="11776" y="10711"/>
                  </a:lnTo>
                  <a:lnTo>
                    <a:pt x="11519" y="10528"/>
                  </a:lnTo>
                  <a:lnTo>
                    <a:pt x="11409" y="10418"/>
                  </a:lnTo>
                  <a:lnTo>
                    <a:pt x="11262" y="10344"/>
                  </a:lnTo>
                  <a:lnTo>
                    <a:pt x="11079" y="10308"/>
                  </a:lnTo>
                  <a:lnTo>
                    <a:pt x="10895" y="10271"/>
                  </a:lnTo>
                  <a:lnTo>
                    <a:pt x="10492" y="10234"/>
                  </a:lnTo>
                  <a:lnTo>
                    <a:pt x="10455" y="9978"/>
                  </a:lnTo>
                  <a:lnTo>
                    <a:pt x="10382" y="9721"/>
                  </a:lnTo>
                  <a:close/>
                  <a:moveTo>
                    <a:pt x="10455" y="10528"/>
                  </a:moveTo>
                  <a:lnTo>
                    <a:pt x="10785" y="10601"/>
                  </a:lnTo>
                  <a:lnTo>
                    <a:pt x="10969" y="10638"/>
                  </a:lnTo>
                  <a:lnTo>
                    <a:pt x="11115" y="10711"/>
                  </a:lnTo>
                  <a:lnTo>
                    <a:pt x="11336" y="10821"/>
                  </a:lnTo>
                  <a:lnTo>
                    <a:pt x="11519" y="10968"/>
                  </a:lnTo>
                  <a:lnTo>
                    <a:pt x="11702" y="11115"/>
                  </a:lnTo>
                  <a:lnTo>
                    <a:pt x="11886" y="11262"/>
                  </a:lnTo>
                  <a:lnTo>
                    <a:pt x="12106" y="11335"/>
                  </a:lnTo>
                  <a:lnTo>
                    <a:pt x="11739" y="11922"/>
                  </a:lnTo>
                  <a:lnTo>
                    <a:pt x="11629" y="11922"/>
                  </a:lnTo>
                  <a:lnTo>
                    <a:pt x="11482" y="11885"/>
                  </a:lnTo>
                  <a:lnTo>
                    <a:pt x="11226" y="11738"/>
                  </a:lnTo>
                  <a:lnTo>
                    <a:pt x="10565" y="11482"/>
                  </a:lnTo>
                  <a:lnTo>
                    <a:pt x="10272" y="11335"/>
                  </a:lnTo>
                  <a:lnTo>
                    <a:pt x="10382" y="10968"/>
                  </a:lnTo>
                  <a:lnTo>
                    <a:pt x="10455" y="10601"/>
                  </a:lnTo>
                  <a:lnTo>
                    <a:pt x="10455" y="10528"/>
                  </a:lnTo>
                  <a:close/>
                  <a:moveTo>
                    <a:pt x="10125" y="11665"/>
                  </a:moveTo>
                  <a:lnTo>
                    <a:pt x="10785" y="11958"/>
                  </a:lnTo>
                  <a:lnTo>
                    <a:pt x="11115" y="12142"/>
                  </a:lnTo>
                  <a:lnTo>
                    <a:pt x="11299" y="12215"/>
                  </a:lnTo>
                  <a:lnTo>
                    <a:pt x="11482" y="12289"/>
                  </a:lnTo>
                  <a:lnTo>
                    <a:pt x="11226" y="12655"/>
                  </a:lnTo>
                  <a:lnTo>
                    <a:pt x="10895" y="12545"/>
                  </a:lnTo>
                  <a:lnTo>
                    <a:pt x="10455" y="12399"/>
                  </a:lnTo>
                  <a:lnTo>
                    <a:pt x="10052" y="12252"/>
                  </a:lnTo>
                  <a:lnTo>
                    <a:pt x="9868" y="12142"/>
                  </a:lnTo>
                  <a:lnTo>
                    <a:pt x="10125" y="11665"/>
                  </a:lnTo>
                  <a:close/>
                  <a:moveTo>
                    <a:pt x="9355" y="9574"/>
                  </a:moveTo>
                  <a:lnTo>
                    <a:pt x="9575" y="9611"/>
                  </a:lnTo>
                  <a:lnTo>
                    <a:pt x="9795" y="9648"/>
                  </a:lnTo>
                  <a:lnTo>
                    <a:pt x="9978" y="9758"/>
                  </a:lnTo>
                  <a:lnTo>
                    <a:pt x="10052" y="9868"/>
                  </a:lnTo>
                  <a:lnTo>
                    <a:pt x="10088" y="9941"/>
                  </a:lnTo>
                  <a:lnTo>
                    <a:pt x="10125" y="10088"/>
                  </a:lnTo>
                  <a:lnTo>
                    <a:pt x="10125" y="10198"/>
                  </a:lnTo>
                  <a:lnTo>
                    <a:pt x="9832" y="10161"/>
                  </a:lnTo>
                  <a:lnTo>
                    <a:pt x="9795" y="10198"/>
                  </a:lnTo>
                  <a:lnTo>
                    <a:pt x="9795" y="10234"/>
                  </a:lnTo>
                  <a:lnTo>
                    <a:pt x="9942" y="10344"/>
                  </a:lnTo>
                  <a:lnTo>
                    <a:pt x="10088" y="10455"/>
                  </a:lnTo>
                  <a:lnTo>
                    <a:pt x="10015" y="10785"/>
                  </a:lnTo>
                  <a:lnTo>
                    <a:pt x="9942" y="11078"/>
                  </a:lnTo>
                  <a:lnTo>
                    <a:pt x="9905" y="11188"/>
                  </a:lnTo>
                  <a:lnTo>
                    <a:pt x="9648" y="11115"/>
                  </a:lnTo>
                  <a:lnTo>
                    <a:pt x="9391" y="11078"/>
                  </a:lnTo>
                  <a:lnTo>
                    <a:pt x="9355" y="11078"/>
                  </a:lnTo>
                  <a:lnTo>
                    <a:pt x="9318" y="11115"/>
                  </a:lnTo>
                  <a:lnTo>
                    <a:pt x="9318" y="11151"/>
                  </a:lnTo>
                  <a:lnTo>
                    <a:pt x="9355" y="11188"/>
                  </a:lnTo>
                  <a:lnTo>
                    <a:pt x="9538" y="11372"/>
                  </a:lnTo>
                  <a:lnTo>
                    <a:pt x="9795" y="11518"/>
                  </a:lnTo>
                  <a:lnTo>
                    <a:pt x="9501" y="11995"/>
                  </a:lnTo>
                  <a:lnTo>
                    <a:pt x="9061" y="11812"/>
                  </a:lnTo>
                  <a:lnTo>
                    <a:pt x="8584" y="11628"/>
                  </a:lnTo>
                  <a:lnTo>
                    <a:pt x="8548" y="11628"/>
                  </a:lnTo>
                  <a:lnTo>
                    <a:pt x="8548" y="11702"/>
                  </a:lnTo>
                  <a:lnTo>
                    <a:pt x="8731" y="11848"/>
                  </a:lnTo>
                  <a:lnTo>
                    <a:pt x="8915" y="12032"/>
                  </a:lnTo>
                  <a:lnTo>
                    <a:pt x="9318" y="12289"/>
                  </a:lnTo>
                  <a:lnTo>
                    <a:pt x="9061" y="12582"/>
                  </a:lnTo>
                  <a:lnTo>
                    <a:pt x="8805" y="12802"/>
                  </a:lnTo>
                  <a:lnTo>
                    <a:pt x="8548" y="12692"/>
                  </a:lnTo>
                  <a:lnTo>
                    <a:pt x="8401" y="12069"/>
                  </a:lnTo>
                  <a:lnTo>
                    <a:pt x="8291" y="11445"/>
                  </a:lnTo>
                  <a:lnTo>
                    <a:pt x="8218" y="11298"/>
                  </a:lnTo>
                  <a:lnTo>
                    <a:pt x="8144" y="11188"/>
                  </a:lnTo>
                  <a:lnTo>
                    <a:pt x="8034" y="11115"/>
                  </a:lnTo>
                  <a:lnTo>
                    <a:pt x="7374" y="11115"/>
                  </a:lnTo>
                  <a:lnTo>
                    <a:pt x="7264" y="11078"/>
                  </a:lnTo>
                  <a:lnTo>
                    <a:pt x="7154" y="11041"/>
                  </a:lnTo>
                  <a:lnTo>
                    <a:pt x="7007" y="10895"/>
                  </a:lnTo>
                  <a:lnTo>
                    <a:pt x="6897" y="10675"/>
                  </a:lnTo>
                  <a:lnTo>
                    <a:pt x="6860" y="10455"/>
                  </a:lnTo>
                  <a:lnTo>
                    <a:pt x="6860" y="10344"/>
                  </a:lnTo>
                  <a:lnTo>
                    <a:pt x="6897" y="10234"/>
                  </a:lnTo>
                  <a:lnTo>
                    <a:pt x="6934" y="10124"/>
                  </a:lnTo>
                  <a:lnTo>
                    <a:pt x="7007" y="10051"/>
                  </a:lnTo>
                  <a:lnTo>
                    <a:pt x="7227" y="9978"/>
                  </a:lnTo>
                  <a:lnTo>
                    <a:pt x="7447" y="9904"/>
                  </a:lnTo>
                  <a:lnTo>
                    <a:pt x="8328" y="9721"/>
                  </a:lnTo>
                  <a:lnTo>
                    <a:pt x="8401" y="9758"/>
                  </a:lnTo>
                  <a:lnTo>
                    <a:pt x="8548" y="9758"/>
                  </a:lnTo>
                  <a:lnTo>
                    <a:pt x="8841" y="9648"/>
                  </a:lnTo>
                  <a:lnTo>
                    <a:pt x="9135" y="9574"/>
                  </a:lnTo>
                  <a:close/>
                  <a:moveTo>
                    <a:pt x="1028" y="7373"/>
                  </a:moveTo>
                  <a:lnTo>
                    <a:pt x="1028" y="7887"/>
                  </a:lnTo>
                  <a:lnTo>
                    <a:pt x="1101" y="8437"/>
                  </a:lnTo>
                  <a:lnTo>
                    <a:pt x="1138" y="8474"/>
                  </a:lnTo>
                  <a:lnTo>
                    <a:pt x="1211" y="8510"/>
                  </a:lnTo>
                  <a:lnTo>
                    <a:pt x="1285" y="8510"/>
                  </a:lnTo>
                  <a:lnTo>
                    <a:pt x="1358" y="8474"/>
                  </a:lnTo>
                  <a:lnTo>
                    <a:pt x="1872" y="8070"/>
                  </a:lnTo>
                  <a:lnTo>
                    <a:pt x="1945" y="8951"/>
                  </a:lnTo>
                  <a:lnTo>
                    <a:pt x="1982" y="9611"/>
                  </a:lnTo>
                  <a:lnTo>
                    <a:pt x="1982" y="9758"/>
                  </a:lnTo>
                  <a:lnTo>
                    <a:pt x="1982" y="9904"/>
                  </a:lnTo>
                  <a:lnTo>
                    <a:pt x="1872" y="10014"/>
                  </a:lnTo>
                  <a:lnTo>
                    <a:pt x="1762" y="10088"/>
                  </a:lnTo>
                  <a:lnTo>
                    <a:pt x="1615" y="10271"/>
                  </a:lnTo>
                  <a:lnTo>
                    <a:pt x="1505" y="10455"/>
                  </a:lnTo>
                  <a:lnTo>
                    <a:pt x="1468" y="10638"/>
                  </a:lnTo>
                  <a:lnTo>
                    <a:pt x="1468" y="10858"/>
                  </a:lnTo>
                  <a:lnTo>
                    <a:pt x="1505" y="11078"/>
                  </a:lnTo>
                  <a:lnTo>
                    <a:pt x="1578" y="11298"/>
                  </a:lnTo>
                  <a:lnTo>
                    <a:pt x="1688" y="11702"/>
                  </a:lnTo>
                  <a:lnTo>
                    <a:pt x="2165" y="12876"/>
                  </a:lnTo>
                  <a:lnTo>
                    <a:pt x="1835" y="12509"/>
                  </a:lnTo>
                  <a:lnTo>
                    <a:pt x="1505" y="12142"/>
                  </a:lnTo>
                  <a:lnTo>
                    <a:pt x="1211" y="11665"/>
                  </a:lnTo>
                  <a:lnTo>
                    <a:pt x="918" y="11188"/>
                  </a:lnTo>
                  <a:lnTo>
                    <a:pt x="735" y="10675"/>
                  </a:lnTo>
                  <a:lnTo>
                    <a:pt x="588" y="10161"/>
                  </a:lnTo>
                  <a:lnTo>
                    <a:pt x="551" y="9831"/>
                  </a:lnTo>
                  <a:lnTo>
                    <a:pt x="514" y="9501"/>
                  </a:lnTo>
                  <a:lnTo>
                    <a:pt x="551" y="9171"/>
                  </a:lnTo>
                  <a:lnTo>
                    <a:pt x="588" y="8841"/>
                  </a:lnTo>
                  <a:lnTo>
                    <a:pt x="771" y="8180"/>
                  </a:lnTo>
                  <a:lnTo>
                    <a:pt x="955" y="7557"/>
                  </a:lnTo>
                  <a:lnTo>
                    <a:pt x="1028" y="7373"/>
                  </a:lnTo>
                  <a:close/>
                  <a:moveTo>
                    <a:pt x="9612" y="12472"/>
                  </a:moveTo>
                  <a:lnTo>
                    <a:pt x="9942" y="12619"/>
                  </a:lnTo>
                  <a:lnTo>
                    <a:pt x="10675" y="12912"/>
                  </a:lnTo>
                  <a:lnTo>
                    <a:pt x="10895" y="12986"/>
                  </a:lnTo>
                  <a:lnTo>
                    <a:pt x="10529" y="13316"/>
                  </a:lnTo>
                  <a:lnTo>
                    <a:pt x="10162" y="13609"/>
                  </a:lnTo>
                  <a:lnTo>
                    <a:pt x="9685" y="13279"/>
                  </a:lnTo>
                  <a:lnTo>
                    <a:pt x="9171" y="12986"/>
                  </a:lnTo>
                  <a:lnTo>
                    <a:pt x="9391" y="12729"/>
                  </a:lnTo>
                  <a:lnTo>
                    <a:pt x="9612" y="12472"/>
                  </a:lnTo>
                  <a:close/>
                  <a:moveTo>
                    <a:pt x="2569" y="5209"/>
                  </a:moveTo>
                  <a:lnTo>
                    <a:pt x="2899" y="5319"/>
                  </a:lnTo>
                  <a:lnTo>
                    <a:pt x="3266" y="5356"/>
                  </a:lnTo>
                  <a:lnTo>
                    <a:pt x="3999" y="5356"/>
                  </a:lnTo>
                  <a:lnTo>
                    <a:pt x="4733" y="5429"/>
                  </a:lnTo>
                  <a:lnTo>
                    <a:pt x="5467" y="5539"/>
                  </a:lnTo>
                  <a:lnTo>
                    <a:pt x="5320" y="5649"/>
                  </a:lnTo>
                  <a:lnTo>
                    <a:pt x="5173" y="5723"/>
                  </a:lnTo>
                  <a:lnTo>
                    <a:pt x="4880" y="5833"/>
                  </a:lnTo>
                  <a:lnTo>
                    <a:pt x="4696" y="5943"/>
                  </a:lnTo>
                  <a:lnTo>
                    <a:pt x="4513" y="6053"/>
                  </a:lnTo>
                  <a:lnTo>
                    <a:pt x="4366" y="6236"/>
                  </a:lnTo>
                  <a:lnTo>
                    <a:pt x="4293" y="6420"/>
                  </a:lnTo>
                  <a:lnTo>
                    <a:pt x="4256" y="6493"/>
                  </a:lnTo>
                  <a:lnTo>
                    <a:pt x="4293" y="6603"/>
                  </a:lnTo>
                  <a:lnTo>
                    <a:pt x="4329" y="6676"/>
                  </a:lnTo>
                  <a:lnTo>
                    <a:pt x="4366" y="6750"/>
                  </a:lnTo>
                  <a:lnTo>
                    <a:pt x="4439" y="6823"/>
                  </a:lnTo>
                  <a:lnTo>
                    <a:pt x="4549" y="6823"/>
                  </a:lnTo>
                  <a:lnTo>
                    <a:pt x="4660" y="6860"/>
                  </a:lnTo>
                  <a:lnTo>
                    <a:pt x="4696" y="6933"/>
                  </a:lnTo>
                  <a:lnTo>
                    <a:pt x="4733" y="7117"/>
                  </a:lnTo>
                  <a:lnTo>
                    <a:pt x="4770" y="7300"/>
                  </a:lnTo>
                  <a:lnTo>
                    <a:pt x="4770" y="7667"/>
                  </a:lnTo>
                  <a:lnTo>
                    <a:pt x="4806" y="7813"/>
                  </a:lnTo>
                  <a:lnTo>
                    <a:pt x="4586" y="7520"/>
                  </a:lnTo>
                  <a:lnTo>
                    <a:pt x="4366" y="7263"/>
                  </a:lnTo>
                  <a:lnTo>
                    <a:pt x="4256" y="7190"/>
                  </a:lnTo>
                  <a:lnTo>
                    <a:pt x="4146" y="7153"/>
                  </a:lnTo>
                  <a:lnTo>
                    <a:pt x="3999" y="7117"/>
                  </a:lnTo>
                  <a:lnTo>
                    <a:pt x="3889" y="7153"/>
                  </a:lnTo>
                  <a:lnTo>
                    <a:pt x="3632" y="7227"/>
                  </a:lnTo>
                  <a:lnTo>
                    <a:pt x="3412" y="7373"/>
                  </a:lnTo>
                  <a:lnTo>
                    <a:pt x="3192" y="7593"/>
                  </a:lnTo>
                  <a:lnTo>
                    <a:pt x="2972" y="7813"/>
                  </a:lnTo>
                  <a:lnTo>
                    <a:pt x="2825" y="8070"/>
                  </a:lnTo>
                  <a:lnTo>
                    <a:pt x="2715" y="8364"/>
                  </a:lnTo>
                  <a:lnTo>
                    <a:pt x="2642" y="8657"/>
                  </a:lnTo>
                  <a:lnTo>
                    <a:pt x="2605" y="8951"/>
                  </a:lnTo>
                  <a:lnTo>
                    <a:pt x="2605" y="9244"/>
                  </a:lnTo>
                  <a:lnTo>
                    <a:pt x="2679" y="9537"/>
                  </a:lnTo>
                  <a:lnTo>
                    <a:pt x="2679" y="9611"/>
                  </a:lnTo>
                  <a:lnTo>
                    <a:pt x="2752" y="9648"/>
                  </a:lnTo>
                  <a:lnTo>
                    <a:pt x="2789" y="9684"/>
                  </a:lnTo>
                  <a:lnTo>
                    <a:pt x="3156" y="9684"/>
                  </a:lnTo>
                  <a:lnTo>
                    <a:pt x="3449" y="9758"/>
                  </a:lnTo>
                  <a:lnTo>
                    <a:pt x="3706" y="9868"/>
                  </a:lnTo>
                  <a:lnTo>
                    <a:pt x="3963" y="10014"/>
                  </a:lnTo>
                  <a:lnTo>
                    <a:pt x="4183" y="10198"/>
                  </a:lnTo>
                  <a:lnTo>
                    <a:pt x="4403" y="10418"/>
                  </a:lnTo>
                  <a:lnTo>
                    <a:pt x="4770" y="10858"/>
                  </a:lnTo>
                  <a:lnTo>
                    <a:pt x="4403" y="11151"/>
                  </a:lnTo>
                  <a:lnTo>
                    <a:pt x="4109" y="11445"/>
                  </a:lnTo>
                  <a:lnTo>
                    <a:pt x="3816" y="11775"/>
                  </a:lnTo>
                  <a:lnTo>
                    <a:pt x="3596" y="12142"/>
                  </a:lnTo>
                  <a:lnTo>
                    <a:pt x="3412" y="12545"/>
                  </a:lnTo>
                  <a:lnTo>
                    <a:pt x="3266" y="12986"/>
                  </a:lnTo>
                  <a:lnTo>
                    <a:pt x="3192" y="13426"/>
                  </a:lnTo>
                  <a:lnTo>
                    <a:pt x="3156" y="13866"/>
                  </a:lnTo>
                  <a:lnTo>
                    <a:pt x="3082" y="13829"/>
                  </a:lnTo>
                  <a:lnTo>
                    <a:pt x="2972" y="13719"/>
                  </a:lnTo>
                  <a:lnTo>
                    <a:pt x="2899" y="13572"/>
                  </a:lnTo>
                  <a:lnTo>
                    <a:pt x="2459" y="12582"/>
                  </a:lnTo>
                  <a:lnTo>
                    <a:pt x="2092" y="11702"/>
                  </a:lnTo>
                  <a:lnTo>
                    <a:pt x="1945" y="11262"/>
                  </a:lnTo>
                  <a:lnTo>
                    <a:pt x="1872" y="10821"/>
                  </a:lnTo>
                  <a:lnTo>
                    <a:pt x="1872" y="10638"/>
                  </a:lnTo>
                  <a:lnTo>
                    <a:pt x="1945" y="10491"/>
                  </a:lnTo>
                  <a:lnTo>
                    <a:pt x="2055" y="10381"/>
                  </a:lnTo>
                  <a:lnTo>
                    <a:pt x="2202" y="10271"/>
                  </a:lnTo>
                  <a:lnTo>
                    <a:pt x="2312" y="10161"/>
                  </a:lnTo>
                  <a:lnTo>
                    <a:pt x="2385" y="10051"/>
                  </a:lnTo>
                  <a:lnTo>
                    <a:pt x="2385" y="9904"/>
                  </a:lnTo>
                  <a:lnTo>
                    <a:pt x="2385" y="9721"/>
                  </a:lnTo>
                  <a:lnTo>
                    <a:pt x="2312" y="8730"/>
                  </a:lnTo>
                  <a:lnTo>
                    <a:pt x="2165" y="7740"/>
                  </a:lnTo>
                  <a:lnTo>
                    <a:pt x="2165" y="7667"/>
                  </a:lnTo>
                  <a:lnTo>
                    <a:pt x="2092" y="7593"/>
                  </a:lnTo>
                  <a:lnTo>
                    <a:pt x="1945" y="7593"/>
                  </a:lnTo>
                  <a:lnTo>
                    <a:pt x="1358" y="8070"/>
                  </a:lnTo>
                  <a:lnTo>
                    <a:pt x="1321" y="7667"/>
                  </a:lnTo>
                  <a:lnTo>
                    <a:pt x="1358" y="7263"/>
                  </a:lnTo>
                  <a:lnTo>
                    <a:pt x="1395" y="6860"/>
                  </a:lnTo>
                  <a:lnTo>
                    <a:pt x="1505" y="6456"/>
                  </a:lnTo>
                  <a:lnTo>
                    <a:pt x="1505" y="6383"/>
                  </a:lnTo>
                  <a:lnTo>
                    <a:pt x="1468" y="6310"/>
                  </a:lnTo>
                  <a:lnTo>
                    <a:pt x="1725" y="5796"/>
                  </a:lnTo>
                  <a:lnTo>
                    <a:pt x="1982" y="5319"/>
                  </a:lnTo>
                  <a:lnTo>
                    <a:pt x="2239" y="5356"/>
                  </a:lnTo>
                  <a:lnTo>
                    <a:pt x="2495" y="5392"/>
                  </a:lnTo>
                  <a:lnTo>
                    <a:pt x="2569" y="5356"/>
                  </a:lnTo>
                  <a:lnTo>
                    <a:pt x="2605" y="5319"/>
                  </a:lnTo>
                  <a:lnTo>
                    <a:pt x="2605" y="5282"/>
                  </a:lnTo>
                  <a:lnTo>
                    <a:pt x="2569" y="5209"/>
                  </a:lnTo>
                  <a:close/>
                  <a:moveTo>
                    <a:pt x="8805" y="13939"/>
                  </a:moveTo>
                  <a:lnTo>
                    <a:pt x="9098" y="13976"/>
                  </a:lnTo>
                  <a:lnTo>
                    <a:pt x="9391" y="14049"/>
                  </a:lnTo>
                  <a:lnTo>
                    <a:pt x="9208" y="14086"/>
                  </a:lnTo>
                  <a:lnTo>
                    <a:pt x="9171" y="14049"/>
                  </a:lnTo>
                  <a:lnTo>
                    <a:pt x="9061" y="14049"/>
                  </a:lnTo>
                  <a:lnTo>
                    <a:pt x="8988" y="13976"/>
                  </a:lnTo>
                  <a:lnTo>
                    <a:pt x="8805" y="13939"/>
                  </a:lnTo>
                  <a:close/>
                  <a:moveTo>
                    <a:pt x="5815" y="14178"/>
                  </a:moveTo>
                  <a:lnTo>
                    <a:pt x="5797" y="14196"/>
                  </a:lnTo>
                  <a:lnTo>
                    <a:pt x="5760" y="14196"/>
                  </a:lnTo>
                  <a:lnTo>
                    <a:pt x="5815" y="14178"/>
                  </a:lnTo>
                  <a:close/>
                  <a:moveTo>
                    <a:pt x="7154" y="2935"/>
                  </a:moveTo>
                  <a:lnTo>
                    <a:pt x="7594" y="3008"/>
                  </a:lnTo>
                  <a:lnTo>
                    <a:pt x="8034" y="3082"/>
                  </a:lnTo>
                  <a:lnTo>
                    <a:pt x="8438" y="3155"/>
                  </a:lnTo>
                  <a:lnTo>
                    <a:pt x="8401" y="3192"/>
                  </a:lnTo>
                  <a:lnTo>
                    <a:pt x="8401" y="3228"/>
                  </a:lnTo>
                  <a:lnTo>
                    <a:pt x="8401" y="3265"/>
                  </a:lnTo>
                  <a:lnTo>
                    <a:pt x="8438" y="3265"/>
                  </a:lnTo>
                  <a:lnTo>
                    <a:pt x="8621" y="3228"/>
                  </a:lnTo>
                  <a:lnTo>
                    <a:pt x="8768" y="3265"/>
                  </a:lnTo>
                  <a:lnTo>
                    <a:pt x="8805" y="3265"/>
                  </a:lnTo>
                  <a:lnTo>
                    <a:pt x="8768" y="3338"/>
                  </a:lnTo>
                  <a:lnTo>
                    <a:pt x="8768" y="3412"/>
                  </a:lnTo>
                  <a:lnTo>
                    <a:pt x="8768" y="3448"/>
                  </a:lnTo>
                  <a:lnTo>
                    <a:pt x="8805" y="3485"/>
                  </a:lnTo>
                  <a:lnTo>
                    <a:pt x="8841" y="3485"/>
                  </a:lnTo>
                  <a:lnTo>
                    <a:pt x="8915" y="3522"/>
                  </a:lnTo>
                  <a:lnTo>
                    <a:pt x="8988" y="3558"/>
                  </a:lnTo>
                  <a:lnTo>
                    <a:pt x="9098" y="3668"/>
                  </a:lnTo>
                  <a:lnTo>
                    <a:pt x="9208" y="3815"/>
                  </a:lnTo>
                  <a:lnTo>
                    <a:pt x="9245" y="3852"/>
                  </a:lnTo>
                  <a:lnTo>
                    <a:pt x="9281" y="3889"/>
                  </a:lnTo>
                  <a:lnTo>
                    <a:pt x="9318" y="3852"/>
                  </a:lnTo>
                  <a:lnTo>
                    <a:pt x="9391" y="3742"/>
                  </a:lnTo>
                  <a:lnTo>
                    <a:pt x="9465" y="3632"/>
                  </a:lnTo>
                  <a:lnTo>
                    <a:pt x="9538" y="3558"/>
                  </a:lnTo>
                  <a:lnTo>
                    <a:pt x="9758" y="3632"/>
                  </a:lnTo>
                  <a:lnTo>
                    <a:pt x="9612" y="3815"/>
                  </a:lnTo>
                  <a:lnTo>
                    <a:pt x="9501" y="3999"/>
                  </a:lnTo>
                  <a:lnTo>
                    <a:pt x="9465" y="4072"/>
                  </a:lnTo>
                  <a:lnTo>
                    <a:pt x="9465" y="4182"/>
                  </a:lnTo>
                  <a:lnTo>
                    <a:pt x="9575" y="4182"/>
                  </a:lnTo>
                  <a:lnTo>
                    <a:pt x="9648" y="4145"/>
                  </a:lnTo>
                  <a:lnTo>
                    <a:pt x="9795" y="4035"/>
                  </a:lnTo>
                  <a:lnTo>
                    <a:pt x="10052" y="3815"/>
                  </a:lnTo>
                  <a:lnTo>
                    <a:pt x="10308" y="3962"/>
                  </a:lnTo>
                  <a:lnTo>
                    <a:pt x="10235" y="4035"/>
                  </a:lnTo>
                  <a:lnTo>
                    <a:pt x="9978" y="4365"/>
                  </a:lnTo>
                  <a:lnTo>
                    <a:pt x="9868" y="4512"/>
                  </a:lnTo>
                  <a:lnTo>
                    <a:pt x="9795" y="4696"/>
                  </a:lnTo>
                  <a:lnTo>
                    <a:pt x="9795" y="4732"/>
                  </a:lnTo>
                  <a:lnTo>
                    <a:pt x="9832" y="4732"/>
                  </a:lnTo>
                  <a:lnTo>
                    <a:pt x="10015" y="4659"/>
                  </a:lnTo>
                  <a:lnTo>
                    <a:pt x="10198" y="4549"/>
                  </a:lnTo>
                  <a:lnTo>
                    <a:pt x="10492" y="4329"/>
                  </a:lnTo>
                  <a:lnTo>
                    <a:pt x="10639" y="4182"/>
                  </a:lnTo>
                  <a:lnTo>
                    <a:pt x="10822" y="4292"/>
                  </a:lnTo>
                  <a:lnTo>
                    <a:pt x="10565" y="4549"/>
                  </a:lnTo>
                  <a:lnTo>
                    <a:pt x="10272" y="4879"/>
                  </a:lnTo>
                  <a:lnTo>
                    <a:pt x="10052" y="5209"/>
                  </a:lnTo>
                  <a:lnTo>
                    <a:pt x="9942" y="5246"/>
                  </a:lnTo>
                  <a:lnTo>
                    <a:pt x="9648" y="5392"/>
                  </a:lnTo>
                  <a:lnTo>
                    <a:pt x="9391" y="5539"/>
                  </a:lnTo>
                  <a:lnTo>
                    <a:pt x="9281" y="5539"/>
                  </a:lnTo>
                  <a:lnTo>
                    <a:pt x="9135" y="5576"/>
                  </a:lnTo>
                  <a:lnTo>
                    <a:pt x="8805" y="5759"/>
                  </a:lnTo>
                  <a:lnTo>
                    <a:pt x="8548" y="5979"/>
                  </a:lnTo>
                  <a:lnTo>
                    <a:pt x="8364" y="6089"/>
                  </a:lnTo>
                  <a:lnTo>
                    <a:pt x="8071" y="6346"/>
                  </a:lnTo>
                  <a:lnTo>
                    <a:pt x="7924" y="6566"/>
                  </a:lnTo>
                  <a:lnTo>
                    <a:pt x="7741" y="6750"/>
                  </a:lnTo>
                  <a:lnTo>
                    <a:pt x="7631" y="6970"/>
                  </a:lnTo>
                  <a:lnTo>
                    <a:pt x="7594" y="7153"/>
                  </a:lnTo>
                  <a:lnTo>
                    <a:pt x="7631" y="7227"/>
                  </a:lnTo>
                  <a:lnTo>
                    <a:pt x="7667" y="7300"/>
                  </a:lnTo>
                  <a:lnTo>
                    <a:pt x="7741" y="7373"/>
                  </a:lnTo>
                  <a:lnTo>
                    <a:pt x="7851" y="7410"/>
                  </a:lnTo>
                  <a:lnTo>
                    <a:pt x="7998" y="7410"/>
                  </a:lnTo>
                  <a:lnTo>
                    <a:pt x="8144" y="7337"/>
                  </a:lnTo>
                  <a:lnTo>
                    <a:pt x="8401" y="7190"/>
                  </a:lnTo>
                  <a:lnTo>
                    <a:pt x="8548" y="7153"/>
                  </a:lnTo>
                  <a:lnTo>
                    <a:pt x="8731" y="7227"/>
                  </a:lnTo>
                  <a:lnTo>
                    <a:pt x="8805" y="7263"/>
                  </a:lnTo>
                  <a:lnTo>
                    <a:pt x="8878" y="7337"/>
                  </a:lnTo>
                  <a:lnTo>
                    <a:pt x="8915" y="7410"/>
                  </a:lnTo>
                  <a:lnTo>
                    <a:pt x="8915" y="7483"/>
                  </a:lnTo>
                  <a:lnTo>
                    <a:pt x="8841" y="7593"/>
                  </a:lnTo>
                  <a:lnTo>
                    <a:pt x="8731" y="7740"/>
                  </a:lnTo>
                  <a:lnTo>
                    <a:pt x="8584" y="7850"/>
                  </a:lnTo>
                  <a:lnTo>
                    <a:pt x="8401" y="7960"/>
                  </a:lnTo>
                  <a:lnTo>
                    <a:pt x="8144" y="8070"/>
                  </a:lnTo>
                  <a:lnTo>
                    <a:pt x="7961" y="8144"/>
                  </a:lnTo>
                  <a:lnTo>
                    <a:pt x="7741" y="8254"/>
                  </a:lnTo>
                  <a:lnTo>
                    <a:pt x="7557" y="8400"/>
                  </a:lnTo>
                  <a:lnTo>
                    <a:pt x="7521" y="8474"/>
                  </a:lnTo>
                  <a:lnTo>
                    <a:pt x="7484" y="8584"/>
                  </a:lnTo>
                  <a:lnTo>
                    <a:pt x="7447" y="8767"/>
                  </a:lnTo>
                  <a:lnTo>
                    <a:pt x="7521" y="8914"/>
                  </a:lnTo>
                  <a:lnTo>
                    <a:pt x="7631" y="9061"/>
                  </a:lnTo>
                  <a:lnTo>
                    <a:pt x="7777" y="9134"/>
                  </a:lnTo>
                  <a:lnTo>
                    <a:pt x="7887" y="9171"/>
                  </a:lnTo>
                  <a:lnTo>
                    <a:pt x="8034" y="9207"/>
                  </a:lnTo>
                  <a:lnTo>
                    <a:pt x="8254" y="9134"/>
                  </a:lnTo>
                  <a:lnTo>
                    <a:pt x="8694" y="8951"/>
                  </a:lnTo>
                  <a:lnTo>
                    <a:pt x="9208" y="8951"/>
                  </a:lnTo>
                  <a:lnTo>
                    <a:pt x="9391" y="8877"/>
                  </a:lnTo>
                  <a:lnTo>
                    <a:pt x="9575" y="8767"/>
                  </a:lnTo>
                  <a:lnTo>
                    <a:pt x="9685" y="8657"/>
                  </a:lnTo>
                  <a:lnTo>
                    <a:pt x="9795" y="8547"/>
                  </a:lnTo>
                  <a:lnTo>
                    <a:pt x="9905" y="8547"/>
                  </a:lnTo>
                  <a:lnTo>
                    <a:pt x="10052" y="8584"/>
                  </a:lnTo>
                  <a:lnTo>
                    <a:pt x="10088" y="8620"/>
                  </a:lnTo>
                  <a:lnTo>
                    <a:pt x="10125" y="8620"/>
                  </a:lnTo>
                  <a:lnTo>
                    <a:pt x="10198" y="8657"/>
                  </a:lnTo>
                  <a:lnTo>
                    <a:pt x="10382" y="8804"/>
                  </a:lnTo>
                  <a:lnTo>
                    <a:pt x="10565" y="8987"/>
                  </a:lnTo>
                  <a:lnTo>
                    <a:pt x="11115" y="9648"/>
                  </a:lnTo>
                  <a:lnTo>
                    <a:pt x="10382" y="9391"/>
                  </a:lnTo>
                  <a:lnTo>
                    <a:pt x="10015" y="9281"/>
                  </a:lnTo>
                  <a:lnTo>
                    <a:pt x="9648" y="9171"/>
                  </a:lnTo>
                  <a:lnTo>
                    <a:pt x="9612" y="9207"/>
                  </a:lnTo>
                  <a:lnTo>
                    <a:pt x="9281" y="9171"/>
                  </a:lnTo>
                  <a:lnTo>
                    <a:pt x="8951" y="9207"/>
                  </a:lnTo>
                  <a:lnTo>
                    <a:pt x="8621" y="9281"/>
                  </a:lnTo>
                  <a:lnTo>
                    <a:pt x="8328" y="9391"/>
                  </a:lnTo>
                  <a:lnTo>
                    <a:pt x="8291" y="9427"/>
                  </a:lnTo>
                  <a:lnTo>
                    <a:pt x="8144" y="9427"/>
                  </a:lnTo>
                  <a:lnTo>
                    <a:pt x="7631" y="9537"/>
                  </a:lnTo>
                  <a:lnTo>
                    <a:pt x="7117" y="9648"/>
                  </a:lnTo>
                  <a:lnTo>
                    <a:pt x="6934" y="9684"/>
                  </a:lnTo>
                  <a:lnTo>
                    <a:pt x="6787" y="9794"/>
                  </a:lnTo>
                  <a:lnTo>
                    <a:pt x="6677" y="9904"/>
                  </a:lnTo>
                  <a:lnTo>
                    <a:pt x="6567" y="10088"/>
                  </a:lnTo>
                  <a:lnTo>
                    <a:pt x="6494" y="10271"/>
                  </a:lnTo>
                  <a:lnTo>
                    <a:pt x="6494" y="10455"/>
                  </a:lnTo>
                  <a:lnTo>
                    <a:pt x="6494" y="10601"/>
                  </a:lnTo>
                  <a:lnTo>
                    <a:pt x="6530" y="10785"/>
                  </a:lnTo>
                  <a:lnTo>
                    <a:pt x="6604" y="10968"/>
                  </a:lnTo>
                  <a:lnTo>
                    <a:pt x="6714" y="11115"/>
                  </a:lnTo>
                  <a:lnTo>
                    <a:pt x="6824" y="11225"/>
                  </a:lnTo>
                  <a:lnTo>
                    <a:pt x="6970" y="11335"/>
                  </a:lnTo>
                  <a:lnTo>
                    <a:pt x="7117" y="11408"/>
                  </a:lnTo>
                  <a:lnTo>
                    <a:pt x="7301" y="11445"/>
                  </a:lnTo>
                  <a:lnTo>
                    <a:pt x="7484" y="11482"/>
                  </a:lnTo>
                  <a:lnTo>
                    <a:pt x="7777" y="11482"/>
                  </a:lnTo>
                  <a:lnTo>
                    <a:pt x="7851" y="11555"/>
                  </a:lnTo>
                  <a:lnTo>
                    <a:pt x="7924" y="11665"/>
                  </a:lnTo>
                  <a:lnTo>
                    <a:pt x="7961" y="11812"/>
                  </a:lnTo>
                  <a:lnTo>
                    <a:pt x="8034" y="12105"/>
                  </a:lnTo>
                  <a:lnTo>
                    <a:pt x="8071" y="12362"/>
                  </a:lnTo>
                  <a:lnTo>
                    <a:pt x="8108" y="12509"/>
                  </a:lnTo>
                  <a:lnTo>
                    <a:pt x="7851" y="12435"/>
                  </a:lnTo>
                  <a:lnTo>
                    <a:pt x="7631" y="12399"/>
                  </a:lnTo>
                  <a:lnTo>
                    <a:pt x="7557" y="12362"/>
                  </a:lnTo>
                  <a:lnTo>
                    <a:pt x="7521" y="12215"/>
                  </a:lnTo>
                  <a:lnTo>
                    <a:pt x="7521" y="12179"/>
                  </a:lnTo>
                  <a:lnTo>
                    <a:pt x="7447" y="12179"/>
                  </a:lnTo>
                  <a:lnTo>
                    <a:pt x="7447" y="12215"/>
                  </a:lnTo>
                  <a:lnTo>
                    <a:pt x="7411" y="12472"/>
                  </a:lnTo>
                  <a:lnTo>
                    <a:pt x="7411" y="12509"/>
                  </a:lnTo>
                  <a:lnTo>
                    <a:pt x="7447" y="12545"/>
                  </a:lnTo>
                  <a:lnTo>
                    <a:pt x="7851" y="12729"/>
                  </a:lnTo>
                  <a:lnTo>
                    <a:pt x="8254" y="12949"/>
                  </a:lnTo>
                  <a:lnTo>
                    <a:pt x="8438" y="13316"/>
                  </a:lnTo>
                  <a:lnTo>
                    <a:pt x="8474" y="13389"/>
                  </a:lnTo>
                  <a:lnTo>
                    <a:pt x="8548" y="13426"/>
                  </a:lnTo>
                  <a:lnTo>
                    <a:pt x="8621" y="13426"/>
                  </a:lnTo>
                  <a:lnTo>
                    <a:pt x="8694" y="13389"/>
                  </a:lnTo>
                  <a:lnTo>
                    <a:pt x="8841" y="13279"/>
                  </a:lnTo>
                  <a:lnTo>
                    <a:pt x="9428" y="13609"/>
                  </a:lnTo>
                  <a:lnTo>
                    <a:pt x="9281" y="13609"/>
                  </a:lnTo>
                  <a:lnTo>
                    <a:pt x="8548" y="13536"/>
                  </a:lnTo>
                  <a:lnTo>
                    <a:pt x="7851" y="13536"/>
                  </a:lnTo>
                  <a:lnTo>
                    <a:pt x="7374" y="13206"/>
                  </a:lnTo>
                  <a:lnTo>
                    <a:pt x="6860" y="12912"/>
                  </a:lnTo>
                  <a:lnTo>
                    <a:pt x="6824" y="12876"/>
                  </a:lnTo>
                  <a:lnTo>
                    <a:pt x="6750" y="12912"/>
                  </a:lnTo>
                  <a:lnTo>
                    <a:pt x="6750" y="12949"/>
                  </a:lnTo>
                  <a:lnTo>
                    <a:pt x="6750" y="13022"/>
                  </a:lnTo>
                  <a:lnTo>
                    <a:pt x="6970" y="13316"/>
                  </a:lnTo>
                  <a:lnTo>
                    <a:pt x="7227" y="13572"/>
                  </a:lnTo>
                  <a:lnTo>
                    <a:pt x="6897" y="13609"/>
                  </a:lnTo>
                  <a:lnTo>
                    <a:pt x="6567" y="13646"/>
                  </a:lnTo>
                  <a:lnTo>
                    <a:pt x="6310" y="13426"/>
                  </a:lnTo>
                  <a:lnTo>
                    <a:pt x="6090" y="13169"/>
                  </a:lnTo>
                  <a:lnTo>
                    <a:pt x="6017" y="13169"/>
                  </a:lnTo>
                  <a:lnTo>
                    <a:pt x="5943" y="13242"/>
                  </a:lnTo>
                  <a:lnTo>
                    <a:pt x="5907" y="13389"/>
                  </a:lnTo>
                  <a:lnTo>
                    <a:pt x="5943" y="13499"/>
                  </a:lnTo>
                  <a:lnTo>
                    <a:pt x="5980" y="13646"/>
                  </a:lnTo>
                  <a:lnTo>
                    <a:pt x="6090" y="13756"/>
                  </a:lnTo>
                  <a:lnTo>
                    <a:pt x="5760" y="13829"/>
                  </a:lnTo>
                  <a:lnTo>
                    <a:pt x="5430" y="13939"/>
                  </a:lnTo>
                  <a:lnTo>
                    <a:pt x="5393" y="13903"/>
                  </a:lnTo>
                  <a:lnTo>
                    <a:pt x="5173" y="13682"/>
                  </a:lnTo>
                  <a:lnTo>
                    <a:pt x="5026" y="13609"/>
                  </a:lnTo>
                  <a:lnTo>
                    <a:pt x="4916" y="13572"/>
                  </a:lnTo>
                  <a:lnTo>
                    <a:pt x="4880" y="13572"/>
                  </a:lnTo>
                  <a:lnTo>
                    <a:pt x="4880" y="13609"/>
                  </a:lnTo>
                  <a:lnTo>
                    <a:pt x="4880" y="13682"/>
                  </a:lnTo>
                  <a:lnTo>
                    <a:pt x="4916" y="13793"/>
                  </a:lnTo>
                  <a:lnTo>
                    <a:pt x="4990" y="13939"/>
                  </a:lnTo>
                  <a:lnTo>
                    <a:pt x="5100" y="14086"/>
                  </a:lnTo>
                  <a:lnTo>
                    <a:pt x="5136" y="14086"/>
                  </a:lnTo>
                  <a:lnTo>
                    <a:pt x="4843" y="14306"/>
                  </a:lnTo>
                  <a:lnTo>
                    <a:pt x="4623" y="14269"/>
                  </a:lnTo>
                  <a:lnTo>
                    <a:pt x="4109" y="14196"/>
                  </a:lnTo>
                  <a:lnTo>
                    <a:pt x="3853" y="14159"/>
                  </a:lnTo>
                  <a:lnTo>
                    <a:pt x="3596" y="14086"/>
                  </a:lnTo>
                  <a:lnTo>
                    <a:pt x="3669" y="14013"/>
                  </a:lnTo>
                  <a:lnTo>
                    <a:pt x="3706" y="13903"/>
                  </a:lnTo>
                  <a:lnTo>
                    <a:pt x="3706" y="13829"/>
                  </a:lnTo>
                  <a:lnTo>
                    <a:pt x="3669" y="13719"/>
                  </a:lnTo>
                  <a:lnTo>
                    <a:pt x="3632" y="13646"/>
                  </a:lnTo>
                  <a:lnTo>
                    <a:pt x="3559" y="13609"/>
                  </a:lnTo>
                  <a:lnTo>
                    <a:pt x="3632" y="13242"/>
                  </a:lnTo>
                  <a:lnTo>
                    <a:pt x="3742" y="12876"/>
                  </a:lnTo>
                  <a:lnTo>
                    <a:pt x="3889" y="12509"/>
                  </a:lnTo>
                  <a:lnTo>
                    <a:pt x="4073" y="12179"/>
                  </a:lnTo>
                  <a:lnTo>
                    <a:pt x="4293" y="11848"/>
                  </a:lnTo>
                  <a:lnTo>
                    <a:pt x="4549" y="11555"/>
                  </a:lnTo>
                  <a:lnTo>
                    <a:pt x="4843" y="11298"/>
                  </a:lnTo>
                  <a:lnTo>
                    <a:pt x="5173" y="11115"/>
                  </a:lnTo>
                  <a:lnTo>
                    <a:pt x="5246" y="11041"/>
                  </a:lnTo>
                  <a:lnTo>
                    <a:pt x="5283" y="10931"/>
                  </a:lnTo>
                  <a:lnTo>
                    <a:pt x="5283" y="10858"/>
                  </a:lnTo>
                  <a:lnTo>
                    <a:pt x="5210" y="10785"/>
                  </a:lnTo>
                  <a:lnTo>
                    <a:pt x="4770" y="10234"/>
                  </a:lnTo>
                  <a:lnTo>
                    <a:pt x="4549" y="9978"/>
                  </a:lnTo>
                  <a:lnTo>
                    <a:pt x="4293" y="9758"/>
                  </a:lnTo>
                  <a:lnTo>
                    <a:pt x="3999" y="9574"/>
                  </a:lnTo>
                  <a:lnTo>
                    <a:pt x="3706" y="9427"/>
                  </a:lnTo>
                  <a:lnTo>
                    <a:pt x="3376" y="9317"/>
                  </a:lnTo>
                  <a:lnTo>
                    <a:pt x="3046" y="9281"/>
                  </a:lnTo>
                  <a:lnTo>
                    <a:pt x="3046" y="8877"/>
                  </a:lnTo>
                  <a:lnTo>
                    <a:pt x="3119" y="8510"/>
                  </a:lnTo>
                  <a:lnTo>
                    <a:pt x="3266" y="8180"/>
                  </a:lnTo>
                  <a:lnTo>
                    <a:pt x="3486" y="7887"/>
                  </a:lnTo>
                  <a:lnTo>
                    <a:pt x="3632" y="7740"/>
                  </a:lnTo>
                  <a:lnTo>
                    <a:pt x="3816" y="7593"/>
                  </a:lnTo>
                  <a:lnTo>
                    <a:pt x="3889" y="7557"/>
                  </a:lnTo>
                  <a:lnTo>
                    <a:pt x="3963" y="7557"/>
                  </a:lnTo>
                  <a:lnTo>
                    <a:pt x="4036" y="7593"/>
                  </a:lnTo>
                  <a:lnTo>
                    <a:pt x="4109" y="7630"/>
                  </a:lnTo>
                  <a:lnTo>
                    <a:pt x="4219" y="7740"/>
                  </a:lnTo>
                  <a:lnTo>
                    <a:pt x="4329" y="7887"/>
                  </a:lnTo>
                  <a:lnTo>
                    <a:pt x="4916" y="8657"/>
                  </a:lnTo>
                  <a:lnTo>
                    <a:pt x="5026" y="8730"/>
                  </a:lnTo>
                  <a:lnTo>
                    <a:pt x="5136" y="8767"/>
                  </a:lnTo>
                  <a:lnTo>
                    <a:pt x="5210" y="8730"/>
                  </a:lnTo>
                  <a:lnTo>
                    <a:pt x="5246" y="8694"/>
                  </a:lnTo>
                  <a:lnTo>
                    <a:pt x="5283" y="8620"/>
                  </a:lnTo>
                  <a:lnTo>
                    <a:pt x="5283" y="8547"/>
                  </a:lnTo>
                  <a:lnTo>
                    <a:pt x="5136" y="7006"/>
                  </a:lnTo>
                  <a:lnTo>
                    <a:pt x="5100" y="6823"/>
                  </a:lnTo>
                  <a:lnTo>
                    <a:pt x="4990" y="6640"/>
                  </a:lnTo>
                  <a:lnTo>
                    <a:pt x="4880" y="6493"/>
                  </a:lnTo>
                  <a:lnTo>
                    <a:pt x="4660" y="6456"/>
                  </a:lnTo>
                  <a:lnTo>
                    <a:pt x="4733" y="6420"/>
                  </a:lnTo>
                  <a:lnTo>
                    <a:pt x="4843" y="6346"/>
                  </a:lnTo>
                  <a:lnTo>
                    <a:pt x="5026" y="6199"/>
                  </a:lnTo>
                  <a:lnTo>
                    <a:pt x="5430" y="6016"/>
                  </a:lnTo>
                  <a:lnTo>
                    <a:pt x="5613" y="5943"/>
                  </a:lnTo>
                  <a:lnTo>
                    <a:pt x="5760" y="5796"/>
                  </a:lnTo>
                  <a:lnTo>
                    <a:pt x="5870" y="5649"/>
                  </a:lnTo>
                  <a:lnTo>
                    <a:pt x="5980" y="5466"/>
                  </a:lnTo>
                  <a:lnTo>
                    <a:pt x="5980" y="5392"/>
                  </a:lnTo>
                  <a:lnTo>
                    <a:pt x="5943" y="5319"/>
                  </a:lnTo>
                  <a:lnTo>
                    <a:pt x="5907" y="5246"/>
                  </a:lnTo>
                  <a:lnTo>
                    <a:pt x="5833" y="5209"/>
                  </a:lnTo>
                  <a:lnTo>
                    <a:pt x="4990" y="5099"/>
                  </a:lnTo>
                  <a:lnTo>
                    <a:pt x="4109" y="4989"/>
                  </a:lnTo>
                  <a:lnTo>
                    <a:pt x="3742" y="4989"/>
                  </a:lnTo>
                  <a:lnTo>
                    <a:pt x="3302" y="4952"/>
                  </a:lnTo>
                  <a:lnTo>
                    <a:pt x="2899" y="4989"/>
                  </a:lnTo>
                  <a:lnTo>
                    <a:pt x="2715" y="5026"/>
                  </a:lnTo>
                  <a:lnTo>
                    <a:pt x="2532" y="5099"/>
                  </a:lnTo>
                  <a:lnTo>
                    <a:pt x="2495" y="5136"/>
                  </a:lnTo>
                  <a:lnTo>
                    <a:pt x="2532" y="5209"/>
                  </a:lnTo>
                  <a:lnTo>
                    <a:pt x="2165" y="5062"/>
                  </a:lnTo>
                  <a:lnTo>
                    <a:pt x="2459" y="4732"/>
                  </a:lnTo>
                  <a:lnTo>
                    <a:pt x="2752" y="4402"/>
                  </a:lnTo>
                  <a:lnTo>
                    <a:pt x="3082" y="4145"/>
                  </a:lnTo>
                  <a:lnTo>
                    <a:pt x="3449" y="3889"/>
                  </a:lnTo>
                  <a:lnTo>
                    <a:pt x="3816" y="3668"/>
                  </a:lnTo>
                  <a:lnTo>
                    <a:pt x="4219" y="3448"/>
                  </a:lnTo>
                  <a:lnTo>
                    <a:pt x="4623" y="3302"/>
                  </a:lnTo>
                  <a:lnTo>
                    <a:pt x="5026" y="3155"/>
                  </a:lnTo>
                  <a:lnTo>
                    <a:pt x="5467" y="3045"/>
                  </a:lnTo>
                  <a:lnTo>
                    <a:pt x="5907" y="2972"/>
                  </a:lnTo>
                  <a:lnTo>
                    <a:pt x="6310" y="2935"/>
                  </a:lnTo>
                  <a:close/>
                  <a:moveTo>
                    <a:pt x="5393" y="14343"/>
                  </a:moveTo>
                  <a:lnTo>
                    <a:pt x="5430" y="14379"/>
                  </a:lnTo>
                  <a:lnTo>
                    <a:pt x="5356" y="14379"/>
                  </a:lnTo>
                  <a:lnTo>
                    <a:pt x="5393" y="14343"/>
                  </a:lnTo>
                  <a:close/>
                  <a:moveTo>
                    <a:pt x="7704" y="13903"/>
                  </a:moveTo>
                  <a:lnTo>
                    <a:pt x="7961" y="14049"/>
                  </a:lnTo>
                  <a:lnTo>
                    <a:pt x="8291" y="14196"/>
                  </a:lnTo>
                  <a:lnTo>
                    <a:pt x="8584" y="14306"/>
                  </a:lnTo>
                  <a:lnTo>
                    <a:pt x="8181" y="14379"/>
                  </a:lnTo>
                  <a:lnTo>
                    <a:pt x="7741" y="14416"/>
                  </a:lnTo>
                  <a:lnTo>
                    <a:pt x="7704" y="14306"/>
                  </a:lnTo>
                  <a:lnTo>
                    <a:pt x="7631" y="14233"/>
                  </a:lnTo>
                  <a:lnTo>
                    <a:pt x="7264" y="14123"/>
                  </a:lnTo>
                  <a:lnTo>
                    <a:pt x="6970" y="13939"/>
                  </a:lnTo>
                  <a:lnTo>
                    <a:pt x="7521" y="13903"/>
                  </a:lnTo>
                  <a:close/>
                  <a:moveTo>
                    <a:pt x="6420" y="14013"/>
                  </a:moveTo>
                  <a:lnTo>
                    <a:pt x="6567" y="14123"/>
                  </a:lnTo>
                  <a:lnTo>
                    <a:pt x="6787" y="14306"/>
                  </a:lnTo>
                  <a:lnTo>
                    <a:pt x="7007" y="14453"/>
                  </a:lnTo>
                  <a:lnTo>
                    <a:pt x="6053" y="14416"/>
                  </a:lnTo>
                  <a:lnTo>
                    <a:pt x="6053" y="14343"/>
                  </a:lnTo>
                  <a:lnTo>
                    <a:pt x="6053" y="14269"/>
                  </a:lnTo>
                  <a:lnTo>
                    <a:pt x="5980" y="14196"/>
                  </a:lnTo>
                  <a:lnTo>
                    <a:pt x="5907" y="14159"/>
                  </a:lnTo>
                  <a:lnTo>
                    <a:pt x="5870" y="14159"/>
                  </a:lnTo>
                  <a:lnTo>
                    <a:pt x="5980" y="14123"/>
                  </a:lnTo>
                  <a:lnTo>
                    <a:pt x="6420" y="14013"/>
                  </a:lnTo>
                  <a:close/>
                  <a:moveTo>
                    <a:pt x="6824" y="2385"/>
                  </a:moveTo>
                  <a:lnTo>
                    <a:pt x="6750" y="2421"/>
                  </a:lnTo>
                  <a:lnTo>
                    <a:pt x="6677" y="2495"/>
                  </a:lnTo>
                  <a:lnTo>
                    <a:pt x="6127" y="2531"/>
                  </a:lnTo>
                  <a:lnTo>
                    <a:pt x="5540" y="2605"/>
                  </a:lnTo>
                  <a:lnTo>
                    <a:pt x="5026" y="2715"/>
                  </a:lnTo>
                  <a:lnTo>
                    <a:pt x="4476" y="2861"/>
                  </a:lnTo>
                  <a:lnTo>
                    <a:pt x="3926" y="3082"/>
                  </a:lnTo>
                  <a:lnTo>
                    <a:pt x="3376" y="3375"/>
                  </a:lnTo>
                  <a:lnTo>
                    <a:pt x="2899" y="3705"/>
                  </a:lnTo>
                  <a:lnTo>
                    <a:pt x="2459" y="4109"/>
                  </a:lnTo>
                  <a:lnTo>
                    <a:pt x="2018" y="4512"/>
                  </a:lnTo>
                  <a:lnTo>
                    <a:pt x="1652" y="4989"/>
                  </a:lnTo>
                  <a:lnTo>
                    <a:pt x="1321" y="5466"/>
                  </a:lnTo>
                  <a:lnTo>
                    <a:pt x="1065" y="6016"/>
                  </a:lnTo>
                  <a:lnTo>
                    <a:pt x="735" y="6713"/>
                  </a:lnTo>
                  <a:lnTo>
                    <a:pt x="478" y="7447"/>
                  </a:lnTo>
                  <a:lnTo>
                    <a:pt x="221" y="8180"/>
                  </a:lnTo>
                  <a:lnTo>
                    <a:pt x="74" y="8914"/>
                  </a:lnTo>
                  <a:lnTo>
                    <a:pt x="38" y="9244"/>
                  </a:lnTo>
                  <a:lnTo>
                    <a:pt x="1" y="9611"/>
                  </a:lnTo>
                  <a:lnTo>
                    <a:pt x="38" y="9941"/>
                  </a:lnTo>
                  <a:lnTo>
                    <a:pt x="74" y="10271"/>
                  </a:lnTo>
                  <a:lnTo>
                    <a:pt x="148" y="10601"/>
                  </a:lnTo>
                  <a:lnTo>
                    <a:pt x="258" y="10931"/>
                  </a:lnTo>
                  <a:lnTo>
                    <a:pt x="368" y="11262"/>
                  </a:lnTo>
                  <a:lnTo>
                    <a:pt x="514" y="11555"/>
                  </a:lnTo>
                  <a:lnTo>
                    <a:pt x="881" y="12142"/>
                  </a:lnTo>
                  <a:lnTo>
                    <a:pt x="1285" y="12692"/>
                  </a:lnTo>
                  <a:lnTo>
                    <a:pt x="1725" y="13206"/>
                  </a:lnTo>
                  <a:lnTo>
                    <a:pt x="2202" y="13719"/>
                  </a:lnTo>
                  <a:lnTo>
                    <a:pt x="2459" y="13976"/>
                  </a:lnTo>
                  <a:lnTo>
                    <a:pt x="2752" y="14233"/>
                  </a:lnTo>
                  <a:lnTo>
                    <a:pt x="2825" y="14343"/>
                  </a:lnTo>
                  <a:lnTo>
                    <a:pt x="2899" y="14416"/>
                  </a:lnTo>
                  <a:lnTo>
                    <a:pt x="3009" y="14453"/>
                  </a:lnTo>
                  <a:lnTo>
                    <a:pt x="3119" y="14453"/>
                  </a:lnTo>
                  <a:lnTo>
                    <a:pt x="3192" y="14526"/>
                  </a:lnTo>
                  <a:lnTo>
                    <a:pt x="3559" y="14636"/>
                  </a:lnTo>
                  <a:lnTo>
                    <a:pt x="3889" y="14746"/>
                  </a:lnTo>
                  <a:lnTo>
                    <a:pt x="4623" y="14820"/>
                  </a:lnTo>
                  <a:lnTo>
                    <a:pt x="6017" y="14966"/>
                  </a:lnTo>
                  <a:lnTo>
                    <a:pt x="6714" y="15003"/>
                  </a:lnTo>
                  <a:lnTo>
                    <a:pt x="7411" y="15003"/>
                  </a:lnTo>
                  <a:lnTo>
                    <a:pt x="8108" y="14930"/>
                  </a:lnTo>
                  <a:lnTo>
                    <a:pt x="8768" y="14783"/>
                  </a:lnTo>
                  <a:lnTo>
                    <a:pt x="9465" y="14600"/>
                  </a:lnTo>
                  <a:lnTo>
                    <a:pt x="9758" y="14453"/>
                  </a:lnTo>
                  <a:lnTo>
                    <a:pt x="10088" y="14306"/>
                  </a:lnTo>
                  <a:lnTo>
                    <a:pt x="10382" y="14159"/>
                  </a:lnTo>
                  <a:lnTo>
                    <a:pt x="10675" y="13976"/>
                  </a:lnTo>
                  <a:lnTo>
                    <a:pt x="11152" y="13536"/>
                  </a:lnTo>
                  <a:lnTo>
                    <a:pt x="11629" y="13059"/>
                  </a:lnTo>
                  <a:lnTo>
                    <a:pt x="12033" y="12509"/>
                  </a:lnTo>
                  <a:lnTo>
                    <a:pt x="12399" y="11958"/>
                  </a:lnTo>
                  <a:lnTo>
                    <a:pt x="12729" y="11372"/>
                  </a:lnTo>
                  <a:lnTo>
                    <a:pt x="12986" y="10748"/>
                  </a:lnTo>
                  <a:lnTo>
                    <a:pt x="13243" y="10161"/>
                  </a:lnTo>
                  <a:lnTo>
                    <a:pt x="13426" y="9464"/>
                  </a:lnTo>
                  <a:lnTo>
                    <a:pt x="13500" y="9097"/>
                  </a:lnTo>
                  <a:lnTo>
                    <a:pt x="13573" y="8730"/>
                  </a:lnTo>
                  <a:lnTo>
                    <a:pt x="13573" y="8400"/>
                  </a:lnTo>
                  <a:lnTo>
                    <a:pt x="13573" y="8034"/>
                  </a:lnTo>
                  <a:lnTo>
                    <a:pt x="13573" y="7667"/>
                  </a:lnTo>
                  <a:lnTo>
                    <a:pt x="13500" y="7300"/>
                  </a:lnTo>
                  <a:lnTo>
                    <a:pt x="13426" y="6970"/>
                  </a:lnTo>
                  <a:lnTo>
                    <a:pt x="13353" y="6640"/>
                  </a:lnTo>
                  <a:lnTo>
                    <a:pt x="13206" y="6346"/>
                  </a:lnTo>
                  <a:lnTo>
                    <a:pt x="13060" y="6053"/>
                  </a:lnTo>
                  <a:lnTo>
                    <a:pt x="12693" y="5466"/>
                  </a:lnTo>
                  <a:lnTo>
                    <a:pt x="12289" y="4916"/>
                  </a:lnTo>
                  <a:lnTo>
                    <a:pt x="11849" y="4475"/>
                  </a:lnTo>
                  <a:lnTo>
                    <a:pt x="11372" y="4035"/>
                  </a:lnTo>
                  <a:lnTo>
                    <a:pt x="10895" y="3668"/>
                  </a:lnTo>
                  <a:lnTo>
                    <a:pt x="10345" y="3338"/>
                  </a:lnTo>
                  <a:lnTo>
                    <a:pt x="9795" y="3045"/>
                  </a:lnTo>
                  <a:lnTo>
                    <a:pt x="9208" y="2788"/>
                  </a:lnTo>
                  <a:lnTo>
                    <a:pt x="8584" y="2605"/>
                  </a:lnTo>
                  <a:lnTo>
                    <a:pt x="7998" y="2458"/>
                  </a:lnTo>
                  <a:lnTo>
                    <a:pt x="7447" y="238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6" name="Google Shape;299;p5">
              <a:extLst>
                <a:ext uri="{FF2B5EF4-FFF2-40B4-BE49-F238E27FC236}">
                  <a16:creationId xmlns:a16="http://schemas.microsoft.com/office/drawing/2014/main" id="{049A4857-2C93-4ECC-9659-5F5F270E1B8D}"/>
                </a:ext>
              </a:extLst>
            </p:cNvPr>
            <p:cNvSpPr/>
            <p:nvPr/>
          </p:nvSpPr>
          <p:spPr>
            <a:xfrm>
              <a:off x="6902250" y="3951050"/>
              <a:ext cx="436525" cy="299875"/>
            </a:xfrm>
            <a:custGeom>
              <a:avLst/>
              <a:gdLst/>
              <a:ahLst/>
              <a:cxnLst/>
              <a:rect l="l" t="t" r="r" b="b"/>
              <a:pathLst>
                <a:path w="17461" h="11995" extrusionOk="0">
                  <a:moveTo>
                    <a:pt x="9758" y="2238"/>
                  </a:moveTo>
                  <a:lnTo>
                    <a:pt x="9721" y="2274"/>
                  </a:lnTo>
                  <a:lnTo>
                    <a:pt x="9648" y="2311"/>
                  </a:lnTo>
                  <a:lnTo>
                    <a:pt x="9611" y="2458"/>
                  </a:lnTo>
                  <a:lnTo>
                    <a:pt x="9648" y="2568"/>
                  </a:lnTo>
                  <a:lnTo>
                    <a:pt x="9721" y="2605"/>
                  </a:lnTo>
                  <a:lnTo>
                    <a:pt x="9758" y="2641"/>
                  </a:lnTo>
                  <a:lnTo>
                    <a:pt x="9941" y="2641"/>
                  </a:lnTo>
                  <a:lnTo>
                    <a:pt x="9978" y="2605"/>
                  </a:lnTo>
                  <a:lnTo>
                    <a:pt x="10051" y="2531"/>
                  </a:lnTo>
                  <a:lnTo>
                    <a:pt x="10051" y="2458"/>
                  </a:lnTo>
                  <a:lnTo>
                    <a:pt x="10051" y="2348"/>
                  </a:lnTo>
                  <a:lnTo>
                    <a:pt x="9978" y="2274"/>
                  </a:lnTo>
                  <a:lnTo>
                    <a:pt x="9941" y="2238"/>
                  </a:lnTo>
                  <a:close/>
                  <a:moveTo>
                    <a:pt x="9795" y="3191"/>
                  </a:moveTo>
                  <a:lnTo>
                    <a:pt x="9721" y="3265"/>
                  </a:lnTo>
                  <a:lnTo>
                    <a:pt x="9684" y="3301"/>
                  </a:lnTo>
                  <a:lnTo>
                    <a:pt x="9684" y="3375"/>
                  </a:lnTo>
                  <a:lnTo>
                    <a:pt x="9684" y="3485"/>
                  </a:lnTo>
                  <a:lnTo>
                    <a:pt x="9758" y="3522"/>
                  </a:lnTo>
                  <a:lnTo>
                    <a:pt x="9795" y="3558"/>
                  </a:lnTo>
                  <a:lnTo>
                    <a:pt x="9941" y="3558"/>
                  </a:lnTo>
                  <a:lnTo>
                    <a:pt x="9978" y="3522"/>
                  </a:lnTo>
                  <a:lnTo>
                    <a:pt x="10015" y="3485"/>
                  </a:lnTo>
                  <a:lnTo>
                    <a:pt x="10051" y="3375"/>
                  </a:lnTo>
                  <a:lnTo>
                    <a:pt x="10015" y="3301"/>
                  </a:lnTo>
                  <a:lnTo>
                    <a:pt x="9978" y="3228"/>
                  </a:lnTo>
                  <a:lnTo>
                    <a:pt x="9941" y="3191"/>
                  </a:lnTo>
                  <a:close/>
                  <a:moveTo>
                    <a:pt x="11519" y="3045"/>
                  </a:moveTo>
                  <a:lnTo>
                    <a:pt x="11409" y="3081"/>
                  </a:lnTo>
                  <a:lnTo>
                    <a:pt x="11335" y="3118"/>
                  </a:lnTo>
                  <a:lnTo>
                    <a:pt x="11298" y="3191"/>
                  </a:lnTo>
                  <a:lnTo>
                    <a:pt x="11262" y="3265"/>
                  </a:lnTo>
                  <a:lnTo>
                    <a:pt x="11262" y="3338"/>
                  </a:lnTo>
                  <a:lnTo>
                    <a:pt x="11262" y="3412"/>
                  </a:lnTo>
                  <a:lnTo>
                    <a:pt x="11298" y="3485"/>
                  </a:lnTo>
                  <a:lnTo>
                    <a:pt x="11372" y="3522"/>
                  </a:lnTo>
                  <a:lnTo>
                    <a:pt x="11445" y="3595"/>
                  </a:lnTo>
                  <a:lnTo>
                    <a:pt x="11592" y="3595"/>
                  </a:lnTo>
                  <a:lnTo>
                    <a:pt x="11665" y="3522"/>
                  </a:lnTo>
                  <a:lnTo>
                    <a:pt x="11702" y="3485"/>
                  </a:lnTo>
                  <a:lnTo>
                    <a:pt x="11739" y="3412"/>
                  </a:lnTo>
                  <a:lnTo>
                    <a:pt x="11702" y="3265"/>
                  </a:lnTo>
                  <a:lnTo>
                    <a:pt x="11702" y="3155"/>
                  </a:lnTo>
                  <a:lnTo>
                    <a:pt x="11629" y="3081"/>
                  </a:lnTo>
                  <a:lnTo>
                    <a:pt x="11519" y="3045"/>
                  </a:lnTo>
                  <a:close/>
                  <a:moveTo>
                    <a:pt x="15554" y="1541"/>
                  </a:moveTo>
                  <a:lnTo>
                    <a:pt x="15407" y="1871"/>
                  </a:lnTo>
                  <a:lnTo>
                    <a:pt x="15187" y="2164"/>
                  </a:lnTo>
                  <a:lnTo>
                    <a:pt x="14967" y="2458"/>
                  </a:lnTo>
                  <a:lnTo>
                    <a:pt x="14710" y="2715"/>
                  </a:lnTo>
                  <a:lnTo>
                    <a:pt x="14416" y="2935"/>
                  </a:lnTo>
                  <a:lnTo>
                    <a:pt x="14123" y="3155"/>
                  </a:lnTo>
                  <a:lnTo>
                    <a:pt x="13536" y="3595"/>
                  </a:lnTo>
                  <a:lnTo>
                    <a:pt x="13279" y="3265"/>
                  </a:lnTo>
                  <a:lnTo>
                    <a:pt x="12986" y="2971"/>
                  </a:lnTo>
                  <a:lnTo>
                    <a:pt x="13096" y="2935"/>
                  </a:lnTo>
                  <a:lnTo>
                    <a:pt x="13683" y="2531"/>
                  </a:lnTo>
                  <a:lnTo>
                    <a:pt x="14306" y="2164"/>
                  </a:lnTo>
                  <a:lnTo>
                    <a:pt x="14930" y="1834"/>
                  </a:lnTo>
                  <a:lnTo>
                    <a:pt x="15554" y="1541"/>
                  </a:lnTo>
                  <a:close/>
                  <a:moveTo>
                    <a:pt x="8914" y="3228"/>
                  </a:moveTo>
                  <a:lnTo>
                    <a:pt x="8841" y="3301"/>
                  </a:lnTo>
                  <a:lnTo>
                    <a:pt x="8804" y="3375"/>
                  </a:lnTo>
                  <a:lnTo>
                    <a:pt x="8804" y="3485"/>
                  </a:lnTo>
                  <a:lnTo>
                    <a:pt x="8804" y="3558"/>
                  </a:lnTo>
                  <a:lnTo>
                    <a:pt x="8877" y="3632"/>
                  </a:lnTo>
                  <a:lnTo>
                    <a:pt x="8951" y="3668"/>
                  </a:lnTo>
                  <a:lnTo>
                    <a:pt x="9098" y="3668"/>
                  </a:lnTo>
                  <a:lnTo>
                    <a:pt x="9134" y="3632"/>
                  </a:lnTo>
                  <a:lnTo>
                    <a:pt x="9208" y="3558"/>
                  </a:lnTo>
                  <a:lnTo>
                    <a:pt x="9208" y="3485"/>
                  </a:lnTo>
                  <a:lnTo>
                    <a:pt x="9208" y="3375"/>
                  </a:lnTo>
                  <a:lnTo>
                    <a:pt x="9171" y="3338"/>
                  </a:lnTo>
                  <a:lnTo>
                    <a:pt x="9134" y="3265"/>
                  </a:lnTo>
                  <a:lnTo>
                    <a:pt x="9061" y="3228"/>
                  </a:lnTo>
                  <a:close/>
                  <a:moveTo>
                    <a:pt x="16324" y="1101"/>
                  </a:moveTo>
                  <a:lnTo>
                    <a:pt x="16140" y="1541"/>
                  </a:lnTo>
                  <a:lnTo>
                    <a:pt x="15884" y="1944"/>
                  </a:lnTo>
                  <a:lnTo>
                    <a:pt x="15590" y="2348"/>
                  </a:lnTo>
                  <a:lnTo>
                    <a:pt x="15297" y="2751"/>
                  </a:lnTo>
                  <a:lnTo>
                    <a:pt x="14967" y="3081"/>
                  </a:lnTo>
                  <a:lnTo>
                    <a:pt x="14600" y="3412"/>
                  </a:lnTo>
                  <a:lnTo>
                    <a:pt x="13829" y="4072"/>
                  </a:lnTo>
                  <a:lnTo>
                    <a:pt x="13756" y="3925"/>
                  </a:lnTo>
                  <a:lnTo>
                    <a:pt x="13976" y="3778"/>
                  </a:lnTo>
                  <a:lnTo>
                    <a:pt x="14343" y="3558"/>
                  </a:lnTo>
                  <a:lnTo>
                    <a:pt x="14673" y="3301"/>
                  </a:lnTo>
                  <a:lnTo>
                    <a:pt x="15003" y="3008"/>
                  </a:lnTo>
                  <a:lnTo>
                    <a:pt x="15297" y="2715"/>
                  </a:lnTo>
                  <a:lnTo>
                    <a:pt x="15554" y="2384"/>
                  </a:lnTo>
                  <a:lnTo>
                    <a:pt x="15774" y="2018"/>
                  </a:lnTo>
                  <a:lnTo>
                    <a:pt x="15957" y="1651"/>
                  </a:lnTo>
                  <a:lnTo>
                    <a:pt x="16104" y="1211"/>
                  </a:lnTo>
                  <a:lnTo>
                    <a:pt x="16104" y="1137"/>
                  </a:lnTo>
                  <a:lnTo>
                    <a:pt x="16324" y="1101"/>
                  </a:lnTo>
                  <a:close/>
                  <a:moveTo>
                    <a:pt x="10528" y="3962"/>
                  </a:moveTo>
                  <a:lnTo>
                    <a:pt x="10455" y="3998"/>
                  </a:lnTo>
                  <a:lnTo>
                    <a:pt x="10381" y="4072"/>
                  </a:lnTo>
                  <a:lnTo>
                    <a:pt x="10381" y="4108"/>
                  </a:lnTo>
                  <a:lnTo>
                    <a:pt x="10345" y="4219"/>
                  </a:lnTo>
                  <a:lnTo>
                    <a:pt x="10381" y="4329"/>
                  </a:lnTo>
                  <a:lnTo>
                    <a:pt x="10455" y="4402"/>
                  </a:lnTo>
                  <a:lnTo>
                    <a:pt x="10491" y="4439"/>
                  </a:lnTo>
                  <a:lnTo>
                    <a:pt x="10638" y="4439"/>
                  </a:lnTo>
                  <a:lnTo>
                    <a:pt x="10748" y="4365"/>
                  </a:lnTo>
                  <a:lnTo>
                    <a:pt x="10785" y="4292"/>
                  </a:lnTo>
                  <a:lnTo>
                    <a:pt x="10822" y="4219"/>
                  </a:lnTo>
                  <a:lnTo>
                    <a:pt x="10785" y="4108"/>
                  </a:lnTo>
                  <a:lnTo>
                    <a:pt x="10748" y="4072"/>
                  </a:lnTo>
                  <a:lnTo>
                    <a:pt x="10712" y="3998"/>
                  </a:lnTo>
                  <a:lnTo>
                    <a:pt x="10675" y="3962"/>
                  </a:lnTo>
                  <a:close/>
                  <a:moveTo>
                    <a:pt x="16434" y="477"/>
                  </a:moveTo>
                  <a:lnTo>
                    <a:pt x="16617" y="514"/>
                  </a:lnTo>
                  <a:lnTo>
                    <a:pt x="16764" y="587"/>
                  </a:lnTo>
                  <a:lnTo>
                    <a:pt x="16837" y="734"/>
                  </a:lnTo>
                  <a:lnTo>
                    <a:pt x="16911" y="880"/>
                  </a:lnTo>
                  <a:lnTo>
                    <a:pt x="16947" y="1064"/>
                  </a:lnTo>
                  <a:lnTo>
                    <a:pt x="16947" y="1247"/>
                  </a:lnTo>
                  <a:lnTo>
                    <a:pt x="16911" y="1541"/>
                  </a:lnTo>
                  <a:lnTo>
                    <a:pt x="16764" y="1871"/>
                  </a:lnTo>
                  <a:lnTo>
                    <a:pt x="16544" y="2128"/>
                  </a:lnTo>
                  <a:lnTo>
                    <a:pt x="16104" y="2641"/>
                  </a:lnTo>
                  <a:lnTo>
                    <a:pt x="15077" y="3668"/>
                  </a:lnTo>
                  <a:lnTo>
                    <a:pt x="14086" y="4549"/>
                  </a:lnTo>
                  <a:lnTo>
                    <a:pt x="14013" y="4402"/>
                  </a:lnTo>
                  <a:lnTo>
                    <a:pt x="14123" y="4329"/>
                  </a:lnTo>
                  <a:lnTo>
                    <a:pt x="14967" y="3632"/>
                  </a:lnTo>
                  <a:lnTo>
                    <a:pt x="15370" y="3228"/>
                  </a:lnTo>
                  <a:lnTo>
                    <a:pt x="15737" y="2825"/>
                  </a:lnTo>
                  <a:lnTo>
                    <a:pt x="16067" y="2384"/>
                  </a:lnTo>
                  <a:lnTo>
                    <a:pt x="16361" y="1908"/>
                  </a:lnTo>
                  <a:lnTo>
                    <a:pt x="16617" y="1431"/>
                  </a:lnTo>
                  <a:lnTo>
                    <a:pt x="16764" y="880"/>
                  </a:lnTo>
                  <a:lnTo>
                    <a:pt x="16764" y="770"/>
                  </a:lnTo>
                  <a:lnTo>
                    <a:pt x="16727" y="697"/>
                  </a:lnTo>
                  <a:lnTo>
                    <a:pt x="16654" y="660"/>
                  </a:lnTo>
                  <a:lnTo>
                    <a:pt x="16544" y="660"/>
                  </a:lnTo>
                  <a:lnTo>
                    <a:pt x="15920" y="770"/>
                  </a:lnTo>
                  <a:lnTo>
                    <a:pt x="15333" y="954"/>
                  </a:lnTo>
                  <a:lnTo>
                    <a:pt x="15333" y="954"/>
                  </a:lnTo>
                  <a:lnTo>
                    <a:pt x="15590" y="807"/>
                  </a:lnTo>
                  <a:lnTo>
                    <a:pt x="15884" y="660"/>
                  </a:lnTo>
                  <a:lnTo>
                    <a:pt x="16177" y="550"/>
                  </a:lnTo>
                  <a:lnTo>
                    <a:pt x="16434" y="477"/>
                  </a:lnTo>
                  <a:close/>
                  <a:moveTo>
                    <a:pt x="9354" y="4182"/>
                  </a:moveTo>
                  <a:lnTo>
                    <a:pt x="9208" y="4255"/>
                  </a:lnTo>
                  <a:lnTo>
                    <a:pt x="9134" y="4365"/>
                  </a:lnTo>
                  <a:lnTo>
                    <a:pt x="9134" y="4439"/>
                  </a:lnTo>
                  <a:lnTo>
                    <a:pt x="9171" y="4512"/>
                  </a:lnTo>
                  <a:lnTo>
                    <a:pt x="9208" y="4585"/>
                  </a:lnTo>
                  <a:lnTo>
                    <a:pt x="9281" y="4622"/>
                  </a:lnTo>
                  <a:lnTo>
                    <a:pt x="9428" y="4622"/>
                  </a:lnTo>
                  <a:lnTo>
                    <a:pt x="9538" y="4585"/>
                  </a:lnTo>
                  <a:lnTo>
                    <a:pt x="9611" y="4475"/>
                  </a:lnTo>
                  <a:lnTo>
                    <a:pt x="9648" y="4402"/>
                  </a:lnTo>
                  <a:lnTo>
                    <a:pt x="9648" y="4292"/>
                  </a:lnTo>
                  <a:lnTo>
                    <a:pt x="9611" y="4255"/>
                  </a:lnTo>
                  <a:lnTo>
                    <a:pt x="9538" y="4182"/>
                  </a:lnTo>
                  <a:close/>
                  <a:moveTo>
                    <a:pt x="13243" y="6566"/>
                  </a:moveTo>
                  <a:lnTo>
                    <a:pt x="13169" y="6639"/>
                  </a:lnTo>
                  <a:lnTo>
                    <a:pt x="13133" y="6713"/>
                  </a:lnTo>
                  <a:lnTo>
                    <a:pt x="13133" y="6860"/>
                  </a:lnTo>
                  <a:lnTo>
                    <a:pt x="13133" y="6933"/>
                  </a:lnTo>
                  <a:lnTo>
                    <a:pt x="13206" y="6970"/>
                  </a:lnTo>
                  <a:lnTo>
                    <a:pt x="13316" y="7006"/>
                  </a:lnTo>
                  <a:lnTo>
                    <a:pt x="13463" y="6970"/>
                  </a:lnTo>
                  <a:lnTo>
                    <a:pt x="13536" y="6933"/>
                  </a:lnTo>
                  <a:lnTo>
                    <a:pt x="13536" y="6860"/>
                  </a:lnTo>
                  <a:lnTo>
                    <a:pt x="13573" y="6750"/>
                  </a:lnTo>
                  <a:lnTo>
                    <a:pt x="13536" y="6676"/>
                  </a:lnTo>
                  <a:lnTo>
                    <a:pt x="13463" y="6603"/>
                  </a:lnTo>
                  <a:lnTo>
                    <a:pt x="13316" y="6566"/>
                  </a:lnTo>
                  <a:close/>
                  <a:moveTo>
                    <a:pt x="12216" y="7300"/>
                  </a:moveTo>
                  <a:lnTo>
                    <a:pt x="12105" y="7336"/>
                  </a:lnTo>
                  <a:lnTo>
                    <a:pt x="12032" y="7410"/>
                  </a:lnTo>
                  <a:lnTo>
                    <a:pt x="11995" y="7520"/>
                  </a:lnTo>
                  <a:lnTo>
                    <a:pt x="11995" y="7630"/>
                  </a:lnTo>
                  <a:lnTo>
                    <a:pt x="12032" y="7703"/>
                  </a:lnTo>
                  <a:lnTo>
                    <a:pt x="12105" y="7777"/>
                  </a:lnTo>
                  <a:lnTo>
                    <a:pt x="12216" y="7777"/>
                  </a:lnTo>
                  <a:lnTo>
                    <a:pt x="12289" y="7740"/>
                  </a:lnTo>
                  <a:lnTo>
                    <a:pt x="12362" y="7703"/>
                  </a:lnTo>
                  <a:lnTo>
                    <a:pt x="12436" y="7630"/>
                  </a:lnTo>
                  <a:lnTo>
                    <a:pt x="12436" y="7520"/>
                  </a:lnTo>
                  <a:lnTo>
                    <a:pt x="12436" y="7410"/>
                  </a:lnTo>
                  <a:lnTo>
                    <a:pt x="12326" y="7336"/>
                  </a:lnTo>
                  <a:lnTo>
                    <a:pt x="12216" y="7300"/>
                  </a:lnTo>
                  <a:close/>
                  <a:moveTo>
                    <a:pt x="12729" y="8033"/>
                  </a:moveTo>
                  <a:lnTo>
                    <a:pt x="12656" y="8107"/>
                  </a:lnTo>
                  <a:lnTo>
                    <a:pt x="12656" y="8143"/>
                  </a:lnTo>
                  <a:lnTo>
                    <a:pt x="12619" y="8253"/>
                  </a:lnTo>
                  <a:lnTo>
                    <a:pt x="12619" y="8400"/>
                  </a:lnTo>
                  <a:lnTo>
                    <a:pt x="12656" y="8437"/>
                  </a:lnTo>
                  <a:lnTo>
                    <a:pt x="12692" y="8474"/>
                  </a:lnTo>
                  <a:lnTo>
                    <a:pt x="12729" y="8474"/>
                  </a:lnTo>
                  <a:lnTo>
                    <a:pt x="12802" y="8510"/>
                  </a:lnTo>
                  <a:lnTo>
                    <a:pt x="12912" y="8474"/>
                  </a:lnTo>
                  <a:lnTo>
                    <a:pt x="12986" y="8437"/>
                  </a:lnTo>
                  <a:lnTo>
                    <a:pt x="13022" y="8400"/>
                  </a:lnTo>
                  <a:lnTo>
                    <a:pt x="13022" y="8253"/>
                  </a:lnTo>
                  <a:lnTo>
                    <a:pt x="13022" y="8180"/>
                  </a:lnTo>
                  <a:lnTo>
                    <a:pt x="12949" y="8107"/>
                  </a:lnTo>
                  <a:lnTo>
                    <a:pt x="12912" y="8033"/>
                  </a:lnTo>
                  <a:close/>
                  <a:moveTo>
                    <a:pt x="10051" y="2128"/>
                  </a:moveTo>
                  <a:lnTo>
                    <a:pt x="10455" y="2164"/>
                  </a:lnTo>
                  <a:lnTo>
                    <a:pt x="10858" y="2238"/>
                  </a:lnTo>
                  <a:lnTo>
                    <a:pt x="11262" y="2348"/>
                  </a:lnTo>
                  <a:lnTo>
                    <a:pt x="11225" y="2458"/>
                  </a:lnTo>
                  <a:lnTo>
                    <a:pt x="11262" y="2568"/>
                  </a:lnTo>
                  <a:lnTo>
                    <a:pt x="11335" y="2641"/>
                  </a:lnTo>
                  <a:lnTo>
                    <a:pt x="11445" y="2715"/>
                  </a:lnTo>
                  <a:lnTo>
                    <a:pt x="11629" y="2715"/>
                  </a:lnTo>
                  <a:lnTo>
                    <a:pt x="11775" y="2788"/>
                  </a:lnTo>
                  <a:lnTo>
                    <a:pt x="12105" y="2935"/>
                  </a:lnTo>
                  <a:lnTo>
                    <a:pt x="12179" y="2971"/>
                  </a:lnTo>
                  <a:lnTo>
                    <a:pt x="12252" y="3008"/>
                  </a:lnTo>
                  <a:lnTo>
                    <a:pt x="12472" y="3191"/>
                  </a:lnTo>
                  <a:lnTo>
                    <a:pt x="12692" y="3412"/>
                  </a:lnTo>
                  <a:lnTo>
                    <a:pt x="13096" y="3852"/>
                  </a:lnTo>
                  <a:lnTo>
                    <a:pt x="11482" y="4842"/>
                  </a:lnTo>
                  <a:lnTo>
                    <a:pt x="9868" y="5796"/>
                  </a:lnTo>
                  <a:lnTo>
                    <a:pt x="6090" y="8070"/>
                  </a:lnTo>
                  <a:lnTo>
                    <a:pt x="5209" y="8620"/>
                  </a:lnTo>
                  <a:lnTo>
                    <a:pt x="5356" y="8327"/>
                  </a:lnTo>
                  <a:lnTo>
                    <a:pt x="5649" y="7960"/>
                  </a:lnTo>
                  <a:lnTo>
                    <a:pt x="5943" y="7557"/>
                  </a:lnTo>
                  <a:lnTo>
                    <a:pt x="5906" y="7483"/>
                  </a:lnTo>
                  <a:lnTo>
                    <a:pt x="5870" y="7483"/>
                  </a:lnTo>
                  <a:lnTo>
                    <a:pt x="5686" y="7593"/>
                  </a:lnTo>
                  <a:lnTo>
                    <a:pt x="5539" y="7740"/>
                  </a:lnTo>
                  <a:lnTo>
                    <a:pt x="5209" y="8070"/>
                  </a:lnTo>
                  <a:lnTo>
                    <a:pt x="4989" y="8437"/>
                  </a:lnTo>
                  <a:lnTo>
                    <a:pt x="4769" y="8840"/>
                  </a:lnTo>
                  <a:lnTo>
                    <a:pt x="4732" y="8877"/>
                  </a:lnTo>
                  <a:lnTo>
                    <a:pt x="4622" y="8584"/>
                  </a:lnTo>
                  <a:lnTo>
                    <a:pt x="4916" y="8107"/>
                  </a:lnTo>
                  <a:lnTo>
                    <a:pt x="5283" y="7630"/>
                  </a:lnTo>
                  <a:lnTo>
                    <a:pt x="5649" y="7190"/>
                  </a:lnTo>
                  <a:lnTo>
                    <a:pt x="6016" y="6786"/>
                  </a:lnTo>
                  <a:lnTo>
                    <a:pt x="6016" y="6750"/>
                  </a:lnTo>
                  <a:lnTo>
                    <a:pt x="6016" y="6713"/>
                  </a:lnTo>
                  <a:lnTo>
                    <a:pt x="5943" y="6713"/>
                  </a:lnTo>
                  <a:lnTo>
                    <a:pt x="5539" y="7043"/>
                  </a:lnTo>
                  <a:lnTo>
                    <a:pt x="5173" y="7410"/>
                  </a:lnTo>
                  <a:lnTo>
                    <a:pt x="4842" y="7777"/>
                  </a:lnTo>
                  <a:lnTo>
                    <a:pt x="4512" y="8180"/>
                  </a:lnTo>
                  <a:lnTo>
                    <a:pt x="4476" y="7923"/>
                  </a:lnTo>
                  <a:lnTo>
                    <a:pt x="4439" y="7667"/>
                  </a:lnTo>
                  <a:lnTo>
                    <a:pt x="4659" y="7336"/>
                  </a:lnTo>
                  <a:lnTo>
                    <a:pt x="4879" y="7080"/>
                  </a:lnTo>
                  <a:lnTo>
                    <a:pt x="5686" y="6016"/>
                  </a:lnTo>
                  <a:lnTo>
                    <a:pt x="5723" y="5943"/>
                  </a:lnTo>
                  <a:lnTo>
                    <a:pt x="5686" y="5906"/>
                  </a:lnTo>
                  <a:lnTo>
                    <a:pt x="5576" y="5906"/>
                  </a:lnTo>
                  <a:lnTo>
                    <a:pt x="5283" y="6199"/>
                  </a:lnTo>
                  <a:lnTo>
                    <a:pt x="4953" y="6529"/>
                  </a:lnTo>
                  <a:lnTo>
                    <a:pt x="4402" y="7153"/>
                  </a:lnTo>
                  <a:lnTo>
                    <a:pt x="4402" y="6529"/>
                  </a:lnTo>
                  <a:lnTo>
                    <a:pt x="4622" y="6199"/>
                  </a:lnTo>
                  <a:lnTo>
                    <a:pt x="4953" y="5759"/>
                  </a:lnTo>
                  <a:lnTo>
                    <a:pt x="5136" y="5502"/>
                  </a:lnTo>
                  <a:lnTo>
                    <a:pt x="5246" y="5392"/>
                  </a:lnTo>
                  <a:lnTo>
                    <a:pt x="5393" y="5319"/>
                  </a:lnTo>
                  <a:lnTo>
                    <a:pt x="5429" y="5319"/>
                  </a:lnTo>
                  <a:lnTo>
                    <a:pt x="5429" y="5282"/>
                  </a:lnTo>
                  <a:lnTo>
                    <a:pt x="5393" y="5246"/>
                  </a:lnTo>
                  <a:lnTo>
                    <a:pt x="5393" y="5209"/>
                  </a:lnTo>
                  <a:lnTo>
                    <a:pt x="5173" y="5209"/>
                  </a:lnTo>
                  <a:lnTo>
                    <a:pt x="5063" y="5282"/>
                  </a:lnTo>
                  <a:lnTo>
                    <a:pt x="4953" y="5356"/>
                  </a:lnTo>
                  <a:lnTo>
                    <a:pt x="4769" y="5539"/>
                  </a:lnTo>
                  <a:lnTo>
                    <a:pt x="4622" y="5722"/>
                  </a:lnTo>
                  <a:lnTo>
                    <a:pt x="4476" y="5869"/>
                  </a:lnTo>
                  <a:lnTo>
                    <a:pt x="4586" y="5466"/>
                  </a:lnTo>
                  <a:lnTo>
                    <a:pt x="4732" y="5062"/>
                  </a:lnTo>
                  <a:lnTo>
                    <a:pt x="4879" y="4842"/>
                  </a:lnTo>
                  <a:lnTo>
                    <a:pt x="5026" y="4622"/>
                  </a:lnTo>
                  <a:lnTo>
                    <a:pt x="5209" y="4402"/>
                  </a:lnTo>
                  <a:lnTo>
                    <a:pt x="5393" y="4219"/>
                  </a:lnTo>
                  <a:lnTo>
                    <a:pt x="5796" y="3852"/>
                  </a:lnTo>
                  <a:lnTo>
                    <a:pt x="6236" y="3522"/>
                  </a:lnTo>
                  <a:lnTo>
                    <a:pt x="6677" y="3228"/>
                  </a:lnTo>
                  <a:lnTo>
                    <a:pt x="7117" y="2935"/>
                  </a:lnTo>
                  <a:lnTo>
                    <a:pt x="7594" y="2715"/>
                  </a:lnTo>
                  <a:lnTo>
                    <a:pt x="8070" y="2494"/>
                  </a:lnTo>
                  <a:lnTo>
                    <a:pt x="8474" y="2348"/>
                  </a:lnTo>
                  <a:lnTo>
                    <a:pt x="8841" y="2238"/>
                  </a:lnTo>
                  <a:lnTo>
                    <a:pt x="9244" y="2164"/>
                  </a:lnTo>
                  <a:lnTo>
                    <a:pt x="9648" y="2128"/>
                  </a:lnTo>
                  <a:close/>
                  <a:moveTo>
                    <a:pt x="13316" y="4219"/>
                  </a:moveTo>
                  <a:lnTo>
                    <a:pt x="13426" y="4365"/>
                  </a:lnTo>
                  <a:lnTo>
                    <a:pt x="12582" y="5026"/>
                  </a:lnTo>
                  <a:lnTo>
                    <a:pt x="11702" y="5649"/>
                  </a:lnTo>
                  <a:lnTo>
                    <a:pt x="10785" y="6273"/>
                  </a:lnTo>
                  <a:lnTo>
                    <a:pt x="9868" y="6860"/>
                  </a:lnTo>
                  <a:lnTo>
                    <a:pt x="8877" y="7446"/>
                  </a:lnTo>
                  <a:lnTo>
                    <a:pt x="7887" y="8033"/>
                  </a:lnTo>
                  <a:lnTo>
                    <a:pt x="6860" y="8584"/>
                  </a:lnTo>
                  <a:lnTo>
                    <a:pt x="5796" y="9097"/>
                  </a:lnTo>
                  <a:lnTo>
                    <a:pt x="4989" y="9464"/>
                  </a:lnTo>
                  <a:lnTo>
                    <a:pt x="4916" y="9317"/>
                  </a:lnTo>
                  <a:lnTo>
                    <a:pt x="4953" y="9207"/>
                  </a:lnTo>
                  <a:lnTo>
                    <a:pt x="6053" y="8584"/>
                  </a:lnTo>
                  <a:lnTo>
                    <a:pt x="10198" y="6089"/>
                  </a:lnTo>
                  <a:lnTo>
                    <a:pt x="11775" y="5136"/>
                  </a:lnTo>
                  <a:lnTo>
                    <a:pt x="13316" y="4219"/>
                  </a:lnTo>
                  <a:close/>
                  <a:moveTo>
                    <a:pt x="3962" y="7960"/>
                  </a:moveTo>
                  <a:lnTo>
                    <a:pt x="3999" y="8070"/>
                  </a:lnTo>
                  <a:lnTo>
                    <a:pt x="3999" y="8107"/>
                  </a:lnTo>
                  <a:lnTo>
                    <a:pt x="4146" y="8694"/>
                  </a:lnTo>
                  <a:lnTo>
                    <a:pt x="3962" y="9024"/>
                  </a:lnTo>
                  <a:lnTo>
                    <a:pt x="3925" y="9097"/>
                  </a:lnTo>
                  <a:lnTo>
                    <a:pt x="3925" y="9134"/>
                  </a:lnTo>
                  <a:lnTo>
                    <a:pt x="3999" y="9244"/>
                  </a:lnTo>
                  <a:lnTo>
                    <a:pt x="3339" y="9501"/>
                  </a:lnTo>
                  <a:lnTo>
                    <a:pt x="3008" y="9611"/>
                  </a:lnTo>
                  <a:lnTo>
                    <a:pt x="2642" y="9684"/>
                  </a:lnTo>
                  <a:lnTo>
                    <a:pt x="2898" y="9171"/>
                  </a:lnTo>
                  <a:lnTo>
                    <a:pt x="3229" y="8694"/>
                  </a:lnTo>
                  <a:lnTo>
                    <a:pt x="3559" y="8327"/>
                  </a:lnTo>
                  <a:lnTo>
                    <a:pt x="3962" y="7960"/>
                  </a:lnTo>
                  <a:close/>
                  <a:moveTo>
                    <a:pt x="13609" y="4732"/>
                  </a:moveTo>
                  <a:lnTo>
                    <a:pt x="13683" y="4915"/>
                  </a:lnTo>
                  <a:lnTo>
                    <a:pt x="12986" y="5502"/>
                  </a:lnTo>
                  <a:lnTo>
                    <a:pt x="12105" y="6199"/>
                  </a:lnTo>
                  <a:lnTo>
                    <a:pt x="11225" y="6823"/>
                  </a:lnTo>
                  <a:lnTo>
                    <a:pt x="10308" y="7446"/>
                  </a:lnTo>
                  <a:lnTo>
                    <a:pt x="9354" y="8033"/>
                  </a:lnTo>
                  <a:lnTo>
                    <a:pt x="8401" y="8584"/>
                  </a:lnTo>
                  <a:lnTo>
                    <a:pt x="7447" y="9097"/>
                  </a:lnTo>
                  <a:lnTo>
                    <a:pt x="6456" y="9574"/>
                  </a:lnTo>
                  <a:lnTo>
                    <a:pt x="5429" y="10014"/>
                  </a:lnTo>
                  <a:lnTo>
                    <a:pt x="5246" y="9794"/>
                  </a:lnTo>
                  <a:lnTo>
                    <a:pt x="5466" y="9684"/>
                  </a:lnTo>
                  <a:lnTo>
                    <a:pt x="6603" y="9134"/>
                  </a:lnTo>
                  <a:lnTo>
                    <a:pt x="7740" y="8547"/>
                  </a:lnTo>
                  <a:lnTo>
                    <a:pt x="8877" y="7923"/>
                  </a:lnTo>
                  <a:lnTo>
                    <a:pt x="9978" y="7263"/>
                  </a:lnTo>
                  <a:lnTo>
                    <a:pt x="10895" y="6676"/>
                  </a:lnTo>
                  <a:lnTo>
                    <a:pt x="11812" y="6053"/>
                  </a:lnTo>
                  <a:lnTo>
                    <a:pt x="12729" y="5392"/>
                  </a:lnTo>
                  <a:lnTo>
                    <a:pt x="13609" y="4732"/>
                  </a:lnTo>
                  <a:close/>
                  <a:moveTo>
                    <a:pt x="11995" y="9721"/>
                  </a:moveTo>
                  <a:lnTo>
                    <a:pt x="12472" y="9831"/>
                  </a:lnTo>
                  <a:lnTo>
                    <a:pt x="12436" y="9867"/>
                  </a:lnTo>
                  <a:lnTo>
                    <a:pt x="12032" y="10271"/>
                  </a:lnTo>
                  <a:lnTo>
                    <a:pt x="12032" y="10198"/>
                  </a:lnTo>
                  <a:lnTo>
                    <a:pt x="11995" y="9721"/>
                  </a:lnTo>
                  <a:close/>
                  <a:moveTo>
                    <a:pt x="2715" y="8804"/>
                  </a:moveTo>
                  <a:lnTo>
                    <a:pt x="2422" y="9317"/>
                  </a:lnTo>
                  <a:lnTo>
                    <a:pt x="2165" y="9867"/>
                  </a:lnTo>
                  <a:lnTo>
                    <a:pt x="2165" y="9941"/>
                  </a:lnTo>
                  <a:lnTo>
                    <a:pt x="2201" y="10051"/>
                  </a:lnTo>
                  <a:lnTo>
                    <a:pt x="2275" y="10088"/>
                  </a:lnTo>
                  <a:lnTo>
                    <a:pt x="2348" y="10124"/>
                  </a:lnTo>
                  <a:lnTo>
                    <a:pt x="2898" y="10014"/>
                  </a:lnTo>
                  <a:lnTo>
                    <a:pt x="3449" y="9867"/>
                  </a:lnTo>
                  <a:lnTo>
                    <a:pt x="3925" y="9684"/>
                  </a:lnTo>
                  <a:lnTo>
                    <a:pt x="4439" y="9464"/>
                  </a:lnTo>
                  <a:lnTo>
                    <a:pt x="4549" y="9684"/>
                  </a:lnTo>
                  <a:lnTo>
                    <a:pt x="3559" y="10124"/>
                  </a:lnTo>
                  <a:lnTo>
                    <a:pt x="3082" y="10308"/>
                  </a:lnTo>
                  <a:lnTo>
                    <a:pt x="2568" y="10528"/>
                  </a:lnTo>
                  <a:lnTo>
                    <a:pt x="2275" y="10638"/>
                  </a:lnTo>
                  <a:lnTo>
                    <a:pt x="2018" y="10674"/>
                  </a:lnTo>
                  <a:lnTo>
                    <a:pt x="1761" y="10711"/>
                  </a:lnTo>
                  <a:lnTo>
                    <a:pt x="1468" y="10711"/>
                  </a:lnTo>
                  <a:lnTo>
                    <a:pt x="2091" y="9794"/>
                  </a:lnTo>
                  <a:lnTo>
                    <a:pt x="2348" y="9317"/>
                  </a:lnTo>
                  <a:lnTo>
                    <a:pt x="2642" y="8877"/>
                  </a:lnTo>
                  <a:lnTo>
                    <a:pt x="2715" y="8804"/>
                  </a:lnTo>
                  <a:close/>
                  <a:moveTo>
                    <a:pt x="13829" y="5429"/>
                  </a:moveTo>
                  <a:lnTo>
                    <a:pt x="13940" y="5943"/>
                  </a:lnTo>
                  <a:lnTo>
                    <a:pt x="13940" y="6456"/>
                  </a:lnTo>
                  <a:lnTo>
                    <a:pt x="13940" y="6896"/>
                  </a:lnTo>
                  <a:lnTo>
                    <a:pt x="13866" y="7336"/>
                  </a:lnTo>
                  <a:lnTo>
                    <a:pt x="13756" y="7740"/>
                  </a:lnTo>
                  <a:lnTo>
                    <a:pt x="13609" y="8143"/>
                  </a:lnTo>
                  <a:lnTo>
                    <a:pt x="13426" y="8547"/>
                  </a:lnTo>
                  <a:lnTo>
                    <a:pt x="13206" y="8914"/>
                  </a:lnTo>
                  <a:lnTo>
                    <a:pt x="12949" y="9281"/>
                  </a:lnTo>
                  <a:lnTo>
                    <a:pt x="12656" y="9647"/>
                  </a:lnTo>
                  <a:lnTo>
                    <a:pt x="12289" y="9611"/>
                  </a:lnTo>
                  <a:lnTo>
                    <a:pt x="11922" y="9537"/>
                  </a:lnTo>
                  <a:lnTo>
                    <a:pt x="11849" y="9574"/>
                  </a:lnTo>
                  <a:lnTo>
                    <a:pt x="11812" y="9574"/>
                  </a:lnTo>
                  <a:lnTo>
                    <a:pt x="11775" y="9647"/>
                  </a:lnTo>
                  <a:lnTo>
                    <a:pt x="11702" y="10418"/>
                  </a:lnTo>
                  <a:lnTo>
                    <a:pt x="11702" y="10491"/>
                  </a:lnTo>
                  <a:lnTo>
                    <a:pt x="11409" y="10711"/>
                  </a:lnTo>
                  <a:lnTo>
                    <a:pt x="11188" y="10821"/>
                  </a:lnTo>
                  <a:lnTo>
                    <a:pt x="11152" y="10858"/>
                  </a:lnTo>
                  <a:lnTo>
                    <a:pt x="11042" y="10931"/>
                  </a:lnTo>
                  <a:lnTo>
                    <a:pt x="11042" y="10564"/>
                  </a:lnTo>
                  <a:lnTo>
                    <a:pt x="11115" y="10198"/>
                  </a:lnTo>
                  <a:lnTo>
                    <a:pt x="11188" y="9867"/>
                  </a:lnTo>
                  <a:lnTo>
                    <a:pt x="11298" y="9501"/>
                  </a:lnTo>
                  <a:lnTo>
                    <a:pt x="11298" y="9464"/>
                  </a:lnTo>
                  <a:lnTo>
                    <a:pt x="11262" y="9427"/>
                  </a:lnTo>
                  <a:lnTo>
                    <a:pt x="11225" y="9427"/>
                  </a:lnTo>
                  <a:lnTo>
                    <a:pt x="11188" y="9464"/>
                  </a:lnTo>
                  <a:lnTo>
                    <a:pt x="11078" y="9647"/>
                  </a:lnTo>
                  <a:lnTo>
                    <a:pt x="10968" y="9831"/>
                  </a:lnTo>
                  <a:lnTo>
                    <a:pt x="10785" y="10234"/>
                  </a:lnTo>
                  <a:lnTo>
                    <a:pt x="10712" y="10638"/>
                  </a:lnTo>
                  <a:lnTo>
                    <a:pt x="10712" y="11078"/>
                  </a:lnTo>
                  <a:lnTo>
                    <a:pt x="10271" y="11261"/>
                  </a:lnTo>
                  <a:lnTo>
                    <a:pt x="9831" y="11371"/>
                  </a:lnTo>
                  <a:lnTo>
                    <a:pt x="9868" y="11005"/>
                  </a:lnTo>
                  <a:lnTo>
                    <a:pt x="9978" y="10638"/>
                  </a:lnTo>
                  <a:lnTo>
                    <a:pt x="10051" y="10344"/>
                  </a:lnTo>
                  <a:lnTo>
                    <a:pt x="10161" y="10088"/>
                  </a:lnTo>
                  <a:lnTo>
                    <a:pt x="10418" y="9574"/>
                  </a:lnTo>
                  <a:lnTo>
                    <a:pt x="10418" y="9537"/>
                  </a:lnTo>
                  <a:lnTo>
                    <a:pt x="10381" y="9501"/>
                  </a:lnTo>
                  <a:lnTo>
                    <a:pt x="10345" y="9501"/>
                  </a:lnTo>
                  <a:lnTo>
                    <a:pt x="10345" y="9537"/>
                  </a:lnTo>
                  <a:lnTo>
                    <a:pt x="10015" y="9941"/>
                  </a:lnTo>
                  <a:lnTo>
                    <a:pt x="9758" y="10418"/>
                  </a:lnTo>
                  <a:lnTo>
                    <a:pt x="9538" y="10895"/>
                  </a:lnTo>
                  <a:lnTo>
                    <a:pt x="9501" y="11151"/>
                  </a:lnTo>
                  <a:lnTo>
                    <a:pt x="9428" y="11408"/>
                  </a:lnTo>
                  <a:lnTo>
                    <a:pt x="8951" y="11408"/>
                  </a:lnTo>
                  <a:lnTo>
                    <a:pt x="8951" y="11261"/>
                  </a:lnTo>
                  <a:lnTo>
                    <a:pt x="8914" y="11225"/>
                  </a:lnTo>
                  <a:lnTo>
                    <a:pt x="8877" y="11188"/>
                  </a:lnTo>
                  <a:lnTo>
                    <a:pt x="8841" y="11188"/>
                  </a:lnTo>
                  <a:lnTo>
                    <a:pt x="8804" y="11225"/>
                  </a:lnTo>
                  <a:lnTo>
                    <a:pt x="8731" y="11298"/>
                  </a:lnTo>
                  <a:lnTo>
                    <a:pt x="9171" y="10454"/>
                  </a:lnTo>
                  <a:lnTo>
                    <a:pt x="9391" y="10051"/>
                  </a:lnTo>
                  <a:lnTo>
                    <a:pt x="9684" y="9647"/>
                  </a:lnTo>
                  <a:lnTo>
                    <a:pt x="9684" y="9611"/>
                  </a:lnTo>
                  <a:lnTo>
                    <a:pt x="9648" y="9611"/>
                  </a:lnTo>
                  <a:lnTo>
                    <a:pt x="9648" y="9574"/>
                  </a:lnTo>
                  <a:lnTo>
                    <a:pt x="9611" y="9611"/>
                  </a:lnTo>
                  <a:lnTo>
                    <a:pt x="9244" y="10014"/>
                  </a:lnTo>
                  <a:lnTo>
                    <a:pt x="8914" y="10418"/>
                  </a:lnTo>
                  <a:lnTo>
                    <a:pt x="8621" y="10858"/>
                  </a:lnTo>
                  <a:lnTo>
                    <a:pt x="8327" y="11335"/>
                  </a:lnTo>
                  <a:lnTo>
                    <a:pt x="7960" y="11225"/>
                  </a:lnTo>
                  <a:lnTo>
                    <a:pt x="7997" y="11188"/>
                  </a:lnTo>
                  <a:lnTo>
                    <a:pt x="7997" y="11151"/>
                  </a:lnTo>
                  <a:lnTo>
                    <a:pt x="7960" y="11115"/>
                  </a:lnTo>
                  <a:lnTo>
                    <a:pt x="7960" y="11078"/>
                  </a:lnTo>
                  <a:lnTo>
                    <a:pt x="7924" y="10968"/>
                  </a:lnTo>
                  <a:lnTo>
                    <a:pt x="7960" y="10858"/>
                  </a:lnTo>
                  <a:lnTo>
                    <a:pt x="8034" y="10601"/>
                  </a:lnTo>
                  <a:lnTo>
                    <a:pt x="8181" y="10308"/>
                  </a:lnTo>
                  <a:lnTo>
                    <a:pt x="8474" y="9831"/>
                  </a:lnTo>
                  <a:lnTo>
                    <a:pt x="8767" y="9427"/>
                  </a:lnTo>
                  <a:lnTo>
                    <a:pt x="8804" y="9391"/>
                  </a:lnTo>
                  <a:lnTo>
                    <a:pt x="8767" y="9317"/>
                  </a:lnTo>
                  <a:lnTo>
                    <a:pt x="8694" y="9317"/>
                  </a:lnTo>
                  <a:lnTo>
                    <a:pt x="8364" y="9537"/>
                  </a:lnTo>
                  <a:lnTo>
                    <a:pt x="8107" y="9831"/>
                  </a:lnTo>
                  <a:lnTo>
                    <a:pt x="7887" y="10124"/>
                  </a:lnTo>
                  <a:lnTo>
                    <a:pt x="7704" y="10454"/>
                  </a:lnTo>
                  <a:lnTo>
                    <a:pt x="7594" y="10784"/>
                  </a:lnTo>
                  <a:lnTo>
                    <a:pt x="7557" y="10968"/>
                  </a:lnTo>
                  <a:lnTo>
                    <a:pt x="7594" y="11115"/>
                  </a:lnTo>
                  <a:lnTo>
                    <a:pt x="7153" y="10968"/>
                  </a:lnTo>
                  <a:lnTo>
                    <a:pt x="6713" y="10784"/>
                  </a:lnTo>
                  <a:lnTo>
                    <a:pt x="6933" y="10564"/>
                  </a:lnTo>
                  <a:lnTo>
                    <a:pt x="7080" y="10344"/>
                  </a:lnTo>
                  <a:lnTo>
                    <a:pt x="7153" y="10234"/>
                  </a:lnTo>
                  <a:lnTo>
                    <a:pt x="7190" y="10124"/>
                  </a:lnTo>
                  <a:lnTo>
                    <a:pt x="7190" y="10088"/>
                  </a:lnTo>
                  <a:lnTo>
                    <a:pt x="7153" y="10088"/>
                  </a:lnTo>
                  <a:lnTo>
                    <a:pt x="7080" y="10124"/>
                  </a:lnTo>
                  <a:lnTo>
                    <a:pt x="7007" y="10161"/>
                  </a:lnTo>
                  <a:lnTo>
                    <a:pt x="6823" y="10308"/>
                  </a:lnTo>
                  <a:lnTo>
                    <a:pt x="6493" y="10564"/>
                  </a:lnTo>
                  <a:lnTo>
                    <a:pt x="6420" y="10638"/>
                  </a:lnTo>
                  <a:lnTo>
                    <a:pt x="5906" y="10344"/>
                  </a:lnTo>
                  <a:lnTo>
                    <a:pt x="6897" y="9904"/>
                  </a:lnTo>
                  <a:lnTo>
                    <a:pt x="7887" y="9391"/>
                  </a:lnTo>
                  <a:lnTo>
                    <a:pt x="8877" y="8877"/>
                  </a:lnTo>
                  <a:lnTo>
                    <a:pt x="9795" y="8327"/>
                  </a:lnTo>
                  <a:lnTo>
                    <a:pt x="10748" y="7740"/>
                  </a:lnTo>
                  <a:lnTo>
                    <a:pt x="11665" y="7116"/>
                  </a:lnTo>
                  <a:lnTo>
                    <a:pt x="12546" y="6456"/>
                  </a:lnTo>
                  <a:lnTo>
                    <a:pt x="13426" y="5796"/>
                  </a:lnTo>
                  <a:lnTo>
                    <a:pt x="13829" y="5429"/>
                  </a:lnTo>
                  <a:close/>
                  <a:moveTo>
                    <a:pt x="1651" y="9757"/>
                  </a:moveTo>
                  <a:lnTo>
                    <a:pt x="1028" y="10711"/>
                  </a:lnTo>
                  <a:lnTo>
                    <a:pt x="991" y="10784"/>
                  </a:lnTo>
                  <a:lnTo>
                    <a:pt x="1028" y="10858"/>
                  </a:lnTo>
                  <a:lnTo>
                    <a:pt x="1028" y="10931"/>
                  </a:lnTo>
                  <a:lnTo>
                    <a:pt x="1101" y="10968"/>
                  </a:lnTo>
                  <a:lnTo>
                    <a:pt x="1358" y="11041"/>
                  </a:lnTo>
                  <a:lnTo>
                    <a:pt x="1651" y="11078"/>
                  </a:lnTo>
                  <a:lnTo>
                    <a:pt x="1908" y="11078"/>
                  </a:lnTo>
                  <a:lnTo>
                    <a:pt x="2165" y="11041"/>
                  </a:lnTo>
                  <a:lnTo>
                    <a:pt x="2715" y="10858"/>
                  </a:lnTo>
                  <a:lnTo>
                    <a:pt x="3229" y="10638"/>
                  </a:lnTo>
                  <a:lnTo>
                    <a:pt x="4769" y="10014"/>
                  </a:lnTo>
                  <a:lnTo>
                    <a:pt x="4953" y="10198"/>
                  </a:lnTo>
                  <a:lnTo>
                    <a:pt x="4072" y="10564"/>
                  </a:lnTo>
                  <a:lnTo>
                    <a:pt x="3192" y="10895"/>
                  </a:lnTo>
                  <a:lnTo>
                    <a:pt x="2238" y="11188"/>
                  </a:lnTo>
                  <a:lnTo>
                    <a:pt x="1248" y="11445"/>
                  </a:lnTo>
                  <a:lnTo>
                    <a:pt x="1101" y="11518"/>
                  </a:lnTo>
                  <a:lnTo>
                    <a:pt x="844" y="11555"/>
                  </a:lnTo>
                  <a:lnTo>
                    <a:pt x="624" y="11555"/>
                  </a:lnTo>
                  <a:lnTo>
                    <a:pt x="551" y="11518"/>
                  </a:lnTo>
                  <a:lnTo>
                    <a:pt x="477" y="11481"/>
                  </a:lnTo>
                  <a:lnTo>
                    <a:pt x="477" y="11408"/>
                  </a:lnTo>
                  <a:lnTo>
                    <a:pt x="514" y="11298"/>
                  </a:lnTo>
                  <a:lnTo>
                    <a:pt x="661" y="11005"/>
                  </a:lnTo>
                  <a:lnTo>
                    <a:pt x="991" y="10601"/>
                  </a:lnTo>
                  <a:lnTo>
                    <a:pt x="1321" y="10161"/>
                  </a:lnTo>
                  <a:lnTo>
                    <a:pt x="1651" y="9757"/>
                  </a:lnTo>
                  <a:close/>
                  <a:moveTo>
                    <a:pt x="16324" y="0"/>
                  </a:moveTo>
                  <a:lnTo>
                    <a:pt x="16140" y="37"/>
                  </a:lnTo>
                  <a:lnTo>
                    <a:pt x="15774" y="147"/>
                  </a:lnTo>
                  <a:lnTo>
                    <a:pt x="15480" y="330"/>
                  </a:lnTo>
                  <a:lnTo>
                    <a:pt x="14636" y="807"/>
                  </a:lnTo>
                  <a:lnTo>
                    <a:pt x="13866" y="1357"/>
                  </a:lnTo>
                  <a:lnTo>
                    <a:pt x="13059" y="1908"/>
                  </a:lnTo>
                  <a:lnTo>
                    <a:pt x="12289" y="2458"/>
                  </a:lnTo>
                  <a:lnTo>
                    <a:pt x="12032" y="2311"/>
                  </a:lnTo>
                  <a:lnTo>
                    <a:pt x="11812" y="2238"/>
                  </a:lnTo>
                  <a:lnTo>
                    <a:pt x="11629" y="2238"/>
                  </a:lnTo>
                  <a:lnTo>
                    <a:pt x="11372" y="2091"/>
                  </a:lnTo>
                  <a:lnTo>
                    <a:pt x="11115" y="1981"/>
                  </a:lnTo>
                  <a:lnTo>
                    <a:pt x="10858" y="1908"/>
                  </a:lnTo>
                  <a:lnTo>
                    <a:pt x="10565" y="1834"/>
                  </a:lnTo>
                  <a:lnTo>
                    <a:pt x="10015" y="1761"/>
                  </a:lnTo>
                  <a:lnTo>
                    <a:pt x="9464" y="1761"/>
                  </a:lnTo>
                  <a:lnTo>
                    <a:pt x="8914" y="1834"/>
                  </a:lnTo>
                  <a:lnTo>
                    <a:pt x="8364" y="1981"/>
                  </a:lnTo>
                  <a:lnTo>
                    <a:pt x="7814" y="2164"/>
                  </a:lnTo>
                  <a:lnTo>
                    <a:pt x="7300" y="2384"/>
                  </a:lnTo>
                  <a:lnTo>
                    <a:pt x="6677" y="2715"/>
                  </a:lnTo>
                  <a:lnTo>
                    <a:pt x="6090" y="3081"/>
                  </a:lnTo>
                  <a:lnTo>
                    <a:pt x="5503" y="3522"/>
                  </a:lnTo>
                  <a:lnTo>
                    <a:pt x="4989" y="3962"/>
                  </a:lnTo>
                  <a:lnTo>
                    <a:pt x="4769" y="4219"/>
                  </a:lnTo>
                  <a:lnTo>
                    <a:pt x="4549" y="4475"/>
                  </a:lnTo>
                  <a:lnTo>
                    <a:pt x="4402" y="4769"/>
                  </a:lnTo>
                  <a:lnTo>
                    <a:pt x="4256" y="5062"/>
                  </a:lnTo>
                  <a:lnTo>
                    <a:pt x="4146" y="5356"/>
                  </a:lnTo>
                  <a:lnTo>
                    <a:pt x="4035" y="5686"/>
                  </a:lnTo>
                  <a:lnTo>
                    <a:pt x="3999" y="6016"/>
                  </a:lnTo>
                  <a:lnTo>
                    <a:pt x="3925" y="6346"/>
                  </a:lnTo>
                  <a:lnTo>
                    <a:pt x="3889" y="6970"/>
                  </a:lnTo>
                  <a:lnTo>
                    <a:pt x="3925" y="7630"/>
                  </a:lnTo>
                  <a:lnTo>
                    <a:pt x="3339" y="7960"/>
                  </a:lnTo>
                  <a:lnTo>
                    <a:pt x="2752" y="8290"/>
                  </a:lnTo>
                  <a:lnTo>
                    <a:pt x="2238" y="8657"/>
                  </a:lnTo>
                  <a:lnTo>
                    <a:pt x="1725" y="9097"/>
                  </a:lnTo>
                  <a:lnTo>
                    <a:pt x="1248" y="9574"/>
                  </a:lnTo>
                  <a:lnTo>
                    <a:pt x="808" y="10051"/>
                  </a:lnTo>
                  <a:lnTo>
                    <a:pt x="404" y="10601"/>
                  </a:lnTo>
                  <a:lnTo>
                    <a:pt x="221" y="10858"/>
                  </a:lnTo>
                  <a:lnTo>
                    <a:pt x="74" y="11151"/>
                  </a:lnTo>
                  <a:lnTo>
                    <a:pt x="1" y="11371"/>
                  </a:lnTo>
                  <a:lnTo>
                    <a:pt x="37" y="11555"/>
                  </a:lnTo>
                  <a:lnTo>
                    <a:pt x="111" y="11738"/>
                  </a:lnTo>
                  <a:lnTo>
                    <a:pt x="184" y="11812"/>
                  </a:lnTo>
                  <a:lnTo>
                    <a:pt x="257" y="11885"/>
                  </a:lnTo>
                  <a:lnTo>
                    <a:pt x="477" y="11958"/>
                  </a:lnTo>
                  <a:lnTo>
                    <a:pt x="697" y="11995"/>
                  </a:lnTo>
                  <a:lnTo>
                    <a:pt x="918" y="11995"/>
                  </a:lnTo>
                  <a:lnTo>
                    <a:pt x="1174" y="11958"/>
                  </a:lnTo>
                  <a:lnTo>
                    <a:pt x="1835" y="11812"/>
                  </a:lnTo>
                  <a:lnTo>
                    <a:pt x="2495" y="11591"/>
                  </a:lnTo>
                  <a:lnTo>
                    <a:pt x="3815" y="11151"/>
                  </a:lnTo>
                  <a:lnTo>
                    <a:pt x="4586" y="10858"/>
                  </a:lnTo>
                  <a:lnTo>
                    <a:pt x="5356" y="10564"/>
                  </a:lnTo>
                  <a:lnTo>
                    <a:pt x="5760" y="10858"/>
                  </a:lnTo>
                  <a:lnTo>
                    <a:pt x="6200" y="11078"/>
                  </a:lnTo>
                  <a:lnTo>
                    <a:pt x="6236" y="11261"/>
                  </a:lnTo>
                  <a:lnTo>
                    <a:pt x="6273" y="11335"/>
                  </a:lnTo>
                  <a:lnTo>
                    <a:pt x="6346" y="11371"/>
                  </a:lnTo>
                  <a:lnTo>
                    <a:pt x="6493" y="11371"/>
                  </a:lnTo>
                  <a:lnTo>
                    <a:pt x="6603" y="11261"/>
                  </a:lnTo>
                  <a:lnTo>
                    <a:pt x="7410" y="11591"/>
                  </a:lnTo>
                  <a:lnTo>
                    <a:pt x="7814" y="11702"/>
                  </a:lnTo>
                  <a:lnTo>
                    <a:pt x="8217" y="11812"/>
                  </a:lnTo>
                  <a:lnTo>
                    <a:pt x="8291" y="11848"/>
                  </a:lnTo>
                  <a:lnTo>
                    <a:pt x="8364" y="11885"/>
                  </a:lnTo>
                  <a:lnTo>
                    <a:pt x="8474" y="11848"/>
                  </a:lnTo>
                  <a:lnTo>
                    <a:pt x="8547" y="11885"/>
                  </a:lnTo>
                  <a:lnTo>
                    <a:pt x="8877" y="11922"/>
                  </a:lnTo>
                  <a:lnTo>
                    <a:pt x="9574" y="11922"/>
                  </a:lnTo>
                  <a:lnTo>
                    <a:pt x="9905" y="11885"/>
                  </a:lnTo>
                  <a:lnTo>
                    <a:pt x="10235" y="11812"/>
                  </a:lnTo>
                  <a:lnTo>
                    <a:pt x="10565" y="11702"/>
                  </a:lnTo>
                  <a:lnTo>
                    <a:pt x="10895" y="11555"/>
                  </a:lnTo>
                  <a:lnTo>
                    <a:pt x="11225" y="11408"/>
                  </a:lnTo>
                  <a:lnTo>
                    <a:pt x="11555" y="11225"/>
                  </a:lnTo>
                  <a:lnTo>
                    <a:pt x="11885" y="11041"/>
                  </a:lnTo>
                  <a:lnTo>
                    <a:pt x="12179" y="10784"/>
                  </a:lnTo>
                  <a:lnTo>
                    <a:pt x="12472" y="10564"/>
                  </a:lnTo>
                  <a:lnTo>
                    <a:pt x="12766" y="10308"/>
                  </a:lnTo>
                  <a:lnTo>
                    <a:pt x="13022" y="10014"/>
                  </a:lnTo>
                  <a:lnTo>
                    <a:pt x="13279" y="9721"/>
                  </a:lnTo>
                  <a:lnTo>
                    <a:pt x="13499" y="9391"/>
                  </a:lnTo>
                  <a:lnTo>
                    <a:pt x="13719" y="9097"/>
                  </a:lnTo>
                  <a:lnTo>
                    <a:pt x="13903" y="8730"/>
                  </a:lnTo>
                  <a:lnTo>
                    <a:pt x="14050" y="8400"/>
                  </a:lnTo>
                  <a:lnTo>
                    <a:pt x="14196" y="8033"/>
                  </a:lnTo>
                  <a:lnTo>
                    <a:pt x="14306" y="7667"/>
                  </a:lnTo>
                  <a:lnTo>
                    <a:pt x="14380" y="7300"/>
                  </a:lnTo>
                  <a:lnTo>
                    <a:pt x="14453" y="6933"/>
                  </a:lnTo>
                  <a:lnTo>
                    <a:pt x="14490" y="6529"/>
                  </a:lnTo>
                  <a:lnTo>
                    <a:pt x="14490" y="6163"/>
                  </a:lnTo>
                  <a:lnTo>
                    <a:pt x="14453" y="5796"/>
                  </a:lnTo>
                  <a:lnTo>
                    <a:pt x="14380" y="5429"/>
                  </a:lnTo>
                  <a:lnTo>
                    <a:pt x="14270" y="5062"/>
                  </a:lnTo>
                  <a:lnTo>
                    <a:pt x="15113" y="4329"/>
                  </a:lnTo>
                  <a:lnTo>
                    <a:pt x="15920" y="3558"/>
                  </a:lnTo>
                  <a:lnTo>
                    <a:pt x="16434" y="3045"/>
                  </a:lnTo>
                  <a:lnTo>
                    <a:pt x="16691" y="2751"/>
                  </a:lnTo>
                  <a:lnTo>
                    <a:pt x="16947" y="2458"/>
                  </a:lnTo>
                  <a:lnTo>
                    <a:pt x="17168" y="2128"/>
                  </a:lnTo>
                  <a:lnTo>
                    <a:pt x="17351" y="1798"/>
                  </a:lnTo>
                  <a:lnTo>
                    <a:pt x="17461" y="1431"/>
                  </a:lnTo>
                  <a:lnTo>
                    <a:pt x="17461" y="1247"/>
                  </a:lnTo>
                  <a:lnTo>
                    <a:pt x="17461" y="1064"/>
                  </a:lnTo>
                  <a:lnTo>
                    <a:pt x="17388" y="770"/>
                  </a:lnTo>
                  <a:lnTo>
                    <a:pt x="17278" y="514"/>
                  </a:lnTo>
                  <a:lnTo>
                    <a:pt x="17094" y="257"/>
                  </a:lnTo>
                  <a:lnTo>
                    <a:pt x="16837" y="74"/>
                  </a:lnTo>
                  <a:lnTo>
                    <a:pt x="16691" y="37"/>
                  </a:lnTo>
                  <a:lnTo>
                    <a:pt x="1650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7" name="Google Shape;300;p5">
              <a:extLst>
                <a:ext uri="{FF2B5EF4-FFF2-40B4-BE49-F238E27FC236}">
                  <a16:creationId xmlns:a16="http://schemas.microsoft.com/office/drawing/2014/main" id="{4529F50E-F03E-4423-B32D-02237EFE094F}"/>
                </a:ext>
              </a:extLst>
            </p:cNvPr>
            <p:cNvSpPr/>
            <p:nvPr/>
          </p:nvSpPr>
          <p:spPr>
            <a:xfrm>
              <a:off x="6405225" y="2154575"/>
              <a:ext cx="328325" cy="339325"/>
            </a:xfrm>
            <a:custGeom>
              <a:avLst/>
              <a:gdLst/>
              <a:ahLst/>
              <a:cxnLst/>
              <a:rect l="l" t="t" r="r" b="b"/>
              <a:pathLst>
                <a:path w="13133" h="13573" extrusionOk="0">
                  <a:moveTo>
                    <a:pt x="2714" y="1798"/>
                  </a:moveTo>
                  <a:lnTo>
                    <a:pt x="2971" y="1908"/>
                  </a:lnTo>
                  <a:lnTo>
                    <a:pt x="3118" y="2018"/>
                  </a:lnTo>
                  <a:lnTo>
                    <a:pt x="3265" y="2128"/>
                  </a:lnTo>
                  <a:lnTo>
                    <a:pt x="3411" y="2311"/>
                  </a:lnTo>
                  <a:lnTo>
                    <a:pt x="3485" y="2458"/>
                  </a:lnTo>
                  <a:lnTo>
                    <a:pt x="3375" y="2458"/>
                  </a:lnTo>
                  <a:lnTo>
                    <a:pt x="3301" y="2495"/>
                  </a:lnTo>
                  <a:lnTo>
                    <a:pt x="3265" y="2568"/>
                  </a:lnTo>
                  <a:lnTo>
                    <a:pt x="3228" y="2605"/>
                  </a:lnTo>
                  <a:lnTo>
                    <a:pt x="3155" y="2568"/>
                  </a:lnTo>
                  <a:lnTo>
                    <a:pt x="3008" y="2348"/>
                  </a:lnTo>
                  <a:lnTo>
                    <a:pt x="2825" y="1981"/>
                  </a:lnTo>
                  <a:lnTo>
                    <a:pt x="2714" y="1798"/>
                  </a:lnTo>
                  <a:close/>
                  <a:moveTo>
                    <a:pt x="1908" y="2825"/>
                  </a:moveTo>
                  <a:lnTo>
                    <a:pt x="1797" y="2861"/>
                  </a:lnTo>
                  <a:lnTo>
                    <a:pt x="1761" y="2898"/>
                  </a:lnTo>
                  <a:lnTo>
                    <a:pt x="1687" y="2971"/>
                  </a:lnTo>
                  <a:lnTo>
                    <a:pt x="1687" y="3045"/>
                  </a:lnTo>
                  <a:lnTo>
                    <a:pt x="1687" y="3118"/>
                  </a:lnTo>
                  <a:lnTo>
                    <a:pt x="1724" y="3191"/>
                  </a:lnTo>
                  <a:lnTo>
                    <a:pt x="1797" y="3228"/>
                  </a:lnTo>
                  <a:lnTo>
                    <a:pt x="1944" y="3301"/>
                  </a:lnTo>
                  <a:lnTo>
                    <a:pt x="2054" y="3412"/>
                  </a:lnTo>
                  <a:lnTo>
                    <a:pt x="2164" y="3522"/>
                  </a:lnTo>
                  <a:lnTo>
                    <a:pt x="2201" y="3595"/>
                  </a:lnTo>
                  <a:lnTo>
                    <a:pt x="2274" y="3632"/>
                  </a:lnTo>
                  <a:lnTo>
                    <a:pt x="2384" y="3632"/>
                  </a:lnTo>
                  <a:lnTo>
                    <a:pt x="2458" y="3558"/>
                  </a:lnTo>
                  <a:lnTo>
                    <a:pt x="2494" y="3448"/>
                  </a:lnTo>
                  <a:lnTo>
                    <a:pt x="2494" y="3338"/>
                  </a:lnTo>
                  <a:lnTo>
                    <a:pt x="2421" y="3228"/>
                  </a:lnTo>
                  <a:lnTo>
                    <a:pt x="2348" y="3155"/>
                  </a:lnTo>
                  <a:lnTo>
                    <a:pt x="2164" y="2971"/>
                  </a:lnTo>
                  <a:lnTo>
                    <a:pt x="1981" y="2861"/>
                  </a:lnTo>
                  <a:lnTo>
                    <a:pt x="1908" y="2825"/>
                  </a:lnTo>
                  <a:close/>
                  <a:moveTo>
                    <a:pt x="1137" y="2311"/>
                  </a:moveTo>
                  <a:lnTo>
                    <a:pt x="1614" y="2458"/>
                  </a:lnTo>
                  <a:lnTo>
                    <a:pt x="2054" y="2678"/>
                  </a:lnTo>
                  <a:lnTo>
                    <a:pt x="2201" y="2751"/>
                  </a:lnTo>
                  <a:lnTo>
                    <a:pt x="2348" y="2898"/>
                  </a:lnTo>
                  <a:lnTo>
                    <a:pt x="2458" y="3008"/>
                  </a:lnTo>
                  <a:lnTo>
                    <a:pt x="2531" y="3191"/>
                  </a:lnTo>
                  <a:lnTo>
                    <a:pt x="2568" y="3265"/>
                  </a:lnTo>
                  <a:lnTo>
                    <a:pt x="2568" y="3338"/>
                  </a:lnTo>
                  <a:lnTo>
                    <a:pt x="2531" y="3485"/>
                  </a:lnTo>
                  <a:lnTo>
                    <a:pt x="2384" y="3742"/>
                  </a:lnTo>
                  <a:lnTo>
                    <a:pt x="2274" y="3852"/>
                  </a:lnTo>
                  <a:lnTo>
                    <a:pt x="2164" y="3962"/>
                  </a:lnTo>
                  <a:lnTo>
                    <a:pt x="1834" y="3632"/>
                  </a:lnTo>
                  <a:lnTo>
                    <a:pt x="1541" y="3228"/>
                  </a:lnTo>
                  <a:lnTo>
                    <a:pt x="1321" y="2788"/>
                  </a:lnTo>
                  <a:lnTo>
                    <a:pt x="1137" y="2311"/>
                  </a:lnTo>
                  <a:close/>
                  <a:moveTo>
                    <a:pt x="8804" y="514"/>
                  </a:moveTo>
                  <a:lnTo>
                    <a:pt x="8694" y="2531"/>
                  </a:lnTo>
                  <a:lnTo>
                    <a:pt x="8657" y="3632"/>
                  </a:lnTo>
                  <a:lnTo>
                    <a:pt x="8657" y="4549"/>
                  </a:lnTo>
                  <a:lnTo>
                    <a:pt x="7556" y="3778"/>
                  </a:lnTo>
                  <a:lnTo>
                    <a:pt x="7043" y="3375"/>
                  </a:lnTo>
                  <a:lnTo>
                    <a:pt x="6529" y="2971"/>
                  </a:lnTo>
                  <a:lnTo>
                    <a:pt x="6639" y="2788"/>
                  </a:lnTo>
                  <a:lnTo>
                    <a:pt x="6713" y="2678"/>
                  </a:lnTo>
                  <a:lnTo>
                    <a:pt x="7556" y="1798"/>
                  </a:lnTo>
                  <a:lnTo>
                    <a:pt x="8290" y="991"/>
                  </a:lnTo>
                  <a:lnTo>
                    <a:pt x="8510" y="734"/>
                  </a:lnTo>
                  <a:lnTo>
                    <a:pt x="8657" y="624"/>
                  </a:lnTo>
                  <a:lnTo>
                    <a:pt x="8804" y="514"/>
                  </a:lnTo>
                  <a:close/>
                  <a:moveTo>
                    <a:pt x="660" y="4145"/>
                  </a:moveTo>
                  <a:lnTo>
                    <a:pt x="880" y="4219"/>
                  </a:lnTo>
                  <a:lnTo>
                    <a:pt x="1064" y="4255"/>
                  </a:lnTo>
                  <a:lnTo>
                    <a:pt x="1247" y="4329"/>
                  </a:lnTo>
                  <a:lnTo>
                    <a:pt x="1357" y="4439"/>
                  </a:lnTo>
                  <a:lnTo>
                    <a:pt x="1431" y="4585"/>
                  </a:lnTo>
                  <a:lnTo>
                    <a:pt x="1467" y="4659"/>
                  </a:lnTo>
                  <a:lnTo>
                    <a:pt x="1467" y="4732"/>
                  </a:lnTo>
                  <a:lnTo>
                    <a:pt x="1467" y="4805"/>
                  </a:lnTo>
                  <a:lnTo>
                    <a:pt x="1394" y="4842"/>
                  </a:lnTo>
                  <a:lnTo>
                    <a:pt x="1284" y="4805"/>
                  </a:lnTo>
                  <a:lnTo>
                    <a:pt x="1211" y="4769"/>
                  </a:lnTo>
                  <a:lnTo>
                    <a:pt x="990" y="4585"/>
                  </a:lnTo>
                  <a:lnTo>
                    <a:pt x="844" y="4402"/>
                  </a:lnTo>
                  <a:lnTo>
                    <a:pt x="660" y="4145"/>
                  </a:lnTo>
                  <a:close/>
                  <a:moveTo>
                    <a:pt x="3962" y="2935"/>
                  </a:moveTo>
                  <a:lnTo>
                    <a:pt x="4218" y="3155"/>
                  </a:lnTo>
                  <a:lnTo>
                    <a:pt x="4035" y="3338"/>
                  </a:lnTo>
                  <a:lnTo>
                    <a:pt x="2641" y="4659"/>
                  </a:lnTo>
                  <a:lnTo>
                    <a:pt x="2311" y="5026"/>
                  </a:lnTo>
                  <a:lnTo>
                    <a:pt x="2054" y="5392"/>
                  </a:lnTo>
                  <a:lnTo>
                    <a:pt x="1797" y="5172"/>
                  </a:lnTo>
                  <a:lnTo>
                    <a:pt x="2971" y="4072"/>
                  </a:lnTo>
                  <a:lnTo>
                    <a:pt x="3485" y="3522"/>
                  </a:lnTo>
                  <a:lnTo>
                    <a:pt x="3742" y="3265"/>
                  </a:lnTo>
                  <a:lnTo>
                    <a:pt x="3962" y="2935"/>
                  </a:lnTo>
                  <a:close/>
                  <a:moveTo>
                    <a:pt x="4989" y="5209"/>
                  </a:moveTo>
                  <a:lnTo>
                    <a:pt x="5356" y="5686"/>
                  </a:lnTo>
                  <a:lnTo>
                    <a:pt x="5686" y="6199"/>
                  </a:lnTo>
                  <a:lnTo>
                    <a:pt x="6199" y="7080"/>
                  </a:lnTo>
                  <a:lnTo>
                    <a:pt x="6199" y="7080"/>
                  </a:lnTo>
                  <a:lnTo>
                    <a:pt x="5282" y="6640"/>
                  </a:lnTo>
                  <a:lnTo>
                    <a:pt x="4365" y="6199"/>
                  </a:lnTo>
                  <a:lnTo>
                    <a:pt x="4512" y="5943"/>
                  </a:lnTo>
                  <a:lnTo>
                    <a:pt x="4989" y="5209"/>
                  </a:lnTo>
                  <a:close/>
                  <a:moveTo>
                    <a:pt x="4879" y="4695"/>
                  </a:moveTo>
                  <a:lnTo>
                    <a:pt x="4805" y="4805"/>
                  </a:lnTo>
                  <a:lnTo>
                    <a:pt x="4218" y="5649"/>
                  </a:lnTo>
                  <a:lnTo>
                    <a:pt x="3962" y="6053"/>
                  </a:lnTo>
                  <a:lnTo>
                    <a:pt x="3852" y="6053"/>
                  </a:lnTo>
                  <a:lnTo>
                    <a:pt x="3778" y="6126"/>
                  </a:lnTo>
                  <a:lnTo>
                    <a:pt x="3742" y="6199"/>
                  </a:lnTo>
                  <a:lnTo>
                    <a:pt x="3705" y="6273"/>
                  </a:lnTo>
                  <a:lnTo>
                    <a:pt x="3742" y="6346"/>
                  </a:lnTo>
                  <a:lnTo>
                    <a:pt x="3778" y="6493"/>
                  </a:lnTo>
                  <a:lnTo>
                    <a:pt x="3852" y="6529"/>
                  </a:lnTo>
                  <a:lnTo>
                    <a:pt x="3925" y="6566"/>
                  </a:lnTo>
                  <a:lnTo>
                    <a:pt x="3998" y="6566"/>
                  </a:lnTo>
                  <a:lnTo>
                    <a:pt x="5172" y="7080"/>
                  </a:lnTo>
                  <a:lnTo>
                    <a:pt x="5722" y="7336"/>
                  </a:lnTo>
                  <a:lnTo>
                    <a:pt x="6053" y="7447"/>
                  </a:lnTo>
                  <a:lnTo>
                    <a:pt x="6346" y="7483"/>
                  </a:lnTo>
                  <a:lnTo>
                    <a:pt x="6419" y="7483"/>
                  </a:lnTo>
                  <a:lnTo>
                    <a:pt x="6493" y="7447"/>
                  </a:lnTo>
                  <a:lnTo>
                    <a:pt x="6529" y="7483"/>
                  </a:lnTo>
                  <a:lnTo>
                    <a:pt x="6603" y="7483"/>
                  </a:lnTo>
                  <a:lnTo>
                    <a:pt x="6639" y="7447"/>
                  </a:lnTo>
                  <a:lnTo>
                    <a:pt x="6639" y="7410"/>
                  </a:lnTo>
                  <a:lnTo>
                    <a:pt x="6566" y="7080"/>
                  </a:lnTo>
                  <a:lnTo>
                    <a:pt x="6456" y="6750"/>
                  </a:lnTo>
                  <a:lnTo>
                    <a:pt x="6273" y="6419"/>
                  </a:lnTo>
                  <a:lnTo>
                    <a:pt x="6089" y="6089"/>
                  </a:lnTo>
                  <a:lnTo>
                    <a:pt x="5649" y="5429"/>
                  </a:lnTo>
                  <a:lnTo>
                    <a:pt x="5135" y="4769"/>
                  </a:lnTo>
                  <a:lnTo>
                    <a:pt x="5062" y="4695"/>
                  </a:lnTo>
                  <a:close/>
                  <a:moveTo>
                    <a:pt x="9757" y="9537"/>
                  </a:moveTo>
                  <a:lnTo>
                    <a:pt x="9794" y="9647"/>
                  </a:lnTo>
                  <a:lnTo>
                    <a:pt x="9831" y="9757"/>
                  </a:lnTo>
                  <a:lnTo>
                    <a:pt x="9867" y="9867"/>
                  </a:lnTo>
                  <a:lnTo>
                    <a:pt x="9867" y="9978"/>
                  </a:lnTo>
                  <a:lnTo>
                    <a:pt x="9831" y="10088"/>
                  </a:lnTo>
                  <a:lnTo>
                    <a:pt x="9794" y="9757"/>
                  </a:lnTo>
                  <a:lnTo>
                    <a:pt x="9757" y="9537"/>
                  </a:lnTo>
                  <a:close/>
                  <a:moveTo>
                    <a:pt x="8950" y="8877"/>
                  </a:moveTo>
                  <a:lnTo>
                    <a:pt x="9207" y="9024"/>
                  </a:lnTo>
                  <a:lnTo>
                    <a:pt x="9207" y="9207"/>
                  </a:lnTo>
                  <a:lnTo>
                    <a:pt x="9281" y="9391"/>
                  </a:lnTo>
                  <a:lnTo>
                    <a:pt x="9391" y="9757"/>
                  </a:lnTo>
                  <a:lnTo>
                    <a:pt x="9574" y="10418"/>
                  </a:lnTo>
                  <a:lnTo>
                    <a:pt x="9464" y="10491"/>
                  </a:lnTo>
                  <a:lnTo>
                    <a:pt x="9391" y="10271"/>
                  </a:lnTo>
                  <a:lnTo>
                    <a:pt x="9281" y="10088"/>
                  </a:lnTo>
                  <a:lnTo>
                    <a:pt x="8914" y="9281"/>
                  </a:lnTo>
                  <a:lnTo>
                    <a:pt x="8840" y="9134"/>
                  </a:lnTo>
                  <a:lnTo>
                    <a:pt x="8767" y="9024"/>
                  </a:lnTo>
                  <a:lnTo>
                    <a:pt x="8950" y="8877"/>
                  </a:lnTo>
                  <a:close/>
                  <a:moveTo>
                    <a:pt x="8547" y="9244"/>
                  </a:moveTo>
                  <a:lnTo>
                    <a:pt x="8547" y="9281"/>
                  </a:lnTo>
                  <a:lnTo>
                    <a:pt x="8657" y="9281"/>
                  </a:lnTo>
                  <a:lnTo>
                    <a:pt x="8694" y="9244"/>
                  </a:lnTo>
                  <a:lnTo>
                    <a:pt x="8657" y="9354"/>
                  </a:lnTo>
                  <a:lnTo>
                    <a:pt x="8657" y="9464"/>
                  </a:lnTo>
                  <a:lnTo>
                    <a:pt x="8767" y="9721"/>
                  </a:lnTo>
                  <a:lnTo>
                    <a:pt x="9024" y="10198"/>
                  </a:lnTo>
                  <a:lnTo>
                    <a:pt x="9170" y="10528"/>
                  </a:lnTo>
                  <a:lnTo>
                    <a:pt x="8804" y="10234"/>
                  </a:lnTo>
                  <a:lnTo>
                    <a:pt x="8804" y="10198"/>
                  </a:lnTo>
                  <a:lnTo>
                    <a:pt x="8767" y="9904"/>
                  </a:lnTo>
                  <a:lnTo>
                    <a:pt x="8657" y="9611"/>
                  </a:lnTo>
                  <a:lnTo>
                    <a:pt x="8584" y="9464"/>
                  </a:lnTo>
                  <a:lnTo>
                    <a:pt x="8474" y="9317"/>
                  </a:lnTo>
                  <a:lnTo>
                    <a:pt x="8547" y="9244"/>
                  </a:lnTo>
                  <a:close/>
                  <a:moveTo>
                    <a:pt x="9464" y="10601"/>
                  </a:moveTo>
                  <a:lnTo>
                    <a:pt x="9574" y="10638"/>
                  </a:lnTo>
                  <a:lnTo>
                    <a:pt x="9464" y="10638"/>
                  </a:lnTo>
                  <a:lnTo>
                    <a:pt x="9464" y="10601"/>
                  </a:lnTo>
                  <a:close/>
                  <a:moveTo>
                    <a:pt x="8877" y="8510"/>
                  </a:moveTo>
                  <a:lnTo>
                    <a:pt x="8584" y="8730"/>
                  </a:lnTo>
                  <a:lnTo>
                    <a:pt x="8327" y="8914"/>
                  </a:lnTo>
                  <a:lnTo>
                    <a:pt x="8143" y="9171"/>
                  </a:lnTo>
                  <a:lnTo>
                    <a:pt x="8070" y="9354"/>
                  </a:lnTo>
                  <a:lnTo>
                    <a:pt x="7997" y="9501"/>
                  </a:lnTo>
                  <a:lnTo>
                    <a:pt x="7997" y="9647"/>
                  </a:lnTo>
                  <a:lnTo>
                    <a:pt x="8033" y="9831"/>
                  </a:lnTo>
                  <a:lnTo>
                    <a:pt x="8070" y="9978"/>
                  </a:lnTo>
                  <a:lnTo>
                    <a:pt x="8143" y="10088"/>
                  </a:lnTo>
                  <a:lnTo>
                    <a:pt x="8363" y="10344"/>
                  </a:lnTo>
                  <a:lnTo>
                    <a:pt x="8584" y="10564"/>
                  </a:lnTo>
                  <a:lnTo>
                    <a:pt x="8914" y="10785"/>
                  </a:lnTo>
                  <a:lnTo>
                    <a:pt x="9244" y="10968"/>
                  </a:lnTo>
                  <a:lnTo>
                    <a:pt x="9391" y="11041"/>
                  </a:lnTo>
                  <a:lnTo>
                    <a:pt x="9537" y="11078"/>
                  </a:lnTo>
                  <a:lnTo>
                    <a:pt x="9684" y="11041"/>
                  </a:lnTo>
                  <a:lnTo>
                    <a:pt x="9867" y="10968"/>
                  </a:lnTo>
                  <a:lnTo>
                    <a:pt x="10051" y="10821"/>
                  </a:lnTo>
                  <a:lnTo>
                    <a:pt x="10234" y="10601"/>
                  </a:lnTo>
                  <a:lnTo>
                    <a:pt x="10271" y="10491"/>
                  </a:lnTo>
                  <a:lnTo>
                    <a:pt x="10271" y="10381"/>
                  </a:lnTo>
                  <a:lnTo>
                    <a:pt x="10271" y="10271"/>
                  </a:lnTo>
                  <a:lnTo>
                    <a:pt x="10198" y="10161"/>
                  </a:lnTo>
                  <a:lnTo>
                    <a:pt x="10198" y="9904"/>
                  </a:lnTo>
                  <a:lnTo>
                    <a:pt x="10161" y="9684"/>
                  </a:lnTo>
                  <a:lnTo>
                    <a:pt x="10088" y="9464"/>
                  </a:lnTo>
                  <a:lnTo>
                    <a:pt x="9977" y="9244"/>
                  </a:lnTo>
                  <a:lnTo>
                    <a:pt x="9831" y="9060"/>
                  </a:lnTo>
                  <a:lnTo>
                    <a:pt x="9647" y="8914"/>
                  </a:lnTo>
                  <a:lnTo>
                    <a:pt x="9464" y="8767"/>
                  </a:lnTo>
                  <a:lnTo>
                    <a:pt x="9060" y="8510"/>
                  </a:lnTo>
                  <a:close/>
                  <a:moveTo>
                    <a:pt x="2604" y="8510"/>
                  </a:moveTo>
                  <a:lnTo>
                    <a:pt x="3815" y="9757"/>
                  </a:lnTo>
                  <a:lnTo>
                    <a:pt x="4292" y="10271"/>
                  </a:lnTo>
                  <a:lnTo>
                    <a:pt x="3852" y="10344"/>
                  </a:lnTo>
                  <a:lnTo>
                    <a:pt x="2678" y="10674"/>
                  </a:lnTo>
                  <a:lnTo>
                    <a:pt x="1577" y="10968"/>
                  </a:lnTo>
                  <a:lnTo>
                    <a:pt x="1064" y="11115"/>
                  </a:lnTo>
                  <a:lnTo>
                    <a:pt x="697" y="11188"/>
                  </a:lnTo>
                  <a:lnTo>
                    <a:pt x="587" y="11188"/>
                  </a:lnTo>
                  <a:lnTo>
                    <a:pt x="477" y="11151"/>
                  </a:lnTo>
                  <a:lnTo>
                    <a:pt x="1577" y="9721"/>
                  </a:lnTo>
                  <a:lnTo>
                    <a:pt x="1908" y="9317"/>
                  </a:lnTo>
                  <a:lnTo>
                    <a:pt x="2201" y="8914"/>
                  </a:lnTo>
                  <a:lnTo>
                    <a:pt x="2421" y="8730"/>
                  </a:lnTo>
                  <a:lnTo>
                    <a:pt x="2604" y="8510"/>
                  </a:lnTo>
                  <a:close/>
                  <a:moveTo>
                    <a:pt x="8914" y="8180"/>
                  </a:moveTo>
                  <a:lnTo>
                    <a:pt x="9097" y="8217"/>
                  </a:lnTo>
                  <a:lnTo>
                    <a:pt x="9244" y="8253"/>
                  </a:lnTo>
                  <a:lnTo>
                    <a:pt x="9574" y="8400"/>
                  </a:lnTo>
                  <a:lnTo>
                    <a:pt x="9867" y="8584"/>
                  </a:lnTo>
                  <a:lnTo>
                    <a:pt x="10124" y="8840"/>
                  </a:lnTo>
                  <a:lnTo>
                    <a:pt x="10308" y="9171"/>
                  </a:lnTo>
                  <a:lnTo>
                    <a:pt x="10454" y="9464"/>
                  </a:lnTo>
                  <a:lnTo>
                    <a:pt x="10564" y="9794"/>
                  </a:lnTo>
                  <a:lnTo>
                    <a:pt x="10601" y="10161"/>
                  </a:lnTo>
                  <a:lnTo>
                    <a:pt x="10601" y="10528"/>
                  </a:lnTo>
                  <a:lnTo>
                    <a:pt x="10491" y="10858"/>
                  </a:lnTo>
                  <a:lnTo>
                    <a:pt x="10491" y="10895"/>
                  </a:lnTo>
                  <a:lnTo>
                    <a:pt x="10454" y="10858"/>
                  </a:lnTo>
                  <a:lnTo>
                    <a:pt x="10344" y="10785"/>
                  </a:lnTo>
                  <a:lnTo>
                    <a:pt x="10271" y="10785"/>
                  </a:lnTo>
                  <a:lnTo>
                    <a:pt x="10161" y="10821"/>
                  </a:lnTo>
                  <a:lnTo>
                    <a:pt x="10124" y="10931"/>
                  </a:lnTo>
                  <a:lnTo>
                    <a:pt x="10088" y="11078"/>
                  </a:lnTo>
                  <a:lnTo>
                    <a:pt x="10051" y="11188"/>
                  </a:lnTo>
                  <a:lnTo>
                    <a:pt x="9867" y="11298"/>
                  </a:lnTo>
                  <a:lnTo>
                    <a:pt x="9794" y="11371"/>
                  </a:lnTo>
                  <a:lnTo>
                    <a:pt x="9757" y="11445"/>
                  </a:lnTo>
                  <a:lnTo>
                    <a:pt x="9611" y="11481"/>
                  </a:lnTo>
                  <a:lnTo>
                    <a:pt x="9464" y="11481"/>
                  </a:lnTo>
                  <a:lnTo>
                    <a:pt x="9354" y="11445"/>
                  </a:lnTo>
                  <a:lnTo>
                    <a:pt x="9207" y="11408"/>
                  </a:lnTo>
                  <a:lnTo>
                    <a:pt x="8620" y="11078"/>
                  </a:lnTo>
                  <a:lnTo>
                    <a:pt x="8327" y="10895"/>
                  </a:lnTo>
                  <a:lnTo>
                    <a:pt x="8070" y="10674"/>
                  </a:lnTo>
                  <a:lnTo>
                    <a:pt x="7850" y="10418"/>
                  </a:lnTo>
                  <a:lnTo>
                    <a:pt x="7703" y="10124"/>
                  </a:lnTo>
                  <a:lnTo>
                    <a:pt x="7593" y="9794"/>
                  </a:lnTo>
                  <a:lnTo>
                    <a:pt x="7593" y="9501"/>
                  </a:lnTo>
                  <a:lnTo>
                    <a:pt x="7630" y="9171"/>
                  </a:lnTo>
                  <a:lnTo>
                    <a:pt x="7777" y="8877"/>
                  </a:lnTo>
                  <a:lnTo>
                    <a:pt x="7960" y="8620"/>
                  </a:lnTo>
                  <a:lnTo>
                    <a:pt x="8217" y="8400"/>
                  </a:lnTo>
                  <a:lnTo>
                    <a:pt x="8400" y="8290"/>
                  </a:lnTo>
                  <a:lnTo>
                    <a:pt x="8584" y="8217"/>
                  </a:lnTo>
                  <a:lnTo>
                    <a:pt x="8730" y="8180"/>
                  </a:lnTo>
                  <a:close/>
                  <a:moveTo>
                    <a:pt x="8767" y="7777"/>
                  </a:moveTo>
                  <a:lnTo>
                    <a:pt x="8547" y="7813"/>
                  </a:lnTo>
                  <a:lnTo>
                    <a:pt x="8363" y="7850"/>
                  </a:lnTo>
                  <a:lnTo>
                    <a:pt x="8143" y="7960"/>
                  </a:lnTo>
                  <a:lnTo>
                    <a:pt x="7960" y="8033"/>
                  </a:lnTo>
                  <a:lnTo>
                    <a:pt x="7777" y="8180"/>
                  </a:lnTo>
                  <a:lnTo>
                    <a:pt x="7593" y="8364"/>
                  </a:lnTo>
                  <a:lnTo>
                    <a:pt x="7446" y="8510"/>
                  </a:lnTo>
                  <a:lnTo>
                    <a:pt x="7336" y="8657"/>
                  </a:lnTo>
                  <a:lnTo>
                    <a:pt x="7190" y="9024"/>
                  </a:lnTo>
                  <a:lnTo>
                    <a:pt x="7116" y="9427"/>
                  </a:lnTo>
                  <a:lnTo>
                    <a:pt x="7116" y="9831"/>
                  </a:lnTo>
                  <a:lnTo>
                    <a:pt x="7153" y="10051"/>
                  </a:lnTo>
                  <a:lnTo>
                    <a:pt x="7226" y="10271"/>
                  </a:lnTo>
                  <a:lnTo>
                    <a:pt x="7336" y="10454"/>
                  </a:lnTo>
                  <a:lnTo>
                    <a:pt x="7446" y="10638"/>
                  </a:lnTo>
                  <a:lnTo>
                    <a:pt x="7740" y="11005"/>
                  </a:lnTo>
                  <a:lnTo>
                    <a:pt x="8107" y="11298"/>
                  </a:lnTo>
                  <a:lnTo>
                    <a:pt x="8510" y="11555"/>
                  </a:lnTo>
                  <a:lnTo>
                    <a:pt x="8914" y="11775"/>
                  </a:lnTo>
                  <a:lnTo>
                    <a:pt x="9134" y="11885"/>
                  </a:lnTo>
                  <a:lnTo>
                    <a:pt x="9354" y="11958"/>
                  </a:lnTo>
                  <a:lnTo>
                    <a:pt x="9574" y="11958"/>
                  </a:lnTo>
                  <a:lnTo>
                    <a:pt x="9757" y="11922"/>
                  </a:lnTo>
                  <a:lnTo>
                    <a:pt x="9977" y="11848"/>
                  </a:lnTo>
                  <a:lnTo>
                    <a:pt x="10198" y="11702"/>
                  </a:lnTo>
                  <a:lnTo>
                    <a:pt x="10381" y="11555"/>
                  </a:lnTo>
                  <a:lnTo>
                    <a:pt x="10491" y="11371"/>
                  </a:lnTo>
                  <a:lnTo>
                    <a:pt x="10674" y="11298"/>
                  </a:lnTo>
                  <a:lnTo>
                    <a:pt x="10784" y="11151"/>
                  </a:lnTo>
                  <a:lnTo>
                    <a:pt x="10895" y="10968"/>
                  </a:lnTo>
                  <a:lnTo>
                    <a:pt x="10968" y="10785"/>
                  </a:lnTo>
                  <a:lnTo>
                    <a:pt x="11005" y="10601"/>
                  </a:lnTo>
                  <a:lnTo>
                    <a:pt x="11005" y="10381"/>
                  </a:lnTo>
                  <a:lnTo>
                    <a:pt x="11005" y="10124"/>
                  </a:lnTo>
                  <a:lnTo>
                    <a:pt x="10968" y="9684"/>
                  </a:lnTo>
                  <a:lnTo>
                    <a:pt x="10821" y="9207"/>
                  </a:lnTo>
                  <a:lnTo>
                    <a:pt x="10638" y="8804"/>
                  </a:lnTo>
                  <a:lnTo>
                    <a:pt x="10491" y="8620"/>
                  </a:lnTo>
                  <a:lnTo>
                    <a:pt x="10344" y="8437"/>
                  </a:lnTo>
                  <a:lnTo>
                    <a:pt x="10198" y="8290"/>
                  </a:lnTo>
                  <a:lnTo>
                    <a:pt x="10014" y="8143"/>
                  </a:lnTo>
                  <a:lnTo>
                    <a:pt x="9831" y="8033"/>
                  </a:lnTo>
                  <a:lnTo>
                    <a:pt x="9611" y="7923"/>
                  </a:lnTo>
                  <a:lnTo>
                    <a:pt x="9427" y="7850"/>
                  </a:lnTo>
                  <a:lnTo>
                    <a:pt x="9207" y="7813"/>
                  </a:lnTo>
                  <a:lnTo>
                    <a:pt x="8987" y="7777"/>
                  </a:lnTo>
                  <a:close/>
                  <a:moveTo>
                    <a:pt x="9024" y="0"/>
                  </a:moveTo>
                  <a:lnTo>
                    <a:pt x="8767" y="37"/>
                  </a:lnTo>
                  <a:lnTo>
                    <a:pt x="8547" y="110"/>
                  </a:lnTo>
                  <a:lnTo>
                    <a:pt x="8363" y="257"/>
                  </a:lnTo>
                  <a:lnTo>
                    <a:pt x="8180" y="440"/>
                  </a:lnTo>
                  <a:lnTo>
                    <a:pt x="7593" y="1027"/>
                  </a:lnTo>
                  <a:lnTo>
                    <a:pt x="7006" y="1651"/>
                  </a:lnTo>
                  <a:lnTo>
                    <a:pt x="6639" y="2054"/>
                  </a:lnTo>
                  <a:lnTo>
                    <a:pt x="6383" y="2311"/>
                  </a:lnTo>
                  <a:lnTo>
                    <a:pt x="6199" y="2605"/>
                  </a:lnTo>
                  <a:lnTo>
                    <a:pt x="5796" y="2201"/>
                  </a:lnTo>
                  <a:lnTo>
                    <a:pt x="5722" y="2128"/>
                  </a:lnTo>
                  <a:lnTo>
                    <a:pt x="5502" y="2128"/>
                  </a:lnTo>
                  <a:lnTo>
                    <a:pt x="5392" y="2201"/>
                  </a:lnTo>
                  <a:lnTo>
                    <a:pt x="5356" y="2238"/>
                  </a:lnTo>
                  <a:lnTo>
                    <a:pt x="4915" y="2531"/>
                  </a:lnTo>
                  <a:lnTo>
                    <a:pt x="4512" y="2898"/>
                  </a:lnTo>
                  <a:lnTo>
                    <a:pt x="4292" y="2715"/>
                  </a:lnTo>
                  <a:lnTo>
                    <a:pt x="4072" y="2495"/>
                  </a:lnTo>
                  <a:lnTo>
                    <a:pt x="3998" y="2458"/>
                  </a:lnTo>
                  <a:lnTo>
                    <a:pt x="3888" y="2458"/>
                  </a:lnTo>
                  <a:lnTo>
                    <a:pt x="3815" y="2495"/>
                  </a:lnTo>
                  <a:lnTo>
                    <a:pt x="3778" y="2568"/>
                  </a:lnTo>
                  <a:lnTo>
                    <a:pt x="3778" y="2421"/>
                  </a:lnTo>
                  <a:lnTo>
                    <a:pt x="3778" y="2311"/>
                  </a:lnTo>
                  <a:lnTo>
                    <a:pt x="3668" y="2128"/>
                  </a:lnTo>
                  <a:lnTo>
                    <a:pt x="3521" y="1908"/>
                  </a:lnTo>
                  <a:lnTo>
                    <a:pt x="3338" y="1761"/>
                  </a:lnTo>
                  <a:lnTo>
                    <a:pt x="3118" y="1614"/>
                  </a:lnTo>
                  <a:lnTo>
                    <a:pt x="2861" y="1504"/>
                  </a:lnTo>
                  <a:lnTo>
                    <a:pt x="2458" y="1321"/>
                  </a:lnTo>
                  <a:lnTo>
                    <a:pt x="2348" y="1321"/>
                  </a:lnTo>
                  <a:lnTo>
                    <a:pt x="2238" y="1357"/>
                  </a:lnTo>
                  <a:lnTo>
                    <a:pt x="2201" y="1431"/>
                  </a:lnTo>
                  <a:lnTo>
                    <a:pt x="2201" y="1504"/>
                  </a:lnTo>
                  <a:lnTo>
                    <a:pt x="2531" y="2238"/>
                  </a:lnTo>
                  <a:lnTo>
                    <a:pt x="2678" y="2531"/>
                  </a:lnTo>
                  <a:lnTo>
                    <a:pt x="2751" y="2678"/>
                  </a:lnTo>
                  <a:lnTo>
                    <a:pt x="2861" y="2825"/>
                  </a:lnTo>
                  <a:lnTo>
                    <a:pt x="3008" y="2898"/>
                  </a:lnTo>
                  <a:lnTo>
                    <a:pt x="3191" y="2935"/>
                  </a:lnTo>
                  <a:lnTo>
                    <a:pt x="3338" y="2935"/>
                  </a:lnTo>
                  <a:lnTo>
                    <a:pt x="3485" y="2861"/>
                  </a:lnTo>
                  <a:lnTo>
                    <a:pt x="3632" y="2788"/>
                  </a:lnTo>
                  <a:lnTo>
                    <a:pt x="3301" y="3155"/>
                  </a:lnTo>
                  <a:lnTo>
                    <a:pt x="2971" y="3485"/>
                  </a:lnTo>
                  <a:lnTo>
                    <a:pt x="2935" y="3412"/>
                  </a:lnTo>
                  <a:lnTo>
                    <a:pt x="2935" y="3265"/>
                  </a:lnTo>
                  <a:lnTo>
                    <a:pt x="2898" y="3081"/>
                  </a:lnTo>
                  <a:lnTo>
                    <a:pt x="2825" y="2825"/>
                  </a:lnTo>
                  <a:lnTo>
                    <a:pt x="2678" y="2605"/>
                  </a:lnTo>
                  <a:lnTo>
                    <a:pt x="2458" y="2384"/>
                  </a:lnTo>
                  <a:lnTo>
                    <a:pt x="2238" y="2238"/>
                  </a:lnTo>
                  <a:lnTo>
                    <a:pt x="1981" y="2091"/>
                  </a:lnTo>
                  <a:lnTo>
                    <a:pt x="1687" y="1981"/>
                  </a:lnTo>
                  <a:lnTo>
                    <a:pt x="1431" y="1908"/>
                  </a:lnTo>
                  <a:lnTo>
                    <a:pt x="880" y="1834"/>
                  </a:lnTo>
                  <a:lnTo>
                    <a:pt x="770" y="1834"/>
                  </a:lnTo>
                  <a:lnTo>
                    <a:pt x="697" y="1871"/>
                  </a:lnTo>
                  <a:lnTo>
                    <a:pt x="624" y="1944"/>
                  </a:lnTo>
                  <a:lnTo>
                    <a:pt x="624" y="2054"/>
                  </a:lnTo>
                  <a:lnTo>
                    <a:pt x="697" y="2384"/>
                  </a:lnTo>
                  <a:lnTo>
                    <a:pt x="807" y="2751"/>
                  </a:lnTo>
                  <a:lnTo>
                    <a:pt x="917" y="3045"/>
                  </a:lnTo>
                  <a:lnTo>
                    <a:pt x="1101" y="3375"/>
                  </a:lnTo>
                  <a:lnTo>
                    <a:pt x="1284" y="3668"/>
                  </a:lnTo>
                  <a:lnTo>
                    <a:pt x="1504" y="3925"/>
                  </a:lnTo>
                  <a:lnTo>
                    <a:pt x="1724" y="4182"/>
                  </a:lnTo>
                  <a:lnTo>
                    <a:pt x="1981" y="4439"/>
                  </a:lnTo>
                  <a:lnTo>
                    <a:pt x="2018" y="4439"/>
                  </a:lnTo>
                  <a:lnTo>
                    <a:pt x="1761" y="4695"/>
                  </a:lnTo>
                  <a:lnTo>
                    <a:pt x="1761" y="4549"/>
                  </a:lnTo>
                  <a:lnTo>
                    <a:pt x="1724" y="4402"/>
                  </a:lnTo>
                  <a:lnTo>
                    <a:pt x="1614" y="4255"/>
                  </a:lnTo>
                  <a:lnTo>
                    <a:pt x="1467" y="4108"/>
                  </a:lnTo>
                  <a:lnTo>
                    <a:pt x="1321" y="3998"/>
                  </a:lnTo>
                  <a:lnTo>
                    <a:pt x="1101" y="3925"/>
                  </a:lnTo>
                  <a:lnTo>
                    <a:pt x="697" y="3815"/>
                  </a:lnTo>
                  <a:lnTo>
                    <a:pt x="330" y="3742"/>
                  </a:lnTo>
                  <a:lnTo>
                    <a:pt x="220" y="3742"/>
                  </a:lnTo>
                  <a:lnTo>
                    <a:pt x="147" y="3815"/>
                  </a:lnTo>
                  <a:lnTo>
                    <a:pt x="110" y="3925"/>
                  </a:lnTo>
                  <a:lnTo>
                    <a:pt x="147" y="3998"/>
                  </a:lnTo>
                  <a:lnTo>
                    <a:pt x="367" y="4329"/>
                  </a:lnTo>
                  <a:lnTo>
                    <a:pt x="624" y="4732"/>
                  </a:lnTo>
                  <a:lnTo>
                    <a:pt x="807" y="4915"/>
                  </a:lnTo>
                  <a:lnTo>
                    <a:pt x="954" y="5062"/>
                  </a:lnTo>
                  <a:lnTo>
                    <a:pt x="1137" y="5172"/>
                  </a:lnTo>
                  <a:lnTo>
                    <a:pt x="1321" y="5246"/>
                  </a:lnTo>
                  <a:lnTo>
                    <a:pt x="1321" y="5282"/>
                  </a:lnTo>
                  <a:lnTo>
                    <a:pt x="1394" y="5356"/>
                  </a:lnTo>
                  <a:lnTo>
                    <a:pt x="1834" y="5759"/>
                  </a:lnTo>
                  <a:lnTo>
                    <a:pt x="1651" y="6126"/>
                  </a:lnTo>
                  <a:lnTo>
                    <a:pt x="1504" y="6493"/>
                  </a:lnTo>
                  <a:lnTo>
                    <a:pt x="1394" y="6896"/>
                  </a:lnTo>
                  <a:lnTo>
                    <a:pt x="1321" y="6933"/>
                  </a:lnTo>
                  <a:lnTo>
                    <a:pt x="1321" y="7043"/>
                  </a:lnTo>
                  <a:lnTo>
                    <a:pt x="1321" y="7153"/>
                  </a:lnTo>
                  <a:lnTo>
                    <a:pt x="1357" y="7263"/>
                  </a:lnTo>
                  <a:lnTo>
                    <a:pt x="1431" y="7373"/>
                  </a:lnTo>
                  <a:lnTo>
                    <a:pt x="1467" y="7410"/>
                  </a:lnTo>
                  <a:lnTo>
                    <a:pt x="1541" y="7447"/>
                  </a:lnTo>
                  <a:lnTo>
                    <a:pt x="1651" y="7593"/>
                  </a:lnTo>
                  <a:lnTo>
                    <a:pt x="2311" y="8217"/>
                  </a:lnTo>
                  <a:lnTo>
                    <a:pt x="2164" y="8327"/>
                  </a:lnTo>
                  <a:lnTo>
                    <a:pt x="2018" y="8437"/>
                  </a:lnTo>
                  <a:lnTo>
                    <a:pt x="1761" y="8694"/>
                  </a:lnTo>
                  <a:lnTo>
                    <a:pt x="1394" y="9207"/>
                  </a:lnTo>
                  <a:lnTo>
                    <a:pt x="990" y="9721"/>
                  </a:lnTo>
                  <a:lnTo>
                    <a:pt x="220" y="10748"/>
                  </a:lnTo>
                  <a:lnTo>
                    <a:pt x="73" y="10968"/>
                  </a:lnTo>
                  <a:lnTo>
                    <a:pt x="0" y="11151"/>
                  </a:lnTo>
                  <a:lnTo>
                    <a:pt x="0" y="11225"/>
                  </a:lnTo>
                  <a:lnTo>
                    <a:pt x="37" y="11335"/>
                  </a:lnTo>
                  <a:lnTo>
                    <a:pt x="183" y="11518"/>
                  </a:lnTo>
                  <a:lnTo>
                    <a:pt x="257" y="11592"/>
                  </a:lnTo>
                  <a:lnTo>
                    <a:pt x="367" y="11628"/>
                  </a:lnTo>
                  <a:lnTo>
                    <a:pt x="550" y="11665"/>
                  </a:lnTo>
                  <a:lnTo>
                    <a:pt x="770" y="11628"/>
                  </a:lnTo>
                  <a:lnTo>
                    <a:pt x="990" y="11592"/>
                  </a:lnTo>
                  <a:lnTo>
                    <a:pt x="2348" y="11188"/>
                  </a:lnTo>
                  <a:lnTo>
                    <a:pt x="3595" y="10821"/>
                  </a:lnTo>
                  <a:lnTo>
                    <a:pt x="4072" y="10711"/>
                  </a:lnTo>
                  <a:lnTo>
                    <a:pt x="4292" y="10638"/>
                  </a:lnTo>
                  <a:lnTo>
                    <a:pt x="4512" y="10491"/>
                  </a:lnTo>
                  <a:lnTo>
                    <a:pt x="5025" y="11005"/>
                  </a:lnTo>
                  <a:lnTo>
                    <a:pt x="5539" y="11518"/>
                  </a:lnTo>
                  <a:lnTo>
                    <a:pt x="6089" y="11995"/>
                  </a:lnTo>
                  <a:lnTo>
                    <a:pt x="6676" y="12398"/>
                  </a:lnTo>
                  <a:lnTo>
                    <a:pt x="7006" y="12619"/>
                  </a:lnTo>
                  <a:lnTo>
                    <a:pt x="7373" y="12802"/>
                  </a:lnTo>
                  <a:lnTo>
                    <a:pt x="7740" y="12985"/>
                  </a:lnTo>
                  <a:lnTo>
                    <a:pt x="8070" y="13132"/>
                  </a:lnTo>
                  <a:lnTo>
                    <a:pt x="8474" y="13242"/>
                  </a:lnTo>
                  <a:lnTo>
                    <a:pt x="8840" y="13352"/>
                  </a:lnTo>
                  <a:lnTo>
                    <a:pt x="9207" y="13426"/>
                  </a:lnTo>
                  <a:lnTo>
                    <a:pt x="9611" y="13499"/>
                  </a:lnTo>
                  <a:lnTo>
                    <a:pt x="9977" y="13536"/>
                  </a:lnTo>
                  <a:lnTo>
                    <a:pt x="10381" y="13572"/>
                  </a:lnTo>
                  <a:lnTo>
                    <a:pt x="11115" y="13536"/>
                  </a:lnTo>
                  <a:lnTo>
                    <a:pt x="11812" y="13426"/>
                  </a:lnTo>
                  <a:lnTo>
                    <a:pt x="12215" y="13316"/>
                  </a:lnTo>
                  <a:lnTo>
                    <a:pt x="12362" y="13279"/>
                  </a:lnTo>
                  <a:lnTo>
                    <a:pt x="12435" y="13279"/>
                  </a:lnTo>
                  <a:lnTo>
                    <a:pt x="12435" y="13316"/>
                  </a:lnTo>
                  <a:lnTo>
                    <a:pt x="12509" y="13352"/>
                  </a:lnTo>
                  <a:lnTo>
                    <a:pt x="12545" y="13352"/>
                  </a:lnTo>
                  <a:lnTo>
                    <a:pt x="12582" y="13316"/>
                  </a:lnTo>
                  <a:lnTo>
                    <a:pt x="12619" y="13279"/>
                  </a:lnTo>
                  <a:lnTo>
                    <a:pt x="12655" y="13169"/>
                  </a:lnTo>
                  <a:lnTo>
                    <a:pt x="12655" y="13022"/>
                  </a:lnTo>
                  <a:lnTo>
                    <a:pt x="12545" y="12949"/>
                  </a:lnTo>
                  <a:lnTo>
                    <a:pt x="12435" y="12912"/>
                  </a:lnTo>
                  <a:lnTo>
                    <a:pt x="12178" y="12912"/>
                  </a:lnTo>
                  <a:lnTo>
                    <a:pt x="11702" y="13022"/>
                  </a:lnTo>
                  <a:lnTo>
                    <a:pt x="11188" y="13095"/>
                  </a:lnTo>
                  <a:lnTo>
                    <a:pt x="10748" y="13132"/>
                  </a:lnTo>
                  <a:lnTo>
                    <a:pt x="10308" y="13095"/>
                  </a:lnTo>
                  <a:lnTo>
                    <a:pt x="9867" y="13095"/>
                  </a:lnTo>
                  <a:lnTo>
                    <a:pt x="9464" y="13022"/>
                  </a:lnTo>
                  <a:lnTo>
                    <a:pt x="9024" y="12949"/>
                  </a:lnTo>
                  <a:lnTo>
                    <a:pt x="8584" y="12802"/>
                  </a:lnTo>
                  <a:lnTo>
                    <a:pt x="8180" y="12655"/>
                  </a:lnTo>
                  <a:lnTo>
                    <a:pt x="7777" y="12509"/>
                  </a:lnTo>
                  <a:lnTo>
                    <a:pt x="7300" y="12252"/>
                  </a:lnTo>
                  <a:lnTo>
                    <a:pt x="6860" y="11958"/>
                  </a:lnTo>
                  <a:lnTo>
                    <a:pt x="6419" y="11628"/>
                  </a:lnTo>
                  <a:lnTo>
                    <a:pt x="6016" y="11298"/>
                  </a:lnTo>
                  <a:lnTo>
                    <a:pt x="5246" y="10564"/>
                  </a:lnTo>
                  <a:lnTo>
                    <a:pt x="4512" y="9794"/>
                  </a:lnTo>
                  <a:lnTo>
                    <a:pt x="3008" y="8290"/>
                  </a:lnTo>
                  <a:lnTo>
                    <a:pt x="2274" y="7520"/>
                  </a:lnTo>
                  <a:lnTo>
                    <a:pt x="2091" y="7300"/>
                  </a:lnTo>
                  <a:lnTo>
                    <a:pt x="1871" y="7080"/>
                  </a:lnTo>
                  <a:lnTo>
                    <a:pt x="1944" y="6713"/>
                  </a:lnTo>
                  <a:lnTo>
                    <a:pt x="2054" y="6383"/>
                  </a:lnTo>
                  <a:lnTo>
                    <a:pt x="2238" y="6053"/>
                  </a:lnTo>
                  <a:lnTo>
                    <a:pt x="2421" y="5722"/>
                  </a:lnTo>
                  <a:lnTo>
                    <a:pt x="2641" y="5429"/>
                  </a:lnTo>
                  <a:lnTo>
                    <a:pt x="2898" y="5172"/>
                  </a:lnTo>
                  <a:lnTo>
                    <a:pt x="3411" y="4622"/>
                  </a:lnTo>
                  <a:lnTo>
                    <a:pt x="4475" y="3558"/>
                  </a:lnTo>
                  <a:lnTo>
                    <a:pt x="5025" y="3045"/>
                  </a:lnTo>
                  <a:lnTo>
                    <a:pt x="5246" y="2825"/>
                  </a:lnTo>
                  <a:lnTo>
                    <a:pt x="5392" y="2678"/>
                  </a:lnTo>
                  <a:lnTo>
                    <a:pt x="5502" y="2605"/>
                  </a:lnTo>
                  <a:lnTo>
                    <a:pt x="5612" y="2715"/>
                  </a:lnTo>
                  <a:lnTo>
                    <a:pt x="5392" y="2825"/>
                  </a:lnTo>
                  <a:lnTo>
                    <a:pt x="5246" y="2971"/>
                  </a:lnTo>
                  <a:lnTo>
                    <a:pt x="4952" y="3301"/>
                  </a:lnTo>
                  <a:lnTo>
                    <a:pt x="4805" y="3485"/>
                  </a:lnTo>
                  <a:lnTo>
                    <a:pt x="4695" y="3668"/>
                  </a:lnTo>
                  <a:lnTo>
                    <a:pt x="4585" y="3888"/>
                  </a:lnTo>
                  <a:lnTo>
                    <a:pt x="4585" y="3962"/>
                  </a:lnTo>
                  <a:lnTo>
                    <a:pt x="4622" y="4072"/>
                  </a:lnTo>
                  <a:lnTo>
                    <a:pt x="4659" y="4145"/>
                  </a:lnTo>
                  <a:lnTo>
                    <a:pt x="4732" y="4145"/>
                  </a:lnTo>
                  <a:lnTo>
                    <a:pt x="4915" y="4035"/>
                  </a:lnTo>
                  <a:lnTo>
                    <a:pt x="5025" y="3888"/>
                  </a:lnTo>
                  <a:lnTo>
                    <a:pt x="5209" y="3558"/>
                  </a:lnTo>
                  <a:lnTo>
                    <a:pt x="5502" y="3228"/>
                  </a:lnTo>
                  <a:lnTo>
                    <a:pt x="5759" y="2898"/>
                  </a:lnTo>
                  <a:lnTo>
                    <a:pt x="6016" y="3118"/>
                  </a:lnTo>
                  <a:lnTo>
                    <a:pt x="5832" y="3301"/>
                  </a:lnTo>
                  <a:lnTo>
                    <a:pt x="5612" y="3522"/>
                  </a:lnTo>
                  <a:lnTo>
                    <a:pt x="5466" y="3742"/>
                  </a:lnTo>
                  <a:lnTo>
                    <a:pt x="5356" y="3962"/>
                  </a:lnTo>
                  <a:lnTo>
                    <a:pt x="5319" y="4072"/>
                  </a:lnTo>
                  <a:lnTo>
                    <a:pt x="5392" y="4182"/>
                  </a:lnTo>
                  <a:lnTo>
                    <a:pt x="5502" y="4219"/>
                  </a:lnTo>
                  <a:lnTo>
                    <a:pt x="5539" y="4219"/>
                  </a:lnTo>
                  <a:lnTo>
                    <a:pt x="5612" y="4182"/>
                  </a:lnTo>
                  <a:lnTo>
                    <a:pt x="5796" y="3998"/>
                  </a:lnTo>
                  <a:lnTo>
                    <a:pt x="5942" y="3778"/>
                  </a:lnTo>
                  <a:lnTo>
                    <a:pt x="6089" y="3558"/>
                  </a:lnTo>
                  <a:lnTo>
                    <a:pt x="6199" y="3301"/>
                  </a:lnTo>
                  <a:lnTo>
                    <a:pt x="6309" y="3375"/>
                  </a:lnTo>
                  <a:lnTo>
                    <a:pt x="6456" y="3485"/>
                  </a:lnTo>
                  <a:lnTo>
                    <a:pt x="6346" y="3595"/>
                  </a:lnTo>
                  <a:lnTo>
                    <a:pt x="6236" y="3705"/>
                  </a:lnTo>
                  <a:lnTo>
                    <a:pt x="6089" y="3962"/>
                  </a:lnTo>
                  <a:lnTo>
                    <a:pt x="5869" y="4255"/>
                  </a:lnTo>
                  <a:lnTo>
                    <a:pt x="5796" y="4402"/>
                  </a:lnTo>
                  <a:lnTo>
                    <a:pt x="5722" y="4585"/>
                  </a:lnTo>
                  <a:lnTo>
                    <a:pt x="5722" y="4622"/>
                  </a:lnTo>
                  <a:lnTo>
                    <a:pt x="5722" y="4695"/>
                  </a:lnTo>
                  <a:lnTo>
                    <a:pt x="5796" y="4732"/>
                  </a:lnTo>
                  <a:lnTo>
                    <a:pt x="5906" y="4769"/>
                  </a:lnTo>
                  <a:lnTo>
                    <a:pt x="6016" y="4695"/>
                  </a:lnTo>
                  <a:lnTo>
                    <a:pt x="6126" y="4585"/>
                  </a:lnTo>
                  <a:lnTo>
                    <a:pt x="6199" y="4439"/>
                  </a:lnTo>
                  <a:lnTo>
                    <a:pt x="6383" y="4145"/>
                  </a:lnTo>
                  <a:lnTo>
                    <a:pt x="6456" y="3962"/>
                  </a:lnTo>
                  <a:lnTo>
                    <a:pt x="6603" y="3632"/>
                  </a:lnTo>
                  <a:lnTo>
                    <a:pt x="7300" y="4145"/>
                  </a:lnTo>
                  <a:lnTo>
                    <a:pt x="7116" y="4292"/>
                  </a:lnTo>
                  <a:lnTo>
                    <a:pt x="6933" y="4439"/>
                  </a:lnTo>
                  <a:lnTo>
                    <a:pt x="6713" y="4695"/>
                  </a:lnTo>
                  <a:lnTo>
                    <a:pt x="6529" y="5026"/>
                  </a:lnTo>
                  <a:lnTo>
                    <a:pt x="6529" y="5099"/>
                  </a:lnTo>
                  <a:lnTo>
                    <a:pt x="6529" y="5172"/>
                  </a:lnTo>
                  <a:lnTo>
                    <a:pt x="6566" y="5209"/>
                  </a:lnTo>
                  <a:lnTo>
                    <a:pt x="6639" y="5246"/>
                  </a:lnTo>
                  <a:lnTo>
                    <a:pt x="6676" y="5282"/>
                  </a:lnTo>
                  <a:lnTo>
                    <a:pt x="6749" y="5282"/>
                  </a:lnTo>
                  <a:lnTo>
                    <a:pt x="6823" y="5246"/>
                  </a:lnTo>
                  <a:lnTo>
                    <a:pt x="6860" y="5172"/>
                  </a:lnTo>
                  <a:lnTo>
                    <a:pt x="7153" y="4695"/>
                  </a:lnTo>
                  <a:lnTo>
                    <a:pt x="7410" y="4255"/>
                  </a:lnTo>
                  <a:lnTo>
                    <a:pt x="7740" y="4475"/>
                  </a:lnTo>
                  <a:lnTo>
                    <a:pt x="7483" y="4732"/>
                  </a:lnTo>
                  <a:lnTo>
                    <a:pt x="7116" y="5136"/>
                  </a:lnTo>
                  <a:lnTo>
                    <a:pt x="7080" y="5209"/>
                  </a:lnTo>
                  <a:lnTo>
                    <a:pt x="7043" y="5246"/>
                  </a:lnTo>
                  <a:lnTo>
                    <a:pt x="7080" y="5319"/>
                  </a:lnTo>
                  <a:lnTo>
                    <a:pt x="7116" y="5356"/>
                  </a:lnTo>
                  <a:lnTo>
                    <a:pt x="7190" y="5392"/>
                  </a:lnTo>
                  <a:lnTo>
                    <a:pt x="7263" y="5429"/>
                  </a:lnTo>
                  <a:lnTo>
                    <a:pt x="7336" y="5429"/>
                  </a:lnTo>
                  <a:lnTo>
                    <a:pt x="7373" y="5356"/>
                  </a:lnTo>
                  <a:lnTo>
                    <a:pt x="7556" y="5172"/>
                  </a:lnTo>
                  <a:lnTo>
                    <a:pt x="7740" y="4989"/>
                  </a:lnTo>
                  <a:lnTo>
                    <a:pt x="7813" y="4805"/>
                  </a:lnTo>
                  <a:lnTo>
                    <a:pt x="7850" y="4695"/>
                  </a:lnTo>
                  <a:lnTo>
                    <a:pt x="7887" y="4585"/>
                  </a:lnTo>
                  <a:lnTo>
                    <a:pt x="8474" y="4989"/>
                  </a:lnTo>
                  <a:lnTo>
                    <a:pt x="8107" y="5319"/>
                  </a:lnTo>
                  <a:lnTo>
                    <a:pt x="7813" y="5722"/>
                  </a:lnTo>
                  <a:lnTo>
                    <a:pt x="7777" y="5796"/>
                  </a:lnTo>
                  <a:lnTo>
                    <a:pt x="7777" y="5833"/>
                  </a:lnTo>
                  <a:lnTo>
                    <a:pt x="7813" y="5943"/>
                  </a:lnTo>
                  <a:lnTo>
                    <a:pt x="7887" y="5979"/>
                  </a:lnTo>
                  <a:lnTo>
                    <a:pt x="7997" y="5979"/>
                  </a:lnTo>
                  <a:lnTo>
                    <a:pt x="8033" y="5943"/>
                  </a:lnTo>
                  <a:lnTo>
                    <a:pt x="8327" y="5502"/>
                  </a:lnTo>
                  <a:lnTo>
                    <a:pt x="8584" y="5062"/>
                  </a:lnTo>
                  <a:lnTo>
                    <a:pt x="9024" y="5356"/>
                  </a:lnTo>
                  <a:lnTo>
                    <a:pt x="8767" y="5612"/>
                  </a:lnTo>
                  <a:lnTo>
                    <a:pt x="8584" y="5796"/>
                  </a:lnTo>
                  <a:lnTo>
                    <a:pt x="8510" y="5906"/>
                  </a:lnTo>
                  <a:lnTo>
                    <a:pt x="8474" y="6053"/>
                  </a:lnTo>
                  <a:lnTo>
                    <a:pt x="8253" y="6383"/>
                  </a:lnTo>
                  <a:lnTo>
                    <a:pt x="8217" y="6456"/>
                  </a:lnTo>
                  <a:lnTo>
                    <a:pt x="8253" y="6566"/>
                  </a:lnTo>
                  <a:lnTo>
                    <a:pt x="8290" y="6603"/>
                  </a:lnTo>
                  <a:lnTo>
                    <a:pt x="8363" y="6640"/>
                  </a:lnTo>
                  <a:lnTo>
                    <a:pt x="8474" y="6640"/>
                  </a:lnTo>
                  <a:lnTo>
                    <a:pt x="8547" y="6566"/>
                  </a:lnTo>
                  <a:lnTo>
                    <a:pt x="8804" y="6199"/>
                  </a:lnTo>
                  <a:lnTo>
                    <a:pt x="8877" y="6126"/>
                  </a:lnTo>
                  <a:lnTo>
                    <a:pt x="8950" y="6016"/>
                  </a:lnTo>
                  <a:lnTo>
                    <a:pt x="9097" y="5796"/>
                  </a:lnTo>
                  <a:lnTo>
                    <a:pt x="9244" y="5539"/>
                  </a:lnTo>
                  <a:lnTo>
                    <a:pt x="9537" y="5722"/>
                  </a:lnTo>
                  <a:lnTo>
                    <a:pt x="9354" y="5906"/>
                  </a:lnTo>
                  <a:lnTo>
                    <a:pt x="9207" y="6126"/>
                  </a:lnTo>
                  <a:lnTo>
                    <a:pt x="8950" y="6419"/>
                  </a:lnTo>
                  <a:lnTo>
                    <a:pt x="8877" y="6566"/>
                  </a:lnTo>
                  <a:lnTo>
                    <a:pt x="8840" y="6750"/>
                  </a:lnTo>
                  <a:lnTo>
                    <a:pt x="8914" y="6823"/>
                  </a:lnTo>
                  <a:lnTo>
                    <a:pt x="8950" y="6860"/>
                  </a:lnTo>
                  <a:lnTo>
                    <a:pt x="8987" y="6860"/>
                  </a:lnTo>
                  <a:lnTo>
                    <a:pt x="9134" y="6786"/>
                  </a:lnTo>
                  <a:lnTo>
                    <a:pt x="9244" y="6640"/>
                  </a:lnTo>
                  <a:lnTo>
                    <a:pt x="9391" y="6383"/>
                  </a:lnTo>
                  <a:lnTo>
                    <a:pt x="9537" y="6126"/>
                  </a:lnTo>
                  <a:lnTo>
                    <a:pt x="9721" y="5869"/>
                  </a:lnTo>
                  <a:lnTo>
                    <a:pt x="10198" y="6236"/>
                  </a:lnTo>
                  <a:lnTo>
                    <a:pt x="10051" y="6419"/>
                  </a:lnTo>
                  <a:lnTo>
                    <a:pt x="9867" y="6640"/>
                  </a:lnTo>
                  <a:lnTo>
                    <a:pt x="9684" y="6860"/>
                  </a:lnTo>
                  <a:lnTo>
                    <a:pt x="9611" y="7006"/>
                  </a:lnTo>
                  <a:lnTo>
                    <a:pt x="9574" y="7116"/>
                  </a:lnTo>
                  <a:lnTo>
                    <a:pt x="9574" y="7190"/>
                  </a:lnTo>
                  <a:lnTo>
                    <a:pt x="9611" y="7263"/>
                  </a:lnTo>
                  <a:lnTo>
                    <a:pt x="9757" y="7263"/>
                  </a:lnTo>
                  <a:lnTo>
                    <a:pt x="9867" y="7190"/>
                  </a:lnTo>
                  <a:lnTo>
                    <a:pt x="9941" y="7080"/>
                  </a:lnTo>
                  <a:lnTo>
                    <a:pt x="10124" y="6823"/>
                  </a:lnTo>
                  <a:lnTo>
                    <a:pt x="10271" y="6603"/>
                  </a:lnTo>
                  <a:lnTo>
                    <a:pt x="10381" y="6383"/>
                  </a:lnTo>
                  <a:lnTo>
                    <a:pt x="10895" y="6823"/>
                  </a:lnTo>
                  <a:lnTo>
                    <a:pt x="10931" y="6860"/>
                  </a:lnTo>
                  <a:lnTo>
                    <a:pt x="10638" y="7226"/>
                  </a:lnTo>
                  <a:lnTo>
                    <a:pt x="10381" y="7593"/>
                  </a:lnTo>
                  <a:lnTo>
                    <a:pt x="10271" y="7703"/>
                  </a:lnTo>
                  <a:lnTo>
                    <a:pt x="10271" y="7777"/>
                  </a:lnTo>
                  <a:lnTo>
                    <a:pt x="10271" y="7813"/>
                  </a:lnTo>
                  <a:lnTo>
                    <a:pt x="10344" y="7923"/>
                  </a:lnTo>
                  <a:lnTo>
                    <a:pt x="10418" y="7960"/>
                  </a:lnTo>
                  <a:lnTo>
                    <a:pt x="10491" y="7923"/>
                  </a:lnTo>
                  <a:lnTo>
                    <a:pt x="10528" y="7887"/>
                  </a:lnTo>
                  <a:lnTo>
                    <a:pt x="10821" y="7483"/>
                  </a:lnTo>
                  <a:lnTo>
                    <a:pt x="11115" y="7043"/>
                  </a:lnTo>
                  <a:lnTo>
                    <a:pt x="11445" y="7447"/>
                  </a:lnTo>
                  <a:lnTo>
                    <a:pt x="11298" y="7703"/>
                  </a:lnTo>
                  <a:lnTo>
                    <a:pt x="11151" y="7960"/>
                  </a:lnTo>
                  <a:lnTo>
                    <a:pt x="10968" y="8253"/>
                  </a:lnTo>
                  <a:lnTo>
                    <a:pt x="10931" y="8437"/>
                  </a:lnTo>
                  <a:lnTo>
                    <a:pt x="10931" y="8510"/>
                  </a:lnTo>
                  <a:lnTo>
                    <a:pt x="10931" y="8584"/>
                  </a:lnTo>
                  <a:lnTo>
                    <a:pt x="10968" y="8657"/>
                  </a:lnTo>
                  <a:lnTo>
                    <a:pt x="11041" y="8657"/>
                  </a:lnTo>
                  <a:lnTo>
                    <a:pt x="11188" y="8584"/>
                  </a:lnTo>
                  <a:lnTo>
                    <a:pt x="11261" y="8474"/>
                  </a:lnTo>
                  <a:lnTo>
                    <a:pt x="11408" y="8180"/>
                  </a:lnTo>
                  <a:lnTo>
                    <a:pt x="11628" y="7703"/>
                  </a:lnTo>
                  <a:lnTo>
                    <a:pt x="11812" y="7997"/>
                  </a:lnTo>
                  <a:lnTo>
                    <a:pt x="11995" y="8290"/>
                  </a:lnTo>
                  <a:lnTo>
                    <a:pt x="11812" y="8694"/>
                  </a:lnTo>
                  <a:lnTo>
                    <a:pt x="11628" y="9097"/>
                  </a:lnTo>
                  <a:lnTo>
                    <a:pt x="11518" y="9097"/>
                  </a:lnTo>
                  <a:lnTo>
                    <a:pt x="11408" y="9317"/>
                  </a:lnTo>
                  <a:lnTo>
                    <a:pt x="11335" y="9501"/>
                  </a:lnTo>
                  <a:lnTo>
                    <a:pt x="11335" y="9574"/>
                  </a:lnTo>
                  <a:lnTo>
                    <a:pt x="11335" y="9647"/>
                  </a:lnTo>
                  <a:lnTo>
                    <a:pt x="11408" y="9721"/>
                  </a:lnTo>
                  <a:lnTo>
                    <a:pt x="11591" y="9721"/>
                  </a:lnTo>
                  <a:lnTo>
                    <a:pt x="11628" y="9684"/>
                  </a:lnTo>
                  <a:lnTo>
                    <a:pt x="11812" y="9427"/>
                  </a:lnTo>
                  <a:lnTo>
                    <a:pt x="11958" y="9171"/>
                  </a:lnTo>
                  <a:lnTo>
                    <a:pt x="12105" y="8914"/>
                  </a:lnTo>
                  <a:lnTo>
                    <a:pt x="12178" y="8657"/>
                  </a:lnTo>
                  <a:lnTo>
                    <a:pt x="12325" y="9024"/>
                  </a:lnTo>
                  <a:lnTo>
                    <a:pt x="12472" y="9427"/>
                  </a:lnTo>
                  <a:lnTo>
                    <a:pt x="12068" y="10088"/>
                  </a:lnTo>
                  <a:lnTo>
                    <a:pt x="11995" y="10088"/>
                  </a:lnTo>
                  <a:lnTo>
                    <a:pt x="11922" y="10271"/>
                  </a:lnTo>
                  <a:lnTo>
                    <a:pt x="11848" y="10418"/>
                  </a:lnTo>
                  <a:lnTo>
                    <a:pt x="11848" y="10491"/>
                  </a:lnTo>
                  <a:lnTo>
                    <a:pt x="11848" y="10528"/>
                  </a:lnTo>
                  <a:lnTo>
                    <a:pt x="11922" y="10601"/>
                  </a:lnTo>
                  <a:lnTo>
                    <a:pt x="12068" y="10601"/>
                  </a:lnTo>
                  <a:lnTo>
                    <a:pt x="12142" y="10564"/>
                  </a:lnTo>
                  <a:lnTo>
                    <a:pt x="12362" y="10198"/>
                  </a:lnTo>
                  <a:lnTo>
                    <a:pt x="12582" y="9831"/>
                  </a:lnTo>
                  <a:lnTo>
                    <a:pt x="12692" y="10454"/>
                  </a:lnTo>
                  <a:lnTo>
                    <a:pt x="12509" y="10638"/>
                  </a:lnTo>
                  <a:lnTo>
                    <a:pt x="12362" y="10858"/>
                  </a:lnTo>
                  <a:lnTo>
                    <a:pt x="12215" y="11078"/>
                  </a:lnTo>
                  <a:lnTo>
                    <a:pt x="12178" y="11225"/>
                  </a:lnTo>
                  <a:lnTo>
                    <a:pt x="12178" y="11371"/>
                  </a:lnTo>
                  <a:lnTo>
                    <a:pt x="12215" y="11408"/>
                  </a:lnTo>
                  <a:lnTo>
                    <a:pt x="12252" y="11408"/>
                  </a:lnTo>
                  <a:lnTo>
                    <a:pt x="12362" y="11371"/>
                  </a:lnTo>
                  <a:lnTo>
                    <a:pt x="12472" y="11298"/>
                  </a:lnTo>
                  <a:lnTo>
                    <a:pt x="12582" y="11078"/>
                  </a:lnTo>
                  <a:lnTo>
                    <a:pt x="12692" y="10858"/>
                  </a:lnTo>
                  <a:lnTo>
                    <a:pt x="12729" y="11188"/>
                  </a:lnTo>
                  <a:lnTo>
                    <a:pt x="12655" y="11775"/>
                  </a:lnTo>
                  <a:lnTo>
                    <a:pt x="12509" y="11922"/>
                  </a:lnTo>
                  <a:lnTo>
                    <a:pt x="12362" y="12068"/>
                  </a:lnTo>
                  <a:lnTo>
                    <a:pt x="12325" y="12215"/>
                  </a:lnTo>
                  <a:lnTo>
                    <a:pt x="12325" y="12288"/>
                  </a:lnTo>
                  <a:lnTo>
                    <a:pt x="12362" y="12362"/>
                  </a:lnTo>
                  <a:lnTo>
                    <a:pt x="12435" y="12398"/>
                  </a:lnTo>
                  <a:lnTo>
                    <a:pt x="12472" y="12398"/>
                  </a:lnTo>
                  <a:lnTo>
                    <a:pt x="12619" y="12288"/>
                  </a:lnTo>
                  <a:lnTo>
                    <a:pt x="12655" y="12655"/>
                  </a:lnTo>
                  <a:lnTo>
                    <a:pt x="12692" y="12692"/>
                  </a:lnTo>
                  <a:lnTo>
                    <a:pt x="12729" y="12655"/>
                  </a:lnTo>
                  <a:lnTo>
                    <a:pt x="12802" y="12545"/>
                  </a:lnTo>
                  <a:lnTo>
                    <a:pt x="12912" y="12398"/>
                  </a:lnTo>
                  <a:lnTo>
                    <a:pt x="13022" y="12068"/>
                  </a:lnTo>
                  <a:lnTo>
                    <a:pt x="13095" y="11738"/>
                  </a:lnTo>
                  <a:lnTo>
                    <a:pt x="13132" y="11408"/>
                  </a:lnTo>
                  <a:lnTo>
                    <a:pt x="13132" y="11005"/>
                  </a:lnTo>
                  <a:lnTo>
                    <a:pt x="13132" y="10638"/>
                  </a:lnTo>
                  <a:lnTo>
                    <a:pt x="13095" y="10234"/>
                  </a:lnTo>
                  <a:lnTo>
                    <a:pt x="13022" y="9867"/>
                  </a:lnTo>
                  <a:lnTo>
                    <a:pt x="12949" y="9464"/>
                  </a:lnTo>
                  <a:lnTo>
                    <a:pt x="12839" y="9060"/>
                  </a:lnTo>
                  <a:lnTo>
                    <a:pt x="12692" y="8694"/>
                  </a:lnTo>
                  <a:lnTo>
                    <a:pt x="12545" y="8327"/>
                  </a:lnTo>
                  <a:lnTo>
                    <a:pt x="12325" y="7960"/>
                  </a:lnTo>
                  <a:lnTo>
                    <a:pt x="12142" y="7630"/>
                  </a:lnTo>
                  <a:lnTo>
                    <a:pt x="11885" y="7300"/>
                  </a:lnTo>
                  <a:lnTo>
                    <a:pt x="11628" y="6970"/>
                  </a:lnTo>
                  <a:lnTo>
                    <a:pt x="11335" y="6640"/>
                  </a:lnTo>
                  <a:lnTo>
                    <a:pt x="11041" y="6346"/>
                  </a:lnTo>
                  <a:lnTo>
                    <a:pt x="10344" y="5759"/>
                  </a:lnTo>
                  <a:lnTo>
                    <a:pt x="9647" y="5246"/>
                  </a:lnTo>
                  <a:lnTo>
                    <a:pt x="8914" y="4732"/>
                  </a:lnTo>
                  <a:lnTo>
                    <a:pt x="8987" y="4439"/>
                  </a:lnTo>
                  <a:lnTo>
                    <a:pt x="9024" y="4182"/>
                  </a:lnTo>
                  <a:lnTo>
                    <a:pt x="9060" y="3558"/>
                  </a:lnTo>
                  <a:lnTo>
                    <a:pt x="9097" y="2898"/>
                  </a:lnTo>
                  <a:lnTo>
                    <a:pt x="9281" y="220"/>
                  </a:lnTo>
                  <a:lnTo>
                    <a:pt x="9244" y="110"/>
                  </a:lnTo>
                  <a:lnTo>
                    <a:pt x="9207" y="37"/>
                  </a:lnTo>
                  <a:lnTo>
                    <a:pt x="9097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8" name="Google Shape;301;p5">
              <a:extLst>
                <a:ext uri="{FF2B5EF4-FFF2-40B4-BE49-F238E27FC236}">
                  <a16:creationId xmlns:a16="http://schemas.microsoft.com/office/drawing/2014/main" id="{26465B18-38CC-4D66-8B36-8AE718A8A6FD}"/>
                </a:ext>
              </a:extLst>
            </p:cNvPr>
            <p:cNvSpPr/>
            <p:nvPr/>
          </p:nvSpPr>
          <p:spPr>
            <a:xfrm>
              <a:off x="6537275" y="2750650"/>
              <a:ext cx="459450" cy="475050"/>
            </a:xfrm>
            <a:custGeom>
              <a:avLst/>
              <a:gdLst/>
              <a:ahLst/>
              <a:cxnLst/>
              <a:rect l="l" t="t" r="r" b="b"/>
              <a:pathLst>
                <a:path w="18378" h="19002" extrusionOk="0">
                  <a:moveTo>
                    <a:pt x="13793" y="5429"/>
                  </a:moveTo>
                  <a:lnTo>
                    <a:pt x="13682" y="5466"/>
                  </a:lnTo>
                  <a:lnTo>
                    <a:pt x="13572" y="5502"/>
                  </a:lnTo>
                  <a:lnTo>
                    <a:pt x="13499" y="5576"/>
                  </a:lnTo>
                  <a:lnTo>
                    <a:pt x="13352" y="5759"/>
                  </a:lnTo>
                  <a:lnTo>
                    <a:pt x="13352" y="5869"/>
                  </a:lnTo>
                  <a:lnTo>
                    <a:pt x="13352" y="5979"/>
                  </a:lnTo>
                  <a:lnTo>
                    <a:pt x="13389" y="6016"/>
                  </a:lnTo>
                  <a:lnTo>
                    <a:pt x="13426" y="6053"/>
                  </a:lnTo>
                  <a:lnTo>
                    <a:pt x="13499" y="6053"/>
                  </a:lnTo>
                  <a:lnTo>
                    <a:pt x="13572" y="5979"/>
                  </a:lnTo>
                  <a:lnTo>
                    <a:pt x="13646" y="5943"/>
                  </a:lnTo>
                  <a:lnTo>
                    <a:pt x="13719" y="5796"/>
                  </a:lnTo>
                  <a:lnTo>
                    <a:pt x="13829" y="5649"/>
                  </a:lnTo>
                  <a:lnTo>
                    <a:pt x="13903" y="5502"/>
                  </a:lnTo>
                  <a:lnTo>
                    <a:pt x="13903" y="5466"/>
                  </a:lnTo>
                  <a:lnTo>
                    <a:pt x="13903" y="5429"/>
                  </a:lnTo>
                  <a:close/>
                  <a:moveTo>
                    <a:pt x="13242" y="6089"/>
                  </a:moveTo>
                  <a:lnTo>
                    <a:pt x="13169" y="6126"/>
                  </a:lnTo>
                  <a:lnTo>
                    <a:pt x="13022" y="6309"/>
                  </a:lnTo>
                  <a:lnTo>
                    <a:pt x="12912" y="6493"/>
                  </a:lnTo>
                  <a:lnTo>
                    <a:pt x="12875" y="6529"/>
                  </a:lnTo>
                  <a:lnTo>
                    <a:pt x="12875" y="6603"/>
                  </a:lnTo>
                  <a:lnTo>
                    <a:pt x="12949" y="6676"/>
                  </a:lnTo>
                  <a:lnTo>
                    <a:pt x="13022" y="6713"/>
                  </a:lnTo>
                  <a:lnTo>
                    <a:pt x="13096" y="6676"/>
                  </a:lnTo>
                  <a:lnTo>
                    <a:pt x="13132" y="6639"/>
                  </a:lnTo>
                  <a:lnTo>
                    <a:pt x="13242" y="6456"/>
                  </a:lnTo>
                  <a:lnTo>
                    <a:pt x="13352" y="6273"/>
                  </a:lnTo>
                  <a:lnTo>
                    <a:pt x="13389" y="6199"/>
                  </a:lnTo>
                  <a:lnTo>
                    <a:pt x="13316" y="6126"/>
                  </a:lnTo>
                  <a:lnTo>
                    <a:pt x="13242" y="6089"/>
                  </a:lnTo>
                  <a:close/>
                  <a:moveTo>
                    <a:pt x="17241" y="6419"/>
                  </a:moveTo>
                  <a:lnTo>
                    <a:pt x="17534" y="6713"/>
                  </a:lnTo>
                  <a:lnTo>
                    <a:pt x="17497" y="6713"/>
                  </a:lnTo>
                  <a:lnTo>
                    <a:pt x="17387" y="6823"/>
                  </a:lnTo>
                  <a:lnTo>
                    <a:pt x="17351" y="6676"/>
                  </a:lnTo>
                  <a:lnTo>
                    <a:pt x="17241" y="6419"/>
                  </a:lnTo>
                  <a:close/>
                  <a:moveTo>
                    <a:pt x="12692" y="6786"/>
                  </a:moveTo>
                  <a:lnTo>
                    <a:pt x="12582" y="6860"/>
                  </a:lnTo>
                  <a:lnTo>
                    <a:pt x="12435" y="6970"/>
                  </a:lnTo>
                  <a:lnTo>
                    <a:pt x="12399" y="7116"/>
                  </a:lnTo>
                  <a:lnTo>
                    <a:pt x="12362" y="7190"/>
                  </a:lnTo>
                  <a:lnTo>
                    <a:pt x="12399" y="7226"/>
                  </a:lnTo>
                  <a:lnTo>
                    <a:pt x="12472" y="7300"/>
                  </a:lnTo>
                  <a:lnTo>
                    <a:pt x="12582" y="7300"/>
                  </a:lnTo>
                  <a:lnTo>
                    <a:pt x="12619" y="7263"/>
                  </a:lnTo>
                  <a:lnTo>
                    <a:pt x="12655" y="7190"/>
                  </a:lnTo>
                  <a:lnTo>
                    <a:pt x="12729" y="7043"/>
                  </a:lnTo>
                  <a:lnTo>
                    <a:pt x="12802" y="7006"/>
                  </a:lnTo>
                  <a:lnTo>
                    <a:pt x="12839" y="6933"/>
                  </a:lnTo>
                  <a:lnTo>
                    <a:pt x="12875" y="6860"/>
                  </a:lnTo>
                  <a:lnTo>
                    <a:pt x="12875" y="6823"/>
                  </a:lnTo>
                  <a:lnTo>
                    <a:pt x="12839" y="6823"/>
                  </a:lnTo>
                  <a:lnTo>
                    <a:pt x="12765" y="6786"/>
                  </a:lnTo>
                  <a:close/>
                  <a:moveTo>
                    <a:pt x="17571" y="6750"/>
                  </a:moveTo>
                  <a:lnTo>
                    <a:pt x="17828" y="7043"/>
                  </a:lnTo>
                  <a:lnTo>
                    <a:pt x="18048" y="7373"/>
                  </a:lnTo>
                  <a:lnTo>
                    <a:pt x="17828" y="7593"/>
                  </a:lnTo>
                  <a:lnTo>
                    <a:pt x="17828" y="7520"/>
                  </a:lnTo>
                  <a:lnTo>
                    <a:pt x="17864" y="7336"/>
                  </a:lnTo>
                  <a:lnTo>
                    <a:pt x="17828" y="7116"/>
                  </a:lnTo>
                  <a:lnTo>
                    <a:pt x="17828" y="7080"/>
                  </a:lnTo>
                  <a:lnTo>
                    <a:pt x="17754" y="7006"/>
                  </a:lnTo>
                  <a:lnTo>
                    <a:pt x="17681" y="7006"/>
                  </a:lnTo>
                  <a:lnTo>
                    <a:pt x="17644" y="7043"/>
                  </a:lnTo>
                  <a:lnTo>
                    <a:pt x="17681" y="7080"/>
                  </a:lnTo>
                  <a:lnTo>
                    <a:pt x="17644" y="7226"/>
                  </a:lnTo>
                  <a:lnTo>
                    <a:pt x="17607" y="7446"/>
                  </a:lnTo>
                  <a:lnTo>
                    <a:pt x="17534" y="7667"/>
                  </a:lnTo>
                  <a:lnTo>
                    <a:pt x="17534" y="7887"/>
                  </a:lnTo>
                  <a:lnTo>
                    <a:pt x="17534" y="7960"/>
                  </a:lnTo>
                  <a:lnTo>
                    <a:pt x="17131" y="8584"/>
                  </a:lnTo>
                  <a:lnTo>
                    <a:pt x="17167" y="8217"/>
                  </a:lnTo>
                  <a:lnTo>
                    <a:pt x="17241" y="7850"/>
                  </a:lnTo>
                  <a:lnTo>
                    <a:pt x="17387" y="7630"/>
                  </a:lnTo>
                  <a:lnTo>
                    <a:pt x="17387" y="7593"/>
                  </a:lnTo>
                  <a:lnTo>
                    <a:pt x="17387" y="7520"/>
                  </a:lnTo>
                  <a:lnTo>
                    <a:pt x="17461" y="7483"/>
                  </a:lnTo>
                  <a:lnTo>
                    <a:pt x="17497" y="7446"/>
                  </a:lnTo>
                  <a:lnTo>
                    <a:pt x="17534" y="7373"/>
                  </a:lnTo>
                  <a:lnTo>
                    <a:pt x="17534" y="7263"/>
                  </a:lnTo>
                  <a:lnTo>
                    <a:pt x="17497" y="7080"/>
                  </a:lnTo>
                  <a:lnTo>
                    <a:pt x="17571" y="6750"/>
                  </a:lnTo>
                  <a:close/>
                  <a:moveTo>
                    <a:pt x="16874" y="8840"/>
                  </a:moveTo>
                  <a:lnTo>
                    <a:pt x="16947" y="8877"/>
                  </a:lnTo>
                  <a:lnTo>
                    <a:pt x="16874" y="8950"/>
                  </a:lnTo>
                  <a:lnTo>
                    <a:pt x="16874" y="8877"/>
                  </a:lnTo>
                  <a:lnTo>
                    <a:pt x="16874" y="8840"/>
                  </a:lnTo>
                  <a:close/>
                  <a:moveTo>
                    <a:pt x="11445" y="8584"/>
                  </a:moveTo>
                  <a:lnTo>
                    <a:pt x="11408" y="8620"/>
                  </a:lnTo>
                  <a:lnTo>
                    <a:pt x="11298" y="8657"/>
                  </a:lnTo>
                  <a:lnTo>
                    <a:pt x="11188" y="8804"/>
                  </a:lnTo>
                  <a:lnTo>
                    <a:pt x="11188" y="8840"/>
                  </a:lnTo>
                  <a:lnTo>
                    <a:pt x="11188" y="8914"/>
                  </a:lnTo>
                  <a:lnTo>
                    <a:pt x="11188" y="8987"/>
                  </a:lnTo>
                  <a:lnTo>
                    <a:pt x="11225" y="9024"/>
                  </a:lnTo>
                  <a:lnTo>
                    <a:pt x="11408" y="9024"/>
                  </a:lnTo>
                  <a:lnTo>
                    <a:pt x="11445" y="8987"/>
                  </a:lnTo>
                  <a:lnTo>
                    <a:pt x="11555" y="8804"/>
                  </a:lnTo>
                  <a:lnTo>
                    <a:pt x="11555" y="8730"/>
                  </a:lnTo>
                  <a:lnTo>
                    <a:pt x="11555" y="8657"/>
                  </a:lnTo>
                  <a:lnTo>
                    <a:pt x="11518" y="8620"/>
                  </a:lnTo>
                  <a:lnTo>
                    <a:pt x="11445" y="8584"/>
                  </a:lnTo>
                  <a:close/>
                  <a:moveTo>
                    <a:pt x="16580" y="8804"/>
                  </a:moveTo>
                  <a:lnTo>
                    <a:pt x="16580" y="8877"/>
                  </a:lnTo>
                  <a:lnTo>
                    <a:pt x="16580" y="9060"/>
                  </a:lnTo>
                  <a:lnTo>
                    <a:pt x="16617" y="9170"/>
                  </a:lnTo>
                  <a:lnTo>
                    <a:pt x="16654" y="9244"/>
                  </a:lnTo>
                  <a:lnTo>
                    <a:pt x="16397" y="9611"/>
                  </a:lnTo>
                  <a:lnTo>
                    <a:pt x="16360" y="9391"/>
                  </a:lnTo>
                  <a:lnTo>
                    <a:pt x="16324" y="9170"/>
                  </a:lnTo>
                  <a:lnTo>
                    <a:pt x="16324" y="9097"/>
                  </a:lnTo>
                  <a:lnTo>
                    <a:pt x="16580" y="8804"/>
                  </a:lnTo>
                  <a:close/>
                  <a:moveTo>
                    <a:pt x="16067" y="9391"/>
                  </a:moveTo>
                  <a:lnTo>
                    <a:pt x="16067" y="9684"/>
                  </a:lnTo>
                  <a:lnTo>
                    <a:pt x="16103" y="9794"/>
                  </a:lnTo>
                  <a:lnTo>
                    <a:pt x="16177" y="9941"/>
                  </a:lnTo>
                  <a:lnTo>
                    <a:pt x="15993" y="10161"/>
                  </a:lnTo>
                  <a:lnTo>
                    <a:pt x="15920" y="10308"/>
                  </a:lnTo>
                  <a:lnTo>
                    <a:pt x="15957" y="9867"/>
                  </a:lnTo>
                  <a:lnTo>
                    <a:pt x="15920" y="9794"/>
                  </a:lnTo>
                  <a:lnTo>
                    <a:pt x="15847" y="9757"/>
                  </a:lnTo>
                  <a:lnTo>
                    <a:pt x="15810" y="9721"/>
                  </a:lnTo>
                  <a:lnTo>
                    <a:pt x="16067" y="9391"/>
                  </a:lnTo>
                  <a:close/>
                  <a:moveTo>
                    <a:pt x="9611" y="2348"/>
                  </a:moveTo>
                  <a:lnTo>
                    <a:pt x="9574" y="2421"/>
                  </a:lnTo>
                  <a:lnTo>
                    <a:pt x="9134" y="2861"/>
                  </a:lnTo>
                  <a:lnTo>
                    <a:pt x="8767" y="3375"/>
                  </a:lnTo>
                  <a:lnTo>
                    <a:pt x="7997" y="4365"/>
                  </a:lnTo>
                  <a:lnTo>
                    <a:pt x="7630" y="4879"/>
                  </a:lnTo>
                  <a:lnTo>
                    <a:pt x="7227" y="5356"/>
                  </a:lnTo>
                  <a:lnTo>
                    <a:pt x="6823" y="5832"/>
                  </a:lnTo>
                  <a:lnTo>
                    <a:pt x="6346" y="6273"/>
                  </a:lnTo>
                  <a:lnTo>
                    <a:pt x="6273" y="6346"/>
                  </a:lnTo>
                  <a:lnTo>
                    <a:pt x="6273" y="6456"/>
                  </a:lnTo>
                  <a:lnTo>
                    <a:pt x="6236" y="6456"/>
                  </a:lnTo>
                  <a:lnTo>
                    <a:pt x="6163" y="6493"/>
                  </a:lnTo>
                  <a:lnTo>
                    <a:pt x="6163" y="6566"/>
                  </a:lnTo>
                  <a:lnTo>
                    <a:pt x="6199" y="6603"/>
                  </a:lnTo>
                  <a:lnTo>
                    <a:pt x="6309" y="6786"/>
                  </a:lnTo>
                  <a:lnTo>
                    <a:pt x="6493" y="6970"/>
                  </a:lnTo>
                  <a:lnTo>
                    <a:pt x="6823" y="7263"/>
                  </a:lnTo>
                  <a:lnTo>
                    <a:pt x="7593" y="7813"/>
                  </a:lnTo>
                  <a:lnTo>
                    <a:pt x="8437" y="8363"/>
                  </a:lnTo>
                  <a:lnTo>
                    <a:pt x="8620" y="8510"/>
                  </a:lnTo>
                  <a:lnTo>
                    <a:pt x="8767" y="8694"/>
                  </a:lnTo>
                  <a:lnTo>
                    <a:pt x="9061" y="9060"/>
                  </a:lnTo>
                  <a:lnTo>
                    <a:pt x="9207" y="9207"/>
                  </a:lnTo>
                  <a:lnTo>
                    <a:pt x="9391" y="9354"/>
                  </a:lnTo>
                  <a:lnTo>
                    <a:pt x="9758" y="9574"/>
                  </a:lnTo>
                  <a:lnTo>
                    <a:pt x="10638" y="10161"/>
                  </a:lnTo>
                  <a:lnTo>
                    <a:pt x="11482" y="10784"/>
                  </a:lnTo>
                  <a:lnTo>
                    <a:pt x="12289" y="11408"/>
                  </a:lnTo>
                  <a:lnTo>
                    <a:pt x="12362" y="11445"/>
                  </a:lnTo>
                  <a:lnTo>
                    <a:pt x="12472" y="11445"/>
                  </a:lnTo>
                  <a:lnTo>
                    <a:pt x="12545" y="11408"/>
                  </a:lnTo>
                  <a:lnTo>
                    <a:pt x="12582" y="11371"/>
                  </a:lnTo>
                  <a:lnTo>
                    <a:pt x="12619" y="11298"/>
                  </a:lnTo>
                  <a:lnTo>
                    <a:pt x="12655" y="11188"/>
                  </a:lnTo>
                  <a:lnTo>
                    <a:pt x="12619" y="11115"/>
                  </a:lnTo>
                  <a:lnTo>
                    <a:pt x="12545" y="11041"/>
                  </a:lnTo>
                  <a:lnTo>
                    <a:pt x="11775" y="10418"/>
                  </a:lnTo>
                  <a:lnTo>
                    <a:pt x="11812" y="10381"/>
                  </a:lnTo>
                  <a:lnTo>
                    <a:pt x="11922" y="10198"/>
                  </a:lnTo>
                  <a:lnTo>
                    <a:pt x="11995" y="10014"/>
                  </a:lnTo>
                  <a:lnTo>
                    <a:pt x="11995" y="9941"/>
                  </a:lnTo>
                  <a:lnTo>
                    <a:pt x="11958" y="9904"/>
                  </a:lnTo>
                  <a:lnTo>
                    <a:pt x="11885" y="9904"/>
                  </a:lnTo>
                  <a:lnTo>
                    <a:pt x="11738" y="10051"/>
                  </a:lnTo>
                  <a:lnTo>
                    <a:pt x="11592" y="10234"/>
                  </a:lnTo>
                  <a:lnTo>
                    <a:pt x="11555" y="10271"/>
                  </a:lnTo>
                  <a:lnTo>
                    <a:pt x="11005" y="9867"/>
                  </a:lnTo>
                  <a:lnTo>
                    <a:pt x="10821" y="9757"/>
                  </a:lnTo>
                  <a:lnTo>
                    <a:pt x="10858" y="9684"/>
                  </a:lnTo>
                  <a:lnTo>
                    <a:pt x="10895" y="9611"/>
                  </a:lnTo>
                  <a:lnTo>
                    <a:pt x="11041" y="9464"/>
                  </a:lnTo>
                  <a:lnTo>
                    <a:pt x="11078" y="9427"/>
                  </a:lnTo>
                  <a:lnTo>
                    <a:pt x="11078" y="9354"/>
                  </a:lnTo>
                  <a:lnTo>
                    <a:pt x="11078" y="9317"/>
                  </a:lnTo>
                  <a:lnTo>
                    <a:pt x="11005" y="9281"/>
                  </a:lnTo>
                  <a:lnTo>
                    <a:pt x="10968" y="9317"/>
                  </a:lnTo>
                  <a:lnTo>
                    <a:pt x="10895" y="9281"/>
                  </a:lnTo>
                  <a:lnTo>
                    <a:pt x="10821" y="9317"/>
                  </a:lnTo>
                  <a:lnTo>
                    <a:pt x="10711" y="9427"/>
                  </a:lnTo>
                  <a:lnTo>
                    <a:pt x="10601" y="9574"/>
                  </a:lnTo>
                  <a:lnTo>
                    <a:pt x="10124" y="9281"/>
                  </a:lnTo>
                  <a:lnTo>
                    <a:pt x="10051" y="9207"/>
                  </a:lnTo>
                  <a:lnTo>
                    <a:pt x="10234" y="8914"/>
                  </a:lnTo>
                  <a:lnTo>
                    <a:pt x="10234" y="8840"/>
                  </a:lnTo>
                  <a:lnTo>
                    <a:pt x="10234" y="8804"/>
                  </a:lnTo>
                  <a:lnTo>
                    <a:pt x="10198" y="8730"/>
                  </a:lnTo>
                  <a:lnTo>
                    <a:pt x="10088" y="8694"/>
                  </a:lnTo>
                  <a:lnTo>
                    <a:pt x="10051" y="8730"/>
                  </a:lnTo>
                  <a:lnTo>
                    <a:pt x="10014" y="8767"/>
                  </a:lnTo>
                  <a:lnTo>
                    <a:pt x="9758" y="9060"/>
                  </a:lnTo>
                  <a:lnTo>
                    <a:pt x="9537" y="8877"/>
                  </a:lnTo>
                  <a:lnTo>
                    <a:pt x="9354" y="8694"/>
                  </a:lnTo>
                  <a:lnTo>
                    <a:pt x="9134" y="8437"/>
                  </a:lnTo>
                  <a:lnTo>
                    <a:pt x="9207" y="8327"/>
                  </a:lnTo>
                  <a:lnTo>
                    <a:pt x="9281" y="8217"/>
                  </a:lnTo>
                  <a:lnTo>
                    <a:pt x="9354" y="7960"/>
                  </a:lnTo>
                  <a:lnTo>
                    <a:pt x="9354" y="7887"/>
                  </a:lnTo>
                  <a:lnTo>
                    <a:pt x="9317" y="7850"/>
                  </a:lnTo>
                  <a:lnTo>
                    <a:pt x="9244" y="7850"/>
                  </a:lnTo>
                  <a:lnTo>
                    <a:pt x="9171" y="7887"/>
                  </a:lnTo>
                  <a:lnTo>
                    <a:pt x="8987" y="8107"/>
                  </a:lnTo>
                  <a:lnTo>
                    <a:pt x="8951" y="8180"/>
                  </a:lnTo>
                  <a:lnTo>
                    <a:pt x="8767" y="8033"/>
                  </a:lnTo>
                  <a:lnTo>
                    <a:pt x="8327" y="7740"/>
                  </a:lnTo>
                  <a:lnTo>
                    <a:pt x="8364" y="7446"/>
                  </a:lnTo>
                  <a:lnTo>
                    <a:pt x="8364" y="7410"/>
                  </a:lnTo>
                  <a:lnTo>
                    <a:pt x="8327" y="7336"/>
                  </a:lnTo>
                  <a:lnTo>
                    <a:pt x="8290" y="7300"/>
                  </a:lnTo>
                  <a:lnTo>
                    <a:pt x="8180" y="7300"/>
                  </a:lnTo>
                  <a:lnTo>
                    <a:pt x="8107" y="7336"/>
                  </a:lnTo>
                  <a:lnTo>
                    <a:pt x="8070" y="7446"/>
                  </a:lnTo>
                  <a:lnTo>
                    <a:pt x="8034" y="7556"/>
                  </a:lnTo>
                  <a:lnTo>
                    <a:pt x="7960" y="7520"/>
                  </a:lnTo>
                  <a:lnTo>
                    <a:pt x="7410" y="7116"/>
                  </a:lnTo>
                  <a:lnTo>
                    <a:pt x="7447" y="7080"/>
                  </a:lnTo>
                  <a:lnTo>
                    <a:pt x="7520" y="6970"/>
                  </a:lnTo>
                  <a:lnTo>
                    <a:pt x="7520" y="6896"/>
                  </a:lnTo>
                  <a:lnTo>
                    <a:pt x="7520" y="6860"/>
                  </a:lnTo>
                  <a:lnTo>
                    <a:pt x="7557" y="6750"/>
                  </a:lnTo>
                  <a:lnTo>
                    <a:pt x="7520" y="6713"/>
                  </a:lnTo>
                  <a:lnTo>
                    <a:pt x="7483" y="6713"/>
                  </a:lnTo>
                  <a:lnTo>
                    <a:pt x="7410" y="6750"/>
                  </a:lnTo>
                  <a:lnTo>
                    <a:pt x="7337" y="6750"/>
                  </a:lnTo>
                  <a:lnTo>
                    <a:pt x="7227" y="6823"/>
                  </a:lnTo>
                  <a:lnTo>
                    <a:pt x="7116" y="6896"/>
                  </a:lnTo>
                  <a:lnTo>
                    <a:pt x="6640" y="6639"/>
                  </a:lnTo>
                  <a:lnTo>
                    <a:pt x="6640" y="6603"/>
                  </a:lnTo>
                  <a:lnTo>
                    <a:pt x="7116" y="6163"/>
                  </a:lnTo>
                  <a:lnTo>
                    <a:pt x="7557" y="5649"/>
                  </a:lnTo>
                  <a:lnTo>
                    <a:pt x="7593" y="5722"/>
                  </a:lnTo>
                  <a:lnTo>
                    <a:pt x="7630" y="5759"/>
                  </a:lnTo>
                  <a:lnTo>
                    <a:pt x="7740" y="5759"/>
                  </a:lnTo>
                  <a:lnTo>
                    <a:pt x="8034" y="5576"/>
                  </a:lnTo>
                  <a:lnTo>
                    <a:pt x="8327" y="5392"/>
                  </a:lnTo>
                  <a:lnTo>
                    <a:pt x="8620" y="5209"/>
                  </a:lnTo>
                  <a:lnTo>
                    <a:pt x="8914" y="5025"/>
                  </a:lnTo>
                  <a:lnTo>
                    <a:pt x="9244" y="4879"/>
                  </a:lnTo>
                  <a:lnTo>
                    <a:pt x="9574" y="4732"/>
                  </a:lnTo>
                  <a:lnTo>
                    <a:pt x="9941" y="4659"/>
                  </a:lnTo>
                  <a:lnTo>
                    <a:pt x="10308" y="4622"/>
                  </a:lnTo>
                  <a:lnTo>
                    <a:pt x="10491" y="4622"/>
                  </a:lnTo>
                  <a:lnTo>
                    <a:pt x="10675" y="4659"/>
                  </a:lnTo>
                  <a:lnTo>
                    <a:pt x="10821" y="4732"/>
                  </a:lnTo>
                  <a:lnTo>
                    <a:pt x="10931" y="4842"/>
                  </a:lnTo>
                  <a:lnTo>
                    <a:pt x="11041" y="4989"/>
                  </a:lnTo>
                  <a:lnTo>
                    <a:pt x="11078" y="5136"/>
                  </a:lnTo>
                  <a:lnTo>
                    <a:pt x="11151" y="5502"/>
                  </a:lnTo>
                  <a:lnTo>
                    <a:pt x="11151" y="5906"/>
                  </a:lnTo>
                  <a:lnTo>
                    <a:pt x="11151" y="6309"/>
                  </a:lnTo>
                  <a:lnTo>
                    <a:pt x="11151" y="6676"/>
                  </a:lnTo>
                  <a:lnTo>
                    <a:pt x="11188" y="7006"/>
                  </a:lnTo>
                  <a:lnTo>
                    <a:pt x="11261" y="7373"/>
                  </a:lnTo>
                  <a:lnTo>
                    <a:pt x="11445" y="7703"/>
                  </a:lnTo>
                  <a:lnTo>
                    <a:pt x="11408" y="7813"/>
                  </a:lnTo>
                  <a:lnTo>
                    <a:pt x="11372" y="7923"/>
                  </a:lnTo>
                  <a:lnTo>
                    <a:pt x="11372" y="8033"/>
                  </a:lnTo>
                  <a:lnTo>
                    <a:pt x="11372" y="8143"/>
                  </a:lnTo>
                  <a:lnTo>
                    <a:pt x="11445" y="8253"/>
                  </a:lnTo>
                  <a:lnTo>
                    <a:pt x="11482" y="8327"/>
                  </a:lnTo>
                  <a:lnTo>
                    <a:pt x="11592" y="8400"/>
                  </a:lnTo>
                  <a:lnTo>
                    <a:pt x="11665" y="8474"/>
                  </a:lnTo>
                  <a:lnTo>
                    <a:pt x="11775" y="8510"/>
                  </a:lnTo>
                  <a:lnTo>
                    <a:pt x="12105" y="8510"/>
                  </a:lnTo>
                  <a:lnTo>
                    <a:pt x="12435" y="8694"/>
                  </a:lnTo>
                  <a:lnTo>
                    <a:pt x="12765" y="8840"/>
                  </a:lnTo>
                  <a:lnTo>
                    <a:pt x="13022" y="8877"/>
                  </a:lnTo>
                  <a:lnTo>
                    <a:pt x="13316" y="8877"/>
                  </a:lnTo>
                  <a:lnTo>
                    <a:pt x="13646" y="8804"/>
                  </a:lnTo>
                  <a:lnTo>
                    <a:pt x="13939" y="8694"/>
                  </a:lnTo>
                  <a:lnTo>
                    <a:pt x="14233" y="8584"/>
                  </a:lnTo>
                  <a:lnTo>
                    <a:pt x="14489" y="8400"/>
                  </a:lnTo>
                  <a:lnTo>
                    <a:pt x="14746" y="8217"/>
                  </a:lnTo>
                  <a:lnTo>
                    <a:pt x="14930" y="8033"/>
                  </a:lnTo>
                  <a:lnTo>
                    <a:pt x="14966" y="7997"/>
                  </a:lnTo>
                  <a:lnTo>
                    <a:pt x="14966" y="7923"/>
                  </a:lnTo>
                  <a:lnTo>
                    <a:pt x="14930" y="7813"/>
                  </a:lnTo>
                  <a:lnTo>
                    <a:pt x="14820" y="7777"/>
                  </a:lnTo>
                  <a:lnTo>
                    <a:pt x="14710" y="7777"/>
                  </a:lnTo>
                  <a:lnTo>
                    <a:pt x="14123" y="8143"/>
                  </a:lnTo>
                  <a:lnTo>
                    <a:pt x="13829" y="8290"/>
                  </a:lnTo>
                  <a:lnTo>
                    <a:pt x="13462" y="8400"/>
                  </a:lnTo>
                  <a:lnTo>
                    <a:pt x="13206" y="8474"/>
                  </a:lnTo>
                  <a:lnTo>
                    <a:pt x="12912" y="8437"/>
                  </a:lnTo>
                  <a:lnTo>
                    <a:pt x="12692" y="8363"/>
                  </a:lnTo>
                  <a:lnTo>
                    <a:pt x="12472" y="8217"/>
                  </a:lnTo>
                  <a:lnTo>
                    <a:pt x="12545" y="8107"/>
                  </a:lnTo>
                  <a:lnTo>
                    <a:pt x="12582" y="7960"/>
                  </a:lnTo>
                  <a:lnTo>
                    <a:pt x="12582" y="7850"/>
                  </a:lnTo>
                  <a:lnTo>
                    <a:pt x="12545" y="7777"/>
                  </a:lnTo>
                  <a:lnTo>
                    <a:pt x="12509" y="7740"/>
                  </a:lnTo>
                  <a:lnTo>
                    <a:pt x="12325" y="7630"/>
                  </a:lnTo>
                  <a:lnTo>
                    <a:pt x="12142" y="7520"/>
                  </a:lnTo>
                  <a:lnTo>
                    <a:pt x="11812" y="7520"/>
                  </a:lnTo>
                  <a:lnTo>
                    <a:pt x="11628" y="7116"/>
                  </a:lnTo>
                  <a:lnTo>
                    <a:pt x="11518" y="6713"/>
                  </a:lnTo>
                  <a:lnTo>
                    <a:pt x="11518" y="6346"/>
                  </a:lnTo>
                  <a:lnTo>
                    <a:pt x="11518" y="6016"/>
                  </a:lnTo>
                  <a:lnTo>
                    <a:pt x="11555" y="5649"/>
                  </a:lnTo>
                  <a:lnTo>
                    <a:pt x="11518" y="5282"/>
                  </a:lnTo>
                  <a:lnTo>
                    <a:pt x="11445" y="4989"/>
                  </a:lnTo>
                  <a:lnTo>
                    <a:pt x="11335" y="4732"/>
                  </a:lnTo>
                  <a:lnTo>
                    <a:pt x="11188" y="4549"/>
                  </a:lnTo>
                  <a:lnTo>
                    <a:pt x="11005" y="4402"/>
                  </a:lnTo>
                  <a:lnTo>
                    <a:pt x="10785" y="4329"/>
                  </a:lnTo>
                  <a:lnTo>
                    <a:pt x="10565" y="4255"/>
                  </a:lnTo>
                  <a:lnTo>
                    <a:pt x="10051" y="4255"/>
                  </a:lnTo>
                  <a:lnTo>
                    <a:pt x="9758" y="4292"/>
                  </a:lnTo>
                  <a:lnTo>
                    <a:pt x="9464" y="4365"/>
                  </a:lnTo>
                  <a:lnTo>
                    <a:pt x="8914" y="4585"/>
                  </a:lnTo>
                  <a:lnTo>
                    <a:pt x="8400" y="4879"/>
                  </a:lnTo>
                  <a:lnTo>
                    <a:pt x="7960" y="5209"/>
                  </a:lnTo>
                  <a:lnTo>
                    <a:pt x="8290" y="4769"/>
                  </a:lnTo>
                  <a:lnTo>
                    <a:pt x="9061" y="3742"/>
                  </a:lnTo>
                  <a:lnTo>
                    <a:pt x="9464" y="3191"/>
                  </a:lnTo>
                  <a:lnTo>
                    <a:pt x="9831" y="2641"/>
                  </a:lnTo>
                  <a:lnTo>
                    <a:pt x="9868" y="2568"/>
                  </a:lnTo>
                  <a:lnTo>
                    <a:pt x="9868" y="2531"/>
                  </a:lnTo>
                  <a:lnTo>
                    <a:pt x="9794" y="2421"/>
                  </a:lnTo>
                  <a:lnTo>
                    <a:pt x="9721" y="2384"/>
                  </a:lnTo>
                  <a:lnTo>
                    <a:pt x="9684" y="2348"/>
                  </a:lnTo>
                  <a:close/>
                  <a:moveTo>
                    <a:pt x="15663" y="9867"/>
                  </a:moveTo>
                  <a:lnTo>
                    <a:pt x="15700" y="9904"/>
                  </a:lnTo>
                  <a:lnTo>
                    <a:pt x="15627" y="10381"/>
                  </a:lnTo>
                  <a:lnTo>
                    <a:pt x="15663" y="10418"/>
                  </a:lnTo>
                  <a:lnTo>
                    <a:pt x="15663" y="10454"/>
                  </a:lnTo>
                  <a:lnTo>
                    <a:pt x="15773" y="10491"/>
                  </a:lnTo>
                  <a:lnTo>
                    <a:pt x="15443" y="10895"/>
                  </a:lnTo>
                  <a:lnTo>
                    <a:pt x="15443" y="10821"/>
                  </a:lnTo>
                  <a:lnTo>
                    <a:pt x="15333" y="10491"/>
                  </a:lnTo>
                  <a:lnTo>
                    <a:pt x="15296" y="10454"/>
                  </a:lnTo>
                  <a:lnTo>
                    <a:pt x="15260" y="10454"/>
                  </a:lnTo>
                  <a:lnTo>
                    <a:pt x="15223" y="10491"/>
                  </a:lnTo>
                  <a:lnTo>
                    <a:pt x="15223" y="10528"/>
                  </a:lnTo>
                  <a:lnTo>
                    <a:pt x="15186" y="10821"/>
                  </a:lnTo>
                  <a:lnTo>
                    <a:pt x="15186" y="11188"/>
                  </a:lnTo>
                  <a:lnTo>
                    <a:pt x="15223" y="11225"/>
                  </a:lnTo>
                  <a:lnTo>
                    <a:pt x="14746" y="11848"/>
                  </a:lnTo>
                  <a:lnTo>
                    <a:pt x="14746" y="11591"/>
                  </a:lnTo>
                  <a:lnTo>
                    <a:pt x="14746" y="11371"/>
                  </a:lnTo>
                  <a:lnTo>
                    <a:pt x="14746" y="11115"/>
                  </a:lnTo>
                  <a:lnTo>
                    <a:pt x="14710" y="11078"/>
                  </a:lnTo>
                  <a:lnTo>
                    <a:pt x="15333" y="10308"/>
                  </a:lnTo>
                  <a:lnTo>
                    <a:pt x="15663" y="9867"/>
                  </a:lnTo>
                  <a:close/>
                  <a:moveTo>
                    <a:pt x="14526" y="11298"/>
                  </a:moveTo>
                  <a:lnTo>
                    <a:pt x="14453" y="11555"/>
                  </a:lnTo>
                  <a:lnTo>
                    <a:pt x="14416" y="11775"/>
                  </a:lnTo>
                  <a:lnTo>
                    <a:pt x="14453" y="11885"/>
                  </a:lnTo>
                  <a:lnTo>
                    <a:pt x="14489" y="11958"/>
                  </a:lnTo>
                  <a:lnTo>
                    <a:pt x="14563" y="11995"/>
                  </a:lnTo>
                  <a:lnTo>
                    <a:pt x="14600" y="11995"/>
                  </a:lnTo>
                  <a:lnTo>
                    <a:pt x="14123" y="12619"/>
                  </a:lnTo>
                  <a:lnTo>
                    <a:pt x="14049" y="12655"/>
                  </a:lnTo>
                  <a:lnTo>
                    <a:pt x="14049" y="12362"/>
                  </a:lnTo>
                  <a:lnTo>
                    <a:pt x="14049" y="12142"/>
                  </a:lnTo>
                  <a:lnTo>
                    <a:pt x="14049" y="12032"/>
                  </a:lnTo>
                  <a:lnTo>
                    <a:pt x="14013" y="11922"/>
                  </a:lnTo>
                  <a:lnTo>
                    <a:pt x="14526" y="11298"/>
                  </a:lnTo>
                  <a:close/>
                  <a:moveTo>
                    <a:pt x="4806" y="7997"/>
                  </a:moveTo>
                  <a:lnTo>
                    <a:pt x="4769" y="8033"/>
                  </a:lnTo>
                  <a:lnTo>
                    <a:pt x="4769" y="8070"/>
                  </a:lnTo>
                  <a:lnTo>
                    <a:pt x="4952" y="8217"/>
                  </a:lnTo>
                  <a:lnTo>
                    <a:pt x="5099" y="8327"/>
                  </a:lnTo>
                  <a:lnTo>
                    <a:pt x="5576" y="8584"/>
                  </a:lnTo>
                  <a:lnTo>
                    <a:pt x="6126" y="8840"/>
                  </a:lnTo>
                  <a:lnTo>
                    <a:pt x="6640" y="9134"/>
                  </a:lnTo>
                  <a:lnTo>
                    <a:pt x="7116" y="9501"/>
                  </a:lnTo>
                  <a:lnTo>
                    <a:pt x="7557" y="9831"/>
                  </a:lnTo>
                  <a:lnTo>
                    <a:pt x="8437" y="10638"/>
                  </a:lnTo>
                  <a:lnTo>
                    <a:pt x="9244" y="11371"/>
                  </a:lnTo>
                  <a:lnTo>
                    <a:pt x="10088" y="12105"/>
                  </a:lnTo>
                  <a:lnTo>
                    <a:pt x="10344" y="12325"/>
                  </a:lnTo>
                  <a:lnTo>
                    <a:pt x="10748" y="12655"/>
                  </a:lnTo>
                  <a:lnTo>
                    <a:pt x="10931" y="12765"/>
                  </a:lnTo>
                  <a:lnTo>
                    <a:pt x="11115" y="12839"/>
                  </a:lnTo>
                  <a:lnTo>
                    <a:pt x="11225" y="12839"/>
                  </a:lnTo>
                  <a:lnTo>
                    <a:pt x="11298" y="12802"/>
                  </a:lnTo>
                  <a:lnTo>
                    <a:pt x="11335" y="12765"/>
                  </a:lnTo>
                  <a:lnTo>
                    <a:pt x="11372" y="12692"/>
                  </a:lnTo>
                  <a:lnTo>
                    <a:pt x="11372" y="12582"/>
                  </a:lnTo>
                  <a:lnTo>
                    <a:pt x="11335" y="12472"/>
                  </a:lnTo>
                  <a:lnTo>
                    <a:pt x="11151" y="12325"/>
                  </a:lnTo>
                  <a:lnTo>
                    <a:pt x="10711" y="11995"/>
                  </a:lnTo>
                  <a:lnTo>
                    <a:pt x="10271" y="11628"/>
                  </a:lnTo>
                  <a:lnTo>
                    <a:pt x="9391" y="10858"/>
                  </a:lnTo>
                  <a:lnTo>
                    <a:pt x="8547" y="10051"/>
                  </a:lnTo>
                  <a:lnTo>
                    <a:pt x="8107" y="9684"/>
                  </a:lnTo>
                  <a:lnTo>
                    <a:pt x="7703" y="9354"/>
                  </a:lnTo>
                  <a:lnTo>
                    <a:pt x="7227" y="9024"/>
                  </a:lnTo>
                  <a:lnTo>
                    <a:pt x="6786" y="8694"/>
                  </a:lnTo>
                  <a:lnTo>
                    <a:pt x="6309" y="8437"/>
                  </a:lnTo>
                  <a:lnTo>
                    <a:pt x="5833" y="8217"/>
                  </a:lnTo>
                  <a:lnTo>
                    <a:pt x="5356" y="8033"/>
                  </a:lnTo>
                  <a:lnTo>
                    <a:pt x="5209" y="7997"/>
                  </a:lnTo>
                  <a:close/>
                  <a:moveTo>
                    <a:pt x="954" y="12582"/>
                  </a:moveTo>
                  <a:lnTo>
                    <a:pt x="1101" y="12692"/>
                  </a:lnTo>
                  <a:lnTo>
                    <a:pt x="1064" y="12765"/>
                  </a:lnTo>
                  <a:lnTo>
                    <a:pt x="1064" y="12839"/>
                  </a:lnTo>
                  <a:lnTo>
                    <a:pt x="1064" y="12875"/>
                  </a:lnTo>
                  <a:lnTo>
                    <a:pt x="1101" y="12839"/>
                  </a:lnTo>
                  <a:lnTo>
                    <a:pt x="1211" y="12912"/>
                  </a:lnTo>
                  <a:lnTo>
                    <a:pt x="1247" y="12985"/>
                  </a:lnTo>
                  <a:lnTo>
                    <a:pt x="1247" y="13059"/>
                  </a:lnTo>
                  <a:lnTo>
                    <a:pt x="1284" y="13242"/>
                  </a:lnTo>
                  <a:lnTo>
                    <a:pt x="991" y="13095"/>
                  </a:lnTo>
                  <a:lnTo>
                    <a:pt x="844" y="13059"/>
                  </a:lnTo>
                  <a:lnTo>
                    <a:pt x="697" y="13022"/>
                  </a:lnTo>
                  <a:lnTo>
                    <a:pt x="844" y="12765"/>
                  </a:lnTo>
                  <a:lnTo>
                    <a:pt x="954" y="12582"/>
                  </a:lnTo>
                  <a:close/>
                  <a:moveTo>
                    <a:pt x="2715" y="10858"/>
                  </a:moveTo>
                  <a:lnTo>
                    <a:pt x="2641" y="10931"/>
                  </a:lnTo>
                  <a:lnTo>
                    <a:pt x="2641" y="10968"/>
                  </a:lnTo>
                  <a:lnTo>
                    <a:pt x="2788" y="11151"/>
                  </a:lnTo>
                  <a:lnTo>
                    <a:pt x="2935" y="11261"/>
                  </a:lnTo>
                  <a:lnTo>
                    <a:pt x="3302" y="11445"/>
                  </a:lnTo>
                  <a:lnTo>
                    <a:pt x="3778" y="11775"/>
                  </a:lnTo>
                  <a:lnTo>
                    <a:pt x="4255" y="12105"/>
                  </a:lnTo>
                  <a:lnTo>
                    <a:pt x="5099" y="12765"/>
                  </a:lnTo>
                  <a:lnTo>
                    <a:pt x="5539" y="13095"/>
                  </a:lnTo>
                  <a:lnTo>
                    <a:pt x="5759" y="13242"/>
                  </a:lnTo>
                  <a:lnTo>
                    <a:pt x="5869" y="13279"/>
                  </a:lnTo>
                  <a:lnTo>
                    <a:pt x="6053" y="13279"/>
                  </a:lnTo>
                  <a:lnTo>
                    <a:pt x="6126" y="13242"/>
                  </a:lnTo>
                  <a:lnTo>
                    <a:pt x="6163" y="13169"/>
                  </a:lnTo>
                  <a:lnTo>
                    <a:pt x="6126" y="13059"/>
                  </a:lnTo>
                  <a:lnTo>
                    <a:pt x="6089" y="12985"/>
                  </a:lnTo>
                  <a:lnTo>
                    <a:pt x="6016" y="12875"/>
                  </a:lnTo>
                  <a:lnTo>
                    <a:pt x="5869" y="12729"/>
                  </a:lnTo>
                  <a:lnTo>
                    <a:pt x="5502" y="12472"/>
                  </a:lnTo>
                  <a:lnTo>
                    <a:pt x="4512" y="11738"/>
                  </a:lnTo>
                  <a:lnTo>
                    <a:pt x="4035" y="11408"/>
                  </a:lnTo>
                  <a:lnTo>
                    <a:pt x="3522" y="11078"/>
                  </a:lnTo>
                  <a:lnTo>
                    <a:pt x="3338" y="11005"/>
                  </a:lnTo>
                  <a:lnTo>
                    <a:pt x="3118" y="10895"/>
                  </a:lnTo>
                  <a:lnTo>
                    <a:pt x="2935" y="10858"/>
                  </a:lnTo>
                  <a:close/>
                  <a:moveTo>
                    <a:pt x="13756" y="12252"/>
                  </a:moveTo>
                  <a:lnTo>
                    <a:pt x="13719" y="12362"/>
                  </a:lnTo>
                  <a:lnTo>
                    <a:pt x="13719" y="12619"/>
                  </a:lnTo>
                  <a:lnTo>
                    <a:pt x="13719" y="12912"/>
                  </a:lnTo>
                  <a:lnTo>
                    <a:pt x="13756" y="12985"/>
                  </a:lnTo>
                  <a:lnTo>
                    <a:pt x="13793" y="13022"/>
                  </a:lnTo>
                  <a:lnTo>
                    <a:pt x="13719" y="13095"/>
                  </a:lnTo>
                  <a:lnTo>
                    <a:pt x="13389" y="13536"/>
                  </a:lnTo>
                  <a:lnTo>
                    <a:pt x="13426" y="13132"/>
                  </a:lnTo>
                  <a:lnTo>
                    <a:pt x="13462" y="12912"/>
                  </a:lnTo>
                  <a:lnTo>
                    <a:pt x="13462" y="12765"/>
                  </a:lnTo>
                  <a:lnTo>
                    <a:pt x="13426" y="12655"/>
                  </a:lnTo>
                  <a:lnTo>
                    <a:pt x="13756" y="12252"/>
                  </a:lnTo>
                  <a:close/>
                  <a:moveTo>
                    <a:pt x="4402" y="8694"/>
                  </a:moveTo>
                  <a:lnTo>
                    <a:pt x="4329" y="8730"/>
                  </a:lnTo>
                  <a:lnTo>
                    <a:pt x="4255" y="8804"/>
                  </a:lnTo>
                  <a:lnTo>
                    <a:pt x="4255" y="8877"/>
                  </a:lnTo>
                  <a:lnTo>
                    <a:pt x="4255" y="8987"/>
                  </a:lnTo>
                  <a:lnTo>
                    <a:pt x="4292" y="9060"/>
                  </a:lnTo>
                  <a:lnTo>
                    <a:pt x="4365" y="9134"/>
                  </a:lnTo>
                  <a:lnTo>
                    <a:pt x="4512" y="9207"/>
                  </a:lnTo>
                  <a:lnTo>
                    <a:pt x="4842" y="9354"/>
                  </a:lnTo>
                  <a:lnTo>
                    <a:pt x="5136" y="9501"/>
                  </a:lnTo>
                  <a:lnTo>
                    <a:pt x="5392" y="9647"/>
                  </a:lnTo>
                  <a:lnTo>
                    <a:pt x="5869" y="10014"/>
                  </a:lnTo>
                  <a:lnTo>
                    <a:pt x="6346" y="10418"/>
                  </a:lnTo>
                  <a:lnTo>
                    <a:pt x="6786" y="10858"/>
                  </a:lnTo>
                  <a:lnTo>
                    <a:pt x="8584" y="12398"/>
                  </a:lnTo>
                  <a:lnTo>
                    <a:pt x="9501" y="13169"/>
                  </a:lnTo>
                  <a:lnTo>
                    <a:pt x="9721" y="13315"/>
                  </a:lnTo>
                  <a:lnTo>
                    <a:pt x="9941" y="13462"/>
                  </a:lnTo>
                  <a:lnTo>
                    <a:pt x="10161" y="13572"/>
                  </a:lnTo>
                  <a:lnTo>
                    <a:pt x="10271" y="13609"/>
                  </a:lnTo>
                  <a:lnTo>
                    <a:pt x="10381" y="13609"/>
                  </a:lnTo>
                  <a:lnTo>
                    <a:pt x="10454" y="13572"/>
                  </a:lnTo>
                  <a:lnTo>
                    <a:pt x="10491" y="13536"/>
                  </a:lnTo>
                  <a:lnTo>
                    <a:pt x="10528" y="13462"/>
                  </a:lnTo>
                  <a:lnTo>
                    <a:pt x="10491" y="13389"/>
                  </a:lnTo>
                  <a:lnTo>
                    <a:pt x="10418" y="13242"/>
                  </a:lnTo>
                  <a:lnTo>
                    <a:pt x="10271" y="13132"/>
                  </a:lnTo>
                  <a:lnTo>
                    <a:pt x="9978" y="12949"/>
                  </a:lnTo>
                  <a:lnTo>
                    <a:pt x="9537" y="12619"/>
                  </a:lnTo>
                  <a:lnTo>
                    <a:pt x="9134" y="12288"/>
                  </a:lnTo>
                  <a:lnTo>
                    <a:pt x="7557" y="10931"/>
                  </a:lnTo>
                  <a:lnTo>
                    <a:pt x="6823" y="10271"/>
                  </a:lnTo>
                  <a:lnTo>
                    <a:pt x="6089" y="9647"/>
                  </a:lnTo>
                  <a:lnTo>
                    <a:pt x="5686" y="9354"/>
                  </a:lnTo>
                  <a:lnTo>
                    <a:pt x="5246" y="9097"/>
                  </a:lnTo>
                  <a:lnTo>
                    <a:pt x="4769" y="8950"/>
                  </a:lnTo>
                  <a:lnTo>
                    <a:pt x="4549" y="8840"/>
                  </a:lnTo>
                  <a:lnTo>
                    <a:pt x="4475" y="8767"/>
                  </a:lnTo>
                  <a:lnTo>
                    <a:pt x="4439" y="8694"/>
                  </a:lnTo>
                  <a:close/>
                  <a:moveTo>
                    <a:pt x="1541" y="13022"/>
                  </a:moveTo>
                  <a:lnTo>
                    <a:pt x="2091" y="13389"/>
                  </a:lnTo>
                  <a:lnTo>
                    <a:pt x="2091" y="13572"/>
                  </a:lnTo>
                  <a:lnTo>
                    <a:pt x="2126" y="13749"/>
                  </a:lnTo>
                  <a:lnTo>
                    <a:pt x="1504" y="13389"/>
                  </a:lnTo>
                  <a:lnTo>
                    <a:pt x="1578" y="13352"/>
                  </a:lnTo>
                  <a:lnTo>
                    <a:pt x="1614" y="13315"/>
                  </a:lnTo>
                  <a:lnTo>
                    <a:pt x="1614" y="13279"/>
                  </a:lnTo>
                  <a:lnTo>
                    <a:pt x="1614" y="13205"/>
                  </a:lnTo>
                  <a:lnTo>
                    <a:pt x="1541" y="13095"/>
                  </a:lnTo>
                  <a:lnTo>
                    <a:pt x="1541" y="13022"/>
                  </a:lnTo>
                  <a:close/>
                  <a:moveTo>
                    <a:pt x="13206" y="12949"/>
                  </a:moveTo>
                  <a:lnTo>
                    <a:pt x="13169" y="13022"/>
                  </a:lnTo>
                  <a:lnTo>
                    <a:pt x="13059" y="13756"/>
                  </a:lnTo>
                  <a:lnTo>
                    <a:pt x="13059" y="13829"/>
                  </a:lnTo>
                  <a:lnTo>
                    <a:pt x="13096" y="13866"/>
                  </a:lnTo>
                  <a:lnTo>
                    <a:pt x="12912" y="14086"/>
                  </a:lnTo>
                  <a:lnTo>
                    <a:pt x="12912" y="13719"/>
                  </a:lnTo>
                  <a:lnTo>
                    <a:pt x="12875" y="13352"/>
                  </a:lnTo>
                  <a:lnTo>
                    <a:pt x="13206" y="12949"/>
                  </a:lnTo>
                  <a:close/>
                  <a:moveTo>
                    <a:pt x="2458" y="13646"/>
                  </a:moveTo>
                  <a:lnTo>
                    <a:pt x="2641" y="13792"/>
                  </a:lnTo>
                  <a:lnTo>
                    <a:pt x="2788" y="13902"/>
                  </a:lnTo>
                  <a:lnTo>
                    <a:pt x="2788" y="14086"/>
                  </a:lnTo>
                  <a:lnTo>
                    <a:pt x="2825" y="14233"/>
                  </a:lnTo>
                  <a:lnTo>
                    <a:pt x="2605" y="14086"/>
                  </a:lnTo>
                  <a:lnTo>
                    <a:pt x="2385" y="13939"/>
                  </a:lnTo>
                  <a:lnTo>
                    <a:pt x="2495" y="13939"/>
                  </a:lnTo>
                  <a:lnTo>
                    <a:pt x="2568" y="13866"/>
                  </a:lnTo>
                  <a:lnTo>
                    <a:pt x="2568" y="13829"/>
                  </a:lnTo>
                  <a:lnTo>
                    <a:pt x="2568" y="13756"/>
                  </a:lnTo>
                  <a:lnTo>
                    <a:pt x="2458" y="13646"/>
                  </a:lnTo>
                  <a:close/>
                  <a:moveTo>
                    <a:pt x="3595" y="9794"/>
                  </a:moveTo>
                  <a:lnTo>
                    <a:pt x="3558" y="9831"/>
                  </a:lnTo>
                  <a:lnTo>
                    <a:pt x="3522" y="9867"/>
                  </a:lnTo>
                  <a:lnTo>
                    <a:pt x="3558" y="9977"/>
                  </a:lnTo>
                  <a:lnTo>
                    <a:pt x="3595" y="10088"/>
                  </a:lnTo>
                  <a:lnTo>
                    <a:pt x="3815" y="10234"/>
                  </a:lnTo>
                  <a:lnTo>
                    <a:pt x="4659" y="10821"/>
                  </a:lnTo>
                  <a:lnTo>
                    <a:pt x="5466" y="11518"/>
                  </a:lnTo>
                  <a:lnTo>
                    <a:pt x="6236" y="12178"/>
                  </a:lnTo>
                  <a:lnTo>
                    <a:pt x="7080" y="12839"/>
                  </a:lnTo>
                  <a:lnTo>
                    <a:pt x="7923" y="13462"/>
                  </a:lnTo>
                  <a:lnTo>
                    <a:pt x="8730" y="14049"/>
                  </a:lnTo>
                  <a:lnTo>
                    <a:pt x="9134" y="14343"/>
                  </a:lnTo>
                  <a:lnTo>
                    <a:pt x="9574" y="14563"/>
                  </a:lnTo>
                  <a:lnTo>
                    <a:pt x="9684" y="14563"/>
                  </a:lnTo>
                  <a:lnTo>
                    <a:pt x="9794" y="14526"/>
                  </a:lnTo>
                  <a:lnTo>
                    <a:pt x="9868" y="14453"/>
                  </a:lnTo>
                  <a:lnTo>
                    <a:pt x="9904" y="14416"/>
                  </a:lnTo>
                  <a:lnTo>
                    <a:pt x="9904" y="14379"/>
                  </a:lnTo>
                  <a:lnTo>
                    <a:pt x="9904" y="14306"/>
                  </a:lnTo>
                  <a:lnTo>
                    <a:pt x="9868" y="14269"/>
                  </a:lnTo>
                  <a:lnTo>
                    <a:pt x="9794" y="14196"/>
                  </a:lnTo>
                  <a:lnTo>
                    <a:pt x="9721" y="14159"/>
                  </a:lnTo>
                  <a:lnTo>
                    <a:pt x="9501" y="14012"/>
                  </a:lnTo>
                  <a:lnTo>
                    <a:pt x="9281" y="13866"/>
                  </a:lnTo>
                  <a:lnTo>
                    <a:pt x="8290" y="13205"/>
                  </a:lnTo>
                  <a:lnTo>
                    <a:pt x="7373" y="12508"/>
                  </a:lnTo>
                  <a:lnTo>
                    <a:pt x="6493" y="11812"/>
                  </a:lnTo>
                  <a:lnTo>
                    <a:pt x="5649" y="11115"/>
                  </a:lnTo>
                  <a:lnTo>
                    <a:pt x="4769" y="10418"/>
                  </a:lnTo>
                  <a:lnTo>
                    <a:pt x="4549" y="10234"/>
                  </a:lnTo>
                  <a:lnTo>
                    <a:pt x="4145" y="9977"/>
                  </a:lnTo>
                  <a:lnTo>
                    <a:pt x="3925" y="9867"/>
                  </a:lnTo>
                  <a:lnTo>
                    <a:pt x="3742" y="9794"/>
                  </a:lnTo>
                  <a:close/>
                  <a:moveTo>
                    <a:pt x="3155" y="14122"/>
                  </a:moveTo>
                  <a:lnTo>
                    <a:pt x="3778" y="14563"/>
                  </a:lnTo>
                  <a:lnTo>
                    <a:pt x="3742" y="14746"/>
                  </a:lnTo>
                  <a:lnTo>
                    <a:pt x="3742" y="14856"/>
                  </a:lnTo>
                  <a:lnTo>
                    <a:pt x="3338" y="14563"/>
                  </a:lnTo>
                  <a:lnTo>
                    <a:pt x="3338" y="14489"/>
                  </a:lnTo>
                  <a:lnTo>
                    <a:pt x="3302" y="14416"/>
                  </a:lnTo>
                  <a:lnTo>
                    <a:pt x="3192" y="14269"/>
                  </a:lnTo>
                  <a:lnTo>
                    <a:pt x="3155" y="14122"/>
                  </a:lnTo>
                  <a:close/>
                  <a:moveTo>
                    <a:pt x="12692" y="13536"/>
                  </a:moveTo>
                  <a:lnTo>
                    <a:pt x="12619" y="13976"/>
                  </a:lnTo>
                  <a:lnTo>
                    <a:pt x="12582" y="14416"/>
                  </a:lnTo>
                  <a:lnTo>
                    <a:pt x="12582" y="14489"/>
                  </a:lnTo>
                  <a:lnTo>
                    <a:pt x="12142" y="15040"/>
                  </a:lnTo>
                  <a:lnTo>
                    <a:pt x="12142" y="14893"/>
                  </a:lnTo>
                  <a:lnTo>
                    <a:pt x="12142" y="14563"/>
                  </a:lnTo>
                  <a:lnTo>
                    <a:pt x="12105" y="14269"/>
                  </a:lnTo>
                  <a:lnTo>
                    <a:pt x="12692" y="13536"/>
                  </a:lnTo>
                  <a:close/>
                  <a:moveTo>
                    <a:pt x="4035" y="14746"/>
                  </a:moveTo>
                  <a:lnTo>
                    <a:pt x="4402" y="15003"/>
                  </a:lnTo>
                  <a:lnTo>
                    <a:pt x="4402" y="15040"/>
                  </a:lnTo>
                  <a:lnTo>
                    <a:pt x="4402" y="15150"/>
                  </a:lnTo>
                  <a:lnTo>
                    <a:pt x="4439" y="15223"/>
                  </a:lnTo>
                  <a:lnTo>
                    <a:pt x="4549" y="15370"/>
                  </a:lnTo>
                  <a:lnTo>
                    <a:pt x="4659" y="15553"/>
                  </a:lnTo>
                  <a:lnTo>
                    <a:pt x="4255" y="15223"/>
                  </a:lnTo>
                  <a:lnTo>
                    <a:pt x="4255" y="15150"/>
                  </a:lnTo>
                  <a:lnTo>
                    <a:pt x="4219" y="15076"/>
                  </a:lnTo>
                  <a:lnTo>
                    <a:pt x="4109" y="14966"/>
                  </a:lnTo>
                  <a:lnTo>
                    <a:pt x="4035" y="14856"/>
                  </a:lnTo>
                  <a:lnTo>
                    <a:pt x="4035" y="14746"/>
                  </a:lnTo>
                  <a:close/>
                  <a:moveTo>
                    <a:pt x="11922" y="14489"/>
                  </a:moveTo>
                  <a:lnTo>
                    <a:pt x="11885" y="14856"/>
                  </a:lnTo>
                  <a:lnTo>
                    <a:pt x="11848" y="15113"/>
                  </a:lnTo>
                  <a:lnTo>
                    <a:pt x="11848" y="15260"/>
                  </a:lnTo>
                  <a:lnTo>
                    <a:pt x="11848" y="15370"/>
                  </a:lnTo>
                  <a:lnTo>
                    <a:pt x="11555" y="15700"/>
                  </a:lnTo>
                  <a:lnTo>
                    <a:pt x="11592" y="15480"/>
                  </a:lnTo>
                  <a:lnTo>
                    <a:pt x="11555" y="15223"/>
                  </a:lnTo>
                  <a:lnTo>
                    <a:pt x="11555" y="15150"/>
                  </a:lnTo>
                  <a:lnTo>
                    <a:pt x="11482" y="15113"/>
                  </a:lnTo>
                  <a:lnTo>
                    <a:pt x="11445" y="15113"/>
                  </a:lnTo>
                  <a:lnTo>
                    <a:pt x="11922" y="14489"/>
                  </a:lnTo>
                  <a:close/>
                  <a:moveTo>
                    <a:pt x="4769" y="15223"/>
                  </a:moveTo>
                  <a:lnTo>
                    <a:pt x="5026" y="15406"/>
                  </a:lnTo>
                  <a:lnTo>
                    <a:pt x="5576" y="15810"/>
                  </a:lnTo>
                  <a:lnTo>
                    <a:pt x="5576" y="15883"/>
                  </a:lnTo>
                  <a:lnTo>
                    <a:pt x="5576" y="16177"/>
                  </a:lnTo>
                  <a:lnTo>
                    <a:pt x="5576" y="16287"/>
                  </a:lnTo>
                  <a:lnTo>
                    <a:pt x="4916" y="15773"/>
                  </a:lnTo>
                  <a:lnTo>
                    <a:pt x="4952" y="15663"/>
                  </a:lnTo>
                  <a:lnTo>
                    <a:pt x="4952" y="15553"/>
                  </a:lnTo>
                  <a:lnTo>
                    <a:pt x="4916" y="15480"/>
                  </a:lnTo>
                  <a:lnTo>
                    <a:pt x="4879" y="15370"/>
                  </a:lnTo>
                  <a:lnTo>
                    <a:pt x="4769" y="15223"/>
                  </a:lnTo>
                  <a:close/>
                  <a:moveTo>
                    <a:pt x="5833" y="15993"/>
                  </a:moveTo>
                  <a:lnTo>
                    <a:pt x="6456" y="16507"/>
                  </a:lnTo>
                  <a:lnTo>
                    <a:pt x="6420" y="16580"/>
                  </a:lnTo>
                  <a:lnTo>
                    <a:pt x="6383" y="16690"/>
                  </a:lnTo>
                  <a:lnTo>
                    <a:pt x="6346" y="16874"/>
                  </a:lnTo>
                  <a:lnTo>
                    <a:pt x="5869" y="16507"/>
                  </a:lnTo>
                  <a:lnTo>
                    <a:pt x="5869" y="16323"/>
                  </a:lnTo>
                  <a:lnTo>
                    <a:pt x="5869" y="16140"/>
                  </a:lnTo>
                  <a:lnTo>
                    <a:pt x="5833" y="15993"/>
                  </a:lnTo>
                  <a:close/>
                  <a:moveTo>
                    <a:pt x="11298" y="15260"/>
                  </a:moveTo>
                  <a:lnTo>
                    <a:pt x="11298" y="15443"/>
                  </a:lnTo>
                  <a:lnTo>
                    <a:pt x="11225" y="15957"/>
                  </a:lnTo>
                  <a:lnTo>
                    <a:pt x="11225" y="16030"/>
                  </a:lnTo>
                  <a:lnTo>
                    <a:pt x="11261" y="16067"/>
                  </a:lnTo>
                  <a:lnTo>
                    <a:pt x="10088" y="17387"/>
                  </a:lnTo>
                  <a:lnTo>
                    <a:pt x="10088" y="17130"/>
                  </a:lnTo>
                  <a:lnTo>
                    <a:pt x="10088" y="16984"/>
                  </a:lnTo>
                  <a:lnTo>
                    <a:pt x="10308" y="16653"/>
                  </a:lnTo>
                  <a:lnTo>
                    <a:pt x="10821" y="15920"/>
                  </a:lnTo>
                  <a:lnTo>
                    <a:pt x="10785" y="16067"/>
                  </a:lnTo>
                  <a:lnTo>
                    <a:pt x="10711" y="16287"/>
                  </a:lnTo>
                  <a:lnTo>
                    <a:pt x="10711" y="16397"/>
                  </a:lnTo>
                  <a:lnTo>
                    <a:pt x="10711" y="16507"/>
                  </a:lnTo>
                  <a:lnTo>
                    <a:pt x="10748" y="16543"/>
                  </a:lnTo>
                  <a:lnTo>
                    <a:pt x="10785" y="16543"/>
                  </a:lnTo>
                  <a:lnTo>
                    <a:pt x="10895" y="16470"/>
                  </a:lnTo>
                  <a:lnTo>
                    <a:pt x="10968" y="16360"/>
                  </a:lnTo>
                  <a:lnTo>
                    <a:pt x="11005" y="16103"/>
                  </a:lnTo>
                  <a:lnTo>
                    <a:pt x="11005" y="15663"/>
                  </a:lnTo>
                  <a:lnTo>
                    <a:pt x="11225" y="15370"/>
                  </a:lnTo>
                  <a:lnTo>
                    <a:pt x="11298" y="15260"/>
                  </a:lnTo>
                  <a:close/>
                  <a:moveTo>
                    <a:pt x="6566" y="16580"/>
                  </a:moveTo>
                  <a:lnTo>
                    <a:pt x="7006" y="17020"/>
                  </a:lnTo>
                  <a:lnTo>
                    <a:pt x="7006" y="17240"/>
                  </a:lnTo>
                  <a:lnTo>
                    <a:pt x="7006" y="17460"/>
                  </a:lnTo>
                  <a:lnTo>
                    <a:pt x="6896" y="17350"/>
                  </a:lnTo>
                  <a:lnTo>
                    <a:pt x="6640" y="17130"/>
                  </a:lnTo>
                  <a:lnTo>
                    <a:pt x="6640" y="17020"/>
                  </a:lnTo>
                  <a:lnTo>
                    <a:pt x="6603" y="16800"/>
                  </a:lnTo>
                  <a:lnTo>
                    <a:pt x="6566" y="16580"/>
                  </a:lnTo>
                  <a:close/>
                  <a:moveTo>
                    <a:pt x="9464" y="404"/>
                  </a:moveTo>
                  <a:lnTo>
                    <a:pt x="9684" y="440"/>
                  </a:lnTo>
                  <a:lnTo>
                    <a:pt x="9868" y="477"/>
                  </a:lnTo>
                  <a:lnTo>
                    <a:pt x="10051" y="587"/>
                  </a:lnTo>
                  <a:lnTo>
                    <a:pt x="10418" y="844"/>
                  </a:lnTo>
                  <a:lnTo>
                    <a:pt x="10711" y="1064"/>
                  </a:lnTo>
                  <a:lnTo>
                    <a:pt x="12582" y="2421"/>
                  </a:lnTo>
                  <a:lnTo>
                    <a:pt x="14489" y="3815"/>
                  </a:lnTo>
                  <a:lnTo>
                    <a:pt x="15443" y="4512"/>
                  </a:lnTo>
                  <a:lnTo>
                    <a:pt x="15700" y="4732"/>
                  </a:lnTo>
                  <a:lnTo>
                    <a:pt x="15847" y="4805"/>
                  </a:lnTo>
                  <a:lnTo>
                    <a:pt x="15993" y="4879"/>
                  </a:lnTo>
                  <a:lnTo>
                    <a:pt x="15590" y="5356"/>
                  </a:lnTo>
                  <a:lnTo>
                    <a:pt x="15223" y="5869"/>
                  </a:lnTo>
                  <a:lnTo>
                    <a:pt x="15040" y="6089"/>
                  </a:lnTo>
                  <a:lnTo>
                    <a:pt x="14856" y="6383"/>
                  </a:lnTo>
                  <a:lnTo>
                    <a:pt x="14783" y="6529"/>
                  </a:lnTo>
                  <a:lnTo>
                    <a:pt x="14746" y="6639"/>
                  </a:lnTo>
                  <a:lnTo>
                    <a:pt x="14746" y="6786"/>
                  </a:lnTo>
                  <a:lnTo>
                    <a:pt x="14856" y="6896"/>
                  </a:lnTo>
                  <a:lnTo>
                    <a:pt x="14966" y="7006"/>
                  </a:lnTo>
                  <a:lnTo>
                    <a:pt x="15076" y="7080"/>
                  </a:lnTo>
                  <a:lnTo>
                    <a:pt x="15370" y="7190"/>
                  </a:lnTo>
                  <a:lnTo>
                    <a:pt x="15957" y="7300"/>
                  </a:lnTo>
                  <a:lnTo>
                    <a:pt x="16727" y="7446"/>
                  </a:lnTo>
                  <a:lnTo>
                    <a:pt x="17021" y="7520"/>
                  </a:lnTo>
                  <a:lnTo>
                    <a:pt x="16984" y="7593"/>
                  </a:lnTo>
                  <a:lnTo>
                    <a:pt x="16470" y="8143"/>
                  </a:lnTo>
                  <a:lnTo>
                    <a:pt x="15993" y="8730"/>
                  </a:lnTo>
                  <a:lnTo>
                    <a:pt x="15040" y="9904"/>
                  </a:lnTo>
                  <a:lnTo>
                    <a:pt x="12912" y="12508"/>
                  </a:lnTo>
                  <a:lnTo>
                    <a:pt x="11848" y="13792"/>
                  </a:lnTo>
                  <a:lnTo>
                    <a:pt x="10821" y="15113"/>
                  </a:lnTo>
                  <a:lnTo>
                    <a:pt x="10344" y="15736"/>
                  </a:lnTo>
                  <a:lnTo>
                    <a:pt x="9904" y="16397"/>
                  </a:lnTo>
                  <a:lnTo>
                    <a:pt x="9464" y="17057"/>
                  </a:lnTo>
                  <a:lnTo>
                    <a:pt x="9317" y="17277"/>
                  </a:lnTo>
                  <a:lnTo>
                    <a:pt x="9207" y="17497"/>
                  </a:lnTo>
                  <a:lnTo>
                    <a:pt x="8987" y="17387"/>
                  </a:lnTo>
                  <a:lnTo>
                    <a:pt x="8767" y="17350"/>
                  </a:lnTo>
                  <a:lnTo>
                    <a:pt x="8290" y="17204"/>
                  </a:lnTo>
                  <a:lnTo>
                    <a:pt x="7997" y="17094"/>
                  </a:lnTo>
                  <a:lnTo>
                    <a:pt x="7740" y="16910"/>
                  </a:lnTo>
                  <a:lnTo>
                    <a:pt x="7483" y="16727"/>
                  </a:lnTo>
                  <a:lnTo>
                    <a:pt x="7227" y="16507"/>
                  </a:lnTo>
                  <a:lnTo>
                    <a:pt x="6750" y="16067"/>
                  </a:lnTo>
                  <a:lnTo>
                    <a:pt x="6273" y="15663"/>
                  </a:lnTo>
                  <a:lnTo>
                    <a:pt x="5723" y="15296"/>
                  </a:lnTo>
                  <a:lnTo>
                    <a:pt x="5209" y="14929"/>
                  </a:lnTo>
                  <a:lnTo>
                    <a:pt x="3045" y="13462"/>
                  </a:lnTo>
                  <a:lnTo>
                    <a:pt x="1908" y="12619"/>
                  </a:lnTo>
                  <a:lnTo>
                    <a:pt x="1321" y="12215"/>
                  </a:lnTo>
                  <a:lnTo>
                    <a:pt x="697" y="11848"/>
                  </a:lnTo>
                  <a:lnTo>
                    <a:pt x="624" y="11812"/>
                  </a:lnTo>
                  <a:lnTo>
                    <a:pt x="1614" y="10381"/>
                  </a:lnTo>
                  <a:lnTo>
                    <a:pt x="2641" y="8950"/>
                  </a:lnTo>
                  <a:lnTo>
                    <a:pt x="3668" y="7556"/>
                  </a:lnTo>
                  <a:lnTo>
                    <a:pt x="4732" y="6163"/>
                  </a:lnTo>
                  <a:lnTo>
                    <a:pt x="6970" y="3338"/>
                  </a:lnTo>
                  <a:lnTo>
                    <a:pt x="8144" y="1944"/>
                  </a:lnTo>
                  <a:lnTo>
                    <a:pt x="8730" y="1284"/>
                  </a:lnTo>
                  <a:lnTo>
                    <a:pt x="9244" y="550"/>
                  </a:lnTo>
                  <a:lnTo>
                    <a:pt x="9281" y="477"/>
                  </a:lnTo>
                  <a:lnTo>
                    <a:pt x="9281" y="404"/>
                  </a:lnTo>
                  <a:close/>
                  <a:moveTo>
                    <a:pt x="7227" y="17204"/>
                  </a:moveTo>
                  <a:lnTo>
                    <a:pt x="7667" y="17460"/>
                  </a:lnTo>
                  <a:lnTo>
                    <a:pt x="8107" y="17681"/>
                  </a:lnTo>
                  <a:lnTo>
                    <a:pt x="8070" y="17937"/>
                  </a:lnTo>
                  <a:lnTo>
                    <a:pt x="8107" y="18194"/>
                  </a:lnTo>
                  <a:lnTo>
                    <a:pt x="7850" y="18084"/>
                  </a:lnTo>
                  <a:lnTo>
                    <a:pt x="7447" y="17791"/>
                  </a:lnTo>
                  <a:lnTo>
                    <a:pt x="7410" y="17644"/>
                  </a:lnTo>
                  <a:lnTo>
                    <a:pt x="7337" y="17497"/>
                  </a:lnTo>
                  <a:lnTo>
                    <a:pt x="7227" y="17204"/>
                  </a:lnTo>
                  <a:close/>
                  <a:moveTo>
                    <a:pt x="9831" y="17460"/>
                  </a:moveTo>
                  <a:lnTo>
                    <a:pt x="9868" y="17534"/>
                  </a:lnTo>
                  <a:lnTo>
                    <a:pt x="9904" y="17571"/>
                  </a:lnTo>
                  <a:lnTo>
                    <a:pt x="9464" y="18084"/>
                  </a:lnTo>
                  <a:lnTo>
                    <a:pt x="9207" y="18341"/>
                  </a:lnTo>
                  <a:lnTo>
                    <a:pt x="9171" y="18231"/>
                  </a:lnTo>
                  <a:lnTo>
                    <a:pt x="9134" y="18121"/>
                  </a:lnTo>
                  <a:lnTo>
                    <a:pt x="9134" y="17974"/>
                  </a:lnTo>
                  <a:lnTo>
                    <a:pt x="9317" y="17974"/>
                  </a:lnTo>
                  <a:lnTo>
                    <a:pt x="9317" y="17937"/>
                  </a:lnTo>
                  <a:lnTo>
                    <a:pt x="9391" y="17937"/>
                  </a:lnTo>
                  <a:lnTo>
                    <a:pt x="9464" y="17901"/>
                  </a:lnTo>
                  <a:lnTo>
                    <a:pt x="9574" y="17827"/>
                  </a:lnTo>
                  <a:lnTo>
                    <a:pt x="9647" y="17681"/>
                  </a:lnTo>
                  <a:lnTo>
                    <a:pt x="9794" y="17460"/>
                  </a:lnTo>
                  <a:close/>
                  <a:moveTo>
                    <a:pt x="9464" y="0"/>
                  </a:moveTo>
                  <a:lnTo>
                    <a:pt x="9281" y="37"/>
                  </a:lnTo>
                  <a:lnTo>
                    <a:pt x="9134" y="110"/>
                  </a:lnTo>
                  <a:lnTo>
                    <a:pt x="9024" y="147"/>
                  </a:lnTo>
                  <a:lnTo>
                    <a:pt x="8951" y="257"/>
                  </a:lnTo>
                  <a:lnTo>
                    <a:pt x="8914" y="294"/>
                  </a:lnTo>
                  <a:lnTo>
                    <a:pt x="8914" y="330"/>
                  </a:lnTo>
                  <a:lnTo>
                    <a:pt x="8327" y="954"/>
                  </a:lnTo>
                  <a:lnTo>
                    <a:pt x="7740" y="1614"/>
                  </a:lnTo>
                  <a:lnTo>
                    <a:pt x="6640" y="2971"/>
                  </a:lnTo>
                  <a:lnTo>
                    <a:pt x="5502" y="4365"/>
                  </a:lnTo>
                  <a:lnTo>
                    <a:pt x="4402" y="5759"/>
                  </a:lnTo>
                  <a:lnTo>
                    <a:pt x="2421" y="8400"/>
                  </a:lnTo>
                  <a:lnTo>
                    <a:pt x="477" y="11041"/>
                  </a:lnTo>
                  <a:lnTo>
                    <a:pt x="330" y="11261"/>
                  </a:lnTo>
                  <a:lnTo>
                    <a:pt x="37" y="11701"/>
                  </a:lnTo>
                  <a:lnTo>
                    <a:pt x="0" y="11775"/>
                  </a:lnTo>
                  <a:lnTo>
                    <a:pt x="0" y="11885"/>
                  </a:lnTo>
                  <a:lnTo>
                    <a:pt x="37" y="11958"/>
                  </a:lnTo>
                  <a:lnTo>
                    <a:pt x="74" y="12032"/>
                  </a:lnTo>
                  <a:lnTo>
                    <a:pt x="147" y="12068"/>
                  </a:lnTo>
                  <a:lnTo>
                    <a:pt x="220" y="12105"/>
                  </a:lnTo>
                  <a:lnTo>
                    <a:pt x="294" y="12105"/>
                  </a:lnTo>
                  <a:lnTo>
                    <a:pt x="404" y="12068"/>
                  </a:lnTo>
                  <a:lnTo>
                    <a:pt x="440" y="12142"/>
                  </a:lnTo>
                  <a:lnTo>
                    <a:pt x="697" y="12398"/>
                  </a:lnTo>
                  <a:lnTo>
                    <a:pt x="587" y="12508"/>
                  </a:lnTo>
                  <a:lnTo>
                    <a:pt x="514" y="12655"/>
                  </a:lnTo>
                  <a:lnTo>
                    <a:pt x="440" y="12802"/>
                  </a:lnTo>
                  <a:lnTo>
                    <a:pt x="404" y="12949"/>
                  </a:lnTo>
                  <a:lnTo>
                    <a:pt x="404" y="13022"/>
                  </a:lnTo>
                  <a:lnTo>
                    <a:pt x="440" y="13059"/>
                  </a:lnTo>
                  <a:lnTo>
                    <a:pt x="514" y="13095"/>
                  </a:lnTo>
                  <a:lnTo>
                    <a:pt x="550" y="13095"/>
                  </a:lnTo>
                  <a:lnTo>
                    <a:pt x="624" y="13205"/>
                  </a:lnTo>
                  <a:lnTo>
                    <a:pt x="697" y="13315"/>
                  </a:lnTo>
                  <a:lnTo>
                    <a:pt x="881" y="13462"/>
                  </a:lnTo>
                  <a:lnTo>
                    <a:pt x="1284" y="13719"/>
                  </a:lnTo>
                  <a:lnTo>
                    <a:pt x="2385" y="14416"/>
                  </a:lnTo>
                  <a:lnTo>
                    <a:pt x="3558" y="15223"/>
                  </a:lnTo>
                  <a:lnTo>
                    <a:pt x="4659" y="16103"/>
                  </a:lnTo>
                  <a:lnTo>
                    <a:pt x="6420" y="17534"/>
                  </a:lnTo>
                  <a:lnTo>
                    <a:pt x="6420" y="17571"/>
                  </a:lnTo>
                  <a:lnTo>
                    <a:pt x="6493" y="17644"/>
                  </a:lnTo>
                  <a:lnTo>
                    <a:pt x="6566" y="17644"/>
                  </a:lnTo>
                  <a:lnTo>
                    <a:pt x="6823" y="17864"/>
                  </a:lnTo>
                  <a:lnTo>
                    <a:pt x="7300" y="18231"/>
                  </a:lnTo>
                  <a:lnTo>
                    <a:pt x="7777" y="18561"/>
                  </a:lnTo>
                  <a:lnTo>
                    <a:pt x="8034" y="18671"/>
                  </a:lnTo>
                  <a:lnTo>
                    <a:pt x="8254" y="18781"/>
                  </a:lnTo>
                  <a:lnTo>
                    <a:pt x="8510" y="18854"/>
                  </a:lnTo>
                  <a:lnTo>
                    <a:pt x="8620" y="18854"/>
                  </a:lnTo>
                  <a:lnTo>
                    <a:pt x="8767" y="18818"/>
                  </a:lnTo>
                  <a:lnTo>
                    <a:pt x="8804" y="18744"/>
                  </a:lnTo>
                  <a:lnTo>
                    <a:pt x="8840" y="18708"/>
                  </a:lnTo>
                  <a:lnTo>
                    <a:pt x="8840" y="18634"/>
                  </a:lnTo>
                  <a:lnTo>
                    <a:pt x="8804" y="18561"/>
                  </a:lnTo>
                  <a:lnTo>
                    <a:pt x="8730" y="18488"/>
                  </a:lnTo>
                  <a:lnTo>
                    <a:pt x="8620" y="18414"/>
                  </a:lnTo>
                  <a:lnTo>
                    <a:pt x="8437" y="18341"/>
                  </a:lnTo>
                  <a:lnTo>
                    <a:pt x="8400" y="18341"/>
                  </a:lnTo>
                  <a:lnTo>
                    <a:pt x="8400" y="18157"/>
                  </a:lnTo>
                  <a:lnTo>
                    <a:pt x="8400" y="17974"/>
                  </a:lnTo>
                  <a:lnTo>
                    <a:pt x="8364" y="17791"/>
                  </a:lnTo>
                  <a:lnTo>
                    <a:pt x="8620" y="17864"/>
                  </a:lnTo>
                  <a:lnTo>
                    <a:pt x="8951" y="17937"/>
                  </a:lnTo>
                  <a:lnTo>
                    <a:pt x="8877" y="18121"/>
                  </a:lnTo>
                  <a:lnTo>
                    <a:pt x="8877" y="18267"/>
                  </a:lnTo>
                  <a:lnTo>
                    <a:pt x="8914" y="18451"/>
                  </a:lnTo>
                  <a:lnTo>
                    <a:pt x="8987" y="18598"/>
                  </a:lnTo>
                  <a:lnTo>
                    <a:pt x="8877" y="18781"/>
                  </a:lnTo>
                  <a:lnTo>
                    <a:pt x="8877" y="18854"/>
                  </a:lnTo>
                  <a:lnTo>
                    <a:pt x="8914" y="18964"/>
                  </a:lnTo>
                  <a:lnTo>
                    <a:pt x="9024" y="19001"/>
                  </a:lnTo>
                  <a:lnTo>
                    <a:pt x="9097" y="18964"/>
                  </a:lnTo>
                  <a:lnTo>
                    <a:pt x="9281" y="18854"/>
                  </a:lnTo>
                  <a:lnTo>
                    <a:pt x="9427" y="18708"/>
                  </a:lnTo>
                  <a:lnTo>
                    <a:pt x="9721" y="18414"/>
                  </a:lnTo>
                  <a:lnTo>
                    <a:pt x="10344" y="17717"/>
                  </a:lnTo>
                  <a:lnTo>
                    <a:pt x="11555" y="16397"/>
                  </a:lnTo>
                  <a:lnTo>
                    <a:pt x="12802" y="14929"/>
                  </a:lnTo>
                  <a:lnTo>
                    <a:pt x="14013" y="13462"/>
                  </a:lnTo>
                  <a:lnTo>
                    <a:pt x="15150" y="11958"/>
                  </a:lnTo>
                  <a:lnTo>
                    <a:pt x="16214" y="10454"/>
                  </a:lnTo>
                  <a:lnTo>
                    <a:pt x="17314" y="8950"/>
                  </a:lnTo>
                  <a:lnTo>
                    <a:pt x="17791" y="8253"/>
                  </a:lnTo>
                  <a:lnTo>
                    <a:pt x="18011" y="7887"/>
                  </a:lnTo>
                  <a:lnTo>
                    <a:pt x="18231" y="7483"/>
                  </a:lnTo>
                  <a:lnTo>
                    <a:pt x="18304" y="7483"/>
                  </a:lnTo>
                  <a:lnTo>
                    <a:pt x="18341" y="7446"/>
                  </a:lnTo>
                  <a:lnTo>
                    <a:pt x="18378" y="7373"/>
                  </a:lnTo>
                  <a:lnTo>
                    <a:pt x="18378" y="7300"/>
                  </a:lnTo>
                  <a:lnTo>
                    <a:pt x="18268" y="7080"/>
                  </a:lnTo>
                  <a:lnTo>
                    <a:pt x="18158" y="6860"/>
                  </a:lnTo>
                  <a:lnTo>
                    <a:pt x="17828" y="6493"/>
                  </a:lnTo>
                  <a:lnTo>
                    <a:pt x="17644" y="6346"/>
                  </a:lnTo>
                  <a:lnTo>
                    <a:pt x="17424" y="6199"/>
                  </a:lnTo>
                  <a:lnTo>
                    <a:pt x="17277" y="6126"/>
                  </a:lnTo>
                  <a:lnTo>
                    <a:pt x="17131" y="6089"/>
                  </a:lnTo>
                  <a:lnTo>
                    <a:pt x="16910" y="5576"/>
                  </a:lnTo>
                  <a:lnTo>
                    <a:pt x="16837" y="5319"/>
                  </a:lnTo>
                  <a:lnTo>
                    <a:pt x="16800" y="5062"/>
                  </a:lnTo>
                  <a:lnTo>
                    <a:pt x="16800" y="4915"/>
                  </a:lnTo>
                  <a:lnTo>
                    <a:pt x="16727" y="4769"/>
                  </a:lnTo>
                  <a:lnTo>
                    <a:pt x="16654" y="4695"/>
                  </a:lnTo>
                  <a:lnTo>
                    <a:pt x="16470" y="4695"/>
                  </a:lnTo>
                  <a:lnTo>
                    <a:pt x="16397" y="4732"/>
                  </a:lnTo>
                  <a:lnTo>
                    <a:pt x="16360" y="4769"/>
                  </a:lnTo>
                  <a:lnTo>
                    <a:pt x="16397" y="4842"/>
                  </a:lnTo>
                  <a:lnTo>
                    <a:pt x="16434" y="4879"/>
                  </a:lnTo>
                  <a:lnTo>
                    <a:pt x="16434" y="4915"/>
                  </a:lnTo>
                  <a:lnTo>
                    <a:pt x="16434" y="5099"/>
                  </a:lnTo>
                  <a:lnTo>
                    <a:pt x="16434" y="5356"/>
                  </a:lnTo>
                  <a:lnTo>
                    <a:pt x="16470" y="5539"/>
                  </a:lnTo>
                  <a:lnTo>
                    <a:pt x="16544" y="5759"/>
                  </a:lnTo>
                  <a:lnTo>
                    <a:pt x="16690" y="6126"/>
                  </a:lnTo>
                  <a:lnTo>
                    <a:pt x="16984" y="7006"/>
                  </a:lnTo>
                  <a:lnTo>
                    <a:pt x="17021" y="7080"/>
                  </a:lnTo>
                  <a:lnTo>
                    <a:pt x="16544" y="6970"/>
                  </a:lnTo>
                  <a:lnTo>
                    <a:pt x="15920" y="6860"/>
                  </a:lnTo>
                  <a:lnTo>
                    <a:pt x="15296" y="6713"/>
                  </a:lnTo>
                  <a:lnTo>
                    <a:pt x="15186" y="6639"/>
                  </a:lnTo>
                  <a:lnTo>
                    <a:pt x="15223" y="6603"/>
                  </a:lnTo>
                  <a:lnTo>
                    <a:pt x="15333" y="6419"/>
                  </a:lnTo>
                  <a:lnTo>
                    <a:pt x="15700" y="5906"/>
                  </a:lnTo>
                  <a:lnTo>
                    <a:pt x="16030" y="5392"/>
                  </a:lnTo>
                  <a:lnTo>
                    <a:pt x="16287" y="4915"/>
                  </a:lnTo>
                  <a:lnTo>
                    <a:pt x="16360" y="4842"/>
                  </a:lnTo>
                  <a:lnTo>
                    <a:pt x="16360" y="4732"/>
                  </a:lnTo>
                  <a:lnTo>
                    <a:pt x="16324" y="4622"/>
                  </a:lnTo>
                  <a:lnTo>
                    <a:pt x="16250" y="4512"/>
                  </a:lnTo>
                  <a:lnTo>
                    <a:pt x="16067" y="4329"/>
                  </a:lnTo>
                  <a:lnTo>
                    <a:pt x="15590" y="4035"/>
                  </a:lnTo>
                  <a:lnTo>
                    <a:pt x="14526" y="3265"/>
                  </a:lnTo>
                  <a:lnTo>
                    <a:pt x="12435" y="1724"/>
                  </a:lnTo>
                  <a:lnTo>
                    <a:pt x="11445" y="1027"/>
                  </a:lnTo>
                  <a:lnTo>
                    <a:pt x="10454" y="330"/>
                  </a:lnTo>
                  <a:lnTo>
                    <a:pt x="10124" y="147"/>
                  </a:lnTo>
                  <a:lnTo>
                    <a:pt x="9794" y="37"/>
                  </a:lnTo>
                  <a:lnTo>
                    <a:pt x="961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79" name="Google Shape;302;p5">
              <a:extLst>
                <a:ext uri="{FF2B5EF4-FFF2-40B4-BE49-F238E27FC236}">
                  <a16:creationId xmlns:a16="http://schemas.microsoft.com/office/drawing/2014/main" id="{955D4038-4981-4499-AF08-CBA931DF4E77}"/>
                </a:ext>
              </a:extLst>
            </p:cNvPr>
            <p:cNvSpPr/>
            <p:nvPr/>
          </p:nvSpPr>
          <p:spPr>
            <a:xfrm>
              <a:off x="6855475" y="1544725"/>
              <a:ext cx="444800" cy="353100"/>
            </a:xfrm>
            <a:custGeom>
              <a:avLst/>
              <a:gdLst/>
              <a:ahLst/>
              <a:cxnLst/>
              <a:rect l="l" t="t" r="r" b="b"/>
              <a:pathLst>
                <a:path w="17792" h="14124" extrusionOk="0">
                  <a:moveTo>
                    <a:pt x="10565" y="2275"/>
                  </a:moveTo>
                  <a:lnTo>
                    <a:pt x="10785" y="2312"/>
                  </a:lnTo>
                  <a:lnTo>
                    <a:pt x="11189" y="2422"/>
                  </a:lnTo>
                  <a:lnTo>
                    <a:pt x="11555" y="2605"/>
                  </a:lnTo>
                  <a:lnTo>
                    <a:pt x="11445" y="2605"/>
                  </a:lnTo>
                  <a:lnTo>
                    <a:pt x="10638" y="2899"/>
                  </a:lnTo>
                  <a:lnTo>
                    <a:pt x="9868" y="3192"/>
                  </a:lnTo>
                  <a:lnTo>
                    <a:pt x="9245" y="3449"/>
                  </a:lnTo>
                  <a:lnTo>
                    <a:pt x="8584" y="3706"/>
                  </a:lnTo>
                  <a:lnTo>
                    <a:pt x="7961" y="4036"/>
                  </a:lnTo>
                  <a:lnTo>
                    <a:pt x="7667" y="4219"/>
                  </a:lnTo>
                  <a:lnTo>
                    <a:pt x="7410" y="4439"/>
                  </a:lnTo>
                  <a:lnTo>
                    <a:pt x="7631" y="4073"/>
                  </a:lnTo>
                  <a:lnTo>
                    <a:pt x="7887" y="3743"/>
                  </a:lnTo>
                  <a:lnTo>
                    <a:pt x="8144" y="3412"/>
                  </a:lnTo>
                  <a:lnTo>
                    <a:pt x="8438" y="3156"/>
                  </a:lnTo>
                  <a:lnTo>
                    <a:pt x="8768" y="2899"/>
                  </a:lnTo>
                  <a:lnTo>
                    <a:pt x="9098" y="2679"/>
                  </a:lnTo>
                  <a:lnTo>
                    <a:pt x="9501" y="2495"/>
                  </a:lnTo>
                  <a:lnTo>
                    <a:pt x="9905" y="2349"/>
                  </a:lnTo>
                  <a:lnTo>
                    <a:pt x="10125" y="2312"/>
                  </a:lnTo>
                  <a:lnTo>
                    <a:pt x="10345" y="2275"/>
                  </a:lnTo>
                  <a:close/>
                  <a:moveTo>
                    <a:pt x="1285" y="2129"/>
                  </a:moveTo>
                  <a:lnTo>
                    <a:pt x="1248" y="2165"/>
                  </a:lnTo>
                  <a:lnTo>
                    <a:pt x="1101" y="2275"/>
                  </a:lnTo>
                  <a:lnTo>
                    <a:pt x="991" y="2422"/>
                  </a:lnTo>
                  <a:lnTo>
                    <a:pt x="808" y="2715"/>
                  </a:lnTo>
                  <a:lnTo>
                    <a:pt x="588" y="2605"/>
                  </a:lnTo>
                  <a:lnTo>
                    <a:pt x="441" y="2422"/>
                  </a:lnTo>
                  <a:lnTo>
                    <a:pt x="258" y="2239"/>
                  </a:lnTo>
                  <a:lnTo>
                    <a:pt x="184" y="2202"/>
                  </a:lnTo>
                  <a:lnTo>
                    <a:pt x="111" y="2202"/>
                  </a:lnTo>
                  <a:lnTo>
                    <a:pt x="37" y="2239"/>
                  </a:lnTo>
                  <a:lnTo>
                    <a:pt x="1" y="2312"/>
                  </a:lnTo>
                  <a:lnTo>
                    <a:pt x="1" y="2495"/>
                  </a:lnTo>
                  <a:lnTo>
                    <a:pt x="74" y="2642"/>
                  </a:lnTo>
                  <a:lnTo>
                    <a:pt x="147" y="2789"/>
                  </a:lnTo>
                  <a:lnTo>
                    <a:pt x="258" y="2936"/>
                  </a:lnTo>
                  <a:lnTo>
                    <a:pt x="404" y="3046"/>
                  </a:lnTo>
                  <a:lnTo>
                    <a:pt x="588" y="3119"/>
                  </a:lnTo>
                  <a:lnTo>
                    <a:pt x="294" y="3706"/>
                  </a:lnTo>
                  <a:lnTo>
                    <a:pt x="74" y="4293"/>
                  </a:lnTo>
                  <a:lnTo>
                    <a:pt x="74" y="4403"/>
                  </a:lnTo>
                  <a:lnTo>
                    <a:pt x="74" y="4476"/>
                  </a:lnTo>
                  <a:lnTo>
                    <a:pt x="147" y="4549"/>
                  </a:lnTo>
                  <a:lnTo>
                    <a:pt x="221" y="4586"/>
                  </a:lnTo>
                  <a:lnTo>
                    <a:pt x="294" y="4623"/>
                  </a:lnTo>
                  <a:lnTo>
                    <a:pt x="368" y="4586"/>
                  </a:lnTo>
                  <a:lnTo>
                    <a:pt x="441" y="4549"/>
                  </a:lnTo>
                  <a:lnTo>
                    <a:pt x="514" y="4476"/>
                  </a:lnTo>
                  <a:lnTo>
                    <a:pt x="991" y="3339"/>
                  </a:lnTo>
                  <a:lnTo>
                    <a:pt x="1248" y="2789"/>
                  </a:lnTo>
                  <a:lnTo>
                    <a:pt x="1321" y="2495"/>
                  </a:lnTo>
                  <a:lnTo>
                    <a:pt x="1395" y="2202"/>
                  </a:lnTo>
                  <a:lnTo>
                    <a:pt x="1358" y="2165"/>
                  </a:lnTo>
                  <a:lnTo>
                    <a:pt x="1321" y="2129"/>
                  </a:lnTo>
                  <a:close/>
                  <a:moveTo>
                    <a:pt x="11702" y="2715"/>
                  </a:moveTo>
                  <a:lnTo>
                    <a:pt x="11959" y="2936"/>
                  </a:lnTo>
                  <a:lnTo>
                    <a:pt x="12142" y="3156"/>
                  </a:lnTo>
                  <a:lnTo>
                    <a:pt x="12216" y="3266"/>
                  </a:lnTo>
                  <a:lnTo>
                    <a:pt x="11812" y="3412"/>
                  </a:lnTo>
                  <a:lnTo>
                    <a:pt x="11445" y="3559"/>
                  </a:lnTo>
                  <a:lnTo>
                    <a:pt x="9758" y="4183"/>
                  </a:lnTo>
                  <a:lnTo>
                    <a:pt x="8254" y="4770"/>
                  </a:lnTo>
                  <a:lnTo>
                    <a:pt x="7484" y="5100"/>
                  </a:lnTo>
                  <a:lnTo>
                    <a:pt x="7117" y="5283"/>
                  </a:lnTo>
                  <a:lnTo>
                    <a:pt x="6787" y="5503"/>
                  </a:lnTo>
                  <a:lnTo>
                    <a:pt x="7337" y="4549"/>
                  </a:lnTo>
                  <a:lnTo>
                    <a:pt x="7374" y="4549"/>
                  </a:lnTo>
                  <a:lnTo>
                    <a:pt x="8364" y="4073"/>
                  </a:lnTo>
                  <a:lnTo>
                    <a:pt x="9355" y="3632"/>
                  </a:lnTo>
                  <a:lnTo>
                    <a:pt x="11409" y="2862"/>
                  </a:lnTo>
                  <a:lnTo>
                    <a:pt x="11445" y="2936"/>
                  </a:lnTo>
                  <a:lnTo>
                    <a:pt x="11519" y="2972"/>
                  </a:lnTo>
                  <a:lnTo>
                    <a:pt x="11592" y="3009"/>
                  </a:lnTo>
                  <a:lnTo>
                    <a:pt x="11666" y="2972"/>
                  </a:lnTo>
                  <a:lnTo>
                    <a:pt x="11739" y="2899"/>
                  </a:lnTo>
                  <a:lnTo>
                    <a:pt x="11739" y="2789"/>
                  </a:lnTo>
                  <a:lnTo>
                    <a:pt x="11702" y="2715"/>
                  </a:lnTo>
                  <a:close/>
                  <a:moveTo>
                    <a:pt x="12326" y="3522"/>
                  </a:moveTo>
                  <a:lnTo>
                    <a:pt x="12399" y="3596"/>
                  </a:lnTo>
                  <a:lnTo>
                    <a:pt x="12436" y="3596"/>
                  </a:lnTo>
                  <a:lnTo>
                    <a:pt x="12583" y="3926"/>
                  </a:lnTo>
                  <a:lnTo>
                    <a:pt x="12546" y="3926"/>
                  </a:lnTo>
                  <a:lnTo>
                    <a:pt x="12473" y="3963"/>
                  </a:lnTo>
                  <a:lnTo>
                    <a:pt x="12289" y="4109"/>
                  </a:lnTo>
                  <a:lnTo>
                    <a:pt x="12106" y="4219"/>
                  </a:lnTo>
                  <a:lnTo>
                    <a:pt x="11702" y="4403"/>
                  </a:lnTo>
                  <a:lnTo>
                    <a:pt x="11262" y="4586"/>
                  </a:lnTo>
                  <a:lnTo>
                    <a:pt x="10822" y="4733"/>
                  </a:lnTo>
                  <a:lnTo>
                    <a:pt x="9941" y="5026"/>
                  </a:lnTo>
                  <a:lnTo>
                    <a:pt x="9061" y="5393"/>
                  </a:lnTo>
                  <a:lnTo>
                    <a:pt x="8217" y="5723"/>
                  </a:lnTo>
                  <a:lnTo>
                    <a:pt x="7374" y="6127"/>
                  </a:lnTo>
                  <a:lnTo>
                    <a:pt x="6750" y="6384"/>
                  </a:lnTo>
                  <a:lnTo>
                    <a:pt x="6420" y="6567"/>
                  </a:lnTo>
                  <a:lnTo>
                    <a:pt x="6090" y="6750"/>
                  </a:lnTo>
                  <a:lnTo>
                    <a:pt x="6310" y="6384"/>
                  </a:lnTo>
                  <a:lnTo>
                    <a:pt x="6677" y="5650"/>
                  </a:lnTo>
                  <a:lnTo>
                    <a:pt x="7410" y="5467"/>
                  </a:lnTo>
                  <a:lnTo>
                    <a:pt x="8107" y="5173"/>
                  </a:lnTo>
                  <a:lnTo>
                    <a:pt x="9465" y="4623"/>
                  </a:lnTo>
                  <a:lnTo>
                    <a:pt x="10932" y="4073"/>
                  </a:lnTo>
                  <a:lnTo>
                    <a:pt x="11629" y="3816"/>
                  </a:lnTo>
                  <a:lnTo>
                    <a:pt x="12326" y="3522"/>
                  </a:lnTo>
                  <a:close/>
                  <a:moveTo>
                    <a:pt x="5100" y="8401"/>
                  </a:moveTo>
                  <a:lnTo>
                    <a:pt x="4989" y="8438"/>
                  </a:lnTo>
                  <a:lnTo>
                    <a:pt x="4953" y="8474"/>
                  </a:lnTo>
                  <a:lnTo>
                    <a:pt x="4953" y="8511"/>
                  </a:lnTo>
                  <a:lnTo>
                    <a:pt x="4916" y="8768"/>
                  </a:lnTo>
                  <a:lnTo>
                    <a:pt x="4879" y="8988"/>
                  </a:lnTo>
                  <a:lnTo>
                    <a:pt x="4879" y="9245"/>
                  </a:lnTo>
                  <a:lnTo>
                    <a:pt x="4916" y="9355"/>
                  </a:lnTo>
                  <a:lnTo>
                    <a:pt x="4989" y="9465"/>
                  </a:lnTo>
                  <a:lnTo>
                    <a:pt x="5026" y="9501"/>
                  </a:lnTo>
                  <a:lnTo>
                    <a:pt x="5173" y="9501"/>
                  </a:lnTo>
                  <a:lnTo>
                    <a:pt x="5210" y="9465"/>
                  </a:lnTo>
                  <a:lnTo>
                    <a:pt x="5283" y="9391"/>
                  </a:lnTo>
                  <a:lnTo>
                    <a:pt x="5320" y="9281"/>
                  </a:lnTo>
                  <a:lnTo>
                    <a:pt x="5320" y="9061"/>
                  </a:lnTo>
                  <a:lnTo>
                    <a:pt x="5320" y="8768"/>
                  </a:lnTo>
                  <a:lnTo>
                    <a:pt x="5283" y="8511"/>
                  </a:lnTo>
                  <a:lnTo>
                    <a:pt x="5246" y="8474"/>
                  </a:lnTo>
                  <a:lnTo>
                    <a:pt x="5210" y="8438"/>
                  </a:lnTo>
                  <a:lnTo>
                    <a:pt x="5100" y="8401"/>
                  </a:lnTo>
                  <a:close/>
                  <a:moveTo>
                    <a:pt x="5210" y="9685"/>
                  </a:moveTo>
                  <a:lnTo>
                    <a:pt x="5136" y="9722"/>
                  </a:lnTo>
                  <a:lnTo>
                    <a:pt x="5063" y="9758"/>
                  </a:lnTo>
                  <a:lnTo>
                    <a:pt x="5026" y="9795"/>
                  </a:lnTo>
                  <a:lnTo>
                    <a:pt x="4989" y="9905"/>
                  </a:lnTo>
                  <a:lnTo>
                    <a:pt x="4989" y="9978"/>
                  </a:lnTo>
                  <a:lnTo>
                    <a:pt x="4916" y="10308"/>
                  </a:lnTo>
                  <a:lnTo>
                    <a:pt x="4916" y="10639"/>
                  </a:lnTo>
                  <a:lnTo>
                    <a:pt x="4953" y="10749"/>
                  </a:lnTo>
                  <a:lnTo>
                    <a:pt x="4989" y="10785"/>
                  </a:lnTo>
                  <a:lnTo>
                    <a:pt x="5063" y="10822"/>
                  </a:lnTo>
                  <a:lnTo>
                    <a:pt x="5173" y="10822"/>
                  </a:lnTo>
                  <a:lnTo>
                    <a:pt x="5246" y="10785"/>
                  </a:lnTo>
                  <a:lnTo>
                    <a:pt x="5283" y="10749"/>
                  </a:lnTo>
                  <a:lnTo>
                    <a:pt x="5283" y="10639"/>
                  </a:lnTo>
                  <a:lnTo>
                    <a:pt x="5283" y="10272"/>
                  </a:lnTo>
                  <a:lnTo>
                    <a:pt x="5356" y="9905"/>
                  </a:lnTo>
                  <a:lnTo>
                    <a:pt x="5356" y="9832"/>
                  </a:lnTo>
                  <a:lnTo>
                    <a:pt x="5320" y="9758"/>
                  </a:lnTo>
                  <a:lnTo>
                    <a:pt x="5283" y="9722"/>
                  </a:lnTo>
                  <a:lnTo>
                    <a:pt x="5210" y="9685"/>
                  </a:lnTo>
                  <a:close/>
                  <a:moveTo>
                    <a:pt x="14600" y="9501"/>
                  </a:moveTo>
                  <a:lnTo>
                    <a:pt x="14563" y="9575"/>
                  </a:lnTo>
                  <a:lnTo>
                    <a:pt x="14490" y="9868"/>
                  </a:lnTo>
                  <a:lnTo>
                    <a:pt x="14417" y="10125"/>
                  </a:lnTo>
                  <a:lnTo>
                    <a:pt x="14380" y="10712"/>
                  </a:lnTo>
                  <a:lnTo>
                    <a:pt x="14417" y="10785"/>
                  </a:lnTo>
                  <a:lnTo>
                    <a:pt x="14453" y="10859"/>
                  </a:lnTo>
                  <a:lnTo>
                    <a:pt x="14527" y="10895"/>
                  </a:lnTo>
                  <a:lnTo>
                    <a:pt x="14600" y="10932"/>
                  </a:lnTo>
                  <a:lnTo>
                    <a:pt x="14673" y="10932"/>
                  </a:lnTo>
                  <a:lnTo>
                    <a:pt x="14747" y="10895"/>
                  </a:lnTo>
                  <a:lnTo>
                    <a:pt x="14783" y="10859"/>
                  </a:lnTo>
                  <a:lnTo>
                    <a:pt x="14820" y="10785"/>
                  </a:lnTo>
                  <a:lnTo>
                    <a:pt x="14820" y="10639"/>
                  </a:lnTo>
                  <a:lnTo>
                    <a:pt x="14820" y="10088"/>
                  </a:lnTo>
                  <a:lnTo>
                    <a:pt x="14820" y="9832"/>
                  </a:lnTo>
                  <a:lnTo>
                    <a:pt x="14747" y="9575"/>
                  </a:lnTo>
                  <a:lnTo>
                    <a:pt x="14710" y="9501"/>
                  </a:lnTo>
                  <a:close/>
                  <a:moveTo>
                    <a:pt x="12729" y="4183"/>
                  </a:moveTo>
                  <a:lnTo>
                    <a:pt x="12986" y="4880"/>
                  </a:lnTo>
                  <a:lnTo>
                    <a:pt x="12766" y="4990"/>
                  </a:lnTo>
                  <a:lnTo>
                    <a:pt x="12509" y="5100"/>
                  </a:lnTo>
                  <a:lnTo>
                    <a:pt x="12032" y="5320"/>
                  </a:lnTo>
                  <a:lnTo>
                    <a:pt x="10969" y="5833"/>
                  </a:lnTo>
                  <a:lnTo>
                    <a:pt x="9978" y="6310"/>
                  </a:lnTo>
                  <a:lnTo>
                    <a:pt x="8988" y="6714"/>
                  </a:lnTo>
                  <a:lnTo>
                    <a:pt x="8071" y="7007"/>
                  </a:lnTo>
                  <a:lnTo>
                    <a:pt x="7117" y="7301"/>
                  </a:lnTo>
                  <a:lnTo>
                    <a:pt x="6677" y="7484"/>
                  </a:lnTo>
                  <a:lnTo>
                    <a:pt x="6237" y="7704"/>
                  </a:lnTo>
                  <a:lnTo>
                    <a:pt x="5796" y="7924"/>
                  </a:lnTo>
                  <a:lnTo>
                    <a:pt x="5430" y="8218"/>
                  </a:lnTo>
                  <a:lnTo>
                    <a:pt x="5393" y="8254"/>
                  </a:lnTo>
                  <a:lnTo>
                    <a:pt x="5393" y="8291"/>
                  </a:lnTo>
                  <a:lnTo>
                    <a:pt x="5430" y="8328"/>
                  </a:lnTo>
                  <a:lnTo>
                    <a:pt x="5466" y="8328"/>
                  </a:lnTo>
                  <a:lnTo>
                    <a:pt x="6420" y="7961"/>
                  </a:lnTo>
                  <a:lnTo>
                    <a:pt x="7337" y="7594"/>
                  </a:lnTo>
                  <a:lnTo>
                    <a:pt x="8364" y="7264"/>
                  </a:lnTo>
                  <a:lnTo>
                    <a:pt x="9391" y="6897"/>
                  </a:lnTo>
                  <a:lnTo>
                    <a:pt x="10345" y="6530"/>
                  </a:lnTo>
                  <a:lnTo>
                    <a:pt x="11262" y="6090"/>
                  </a:lnTo>
                  <a:lnTo>
                    <a:pt x="12326" y="5577"/>
                  </a:lnTo>
                  <a:lnTo>
                    <a:pt x="12729" y="5393"/>
                  </a:lnTo>
                  <a:lnTo>
                    <a:pt x="12913" y="5283"/>
                  </a:lnTo>
                  <a:lnTo>
                    <a:pt x="13133" y="5210"/>
                  </a:lnTo>
                  <a:lnTo>
                    <a:pt x="13169" y="5356"/>
                  </a:lnTo>
                  <a:lnTo>
                    <a:pt x="13426" y="5870"/>
                  </a:lnTo>
                  <a:lnTo>
                    <a:pt x="13390" y="5870"/>
                  </a:lnTo>
                  <a:lnTo>
                    <a:pt x="13353" y="5797"/>
                  </a:lnTo>
                  <a:lnTo>
                    <a:pt x="13280" y="5760"/>
                  </a:lnTo>
                  <a:lnTo>
                    <a:pt x="13206" y="5723"/>
                  </a:lnTo>
                  <a:lnTo>
                    <a:pt x="13133" y="5760"/>
                  </a:lnTo>
                  <a:lnTo>
                    <a:pt x="12216" y="6237"/>
                  </a:lnTo>
                  <a:lnTo>
                    <a:pt x="11299" y="6677"/>
                  </a:lnTo>
                  <a:lnTo>
                    <a:pt x="10345" y="7081"/>
                  </a:lnTo>
                  <a:lnTo>
                    <a:pt x="9428" y="7484"/>
                  </a:lnTo>
                  <a:lnTo>
                    <a:pt x="8474" y="7851"/>
                  </a:lnTo>
                  <a:lnTo>
                    <a:pt x="7520" y="8181"/>
                  </a:lnTo>
                  <a:lnTo>
                    <a:pt x="6640" y="8474"/>
                  </a:lnTo>
                  <a:lnTo>
                    <a:pt x="6163" y="8658"/>
                  </a:lnTo>
                  <a:lnTo>
                    <a:pt x="5980" y="8768"/>
                  </a:lnTo>
                  <a:lnTo>
                    <a:pt x="5760" y="8878"/>
                  </a:lnTo>
                  <a:lnTo>
                    <a:pt x="5760" y="8915"/>
                  </a:lnTo>
                  <a:lnTo>
                    <a:pt x="5760" y="8951"/>
                  </a:lnTo>
                  <a:lnTo>
                    <a:pt x="6273" y="8951"/>
                  </a:lnTo>
                  <a:lnTo>
                    <a:pt x="6713" y="8805"/>
                  </a:lnTo>
                  <a:lnTo>
                    <a:pt x="7631" y="8511"/>
                  </a:lnTo>
                  <a:lnTo>
                    <a:pt x="8621" y="8144"/>
                  </a:lnTo>
                  <a:lnTo>
                    <a:pt x="9611" y="7777"/>
                  </a:lnTo>
                  <a:lnTo>
                    <a:pt x="10528" y="7411"/>
                  </a:lnTo>
                  <a:lnTo>
                    <a:pt x="11409" y="7007"/>
                  </a:lnTo>
                  <a:lnTo>
                    <a:pt x="12289" y="6604"/>
                  </a:lnTo>
                  <a:lnTo>
                    <a:pt x="13133" y="6163"/>
                  </a:lnTo>
                  <a:lnTo>
                    <a:pt x="13206" y="6200"/>
                  </a:lnTo>
                  <a:lnTo>
                    <a:pt x="13316" y="6200"/>
                  </a:lnTo>
                  <a:lnTo>
                    <a:pt x="13390" y="6163"/>
                  </a:lnTo>
                  <a:lnTo>
                    <a:pt x="13463" y="6090"/>
                  </a:lnTo>
                  <a:lnTo>
                    <a:pt x="13500" y="6053"/>
                  </a:lnTo>
                  <a:lnTo>
                    <a:pt x="13866" y="6714"/>
                  </a:lnTo>
                  <a:lnTo>
                    <a:pt x="13646" y="6787"/>
                  </a:lnTo>
                  <a:lnTo>
                    <a:pt x="13463" y="6860"/>
                  </a:lnTo>
                  <a:lnTo>
                    <a:pt x="12913" y="7081"/>
                  </a:lnTo>
                  <a:lnTo>
                    <a:pt x="12399" y="7337"/>
                  </a:lnTo>
                  <a:lnTo>
                    <a:pt x="11225" y="7961"/>
                  </a:lnTo>
                  <a:lnTo>
                    <a:pt x="10675" y="8254"/>
                  </a:lnTo>
                  <a:lnTo>
                    <a:pt x="10052" y="8548"/>
                  </a:lnTo>
                  <a:lnTo>
                    <a:pt x="9428" y="8768"/>
                  </a:lnTo>
                  <a:lnTo>
                    <a:pt x="8804" y="8951"/>
                  </a:lnTo>
                  <a:lnTo>
                    <a:pt x="7520" y="9318"/>
                  </a:lnTo>
                  <a:lnTo>
                    <a:pt x="6200" y="9722"/>
                  </a:lnTo>
                  <a:lnTo>
                    <a:pt x="5796" y="9868"/>
                  </a:lnTo>
                  <a:lnTo>
                    <a:pt x="5650" y="10015"/>
                  </a:lnTo>
                  <a:lnTo>
                    <a:pt x="5576" y="10052"/>
                  </a:lnTo>
                  <a:lnTo>
                    <a:pt x="5576" y="10015"/>
                  </a:lnTo>
                  <a:lnTo>
                    <a:pt x="5540" y="9978"/>
                  </a:lnTo>
                  <a:lnTo>
                    <a:pt x="5540" y="10015"/>
                  </a:lnTo>
                  <a:lnTo>
                    <a:pt x="5503" y="10088"/>
                  </a:lnTo>
                  <a:lnTo>
                    <a:pt x="5503" y="10198"/>
                  </a:lnTo>
                  <a:lnTo>
                    <a:pt x="5540" y="10235"/>
                  </a:lnTo>
                  <a:lnTo>
                    <a:pt x="5576" y="10235"/>
                  </a:lnTo>
                  <a:lnTo>
                    <a:pt x="5796" y="10125"/>
                  </a:lnTo>
                  <a:lnTo>
                    <a:pt x="6017" y="10052"/>
                  </a:lnTo>
                  <a:lnTo>
                    <a:pt x="6530" y="9942"/>
                  </a:lnTo>
                  <a:lnTo>
                    <a:pt x="7704" y="9575"/>
                  </a:lnTo>
                  <a:lnTo>
                    <a:pt x="8878" y="9281"/>
                  </a:lnTo>
                  <a:lnTo>
                    <a:pt x="9465" y="9098"/>
                  </a:lnTo>
                  <a:lnTo>
                    <a:pt x="10015" y="8878"/>
                  </a:lnTo>
                  <a:lnTo>
                    <a:pt x="10528" y="8695"/>
                  </a:lnTo>
                  <a:lnTo>
                    <a:pt x="11005" y="8438"/>
                  </a:lnTo>
                  <a:lnTo>
                    <a:pt x="11959" y="7924"/>
                  </a:lnTo>
                  <a:lnTo>
                    <a:pt x="12473" y="7667"/>
                  </a:lnTo>
                  <a:lnTo>
                    <a:pt x="12986" y="7411"/>
                  </a:lnTo>
                  <a:lnTo>
                    <a:pt x="13573" y="7191"/>
                  </a:lnTo>
                  <a:lnTo>
                    <a:pt x="13756" y="7117"/>
                  </a:lnTo>
                  <a:lnTo>
                    <a:pt x="14013" y="7044"/>
                  </a:lnTo>
                  <a:lnTo>
                    <a:pt x="14050" y="7081"/>
                  </a:lnTo>
                  <a:lnTo>
                    <a:pt x="14160" y="7081"/>
                  </a:lnTo>
                  <a:lnTo>
                    <a:pt x="14197" y="7191"/>
                  </a:lnTo>
                  <a:lnTo>
                    <a:pt x="13830" y="7374"/>
                  </a:lnTo>
                  <a:lnTo>
                    <a:pt x="13500" y="7594"/>
                  </a:lnTo>
                  <a:lnTo>
                    <a:pt x="12436" y="8218"/>
                  </a:lnTo>
                  <a:lnTo>
                    <a:pt x="11335" y="8768"/>
                  </a:lnTo>
                  <a:lnTo>
                    <a:pt x="10198" y="9245"/>
                  </a:lnTo>
                  <a:lnTo>
                    <a:pt x="9061" y="9685"/>
                  </a:lnTo>
                  <a:lnTo>
                    <a:pt x="7887" y="10088"/>
                  </a:lnTo>
                  <a:lnTo>
                    <a:pt x="6750" y="10455"/>
                  </a:lnTo>
                  <a:lnTo>
                    <a:pt x="6200" y="10639"/>
                  </a:lnTo>
                  <a:lnTo>
                    <a:pt x="5906" y="10749"/>
                  </a:lnTo>
                  <a:lnTo>
                    <a:pt x="5650" y="10895"/>
                  </a:lnTo>
                  <a:lnTo>
                    <a:pt x="5613" y="10932"/>
                  </a:lnTo>
                  <a:lnTo>
                    <a:pt x="5613" y="10969"/>
                  </a:lnTo>
                  <a:lnTo>
                    <a:pt x="5613" y="11005"/>
                  </a:lnTo>
                  <a:lnTo>
                    <a:pt x="5686" y="11042"/>
                  </a:lnTo>
                  <a:lnTo>
                    <a:pt x="5943" y="11005"/>
                  </a:lnTo>
                  <a:lnTo>
                    <a:pt x="6200" y="10969"/>
                  </a:lnTo>
                  <a:lnTo>
                    <a:pt x="6713" y="10822"/>
                  </a:lnTo>
                  <a:lnTo>
                    <a:pt x="7337" y="10602"/>
                  </a:lnTo>
                  <a:lnTo>
                    <a:pt x="7961" y="10419"/>
                  </a:lnTo>
                  <a:lnTo>
                    <a:pt x="9208" y="10015"/>
                  </a:lnTo>
                  <a:lnTo>
                    <a:pt x="10418" y="9538"/>
                  </a:lnTo>
                  <a:lnTo>
                    <a:pt x="11445" y="9061"/>
                  </a:lnTo>
                  <a:lnTo>
                    <a:pt x="12473" y="8584"/>
                  </a:lnTo>
                  <a:lnTo>
                    <a:pt x="13573" y="7961"/>
                  </a:lnTo>
                  <a:lnTo>
                    <a:pt x="14013" y="7741"/>
                  </a:lnTo>
                  <a:lnTo>
                    <a:pt x="14233" y="7594"/>
                  </a:lnTo>
                  <a:lnTo>
                    <a:pt x="14417" y="7447"/>
                  </a:lnTo>
                  <a:lnTo>
                    <a:pt x="14527" y="7594"/>
                  </a:lnTo>
                  <a:lnTo>
                    <a:pt x="14527" y="7631"/>
                  </a:lnTo>
                  <a:lnTo>
                    <a:pt x="14417" y="7961"/>
                  </a:lnTo>
                  <a:lnTo>
                    <a:pt x="14417" y="8328"/>
                  </a:lnTo>
                  <a:lnTo>
                    <a:pt x="14343" y="8254"/>
                  </a:lnTo>
                  <a:lnTo>
                    <a:pt x="14233" y="8254"/>
                  </a:lnTo>
                  <a:lnTo>
                    <a:pt x="13830" y="8438"/>
                  </a:lnTo>
                  <a:lnTo>
                    <a:pt x="13426" y="8658"/>
                  </a:lnTo>
                  <a:lnTo>
                    <a:pt x="12693" y="9135"/>
                  </a:lnTo>
                  <a:lnTo>
                    <a:pt x="12252" y="9428"/>
                  </a:lnTo>
                  <a:lnTo>
                    <a:pt x="11776" y="9685"/>
                  </a:lnTo>
                  <a:lnTo>
                    <a:pt x="11299" y="9942"/>
                  </a:lnTo>
                  <a:lnTo>
                    <a:pt x="10822" y="10125"/>
                  </a:lnTo>
                  <a:lnTo>
                    <a:pt x="8658" y="10822"/>
                  </a:lnTo>
                  <a:lnTo>
                    <a:pt x="7741" y="11115"/>
                  </a:lnTo>
                  <a:lnTo>
                    <a:pt x="7300" y="11262"/>
                  </a:lnTo>
                  <a:lnTo>
                    <a:pt x="6860" y="11446"/>
                  </a:lnTo>
                  <a:lnTo>
                    <a:pt x="5283" y="11409"/>
                  </a:lnTo>
                  <a:lnTo>
                    <a:pt x="5246" y="11189"/>
                  </a:lnTo>
                  <a:lnTo>
                    <a:pt x="5173" y="11115"/>
                  </a:lnTo>
                  <a:lnTo>
                    <a:pt x="5026" y="11115"/>
                  </a:lnTo>
                  <a:lnTo>
                    <a:pt x="4989" y="11189"/>
                  </a:lnTo>
                  <a:lnTo>
                    <a:pt x="4953" y="11409"/>
                  </a:lnTo>
                  <a:lnTo>
                    <a:pt x="4182" y="11336"/>
                  </a:lnTo>
                  <a:lnTo>
                    <a:pt x="3816" y="11336"/>
                  </a:lnTo>
                  <a:lnTo>
                    <a:pt x="3412" y="11372"/>
                  </a:lnTo>
                  <a:lnTo>
                    <a:pt x="3119" y="11409"/>
                  </a:lnTo>
                  <a:lnTo>
                    <a:pt x="2862" y="11556"/>
                  </a:lnTo>
                  <a:lnTo>
                    <a:pt x="2825" y="11005"/>
                  </a:lnTo>
                  <a:lnTo>
                    <a:pt x="2715" y="9428"/>
                  </a:lnTo>
                  <a:lnTo>
                    <a:pt x="2715" y="9171"/>
                  </a:lnTo>
                  <a:lnTo>
                    <a:pt x="2972" y="9171"/>
                  </a:lnTo>
                  <a:lnTo>
                    <a:pt x="3265" y="9135"/>
                  </a:lnTo>
                  <a:lnTo>
                    <a:pt x="3522" y="9061"/>
                  </a:lnTo>
                  <a:lnTo>
                    <a:pt x="3779" y="8988"/>
                  </a:lnTo>
                  <a:lnTo>
                    <a:pt x="4036" y="8841"/>
                  </a:lnTo>
                  <a:lnTo>
                    <a:pt x="4293" y="8695"/>
                  </a:lnTo>
                  <a:lnTo>
                    <a:pt x="4733" y="8401"/>
                  </a:lnTo>
                  <a:lnTo>
                    <a:pt x="5063" y="8108"/>
                  </a:lnTo>
                  <a:lnTo>
                    <a:pt x="5356" y="7777"/>
                  </a:lnTo>
                  <a:lnTo>
                    <a:pt x="5613" y="7447"/>
                  </a:lnTo>
                  <a:lnTo>
                    <a:pt x="5870" y="7117"/>
                  </a:lnTo>
                  <a:lnTo>
                    <a:pt x="6273" y="7007"/>
                  </a:lnTo>
                  <a:lnTo>
                    <a:pt x="6640" y="6824"/>
                  </a:lnTo>
                  <a:lnTo>
                    <a:pt x="7410" y="6420"/>
                  </a:lnTo>
                  <a:lnTo>
                    <a:pt x="8401" y="5980"/>
                  </a:lnTo>
                  <a:lnTo>
                    <a:pt x="9355" y="5577"/>
                  </a:lnTo>
                  <a:lnTo>
                    <a:pt x="10308" y="5246"/>
                  </a:lnTo>
                  <a:lnTo>
                    <a:pt x="11262" y="4880"/>
                  </a:lnTo>
                  <a:lnTo>
                    <a:pt x="12032" y="4623"/>
                  </a:lnTo>
                  <a:lnTo>
                    <a:pt x="12436" y="4403"/>
                  </a:lnTo>
                  <a:lnTo>
                    <a:pt x="12619" y="4219"/>
                  </a:lnTo>
                  <a:lnTo>
                    <a:pt x="12729" y="4183"/>
                  </a:lnTo>
                  <a:close/>
                  <a:moveTo>
                    <a:pt x="2385" y="1"/>
                  </a:moveTo>
                  <a:lnTo>
                    <a:pt x="2238" y="38"/>
                  </a:lnTo>
                  <a:lnTo>
                    <a:pt x="2202" y="74"/>
                  </a:lnTo>
                  <a:lnTo>
                    <a:pt x="2165" y="111"/>
                  </a:lnTo>
                  <a:lnTo>
                    <a:pt x="2055" y="368"/>
                  </a:lnTo>
                  <a:lnTo>
                    <a:pt x="1982" y="515"/>
                  </a:lnTo>
                  <a:lnTo>
                    <a:pt x="1578" y="1432"/>
                  </a:lnTo>
                  <a:lnTo>
                    <a:pt x="1541" y="1542"/>
                  </a:lnTo>
                  <a:lnTo>
                    <a:pt x="1578" y="1615"/>
                  </a:lnTo>
                  <a:lnTo>
                    <a:pt x="1615" y="1688"/>
                  </a:lnTo>
                  <a:lnTo>
                    <a:pt x="1688" y="1762"/>
                  </a:lnTo>
                  <a:lnTo>
                    <a:pt x="1761" y="1798"/>
                  </a:lnTo>
                  <a:lnTo>
                    <a:pt x="1835" y="1798"/>
                  </a:lnTo>
                  <a:lnTo>
                    <a:pt x="1908" y="1762"/>
                  </a:lnTo>
                  <a:lnTo>
                    <a:pt x="1982" y="1652"/>
                  </a:lnTo>
                  <a:lnTo>
                    <a:pt x="2128" y="1358"/>
                  </a:lnTo>
                  <a:lnTo>
                    <a:pt x="2092" y="2165"/>
                  </a:lnTo>
                  <a:lnTo>
                    <a:pt x="2092" y="2972"/>
                  </a:lnTo>
                  <a:lnTo>
                    <a:pt x="2055" y="4073"/>
                  </a:lnTo>
                  <a:lnTo>
                    <a:pt x="1982" y="4109"/>
                  </a:lnTo>
                  <a:lnTo>
                    <a:pt x="1835" y="4073"/>
                  </a:lnTo>
                  <a:lnTo>
                    <a:pt x="1725" y="3999"/>
                  </a:lnTo>
                  <a:lnTo>
                    <a:pt x="1615" y="3999"/>
                  </a:lnTo>
                  <a:lnTo>
                    <a:pt x="1541" y="4036"/>
                  </a:lnTo>
                  <a:lnTo>
                    <a:pt x="1505" y="4109"/>
                  </a:lnTo>
                  <a:lnTo>
                    <a:pt x="1541" y="4219"/>
                  </a:lnTo>
                  <a:lnTo>
                    <a:pt x="1651" y="4293"/>
                  </a:lnTo>
                  <a:lnTo>
                    <a:pt x="1761" y="4366"/>
                  </a:lnTo>
                  <a:lnTo>
                    <a:pt x="1908" y="4403"/>
                  </a:lnTo>
                  <a:lnTo>
                    <a:pt x="2055" y="4439"/>
                  </a:lnTo>
                  <a:lnTo>
                    <a:pt x="2055" y="5540"/>
                  </a:lnTo>
                  <a:lnTo>
                    <a:pt x="1908" y="5577"/>
                  </a:lnTo>
                  <a:lnTo>
                    <a:pt x="1651" y="5613"/>
                  </a:lnTo>
                  <a:lnTo>
                    <a:pt x="1615" y="5687"/>
                  </a:lnTo>
                  <a:lnTo>
                    <a:pt x="1541" y="5723"/>
                  </a:lnTo>
                  <a:lnTo>
                    <a:pt x="1541" y="5760"/>
                  </a:lnTo>
                  <a:lnTo>
                    <a:pt x="1505" y="5797"/>
                  </a:lnTo>
                  <a:lnTo>
                    <a:pt x="1541" y="5833"/>
                  </a:lnTo>
                  <a:lnTo>
                    <a:pt x="1578" y="5833"/>
                  </a:lnTo>
                  <a:lnTo>
                    <a:pt x="1651" y="5907"/>
                  </a:lnTo>
                  <a:lnTo>
                    <a:pt x="2055" y="5907"/>
                  </a:lnTo>
                  <a:lnTo>
                    <a:pt x="2092" y="6200"/>
                  </a:lnTo>
                  <a:lnTo>
                    <a:pt x="2092" y="7154"/>
                  </a:lnTo>
                  <a:lnTo>
                    <a:pt x="1835" y="7227"/>
                  </a:lnTo>
                  <a:lnTo>
                    <a:pt x="1541" y="7374"/>
                  </a:lnTo>
                  <a:lnTo>
                    <a:pt x="1505" y="7411"/>
                  </a:lnTo>
                  <a:lnTo>
                    <a:pt x="1505" y="7447"/>
                  </a:lnTo>
                  <a:lnTo>
                    <a:pt x="1541" y="7484"/>
                  </a:lnTo>
                  <a:lnTo>
                    <a:pt x="1578" y="7521"/>
                  </a:lnTo>
                  <a:lnTo>
                    <a:pt x="2092" y="7521"/>
                  </a:lnTo>
                  <a:lnTo>
                    <a:pt x="2165" y="8951"/>
                  </a:lnTo>
                  <a:lnTo>
                    <a:pt x="2165" y="8988"/>
                  </a:lnTo>
                  <a:lnTo>
                    <a:pt x="1982" y="8951"/>
                  </a:lnTo>
                  <a:lnTo>
                    <a:pt x="1578" y="8951"/>
                  </a:lnTo>
                  <a:lnTo>
                    <a:pt x="1505" y="8988"/>
                  </a:lnTo>
                  <a:lnTo>
                    <a:pt x="1468" y="9061"/>
                  </a:lnTo>
                  <a:lnTo>
                    <a:pt x="1468" y="9135"/>
                  </a:lnTo>
                  <a:lnTo>
                    <a:pt x="1541" y="9208"/>
                  </a:lnTo>
                  <a:lnTo>
                    <a:pt x="1688" y="9245"/>
                  </a:lnTo>
                  <a:lnTo>
                    <a:pt x="1835" y="9318"/>
                  </a:lnTo>
                  <a:lnTo>
                    <a:pt x="2202" y="9391"/>
                  </a:lnTo>
                  <a:lnTo>
                    <a:pt x="2238" y="10419"/>
                  </a:lnTo>
                  <a:lnTo>
                    <a:pt x="2018" y="10419"/>
                  </a:lnTo>
                  <a:lnTo>
                    <a:pt x="1798" y="10455"/>
                  </a:lnTo>
                  <a:lnTo>
                    <a:pt x="1725" y="10529"/>
                  </a:lnTo>
                  <a:lnTo>
                    <a:pt x="1651" y="10602"/>
                  </a:lnTo>
                  <a:lnTo>
                    <a:pt x="1578" y="10675"/>
                  </a:lnTo>
                  <a:lnTo>
                    <a:pt x="1615" y="10749"/>
                  </a:lnTo>
                  <a:lnTo>
                    <a:pt x="1688" y="10822"/>
                  </a:lnTo>
                  <a:lnTo>
                    <a:pt x="2128" y="10822"/>
                  </a:lnTo>
                  <a:lnTo>
                    <a:pt x="2275" y="10859"/>
                  </a:lnTo>
                  <a:lnTo>
                    <a:pt x="2275" y="10895"/>
                  </a:lnTo>
                  <a:lnTo>
                    <a:pt x="2312" y="11702"/>
                  </a:lnTo>
                  <a:lnTo>
                    <a:pt x="2348" y="11959"/>
                  </a:lnTo>
                  <a:lnTo>
                    <a:pt x="2385" y="12106"/>
                  </a:lnTo>
                  <a:lnTo>
                    <a:pt x="2495" y="12216"/>
                  </a:lnTo>
                  <a:lnTo>
                    <a:pt x="2568" y="12253"/>
                  </a:lnTo>
                  <a:lnTo>
                    <a:pt x="2679" y="12253"/>
                  </a:lnTo>
                  <a:lnTo>
                    <a:pt x="2752" y="12216"/>
                  </a:lnTo>
                  <a:lnTo>
                    <a:pt x="2789" y="12143"/>
                  </a:lnTo>
                  <a:lnTo>
                    <a:pt x="2825" y="12106"/>
                  </a:lnTo>
                  <a:lnTo>
                    <a:pt x="3009" y="11959"/>
                  </a:lnTo>
                  <a:lnTo>
                    <a:pt x="3265" y="11886"/>
                  </a:lnTo>
                  <a:lnTo>
                    <a:pt x="3486" y="11849"/>
                  </a:lnTo>
                  <a:lnTo>
                    <a:pt x="3742" y="11849"/>
                  </a:lnTo>
                  <a:lnTo>
                    <a:pt x="3742" y="12033"/>
                  </a:lnTo>
                  <a:lnTo>
                    <a:pt x="3742" y="12216"/>
                  </a:lnTo>
                  <a:lnTo>
                    <a:pt x="3816" y="12363"/>
                  </a:lnTo>
                  <a:lnTo>
                    <a:pt x="3889" y="12509"/>
                  </a:lnTo>
                  <a:lnTo>
                    <a:pt x="3962" y="12583"/>
                  </a:lnTo>
                  <a:lnTo>
                    <a:pt x="4036" y="12546"/>
                  </a:lnTo>
                  <a:lnTo>
                    <a:pt x="4109" y="12509"/>
                  </a:lnTo>
                  <a:lnTo>
                    <a:pt x="4146" y="12436"/>
                  </a:lnTo>
                  <a:lnTo>
                    <a:pt x="4072" y="12216"/>
                  </a:lnTo>
                  <a:lnTo>
                    <a:pt x="4036" y="12069"/>
                  </a:lnTo>
                  <a:lnTo>
                    <a:pt x="4036" y="11886"/>
                  </a:lnTo>
                  <a:lnTo>
                    <a:pt x="5063" y="11922"/>
                  </a:lnTo>
                  <a:lnTo>
                    <a:pt x="5063" y="12143"/>
                  </a:lnTo>
                  <a:lnTo>
                    <a:pt x="5100" y="12619"/>
                  </a:lnTo>
                  <a:lnTo>
                    <a:pt x="5136" y="12693"/>
                  </a:lnTo>
                  <a:lnTo>
                    <a:pt x="5173" y="12766"/>
                  </a:lnTo>
                  <a:lnTo>
                    <a:pt x="5320" y="12766"/>
                  </a:lnTo>
                  <a:lnTo>
                    <a:pt x="5466" y="12729"/>
                  </a:lnTo>
                  <a:lnTo>
                    <a:pt x="5503" y="12619"/>
                  </a:lnTo>
                  <a:lnTo>
                    <a:pt x="5540" y="12473"/>
                  </a:lnTo>
                  <a:lnTo>
                    <a:pt x="5466" y="12363"/>
                  </a:lnTo>
                  <a:lnTo>
                    <a:pt x="5393" y="12326"/>
                  </a:lnTo>
                  <a:lnTo>
                    <a:pt x="5356" y="12106"/>
                  </a:lnTo>
                  <a:lnTo>
                    <a:pt x="5283" y="11922"/>
                  </a:lnTo>
                  <a:lnTo>
                    <a:pt x="5906" y="11959"/>
                  </a:lnTo>
                  <a:lnTo>
                    <a:pt x="6493" y="11959"/>
                  </a:lnTo>
                  <a:lnTo>
                    <a:pt x="6493" y="11996"/>
                  </a:lnTo>
                  <a:lnTo>
                    <a:pt x="6457" y="12179"/>
                  </a:lnTo>
                  <a:lnTo>
                    <a:pt x="6420" y="12399"/>
                  </a:lnTo>
                  <a:lnTo>
                    <a:pt x="6457" y="12583"/>
                  </a:lnTo>
                  <a:lnTo>
                    <a:pt x="6567" y="12766"/>
                  </a:lnTo>
                  <a:lnTo>
                    <a:pt x="6603" y="12840"/>
                  </a:lnTo>
                  <a:lnTo>
                    <a:pt x="6677" y="12876"/>
                  </a:lnTo>
                  <a:lnTo>
                    <a:pt x="6750" y="12876"/>
                  </a:lnTo>
                  <a:lnTo>
                    <a:pt x="6824" y="12840"/>
                  </a:lnTo>
                  <a:lnTo>
                    <a:pt x="6897" y="12766"/>
                  </a:lnTo>
                  <a:lnTo>
                    <a:pt x="6897" y="12729"/>
                  </a:lnTo>
                  <a:lnTo>
                    <a:pt x="6897" y="12656"/>
                  </a:lnTo>
                  <a:lnTo>
                    <a:pt x="6824" y="12619"/>
                  </a:lnTo>
                  <a:lnTo>
                    <a:pt x="6787" y="12583"/>
                  </a:lnTo>
                  <a:lnTo>
                    <a:pt x="6713" y="12399"/>
                  </a:lnTo>
                  <a:lnTo>
                    <a:pt x="6677" y="12216"/>
                  </a:lnTo>
                  <a:lnTo>
                    <a:pt x="6640" y="11996"/>
                  </a:lnTo>
                  <a:lnTo>
                    <a:pt x="6640" y="11959"/>
                  </a:lnTo>
                  <a:lnTo>
                    <a:pt x="7924" y="11996"/>
                  </a:lnTo>
                  <a:lnTo>
                    <a:pt x="7851" y="12033"/>
                  </a:lnTo>
                  <a:lnTo>
                    <a:pt x="7814" y="12106"/>
                  </a:lnTo>
                  <a:lnTo>
                    <a:pt x="7777" y="12253"/>
                  </a:lnTo>
                  <a:lnTo>
                    <a:pt x="7777" y="12399"/>
                  </a:lnTo>
                  <a:lnTo>
                    <a:pt x="7777" y="12509"/>
                  </a:lnTo>
                  <a:lnTo>
                    <a:pt x="7814" y="12619"/>
                  </a:lnTo>
                  <a:lnTo>
                    <a:pt x="7887" y="12729"/>
                  </a:lnTo>
                  <a:lnTo>
                    <a:pt x="7961" y="12766"/>
                  </a:lnTo>
                  <a:lnTo>
                    <a:pt x="8034" y="12729"/>
                  </a:lnTo>
                  <a:lnTo>
                    <a:pt x="8107" y="12693"/>
                  </a:lnTo>
                  <a:lnTo>
                    <a:pt x="8144" y="12619"/>
                  </a:lnTo>
                  <a:lnTo>
                    <a:pt x="8107" y="12473"/>
                  </a:lnTo>
                  <a:lnTo>
                    <a:pt x="8071" y="12289"/>
                  </a:lnTo>
                  <a:lnTo>
                    <a:pt x="8071" y="12179"/>
                  </a:lnTo>
                  <a:lnTo>
                    <a:pt x="8034" y="12106"/>
                  </a:lnTo>
                  <a:lnTo>
                    <a:pt x="8034" y="12033"/>
                  </a:lnTo>
                  <a:lnTo>
                    <a:pt x="8034" y="11996"/>
                  </a:lnTo>
                  <a:lnTo>
                    <a:pt x="9391" y="11996"/>
                  </a:lnTo>
                  <a:lnTo>
                    <a:pt x="9318" y="12216"/>
                  </a:lnTo>
                  <a:lnTo>
                    <a:pt x="9318" y="12473"/>
                  </a:lnTo>
                  <a:lnTo>
                    <a:pt x="9355" y="12546"/>
                  </a:lnTo>
                  <a:lnTo>
                    <a:pt x="9428" y="12583"/>
                  </a:lnTo>
                  <a:lnTo>
                    <a:pt x="9611" y="12583"/>
                  </a:lnTo>
                  <a:lnTo>
                    <a:pt x="9685" y="12546"/>
                  </a:lnTo>
                  <a:lnTo>
                    <a:pt x="9721" y="12473"/>
                  </a:lnTo>
                  <a:lnTo>
                    <a:pt x="9721" y="12436"/>
                  </a:lnTo>
                  <a:lnTo>
                    <a:pt x="9721" y="12363"/>
                  </a:lnTo>
                  <a:lnTo>
                    <a:pt x="9611" y="12326"/>
                  </a:lnTo>
                  <a:lnTo>
                    <a:pt x="9611" y="11996"/>
                  </a:lnTo>
                  <a:lnTo>
                    <a:pt x="10638" y="11996"/>
                  </a:lnTo>
                  <a:lnTo>
                    <a:pt x="10675" y="12253"/>
                  </a:lnTo>
                  <a:lnTo>
                    <a:pt x="10748" y="12509"/>
                  </a:lnTo>
                  <a:lnTo>
                    <a:pt x="10822" y="12583"/>
                  </a:lnTo>
                  <a:lnTo>
                    <a:pt x="10969" y="12583"/>
                  </a:lnTo>
                  <a:lnTo>
                    <a:pt x="11005" y="12509"/>
                  </a:lnTo>
                  <a:lnTo>
                    <a:pt x="11042" y="12399"/>
                  </a:lnTo>
                  <a:lnTo>
                    <a:pt x="10969" y="12179"/>
                  </a:lnTo>
                  <a:lnTo>
                    <a:pt x="10895" y="11996"/>
                  </a:lnTo>
                  <a:lnTo>
                    <a:pt x="12106" y="11996"/>
                  </a:lnTo>
                  <a:lnTo>
                    <a:pt x="12069" y="12069"/>
                  </a:lnTo>
                  <a:lnTo>
                    <a:pt x="12032" y="12143"/>
                  </a:lnTo>
                  <a:lnTo>
                    <a:pt x="11996" y="12363"/>
                  </a:lnTo>
                  <a:lnTo>
                    <a:pt x="12032" y="12473"/>
                  </a:lnTo>
                  <a:lnTo>
                    <a:pt x="12069" y="12619"/>
                  </a:lnTo>
                  <a:lnTo>
                    <a:pt x="12142" y="12729"/>
                  </a:lnTo>
                  <a:lnTo>
                    <a:pt x="12216" y="12803"/>
                  </a:lnTo>
                  <a:lnTo>
                    <a:pt x="12289" y="12840"/>
                  </a:lnTo>
                  <a:lnTo>
                    <a:pt x="12362" y="12803"/>
                  </a:lnTo>
                  <a:lnTo>
                    <a:pt x="12399" y="12766"/>
                  </a:lnTo>
                  <a:lnTo>
                    <a:pt x="12399" y="12693"/>
                  </a:lnTo>
                  <a:lnTo>
                    <a:pt x="12362" y="12546"/>
                  </a:lnTo>
                  <a:lnTo>
                    <a:pt x="12289" y="12363"/>
                  </a:lnTo>
                  <a:lnTo>
                    <a:pt x="12252" y="12179"/>
                  </a:lnTo>
                  <a:lnTo>
                    <a:pt x="12252" y="11959"/>
                  </a:lnTo>
                  <a:lnTo>
                    <a:pt x="13353" y="11959"/>
                  </a:lnTo>
                  <a:lnTo>
                    <a:pt x="13280" y="12106"/>
                  </a:lnTo>
                  <a:lnTo>
                    <a:pt x="13243" y="12253"/>
                  </a:lnTo>
                  <a:lnTo>
                    <a:pt x="13243" y="12436"/>
                  </a:lnTo>
                  <a:lnTo>
                    <a:pt x="13316" y="12583"/>
                  </a:lnTo>
                  <a:lnTo>
                    <a:pt x="13353" y="12619"/>
                  </a:lnTo>
                  <a:lnTo>
                    <a:pt x="13426" y="12656"/>
                  </a:lnTo>
                  <a:lnTo>
                    <a:pt x="13500" y="12656"/>
                  </a:lnTo>
                  <a:lnTo>
                    <a:pt x="13573" y="12583"/>
                  </a:lnTo>
                  <a:lnTo>
                    <a:pt x="13610" y="12436"/>
                  </a:lnTo>
                  <a:lnTo>
                    <a:pt x="13536" y="12216"/>
                  </a:lnTo>
                  <a:lnTo>
                    <a:pt x="13536" y="12069"/>
                  </a:lnTo>
                  <a:lnTo>
                    <a:pt x="13573" y="11922"/>
                  </a:lnTo>
                  <a:lnTo>
                    <a:pt x="14563" y="11886"/>
                  </a:lnTo>
                  <a:lnTo>
                    <a:pt x="14563" y="11886"/>
                  </a:lnTo>
                  <a:lnTo>
                    <a:pt x="14527" y="12363"/>
                  </a:lnTo>
                  <a:lnTo>
                    <a:pt x="14563" y="12436"/>
                  </a:lnTo>
                  <a:lnTo>
                    <a:pt x="14637" y="12509"/>
                  </a:lnTo>
                  <a:lnTo>
                    <a:pt x="14747" y="12509"/>
                  </a:lnTo>
                  <a:lnTo>
                    <a:pt x="14820" y="12473"/>
                  </a:lnTo>
                  <a:lnTo>
                    <a:pt x="14893" y="12399"/>
                  </a:lnTo>
                  <a:lnTo>
                    <a:pt x="14967" y="12289"/>
                  </a:lnTo>
                  <a:lnTo>
                    <a:pt x="14967" y="12179"/>
                  </a:lnTo>
                  <a:lnTo>
                    <a:pt x="14967" y="12069"/>
                  </a:lnTo>
                  <a:lnTo>
                    <a:pt x="14930" y="11996"/>
                  </a:lnTo>
                  <a:lnTo>
                    <a:pt x="14857" y="11959"/>
                  </a:lnTo>
                  <a:lnTo>
                    <a:pt x="14857" y="11886"/>
                  </a:lnTo>
                  <a:lnTo>
                    <a:pt x="16618" y="11776"/>
                  </a:lnTo>
                  <a:lnTo>
                    <a:pt x="16654" y="11812"/>
                  </a:lnTo>
                  <a:lnTo>
                    <a:pt x="16544" y="11996"/>
                  </a:lnTo>
                  <a:lnTo>
                    <a:pt x="16361" y="12179"/>
                  </a:lnTo>
                  <a:lnTo>
                    <a:pt x="16287" y="12289"/>
                  </a:lnTo>
                  <a:lnTo>
                    <a:pt x="16251" y="12363"/>
                  </a:lnTo>
                  <a:lnTo>
                    <a:pt x="16287" y="12436"/>
                  </a:lnTo>
                  <a:lnTo>
                    <a:pt x="16324" y="12509"/>
                  </a:lnTo>
                  <a:lnTo>
                    <a:pt x="16397" y="12546"/>
                  </a:lnTo>
                  <a:lnTo>
                    <a:pt x="16471" y="12583"/>
                  </a:lnTo>
                  <a:lnTo>
                    <a:pt x="16544" y="12583"/>
                  </a:lnTo>
                  <a:lnTo>
                    <a:pt x="16581" y="12546"/>
                  </a:lnTo>
                  <a:lnTo>
                    <a:pt x="16728" y="12473"/>
                  </a:lnTo>
                  <a:lnTo>
                    <a:pt x="16801" y="12363"/>
                  </a:lnTo>
                  <a:lnTo>
                    <a:pt x="16984" y="12106"/>
                  </a:lnTo>
                  <a:lnTo>
                    <a:pt x="17461" y="11482"/>
                  </a:lnTo>
                  <a:lnTo>
                    <a:pt x="17461" y="11409"/>
                  </a:lnTo>
                  <a:lnTo>
                    <a:pt x="17461" y="11336"/>
                  </a:lnTo>
                  <a:lnTo>
                    <a:pt x="17461" y="11262"/>
                  </a:lnTo>
                  <a:lnTo>
                    <a:pt x="17425" y="11189"/>
                  </a:lnTo>
                  <a:lnTo>
                    <a:pt x="17058" y="10895"/>
                  </a:lnTo>
                  <a:lnTo>
                    <a:pt x="16728" y="10639"/>
                  </a:lnTo>
                  <a:lnTo>
                    <a:pt x="16654" y="10602"/>
                  </a:lnTo>
                  <a:lnTo>
                    <a:pt x="16581" y="10602"/>
                  </a:lnTo>
                  <a:lnTo>
                    <a:pt x="16544" y="10639"/>
                  </a:lnTo>
                  <a:lnTo>
                    <a:pt x="16471" y="10675"/>
                  </a:lnTo>
                  <a:lnTo>
                    <a:pt x="16434" y="10785"/>
                  </a:lnTo>
                  <a:lnTo>
                    <a:pt x="16434" y="10859"/>
                  </a:lnTo>
                  <a:lnTo>
                    <a:pt x="16471" y="10932"/>
                  </a:lnTo>
                  <a:lnTo>
                    <a:pt x="16801" y="11226"/>
                  </a:lnTo>
                  <a:lnTo>
                    <a:pt x="13940" y="11372"/>
                  </a:lnTo>
                  <a:lnTo>
                    <a:pt x="14050" y="11336"/>
                  </a:lnTo>
                  <a:lnTo>
                    <a:pt x="14270" y="11189"/>
                  </a:lnTo>
                  <a:lnTo>
                    <a:pt x="14343" y="11115"/>
                  </a:lnTo>
                  <a:lnTo>
                    <a:pt x="14417" y="11005"/>
                  </a:lnTo>
                  <a:lnTo>
                    <a:pt x="14417" y="10932"/>
                  </a:lnTo>
                  <a:lnTo>
                    <a:pt x="14380" y="10895"/>
                  </a:lnTo>
                  <a:lnTo>
                    <a:pt x="14233" y="10895"/>
                  </a:lnTo>
                  <a:lnTo>
                    <a:pt x="14123" y="10932"/>
                  </a:lnTo>
                  <a:lnTo>
                    <a:pt x="13903" y="11079"/>
                  </a:lnTo>
                  <a:lnTo>
                    <a:pt x="13720" y="11226"/>
                  </a:lnTo>
                  <a:lnTo>
                    <a:pt x="13573" y="11409"/>
                  </a:lnTo>
                  <a:lnTo>
                    <a:pt x="12289" y="11446"/>
                  </a:lnTo>
                  <a:lnTo>
                    <a:pt x="12546" y="11336"/>
                  </a:lnTo>
                  <a:lnTo>
                    <a:pt x="12839" y="11226"/>
                  </a:lnTo>
                  <a:lnTo>
                    <a:pt x="13169" y="11079"/>
                  </a:lnTo>
                  <a:lnTo>
                    <a:pt x="13500" y="10895"/>
                  </a:lnTo>
                  <a:lnTo>
                    <a:pt x="13793" y="10675"/>
                  </a:lnTo>
                  <a:lnTo>
                    <a:pt x="14050" y="10419"/>
                  </a:lnTo>
                  <a:lnTo>
                    <a:pt x="14087" y="10308"/>
                  </a:lnTo>
                  <a:lnTo>
                    <a:pt x="14050" y="10235"/>
                  </a:lnTo>
                  <a:lnTo>
                    <a:pt x="13976" y="10198"/>
                  </a:lnTo>
                  <a:lnTo>
                    <a:pt x="13903" y="10235"/>
                  </a:lnTo>
                  <a:lnTo>
                    <a:pt x="13646" y="10382"/>
                  </a:lnTo>
                  <a:lnTo>
                    <a:pt x="13390" y="10565"/>
                  </a:lnTo>
                  <a:lnTo>
                    <a:pt x="13133" y="10749"/>
                  </a:lnTo>
                  <a:lnTo>
                    <a:pt x="12876" y="10895"/>
                  </a:lnTo>
                  <a:lnTo>
                    <a:pt x="12583" y="11042"/>
                  </a:lnTo>
                  <a:lnTo>
                    <a:pt x="12289" y="11152"/>
                  </a:lnTo>
                  <a:lnTo>
                    <a:pt x="11996" y="11299"/>
                  </a:lnTo>
                  <a:lnTo>
                    <a:pt x="11702" y="11446"/>
                  </a:lnTo>
                  <a:lnTo>
                    <a:pt x="10162" y="11482"/>
                  </a:lnTo>
                  <a:lnTo>
                    <a:pt x="10602" y="11299"/>
                  </a:lnTo>
                  <a:lnTo>
                    <a:pt x="12216" y="10639"/>
                  </a:lnTo>
                  <a:lnTo>
                    <a:pt x="12766" y="10455"/>
                  </a:lnTo>
                  <a:lnTo>
                    <a:pt x="13316" y="10162"/>
                  </a:lnTo>
                  <a:lnTo>
                    <a:pt x="13573" y="10015"/>
                  </a:lnTo>
                  <a:lnTo>
                    <a:pt x="13793" y="9832"/>
                  </a:lnTo>
                  <a:lnTo>
                    <a:pt x="13976" y="9612"/>
                  </a:lnTo>
                  <a:lnTo>
                    <a:pt x="14087" y="9355"/>
                  </a:lnTo>
                  <a:lnTo>
                    <a:pt x="14087" y="9245"/>
                  </a:lnTo>
                  <a:lnTo>
                    <a:pt x="14050" y="9208"/>
                  </a:lnTo>
                  <a:lnTo>
                    <a:pt x="13940" y="9171"/>
                  </a:lnTo>
                  <a:lnTo>
                    <a:pt x="13866" y="9208"/>
                  </a:lnTo>
                  <a:lnTo>
                    <a:pt x="13463" y="9612"/>
                  </a:lnTo>
                  <a:lnTo>
                    <a:pt x="13243" y="9795"/>
                  </a:lnTo>
                  <a:lnTo>
                    <a:pt x="12986" y="9978"/>
                  </a:lnTo>
                  <a:lnTo>
                    <a:pt x="12693" y="10125"/>
                  </a:lnTo>
                  <a:lnTo>
                    <a:pt x="12399" y="10235"/>
                  </a:lnTo>
                  <a:lnTo>
                    <a:pt x="11776" y="10492"/>
                  </a:lnTo>
                  <a:lnTo>
                    <a:pt x="10418" y="11042"/>
                  </a:lnTo>
                  <a:lnTo>
                    <a:pt x="9905" y="11262"/>
                  </a:lnTo>
                  <a:lnTo>
                    <a:pt x="9428" y="11482"/>
                  </a:lnTo>
                  <a:lnTo>
                    <a:pt x="7667" y="11482"/>
                  </a:lnTo>
                  <a:lnTo>
                    <a:pt x="8621" y="11152"/>
                  </a:lnTo>
                  <a:lnTo>
                    <a:pt x="10895" y="10419"/>
                  </a:lnTo>
                  <a:lnTo>
                    <a:pt x="11335" y="10235"/>
                  </a:lnTo>
                  <a:lnTo>
                    <a:pt x="11776" y="10052"/>
                  </a:lnTo>
                  <a:lnTo>
                    <a:pt x="12179" y="9832"/>
                  </a:lnTo>
                  <a:lnTo>
                    <a:pt x="12583" y="9575"/>
                  </a:lnTo>
                  <a:lnTo>
                    <a:pt x="13426" y="9025"/>
                  </a:lnTo>
                  <a:lnTo>
                    <a:pt x="13866" y="8768"/>
                  </a:lnTo>
                  <a:lnTo>
                    <a:pt x="14307" y="8548"/>
                  </a:lnTo>
                  <a:lnTo>
                    <a:pt x="14380" y="8511"/>
                  </a:lnTo>
                  <a:lnTo>
                    <a:pt x="14417" y="8474"/>
                  </a:lnTo>
                  <a:lnTo>
                    <a:pt x="14417" y="8841"/>
                  </a:lnTo>
                  <a:lnTo>
                    <a:pt x="14453" y="8915"/>
                  </a:lnTo>
                  <a:lnTo>
                    <a:pt x="14490" y="8951"/>
                  </a:lnTo>
                  <a:lnTo>
                    <a:pt x="14527" y="8988"/>
                  </a:lnTo>
                  <a:lnTo>
                    <a:pt x="14600" y="9025"/>
                  </a:lnTo>
                  <a:lnTo>
                    <a:pt x="14673" y="8988"/>
                  </a:lnTo>
                  <a:lnTo>
                    <a:pt x="14747" y="8951"/>
                  </a:lnTo>
                  <a:lnTo>
                    <a:pt x="14783" y="8915"/>
                  </a:lnTo>
                  <a:lnTo>
                    <a:pt x="14783" y="8841"/>
                  </a:lnTo>
                  <a:lnTo>
                    <a:pt x="14783" y="8291"/>
                  </a:lnTo>
                  <a:lnTo>
                    <a:pt x="14747" y="8034"/>
                  </a:lnTo>
                  <a:lnTo>
                    <a:pt x="14673" y="7777"/>
                  </a:lnTo>
                  <a:lnTo>
                    <a:pt x="15077" y="8181"/>
                  </a:lnTo>
                  <a:lnTo>
                    <a:pt x="15517" y="8584"/>
                  </a:lnTo>
                  <a:lnTo>
                    <a:pt x="15737" y="8768"/>
                  </a:lnTo>
                  <a:lnTo>
                    <a:pt x="15847" y="8841"/>
                  </a:lnTo>
                  <a:lnTo>
                    <a:pt x="15994" y="8878"/>
                  </a:lnTo>
                  <a:lnTo>
                    <a:pt x="16361" y="8915"/>
                  </a:lnTo>
                  <a:lnTo>
                    <a:pt x="16764" y="8915"/>
                  </a:lnTo>
                  <a:lnTo>
                    <a:pt x="17204" y="8878"/>
                  </a:lnTo>
                  <a:lnTo>
                    <a:pt x="17608" y="8731"/>
                  </a:lnTo>
                  <a:lnTo>
                    <a:pt x="17681" y="8695"/>
                  </a:lnTo>
                  <a:lnTo>
                    <a:pt x="17755" y="8584"/>
                  </a:lnTo>
                  <a:lnTo>
                    <a:pt x="17791" y="8511"/>
                  </a:lnTo>
                  <a:lnTo>
                    <a:pt x="17755" y="8438"/>
                  </a:lnTo>
                  <a:lnTo>
                    <a:pt x="17718" y="8328"/>
                  </a:lnTo>
                  <a:lnTo>
                    <a:pt x="17681" y="8291"/>
                  </a:lnTo>
                  <a:lnTo>
                    <a:pt x="17571" y="8254"/>
                  </a:lnTo>
                  <a:lnTo>
                    <a:pt x="17461" y="8254"/>
                  </a:lnTo>
                  <a:lnTo>
                    <a:pt x="17131" y="8364"/>
                  </a:lnTo>
                  <a:lnTo>
                    <a:pt x="16764" y="8401"/>
                  </a:lnTo>
                  <a:lnTo>
                    <a:pt x="16397" y="8438"/>
                  </a:lnTo>
                  <a:lnTo>
                    <a:pt x="16177" y="8401"/>
                  </a:lnTo>
                  <a:lnTo>
                    <a:pt x="16031" y="8364"/>
                  </a:lnTo>
                  <a:lnTo>
                    <a:pt x="15480" y="7888"/>
                  </a:lnTo>
                  <a:lnTo>
                    <a:pt x="15004" y="7374"/>
                  </a:lnTo>
                  <a:lnTo>
                    <a:pt x="14563" y="6824"/>
                  </a:lnTo>
                  <a:lnTo>
                    <a:pt x="14160" y="6237"/>
                  </a:lnTo>
                  <a:lnTo>
                    <a:pt x="13830" y="5613"/>
                  </a:lnTo>
                  <a:lnTo>
                    <a:pt x="13536" y="4990"/>
                  </a:lnTo>
                  <a:lnTo>
                    <a:pt x="13096" y="3926"/>
                  </a:lnTo>
                  <a:lnTo>
                    <a:pt x="12803" y="3412"/>
                  </a:lnTo>
                  <a:lnTo>
                    <a:pt x="12509" y="2936"/>
                  </a:lnTo>
                  <a:lnTo>
                    <a:pt x="12326" y="2752"/>
                  </a:lnTo>
                  <a:lnTo>
                    <a:pt x="12142" y="2532"/>
                  </a:lnTo>
                  <a:lnTo>
                    <a:pt x="11959" y="2349"/>
                  </a:lnTo>
                  <a:lnTo>
                    <a:pt x="11739" y="2202"/>
                  </a:lnTo>
                  <a:lnTo>
                    <a:pt x="11482" y="2092"/>
                  </a:lnTo>
                  <a:lnTo>
                    <a:pt x="11225" y="1982"/>
                  </a:lnTo>
                  <a:lnTo>
                    <a:pt x="10932" y="1908"/>
                  </a:lnTo>
                  <a:lnTo>
                    <a:pt x="10602" y="1872"/>
                  </a:lnTo>
                  <a:lnTo>
                    <a:pt x="10308" y="1872"/>
                  </a:lnTo>
                  <a:lnTo>
                    <a:pt x="9978" y="1908"/>
                  </a:lnTo>
                  <a:lnTo>
                    <a:pt x="9685" y="1982"/>
                  </a:lnTo>
                  <a:lnTo>
                    <a:pt x="9391" y="2055"/>
                  </a:lnTo>
                  <a:lnTo>
                    <a:pt x="9098" y="2202"/>
                  </a:lnTo>
                  <a:lnTo>
                    <a:pt x="8841" y="2349"/>
                  </a:lnTo>
                  <a:lnTo>
                    <a:pt x="8584" y="2495"/>
                  </a:lnTo>
                  <a:lnTo>
                    <a:pt x="8327" y="2715"/>
                  </a:lnTo>
                  <a:lnTo>
                    <a:pt x="7887" y="3119"/>
                  </a:lnTo>
                  <a:lnTo>
                    <a:pt x="7484" y="3632"/>
                  </a:lnTo>
                  <a:lnTo>
                    <a:pt x="7117" y="4146"/>
                  </a:lnTo>
                  <a:lnTo>
                    <a:pt x="6787" y="4660"/>
                  </a:lnTo>
                  <a:lnTo>
                    <a:pt x="6127" y="5833"/>
                  </a:lnTo>
                  <a:lnTo>
                    <a:pt x="5796" y="6457"/>
                  </a:lnTo>
                  <a:lnTo>
                    <a:pt x="5430" y="7044"/>
                  </a:lnTo>
                  <a:lnTo>
                    <a:pt x="4989" y="7594"/>
                  </a:lnTo>
                  <a:lnTo>
                    <a:pt x="4769" y="7851"/>
                  </a:lnTo>
                  <a:lnTo>
                    <a:pt x="4513" y="8071"/>
                  </a:lnTo>
                  <a:lnTo>
                    <a:pt x="4256" y="8291"/>
                  </a:lnTo>
                  <a:lnTo>
                    <a:pt x="3962" y="8474"/>
                  </a:lnTo>
                  <a:lnTo>
                    <a:pt x="3669" y="8621"/>
                  </a:lnTo>
                  <a:lnTo>
                    <a:pt x="3339" y="8731"/>
                  </a:lnTo>
                  <a:lnTo>
                    <a:pt x="3009" y="8841"/>
                  </a:lnTo>
                  <a:lnTo>
                    <a:pt x="2715" y="8915"/>
                  </a:lnTo>
                  <a:lnTo>
                    <a:pt x="2605" y="6200"/>
                  </a:lnTo>
                  <a:lnTo>
                    <a:pt x="2568" y="3119"/>
                  </a:lnTo>
                  <a:lnTo>
                    <a:pt x="2605" y="1505"/>
                  </a:lnTo>
                  <a:lnTo>
                    <a:pt x="2568" y="1138"/>
                  </a:lnTo>
                  <a:lnTo>
                    <a:pt x="2715" y="1395"/>
                  </a:lnTo>
                  <a:lnTo>
                    <a:pt x="2862" y="1652"/>
                  </a:lnTo>
                  <a:lnTo>
                    <a:pt x="2899" y="1725"/>
                  </a:lnTo>
                  <a:lnTo>
                    <a:pt x="2972" y="1762"/>
                  </a:lnTo>
                  <a:lnTo>
                    <a:pt x="3119" y="1762"/>
                  </a:lnTo>
                  <a:lnTo>
                    <a:pt x="3192" y="1688"/>
                  </a:lnTo>
                  <a:lnTo>
                    <a:pt x="3229" y="1652"/>
                  </a:lnTo>
                  <a:lnTo>
                    <a:pt x="3265" y="1578"/>
                  </a:lnTo>
                  <a:lnTo>
                    <a:pt x="3265" y="1505"/>
                  </a:lnTo>
                  <a:lnTo>
                    <a:pt x="3155" y="1138"/>
                  </a:lnTo>
                  <a:lnTo>
                    <a:pt x="2972" y="771"/>
                  </a:lnTo>
                  <a:lnTo>
                    <a:pt x="2568" y="111"/>
                  </a:lnTo>
                  <a:lnTo>
                    <a:pt x="2495" y="38"/>
                  </a:lnTo>
                  <a:lnTo>
                    <a:pt x="2385" y="1"/>
                  </a:lnTo>
                  <a:close/>
                  <a:moveTo>
                    <a:pt x="15554" y="12546"/>
                  </a:moveTo>
                  <a:lnTo>
                    <a:pt x="15480" y="12583"/>
                  </a:lnTo>
                  <a:lnTo>
                    <a:pt x="15370" y="12619"/>
                  </a:lnTo>
                  <a:lnTo>
                    <a:pt x="15224" y="12766"/>
                  </a:lnTo>
                  <a:lnTo>
                    <a:pt x="15077" y="12913"/>
                  </a:lnTo>
                  <a:lnTo>
                    <a:pt x="15077" y="12950"/>
                  </a:lnTo>
                  <a:lnTo>
                    <a:pt x="14820" y="12803"/>
                  </a:lnTo>
                  <a:lnTo>
                    <a:pt x="14527" y="12693"/>
                  </a:lnTo>
                  <a:lnTo>
                    <a:pt x="14453" y="12693"/>
                  </a:lnTo>
                  <a:lnTo>
                    <a:pt x="14417" y="12729"/>
                  </a:lnTo>
                  <a:lnTo>
                    <a:pt x="14380" y="12803"/>
                  </a:lnTo>
                  <a:lnTo>
                    <a:pt x="14380" y="12876"/>
                  </a:lnTo>
                  <a:lnTo>
                    <a:pt x="14563" y="13096"/>
                  </a:lnTo>
                  <a:lnTo>
                    <a:pt x="14783" y="13316"/>
                  </a:lnTo>
                  <a:lnTo>
                    <a:pt x="14673" y="13463"/>
                  </a:lnTo>
                  <a:lnTo>
                    <a:pt x="14490" y="13720"/>
                  </a:lnTo>
                  <a:lnTo>
                    <a:pt x="14417" y="13867"/>
                  </a:lnTo>
                  <a:lnTo>
                    <a:pt x="14417" y="14013"/>
                  </a:lnTo>
                  <a:lnTo>
                    <a:pt x="14453" y="14087"/>
                  </a:lnTo>
                  <a:lnTo>
                    <a:pt x="14490" y="14123"/>
                  </a:lnTo>
                  <a:lnTo>
                    <a:pt x="14600" y="14123"/>
                  </a:lnTo>
                  <a:lnTo>
                    <a:pt x="14673" y="14087"/>
                  </a:lnTo>
                  <a:lnTo>
                    <a:pt x="14783" y="14050"/>
                  </a:lnTo>
                  <a:lnTo>
                    <a:pt x="14893" y="13903"/>
                  </a:lnTo>
                  <a:lnTo>
                    <a:pt x="15150" y="13573"/>
                  </a:lnTo>
                  <a:lnTo>
                    <a:pt x="15590" y="13903"/>
                  </a:lnTo>
                  <a:lnTo>
                    <a:pt x="15700" y="13940"/>
                  </a:lnTo>
                  <a:lnTo>
                    <a:pt x="15774" y="13940"/>
                  </a:lnTo>
                  <a:lnTo>
                    <a:pt x="15847" y="13903"/>
                  </a:lnTo>
                  <a:lnTo>
                    <a:pt x="15884" y="13830"/>
                  </a:lnTo>
                  <a:lnTo>
                    <a:pt x="15921" y="13757"/>
                  </a:lnTo>
                  <a:lnTo>
                    <a:pt x="15921" y="13647"/>
                  </a:lnTo>
                  <a:lnTo>
                    <a:pt x="15921" y="13573"/>
                  </a:lnTo>
                  <a:lnTo>
                    <a:pt x="15847" y="13500"/>
                  </a:lnTo>
                  <a:lnTo>
                    <a:pt x="15407" y="13170"/>
                  </a:lnTo>
                  <a:lnTo>
                    <a:pt x="15480" y="13096"/>
                  </a:lnTo>
                  <a:lnTo>
                    <a:pt x="15590" y="12876"/>
                  </a:lnTo>
                  <a:lnTo>
                    <a:pt x="15664" y="12803"/>
                  </a:lnTo>
                  <a:lnTo>
                    <a:pt x="15737" y="12766"/>
                  </a:lnTo>
                  <a:lnTo>
                    <a:pt x="15774" y="12729"/>
                  </a:lnTo>
                  <a:lnTo>
                    <a:pt x="15811" y="12693"/>
                  </a:lnTo>
                  <a:lnTo>
                    <a:pt x="15811" y="12656"/>
                  </a:lnTo>
                  <a:lnTo>
                    <a:pt x="15774" y="12656"/>
                  </a:lnTo>
                  <a:lnTo>
                    <a:pt x="15664" y="12583"/>
                  </a:lnTo>
                  <a:lnTo>
                    <a:pt x="15554" y="12546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0" name="Google Shape;303;p5">
              <a:extLst>
                <a:ext uri="{FF2B5EF4-FFF2-40B4-BE49-F238E27FC236}">
                  <a16:creationId xmlns:a16="http://schemas.microsoft.com/office/drawing/2014/main" id="{BC196BA2-19D7-4FBD-89F6-07BC62432395}"/>
                </a:ext>
              </a:extLst>
            </p:cNvPr>
            <p:cNvSpPr/>
            <p:nvPr/>
          </p:nvSpPr>
          <p:spPr>
            <a:xfrm>
              <a:off x="6844475" y="1037625"/>
              <a:ext cx="414525" cy="389750"/>
            </a:xfrm>
            <a:custGeom>
              <a:avLst/>
              <a:gdLst/>
              <a:ahLst/>
              <a:cxnLst/>
              <a:rect l="l" t="t" r="r" b="b"/>
              <a:pathLst>
                <a:path w="16581" h="15590" extrusionOk="0">
                  <a:moveTo>
                    <a:pt x="13793" y="2568"/>
                  </a:moveTo>
                  <a:lnTo>
                    <a:pt x="14123" y="2641"/>
                  </a:lnTo>
                  <a:lnTo>
                    <a:pt x="14123" y="2678"/>
                  </a:lnTo>
                  <a:lnTo>
                    <a:pt x="14086" y="2825"/>
                  </a:lnTo>
                  <a:lnTo>
                    <a:pt x="14013" y="2935"/>
                  </a:lnTo>
                  <a:lnTo>
                    <a:pt x="13866" y="3045"/>
                  </a:lnTo>
                  <a:lnTo>
                    <a:pt x="13756" y="3081"/>
                  </a:lnTo>
                  <a:lnTo>
                    <a:pt x="13573" y="2971"/>
                  </a:lnTo>
                  <a:lnTo>
                    <a:pt x="13609" y="2788"/>
                  </a:lnTo>
                  <a:lnTo>
                    <a:pt x="13683" y="2678"/>
                  </a:lnTo>
                  <a:lnTo>
                    <a:pt x="13720" y="2605"/>
                  </a:lnTo>
                  <a:lnTo>
                    <a:pt x="13793" y="2568"/>
                  </a:lnTo>
                  <a:close/>
                  <a:moveTo>
                    <a:pt x="9428" y="3705"/>
                  </a:moveTo>
                  <a:lnTo>
                    <a:pt x="9831" y="4475"/>
                  </a:lnTo>
                  <a:lnTo>
                    <a:pt x="10161" y="5246"/>
                  </a:lnTo>
                  <a:lnTo>
                    <a:pt x="8327" y="4402"/>
                  </a:lnTo>
                  <a:lnTo>
                    <a:pt x="8878" y="4035"/>
                  </a:lnTo>
                  <a:lnTo>
                    <a:pt x="9428" y="3705"/>
                  </a:lnTo>
                  <a:close/>
                  <a:moveTo>
                    <a:pt x="5283" y="3668"/>
                  </a:moveTo>
                  <a:lnTo>
                    <a:pt x="6383" y="4072"/>
                  </a:lnTo>
                  <a:lnTo>
                    <a:pt x="7410" y="4512"/>
                  </a:lnTo>
                  <a:lnTo>
                    <a:pt x="6383" y="5319"/>
                  </a:lnTo>
                  <a:lnTo>
                    <a:pt x="5393" y="6163"/>
                  </a:lnTo>
                  <a:lnTo>
                    <a:pt x="5319" y="5282"/>
                  </a:lnTo>
                  <a:lnTo>
                    <a:pt x="5283" y="4365"/>
                  </a:lnTo>
                  <a:lnTo>
                    <a:pt x="5283" y="3668"/>
                  </a:lnTo>
                  <a:close/>
                  <a:moveTo>
                    <a:pt x="13096" y="2494"/>
                  </a:moveTo>
                  <a:lnTo>
                    <a:pt x="13023" y="2641"/>
                  </a:lnTo>
                  <a:lnTo>
                    <a:pt x="12986" y="2825"/>
                  </a:lnTo>
                  <a:lnTo>
                    <a:pt x="12949" y="3008"/>
                  </a:lnTo>
                  <a:lnTo>
                    <a:pt x="12986" y="3191"/>
                  </a:lnTo>
                  <a:lnTo>
                    <a:pt x="13096" y="3412"/>
                  </a:lnTo>
                  <a:lnTo>
                    <a:pt x="13243" y="3595"/>
                  </a:lnTo>
                  <a:lnTo>
                    <a:pt x="13426" y="3705"/>
                  </a:lnTo>
                  <a:lnTo>
                    <a:pt x="13646" y="3778"/>
                  </a:lnTo>
                  <a:lnTo>
                    <a:pt x="13793" y="3815"/>
                  </a:lnTo>
                  <a:lnTo>
                    <a:pt x="13536" y="4512"/>
                  </a:lnTo>
                  <a:lnTo>
                    <a:pt x="13243" y="5209"/>
                  </a:lnTo>
                  <a:lnTo>
                    <a:pt x="12913" y="5869"/>
                  </a:lnTo>
                  <a:lnTo>
                    <a:pt x="12546" y="6529"/>
                  </a:lnTo>
                  <a:lnTo>
                    <a:pt x="11665" y="6016"/>
                  </a:lnTo>
                  <a:lnTo>
                    <a:pt x="10785" y="5576"/>
                  </a:lnTo>
                  <a:lnTo>
                    <a:pt x="10602" y="5026"/>
                  </a:lnTo>
                  <a:lnTo>
                    <a:pt x="10345" y="4475"/>
                  </a:lnTo>
                  <a:lnTo>
                    <a:pt x="10125" y="3962"/>
                  </a:lnTo>
                  <a:lnTo>
                    <a:pt x="9831" y="3448"/>
                  </a:lnTo>
                  <a:lnTo>
                    <a:pt x="10602" y="3045"/>
                  </a:lnTo>
                  <a:lnTo>
                    <a:pt x="11005" y="2898"/>
                  </a:lnTo>
                  <a:lnTo>
                    <a:pt x="11409" y="2751"/>
                  </a:lnTo>
                  <a:lnTo>
                    <a:pt x="11849" y="2641"/>
                  </a:lnTo>
                  <a:lnTo>
                    <a:pt x="12252" y="2568"/>
                  </a:lnTo>
                  <a:lnTo>
                    <a:pt x="12692" y="2494"/>
                  </a:lnTo>
                  <a:close/>
                  <a:moveTo>
                    <a:pt x="2605" y="6713"/>
                  </a:moveTo>
                  <a:lnTo>
                    <a:pt x="2678" y="6750"/>
                  </a:lnTo>
                  <a:lnTo>
                    <a:pt x="2752" y="6823"/>
                  </a:lnTo>
                  <a:lnTo>
                    <a:pt x="2788" y="6970"/>
                  </a:lnTo>
                  <a:lnTo>
                    <a:pt x="2752" y="7116"/>
                  </a:lnTo>
                  <a:lnTo>
                    <a:pt x="2715" y="7153"/>
                  </a:lnTo>
                  <a:lnTo>
                    <a:pt x="2605" y="7226"/>
                  </a:lnTo>
                  <a:lnTo>
                    <a:pt x="2458" y="7336"/>
                  </a:lnTo>
                  <a:lnTo>
                    <a:pt x="2165" y="7116"/>
                  </a:lnTo>
                  <a:lnTo>
                    <a:pt x="2275" y="6970"/>
                  </a:lnTo>
                  <a:lnTo>
                    <a:pt x="2275" y="6896"/>
                  </a:lnTo>
                  <a:lnTo>
                    <a:pt x="2458" y="6860"/>
                  </a:lnTo>
                  <a:lnTo>
                    <a:pt x="2715" y="6860"/>
                  </a:lnTo>
                  <a:lnTo>
                    <a:pt x="2715" y="6823"/>
                  </a:lnTo>
                  <a:lnTo>
                    <a:pt x="2678" y="6786"/>
                  </a:lnTo>
                  <a:lnTo>
                    <a:pt x="2605" y="6713"/>
                  </a:lnTo>
                  <a:close/>
                  <a:moveTo>
                    <a:pt x="8364" y="6529"/>
                  </a:moveTo>
                  <a:lnTo>
                    <a:pt x="8547" y="6566"/>
                  </a:lnTo>
                  <a:lnTo>
                    <a:pt x="8657" y="6603"/>
                  </a:lnTo>
                  <a:lnTo>
                    <a:pt x="8657" y="6713"/>
                  </a:lnTo>
                  <a:lnTo>
                    <a:pt x="8694" y="6860"/>
                  </a:lnTo>
                  <a:lnTo>
                    <a:pt x="8694" y="6970"/>
                  </a:lnTo>
                  <a:lnTo>
                    <a:pt x="8694" y="7116"/>
                  </a:lnTo>
                  <a:lnTo>
                    <a:pt x="8657" y="7226"/>
                  </a:lnTo>
                  <a:lnTo>
                    <a:pt x="8621" y="7336"/>
                  </a:lnTo>
                  <a:lnTo>
                    <a:pt x="8547" y="7446"/>
                  </a:lnTo>
                  <a:lnTo>
                    <a:pt x="8364" y="7446"/>
                  </a:lnTo>
                  <a:lnTo>
                    <a:pt x="8107" y="7520"/>
                  </a:lnTo>
                  <a:lnTo>
                    <a:pt x="7850" y="7593"/>
                  </a:lnTo>
                  <a:lnTo>
                    <a:pt x="7704" y="7483"/>
                  </a:lnTo>
                  <a:lnTo>
                    <a:pt x="7630" y="7336"/>
                  </a:lnTo>
                  <a:lnTo>
                    <a:pt x="7557" y="7190"/>
                  </a:lnTo>
                  <a:lnTo>
                    <a:pt x="7594" y="7006"/>
                  </a:lnTo>
                  <a:lnTo>
                    <a:pt x="7667" y="6750"/>
                  </a:lnTo>
                  <a:lnTo>
                    <a:pt x="7777" y="6750"/>
                  </a:lnTo>
                  <a:lnTo>
                    <a:pt x="7850" y="6786"/>
                  </a:lnTo>
                  <a:lnTo>
                    <a:pt x="7924" y="6750"/>
                  </a:lnTo>
                  <a:lnTo>
                    <a:pt x="7960" y="6713"/>
                  </a:lnTo>
                  <a:lnTo>
                    <a:pt x="8071" y="6566"/>
                  </a:lnTo>
                  <a:lnTo>
                    <a:pt x="8364" y="6529"/>
                  </a:lnTo>
                  <a:close/>
                  <a:moveTo>
                    <a:pt x="3155" y="3191"/>
                  </a:moveTo>
                  <a:lnTo>
                    <a:pt x="3595" y="3228"/>
                  </a:lnTo>
                  <a:lnTo>
                    <a:pt x="4036" y="3301"/>
                  </a:lnTo>
                  <a:lnTo>
                    <a:pt x="4439" y="3412"/>
                  </a:lnTo>
                  <a:lnTo>
                    <a:pt x="4879" y="3522"/>
                  </a:lnTo>
                  <a:lnTo>
                    <a:pt x="4843" y="4072"/>
                  </a:lnTo>
                  <a:lnTo>
                    <a:pt x="4843" y="4659"/>
                  </a:lnTo>
                  <a:lnTo>
                    <a:pt x="4879" y="5282"/>
                  </a:lnTo>
                  <a:lnTo>
                    <a:pt x="4989" y="6529"/>
                  </a:lnTo>
                  <a:lnTo>
                    <a:pt x="4182" y="7263"/>
                  </a:lnTo>
                  <a:lnTo>
                    <a:pt x="3779" y="7630"/>
                  </a:lnTo>
                  <a:lnTo>
                    <a:pt x="3375" y="8033"/>
                  </a:lnTo>
                  <a:lnTo>
                    <a:pt x="3265" y="7960"/>
                  </a:lnTo>
                  <a:lnTo>
                    <a:pt x="2898" y="7667"/>
                  </a:lnTo>
                  <a:lnTo>
                    <a:pt x="3008" y="7520"/>
                  </a:lnTo>
                  <a:lnTo>
                    <a:pt x="3119" y="7410"/>
                  </a:lnTo>
                  <a:lnTo>
                    <a:pt x="3155" y="7336"/>
                  </a:lnTo>
                  <a:lnTo>
                    <a:pt x="3192" y="7300"/>
                  </a:lnTo>
                  <a:lnTo>
                    <a:pt x="3192" y="7153"/>
                  </a:lnTo>
                  <a:lnTo>
                    <a:pt x="3229" y="6933"/>
                  </a:lnTo>
                  <a:lnTo>
                    <a:pt x="3192" y="6823"/>
                  </a:lnTo>
                  <a:lnTo>
                    <a:pt x="3155" y="6676"/>
                  </a:lnTo>
                  <a:lnTo>
                    <a:pt x="3119" y="6566"/>
                  </a:lnTo>
                  <a:lnTo>
                    <a:pt x="3045" y="6456"/>
                  </a:lnTo>
                  <a:lnTo>
                    <a:pt x="2972" y="6383"/>
                  </a:lnTo>
                  <a:lnTo>
                    <a:pt x="2862" y="6309"/>
                  </a:lnTo>
                  <a:lnTo>
                    <a:pt x="2752" y="6273"/>
                  </a:lnTo>
                  <a:lnTo>
                    <a:pt x="2605" y="6236"/>
                  </a:lnTo>
                  <a:lnTo>
                    <a:pt x="2495" y="6236"/>
                  </a:lnTo>
                  <a:lnTo>
                    <a:pt x="2348" y="6273"/>
                  </a:lnTo>
                  <a:lnTo>
                    <a:pt x="2128" y="6383"/>
                  </a:lnTo>
                  <a:lnTo>
                    <a:pt x="1908" y="6529"/>
                  </a:lnTo>
                  <a:lnTo>
                    <a:pt x="1761" y="6713"/>
                  </a:lnTo>
                  <a:lnTo>
                    <a:pt x="1321" y="6309"/>
                  </a:lnTo>
                  <a:lnTo>
                    <a:pt x="954" y="5833"/>
                  </a:lnTo>
                  <a:lnTo>
                    <a:pt x="734" y="5502"/>
                  </a:lnTo>
                  <a:lnTo>
                    <a:pt x="624" y="5172"/>
                  </a:lnTo>
                  <a:lnTo>
                    <a:pt x="551" y="4805"/>
                  </a:lnTo>
                  <a:lnTo>
                    <a:pt x="514" y="4439"/>
                  </a:lnTo>
                  <a:lnTo>
                    <a:pt x="551" y="4255"/>
                  </a:lnTo>
                  <a:lnTo>
                    <a:pt x="624" y="4072"/>
                  </a:lnTo>
                  <a:lnTo>
                    <a:pt x="734" y="3925"/>
                  </a:lnTo>
                  <a:lnTo>
                    <a:pt x="844" y="3778"/>
                  </a:lnTo>
                  <a:lnTo>
                    <a:pt x="991" y="3668"/>
                  </a:lnTo>
                  <a:lnTo>
                    <a:pt x="1174" y="3558"/>
                  </a:lnTo>
                  <a:lnTo>
                    <a:pt x="1541" y="3412"/>
                  </a:lnTo>
                  <a:lnTo>
                    <a:pt x="1908" y="3265"/>
                  </a:lnTo>
                  <a:lnTo>
                    <a:pt x="2312" y="3191"/>
                  </a:lnTo>
                  <a:close/>
                  <a:moveTo>
                    <a:pt x="11005" y="6199"/>
                  </a:moveTo>
                  <a:lnTo>
                    <a:pt x="12289" y="6896"/>
                  </a:lnTo>
                  <a:lnTo>
                    <a:pt x="11885" y="7483"/>
                  </a:lnTo>
                  <a:lnTo>
                    <a:pt x="11482" y="8033"/>
                  </a:lnTo>
                  <a:lnTo>
                    <a:pt x="11335" y="7410"/>
                  </a:lnTo>
                  <a:lnTo>
                    <a:pt x="11188" y="6750"/>
                  </a:lnTo>
                  <a:lnTo>
                    <a:pt x="11005" y="6199"/>
                  </a:lnTo>
                  <a:close/>
                  <a:moveTo>
                    <a:pt x="7264" y="8180"/>
                  </a:moveTo>
                  <a:lnTo>
                    <a:pt x="7410" y="8253"/>
                  </a:lnTo>
                  <a:lnTo>
                    <a:pt x="7594" y="8290"/>
                  </a:lnTo>
                  <a:lnTo>
                    <a:pt x="7960" y="8290"/>
                  </a:lnTo>
                  <a:lnTo>
                    <a:pt x="7704" y="8327"/>
                  </a:lnTo>
                  <a:lnTo>
                    <a:pt x="7557" y="8327"/>
                  </a:lnTo>
                  <a:lnTo>
                    <a:pt x="7447" y="8290"/>
                  </a:lnTo>
                  <a:lnTo>
                    <a:pt x="7337" y="8253"/>
                  </a:lnTo>
                  <a:lnTo>
                    <a:pt x="7264" y="8180"/>
                  </a:lnTo>
                  <a:close/>
                  <a:moveTo>
                    <a:pt x="8181" y="5979"/>
                  </a:moveTo>
                  <a:lnTo>
                    <a:pt x="7997" y="6016"/>
                  </a:lnTo>
                  <a:lnTo>
                    <a:pt x="7814" y="6089"/>
                  </a:lnTo>
                  <a:lnTo>
                    <a:pt x="7667" y="6236"/>
                  </a:lnTo>
                  <a:lnTo>
                    <a:pt x="7410" y="6346"/>
                  </a:lnTo>
                  <a:lnTo>
                    <a:pt x="7190" y="6529"/>
                  </a:lnTo>
                  <a:lnTo>
                    <a:pt x="6970" y="6713"/>
                  </a:lnTo>
                  <a:lnTo>
                    <a:pt x="6787" y="6933"/>
                  </a:lnTo>
                  <a:lnTo>
                    <a:pt x="6677" y="7080"/>
                  </a:lnTo>
                  <a:lnTo>
                    <a:pt x="6640" y="7263"/>
                  </a:lnTo>
                  <a:lnTo>
                    <a:pt x="6567" y="7410"/>
                  </a:lnTo>
                  <a:lnTo>
                    <a:pt x="6567" y="7593"/>
                  </a:lnTo>
                  <a:lnTo>
                    <a:pt x="6567" y="7923"/>
                  </a:lnTo>
                  <a:lnTo>
                    <a:pt x="6677" y="8253"/>
                  </a:lnTo>
                  <a:lnTo>
                    <a:pt x="6787" y="8437"/>
                  </a:lnTo>
                  <a:lnTo>
                    <a:pt x="6897" y="8584"/>
                  </a:lnTo>
                  <a:lnTo>
                    <a:pt x="7043" y="8694"/>
                  </a:lnTo>
                  <a:lnTo>
                    <a:pt x="7190" y="8767"/>
                  </a:lnTo>
                  <a:lnTo>
                    <a:pt x="7374" y="8804"/>
                  </a:lnTo>
                  <a:lnTo>
                    <a:pt x="7557" y="8840"/>
                  </a:lnTo>
                  <a:lnTo>
                    <a:pt x="7924" y="8840"/>
                  </a:lnTo>
                  <a:lnTo>
                    <a:pt x="8254" y="8767"/>
                  </a:lnTo>
                  <a:lnTo>
                    <a:pt x="8584" y="8620"/>
                  </a:lnTo>
                  <a:lnTo>
                    <a:pt x="8914" y="8364"/>
                  </a:lnTo>
                  <a:lnTo>
                    <a:pt x="9208" y="8070"/>
                  </a:lnTo>
                  <a:lnTo>
                    <a:pt x="9464" y="7740"/>
                  </a:lnTo>
                  <a:lnTo>
                    <a:pt x="9538" y="7593"/>
                  </a:lnTo>
                  <a:lnTo>
                    <a:pt x="9611" y="7410"/>
                  </a:lnTo>
                  <a:lnTo>
                    <a:pt x="9648" y="7226"/>
                  </a:lnTo>
                  <a:lnTo>
                    <a:pt x="9648" y="7043"/>
                  </a:lnTo>
                  <a:lnTo>
                    <a:pt x="9648" y="6860"/>
                  </a:lnTo>
                  <a:lnTo>
                    <a:pt x="9574" y="6713"/>
                  </a:lnTo>
                  <a:lnTo>
                    <a:pt x="9464" y="6529"/>
                  </a:lnTo>
                  <a:lnTo>
                    <a:pt x="9354" y="6419"/>
                  </a:lnTo>
                  <a:lnTo>
                    <a:pt x="9208" y="6273"/>
                  </a:lnTo>
                  <a:lnTo>
                    <a:pt x="9061" y="6199"/>
                  </a:lnTo>
                  <a:lnTo>
                    <a:pt x="8731" y="6053"/>
                  </a:lnTo>
                  <a:lnTo>
                    <a:pt x="8364" y="5979"/>
                  </a:lnTo>
                  <a:close/>
                  <a:moveTo>
                    <a:pt x="5063" y="7080"/>
                  </a:moveTo>
                  <a:lnTo>
                    <a:pt x="5246" y="8180"/>
                  </a:lnTo>
                  <a:lnTo>
                    <a:pt x="5466" y="9281"/>
                  </a:lnTo>
                  <a:lnTo>
                    <a:pt x="4622" y="8804"/>
                  </a:lnTo>
                  <a:lnTo>
                    <a:pt x="3779" y="8290"/>
                  </a:lnTo>
                  <a:lnTo>
                    <a:pt x="4439" y="7667"/>
                  </a:lnTo>
                  <a:lnTo>
                    <a:pt x="5063" y="7080"/>
                  </a:lnTo>
                  <a:close/>
                  <a:moveTo>
                    <a:pt x="7887" y="4732"/>
                  </a:moveTo>
                  <a:lnTo>
                    <a:pt x="9171" y="5282"/>
                  </a:lnTo>
                  <a:lnTo>
                    <a:pt x="10381" y="5869"/>
                  </a:lnTo>
                  <a:lnTo>
                    <a:pt x="10602" y="6529"/>
                  </a:lnTo>
                  <a:lnTo>
                    <a:pt x="10785" y="7190"/>
                  </a:lnTo>
                  <a:lnTo>
                    <a:pt x="10932" y="7850"/>
                  </a:lnTo>
                  <a:lnTo>
                    <a:pt x="11078" y="8547"/>
                  </a:lnTo>
                  <a:lnTo>
                    <a:pt x="10565" y="9097"/>
                  </a:lnTo>
                  <a:lnTo>
                    <a:pt x="10015" y="9647"/>
                  </a:lnTo>
                  <a:lnTo>
                    <a:pt x="9428" y="10161"/>
                  </a:lnTo>
                  <a:lnTo>
                    <a:pt x="8841" y="10674"/>
                  </a:lnTo>
                  <a:lnTo>
                    <a:pt x="8107" y="10418"/>
                  </a:lnTo>
                  <a:lnTo>
                    <a:pt x="7374" y="10161"/>
                  </a:lnTo>
                  <a:lnTo>
                    <a:pt x="6677" y="9867"/>
                  </a:lnTo>
                  <a:lnTo>
                    <a:pt x="5980" y="9537"/>
                  </a:lnTo>
                  <a:lnTo>
                    <a:pt x="5723" y="8143"/>
                  </a:lnTo>
                  <a:lnTo>
                    <a:pt x="5466" y="6713"/>
                  </a:lnTo>
                  <a:lnTo>
                    <a:pt x="6677" y="5722"/>
                  </a:lnTo>
                  <a:lnTo>
                    <a:pt x="7887" y="4732"/>
                  </a:lnTo>
                  <a:close/>
                  <a:moveTo>
                    <a:pt x="11152" y="9171"/>
                  </a:moveTo>
                  <a:lnTo>
                    <a:pt x="11225" y="10161"/>
                  </a:lnTo>
                  <a:lnTo>
                    <a:pt x="11225" y="11188"/>
                  </a:lnTo>
                  <a:lnTo>
                    <a:pt x="11225" y="11225"/>
                  </a:lnTo>
                  <a:lnTo>
                    <a:pt x="10308" y="11041"/>
                  </a:lnTo>
                  <a:lnTo>
                    <a:pt x="9391" y="10821"/>
                  </a:lnTo>
                  <a:lnTo>
                    <a:pt x="10015" y="10308"/>
                  </a:lnTo>
                  <a:lnTo>
                    <a:pt x="10565" y="9794"/>
                  </a:lnTo>
                  <a:lnTo>
                    <a:pt x="11152" y="9171"/>
                  </a:lnTo>
                  <a:close/>
                  <a:moveTo>
                    <a:pt x="12729" y="7153"/>
                  </a:moveTo>
                  <a:lnTo>
                    <a:pt x="13243" y="7483"/>
                  </a:lnTo>
                  <a:lnTo>
                    <a:pt x="13756" y="7813"/>
                  </a:lnTo>
                  <a:lnTo>
                    <a:pt x="14233" y="8180"/>
                  </a:lnTo>
                  <a:lnTo>
                    <a:pt x="14673" y="8584"/>
                  </a:lnTo>
                  <a:lnTo>
                    <a:pt x="15113" y="9024"/>
                  </a:lnTo>
                  <a:lnTo>
                    <a:pt x="15480" y="9464"/>
                  </a:lnTo>
                  <a:lnTo>
                    <a:pt x="15810" y="9941"/>
                  </a:lnTo>
                  <a:lnTo>
                    <a:pt x="16067" y="10454"/>
                  </a:lnTo>
                  <a:lnTo>
                    <a:pt x="16251" y="11005"/>
                  </a:lnTo>
                  <a:lnTo>
                    <a:pt x="16177" y="11041"/>
                  </a:lnTo>
                  <a:lnTo>
                    <a:pt x="15957" y="11188"/>
                  </a:lnTo>
                  <a:lnTo>
                    <a:pt x="15700" y="11298"/>
                  </a:lnTo>
                  <a:lnTo>
                    <a:pt x="15444" y="11371"/>
                  </a:lnTo>
                  <a:lnTo>
                    <a:pt x="15187" y="11445"/>
                  </a:lnTo>
                  <a:lnTo>
                    <a:pt x="15113" y="11371"/>
                  </a:lnTo>
                  <a:lnTo>
                    <a:pt x="15077" y="11408"/>
                  </a:lnTo>
                  <a:lnTo>
                    <a:pt x="14233" y="11445"/>
                  </a:lnTo>
                  <a:lnTo>
                    <a:pt x="13389" y="11408"/>
                  </a:lnTo>
                  <a:lnTo>
                    <a:pt x="12582" y="11371"/>
                  </a:lnTo>
                  <a:lnTo>
                    <a:pt x="11739" y="11298"/>
                  </a:lnTo>
                  <a:lnTo>
                    <a:pt x="11702" y="10198"/>
                  </a:lnTo>
                  <a:lnTo>
                    <a:pt x="11665" y="9464"/>
                  </a:lnTo>
                  <a:lnTo>
                    <a:pt x="11592" y="8694"/>
                  </a:lnTo>
                  <a:lnTo>
                    <a:pt x="12179" y="7923"/>
                  </a:lnTo>
                  <a:lnTo>
                    <a:pt x="12729" y="7153"/>
                  </a:lnTo>
                  <a:close/>
                  <a:moveTo>
                    <a:pt x="6126" y="10161"/>
                  </a:moveTo>
                  <a:lnTo>
                    <a:pt x="6787" y="10454"/>
                  </a:lnTo>
                  <a:lnTo>
                    <a:pt x="7447" y="10711"/>
                  </a:lnTo>
                  <a:lnTo>
                    <a:pt x="8327" y="11005"/>
                  </a:lnTo>
                  <a:lnTo>
                    <a:pt x="7557" y="11555"/>
                  </a:lnTo>
                  <a:lnTo>
                    <a:pt x="6713" y="11995"/>
                  </a:lnTo>
                  <a:lnTo>
                    <a:pt x="6603" y="12068"/>
                  </a:lnTo>
                  <a:lnTo>
                    <a:pt x="6346" y="11078"/>
                  </a:lnTo>
                  <a:lnTo>
                    <a:pt x="6126" y="10161"/>
                  </a:lnTo>
                  <a:close/>
                  <a:moveTo>
                    <a:pt x="3449" y="8657"/>
                  </a:moveTo>
                  <a:lnTo>
                    <a:pt x="3889" y="8950"/>
                  </a:lnTo>
                  <a:lnTo>
                    <a:pt x="4733" y="9427"/>
                  </a:lnTo>
                  <a:lnTo>
                    <a:pt x="5613" y="9904"/>
                  </a:lnTo>
                  <a:lnTo>
                    <a:pt x="5870" y="11078"/>
                  </a:lnTo>
                  <a:lnTo>
                    <a:pt x="6016" y="11665"/>
                  </a:lnTo>
                  <a:lnTo>
                    <a:pt x="6200" y="12288"/>
                  </a:lnTo>
                  <a:lnTo>
                    <a:pt x="5686" y="12509"/>
                  </a:lnTo>
                  <a:lnTo>
                    <a:pt x="5136" y="12729"/>
                  </a:lnTo>
                  <a:lnTo>
                    <a:pt x="4622" y="12875"/>
                  </a:lnTo>
                  <a:lnTo>
                    <a:pt x="4072" y="12985"/>
                  </a:lnTo>
                  <a:lnTo>
                    <a:pt x="3705" y="12985"/>
                  </a:lnTo>
                  <a:lnTo>
                    <a:pt x="3375" y="12949"/>
                  </a:lnTo>
                  <a:lnTo>
                    <a:pt x="3045" y="12875"/>
                  </a:lnTo>
                  <a:lnTo>
                    <a:pt x="2715" y="12692"/>
                  </a:lnTo>
                  <a:lnTo>
                    <a:pt x="2568" y="12582"/>
                  </a:lnTo>
                  <a:lnTo>
                    <a:pt x="2458" y="12435"/>
                  </a:lnTo>
                  <a:lnTo>
                    <a:pt x="2348" y="12288"/>
                  </a:lnTo>
                  <a:lnTo>
                    <a:pt x="2275" y="12105"/>
                  </a:lnTo>
                  <a:lnTo>
                    <a:pt x="2165" y="11775"/>
                  </a:lnTo>
                  <a:lnTo>
                    <a:pt x="2165" y="11371"/>
                  </a:lnTo>
                  <a:lnTo>
                    <a:pt x="2201" y="11005"/>
                  </a:lnTo>
                  <a:lnTo>
                    <a:pt x="2275" y="10638"/>
                  </a:lnTo>
                  <a:lnTo>
                    <a:pt x="2385" y="10271"/>
                  </a:lnTo>
                  <a:lnTo>
                    <a:pt x="2532" y="9941"/>
                  </a:lnTo>
                  <a:lnTo>
                    <a:pt x="2715" y="9574"/>
                  </a:lnTo>
                  <a:lnTo>
                    <a:pt x="2935" y="9281"/>
                  </a:lnTo>
                  <a:lnTo>
                    <a:pt x="3192" y="8950"/>
                  </a:lnTo>
                  <a:lnTo>
                    <a:pt x="3449" y="8657"/>
                  </a:lnTo>
                  <a:close/>
                  <a:moveTo>
                    <a:pt x="8291" y="14049"/>
                  </a:moveTo>
                  <a:lnTo>
                    <a:pt x="8401" y="14086"/>
                  </a:lnTo>
                  <a:lnTo>
                    <a:pt x="8401" y="14196"/>
                  </a:lnTo>
                  <a:lnTo>
                    <a:pt x="8401" y="14343"/>
                  </a:lnTo>
                  <a:lnTo>
                    <a:pt x="8364" y="14489"/>
                  </a:lnTo>
                  <a:lnTo>
                    <a:pt x="8291" y="14599"/>
                  </a:lnTo>
                  <a:lnTo>
                    <a:pt x="8181" y="14673"/>
                  </a:lnTo>
                  <a:lnTo>
                    <a:pt x="7960" y="14489"/>
                  </a:lnTo>
                  <a:lnTo>
                    <a:pt x="7777" y="14306"/>
                  </a:lnTo>
                  <a:lnTo>
                    <a:pt x="7850" y="14159"/>
                  </a:lnTo>
                  <a:lnTo>
                    <a:pt x="7997" y="14086"/>
                  </a:lnTo>
                  <a:lnTo>
                    <a:pt x="8144" y="14049"/>
                  </a:lnTo>
                  <a:close/>
                  <a:moveTo>
                    <a:pt x="8914" y="11188"/>
                  </a:moveTo>
                  <a:lnTo>
                    <a:pt x="10051" y="11481"/>
                  </a:lnTo>
                  <a:lnTo>
                    <a:pt x="11225" y="11702"/>
                  </a:lnTo>
                  <a:lnTo>
                    <a:pt x="11188" y="12288"/>
                  </a:lnTo>
                  <a:lnTo>
                    <a:pt x="11115" y="12839"/>
                  </a:lnTo>
                  <a:lnTo>
                    <a:pt x="10968" y="13426"/>
                  </a:lnTo>
                  <a:lnTo>
                    <a:pt x="10822" y="13976"/>
                  </a:lnTo>
                  <a:lnTo>
                    <a:pt x="10638" y="14269"/>
                  </a:lnTo>
                  <a:lnTo>
                    <a:pt x="10455" y="14563"/>
                  </a:lnTo>
                  <a:lnTo>
                    <a:pt x="10198" y="14819"/>
                  </a:lnTo>
                  <a:lnTo>
                    <a:pt x="9905" y="15003"/>
                  </a:lnTo>
                  <a:lnTo>
                    <a:pt x="9648" y="15113"/>
                  </a:lnTo>
                  <a:lnTo>
                    <a:pt x="9391" y="15150"/>
                  </a:lnTo>
                  <a:lnTo>
                    <a:pt x="9098" y="15113"/>
                  </a:lnTo>
                  <a:lnTo>
                    <a:pt x="8841" y="15040"/>
                  </a:lnTo>
                  <a:lnTo>
                    <a:pt x="8951" y="14856"/>
                  </a:lnTo>
                  <a:lnTo>
                    <a:pt x="8988" y="14673"/>
                  </a:lnTo>
                  <a:lnTo>
                    <a:pt x="9061" y="14453"/>
                  </a:lnTo>
                  <a:lnTo>
                    <a:pt x="9061" y="14269"/>
                  </a:lnTo>
                  <a:lnTo>
                    <a:pt x="9024" y="14086"/>
                  </a:lnTo>
                  <a:lnTo>
                    <a:pt x="8951" y="13976"/>
                  </a:lnTo>
                  <a:lnTo>
                    <a:pt x="8841" y="13829"/>
                  </a:lnTo>
                  <a:lnTo>
                    <a:pt x="8731" y="13756"/>
                  </a:lnTo>
                  <a:lnTo>
                    <a:pt x="8547" y="13646"/>
                  </a:lnTo>
                  <a:lnTo>
                    <a:pt x="8401" y="13609"/>
                  </a:lnTo>
                  <a:lnTo>
                    <a:pt x="8254" y="13572"/>
                  </a:lnTo>
                  <a:lnTo>
                    <a:pt x="8071" y="13572"/>
                  </a:lnTo>
                  <a:lnTo>
                    <a:pt x="7887" y="13609"/>
                  </a:lnTo>
                  <a:lnTo>
                    <a:pt x="7740" y="13682"/>
                  </a:lnTo>
                  <a:lnTo>
                    <a:pt x="7594" y="13792"/>
                  </a:lnTo>
                  <a:lnTo>
                    <a:pt x="7447" y="13902"/>
                  </a:lnTo>
                  <a:lnTo>
                    <a:pt x="7264" y="13609"/>
                  </a:lnTo>
                  <a:lnTo>
                    <a:pt x="7080" y="13242"/>
                  </a:lnTo>
                  <a:lnTo>
                    <a:pt x="6897" y="12912"/>
                  </a:lnTo>
                  <a:lnTo>
                    <a:pt x="6750" y="12545"/>
                  </a:lnTo>
                  <a:lnTo>
                    <a:pt x="7814" y="11958"/>
                  </a:lnTo>
                  <a:lnTo>
                    <a:pt x="8364" y="11591"/>
                  </a:lnTo>
                  <a:lnTo>
                    <a:pt x="8914" y="11188"/>
                  </a:lnTo>
                  <a:close/>
                  <a:moveTo>
                    <a:pt x="6493" y="0"/>
                  </a:moveTo>
                  <a:lnTo>
                    <a:pt x="6163" y="294"/>
                  </a:lnTo>
                  <a:lnTo>
                    <a:pt x="5870" y="624"/>
                  </a:lnTo>
                  <a:lnTo>
                    <a:pt x="5613" y="991"/>
                  </a:lnTo>
                  <a:lnTo>
                    <a:pt x="5429" y="1394"/>
                  </a:lnTo>
                  <a:lnTo>
                    <a:pt x="5246" y="1798"/>
                  </a:lnTo>
                  <a:lnTo>
                    <a:pt x="5099" y="2201"/>
                  </a:lnTo>
                  <a:lnTo>
                    <a:pt x="5026" y="2641"/>
                  </a:lnTo>
                  <a:lnTo>
                    <a:pt x="4953" y="3081"/>
                  </a:lnTo>
                  <a:lnTo>
                    <a:pt x="4219" y="2898"/>
                  </a:lnTo>
                  <a:lnTo>
                    <a:pt x="3485" y="2788"/>
                  </a:lnTo>
                  <a:lnTo>
                    <a:pt x="2752" y="2715"/>
                  </a:lnTo>
                  <a:lnTo>
                    <a:pt x="2385" y="2751"/>
                  </a:lnTo>
                  <a:lnTo>
                    <a:pt x="2055" y="2788"/>
                  </a:lnTo>
                  <a:lnTo>
                    <a:pt x="1725" y="2825"/>
                  </a:lnTo>
                  <a:lnTo>
                    <a:pt x="1394" y="2898"/>
                  </a:lnTo>
                  <a:lnTo>
                    <a:pt x="1101" y="3045"/>
                  </a:lnTo>
                  <a:lnTo>
                    <a:pt x="808" y="3191"/>
                  </a:lnTo>
                  <a:lnTo>
                    <a:pt x="551" y="3338"/>
                  </a:lnTo>
                  <a:lnTo>
                    <a:pt x="367" y="3558"/>
                  </a:lnTo>
                  <a:lnTo>
                    <a:pt x="184" y="3815"/>
                  </a:lnTo>
                  <a:lnTo>
                    <a:pt x="74" y="4108"/>
                  </a:lnTo>
                  <a:lnTo>
                    <a:pt x="1" y="4402"/>
                  </a:lnTo>
                  <a:lnTo>
                    <a:pt x="1" y="4732"/>
                  </a:lnTo>
                  <a:lnTo>
                    <a:pt x="37" y="5026"/>
                  </a:lnTo>
                  <a:lnTo>
                    <a:pt x="147" y="5356"/>
                  </a:lnTo>
                  <a:lnTo>
                    <a:pt x="257" y="5649"/>
                  </a:lnTo>
                  <a:lnTo>
                    <a:pt x="441" y="5943"/>
                  </a:lnTo>
                  <a:lnTo>
                    <a:pt x="624" y="6236"/>
                  </a:lnTo>
                  <a:lnTo>
                    <a:pt x="844" y="6493"/>
                  </a:lnTo>
                  <a:lnTo>
                    <a:pt x="1211" y="6860"/>
                  </a:lnTo>
                  <a:lnTo>
                    <a:pt x="1615" y="7263"/>
                  </a:lnTo>
                  <a:lnTo>
                    <a:pt x="1615" y="7300"/>
                  </a:lnTo>
                  <a:lnTo>
                    <a:pt x="1615" y="7520"/>
                  </a:lnTo>
                  <a:lnTo>
                    <a:pt x="1688" y="7777"/>
                  </a:lnTo>
                  <a:lnTo>
                    <a:pt x="1725" y="7887"/>
                  </a:lnTo>
                  <a:lnTo>
                    <a:pt x="1835" y="7960"/>
                  </a:lnTo>
                  <a:lnTo>
                    <a:pt x="1908" y="8033"/>
                  </a:lnTo>
                  <a:lnTo>
                    <a:pt x="2055" y="8070"/>
                  </a:lnTo>
                  <a:lnTo>
                    <a:pt x="2165" y="8107"/>
                  </a:lnTo>
                  <a:lnTo>
                    <a:pt x="2275" y="8070"/>
                  </a:lnTo>
                  <a:lnTo>
                    <a:pt x="2532" y="7997"/>
                  </a:lnTo>
                  <a:lnTo>
                    <a:pt x="3045" y="8400"/>
                  </a:lnTo>
                  <a:lnTo>
                    <a:pt x="2642" y="8914"/>
                  </a:lnTo>
                  <a:lnTo>
                    <a:pt x="2312" y="9464"/>
                  </a:lnTo>
                  <a:lnTo>
                    <a:pt x="2018" y="10051"/>
                  </a:lnTo>
                  <a:lnTo>
                    <a:pt x="1871" y="10344"/>
                  </a:lnTo>
                  <a:lnTo>
                    <a:pt x="1798" y="10674"/>
                  </a:lnTo>
                  <a:lnTo>
                    <a:pt x="1725" y="10968"/>
                  </a:lnTo>
                  <a:lnTo>
                    <a:pt x="1688" y="11261"/>
                  </a:lnTo>
                  <a:lnTo>
                    <a:pt x="1688" y="11555"/>
                  </a:lnTo>
                  <a:lnTo>
                    <a:pt x="1725" y="11885"/>
                  </a:lnTo>
                  <a:lnTo>
                    <a:pt x="1798" y="12142"/>
                  </a:lnTo>
                  <a:lnTo>
                    <a:pt x="1908" y="12435"/>
                  </a:lnTo>
                  <a:lnTo>
                    <a:pt x="2055" y="12692"/>
                  </a:lnTo>
                  <a:lnTo>
                    <a:pt x="2238" y="12912"/>
                  </a:lnTo>
                  <a:lnTo>
                    <a:pt x="2495" y="13132"/>
                  </a:lnTo>
                  <a:lnTo>
                    <a:pt x="2788" y="13279"/>
                  </a:lnTo>
                  <a:lnTo>
                    <a:pt x="3045" y="13389"/>
                  </a:lnTo>
                  <a:lnTo>
                    <a:pt x="3375" y="13426"/>
                  </a:lnTo>
                  <a:lnTo>
                    <a:pt x="3669" y="13462"/>
                  </a:lnTo>
                  <a:lnTo>
                    <a:pt x="3999" y="13462"/>
                  </a:lnTo>
                  <a:lnTo>
                    <a:pt x="4292" y="13426"/>
                  </a:lnTo>
                  <a:lnTo>
                    <a:pt x="4586" y="13389"/>
                  </a:lnTo>
                  <a:lnTo>
                    <a:pt x="5026" y="13242"/>
                  </a:lnTo>
                  <a:lnTo>
                    <a:pt x="5503" y="13095"/>
                  </a:lnTo>
                  <a:lnTo>
                    <a:pt x="5906" y="12949"/>
                  </a:lnTo>
                  <a:lnTo>
                    <a:pt x="6346" y="12729"/>
                  </a:lnTo>
                  <a:lnTo>
                    <a:pt x="6530" y="13169"/>
                  </a:lnTo>
                  <a:lnTo>
                    <a:pt x="6713" y="13572"/>
                  </a:lnTo>
                  <a:lnTo>
                    <a:pt x="6970" y="13976"/>
                  </a:lnTo>
                  <a:lnTo>
                    <a:pt x="7227" y="14343"/>
                  </a:lnTo>
                  <a:lnTo>
                    <a:pt x="7153" y="14526"/>
                  </a:lnTo>
                  <a:lnTo>
                    <a:pt x="7117" y="14709"/>
                  </a:lnTo>
                  <a:lnTo>
                    <a:pt x="7153" y="14893"/>
                  </a:lnTo>
                  <a:lnTo>
                    <a:pt x="7227" y="15076"/>
                  </a:lnTo>
                  <a:lnTo>
                    <a:pt x="7337" y="15223"/>
                  </a:lnTo>
                  <a:lnTo>
                    <a:pt x="7484" y="15333"/>
                  </a:lnTo>
                  <a:lnTo>
                    <a:pt x="7630" y="15406"/>
                  </a:lnTo>
                  <a:lnTo>
                    <a:pt x="7777" y="15480"/>
                  </a:lnTo>
                  <a:lnTo>
                    <a:pt x="7924" y="15516"/>
                  </a:lnTo>
                  <a:lnTo>
                    <a:pt x="8107" y="15516"/>
                  </a:lnTo>
                  <a:lnTo>
                    <a:pt x="8254" y="15480"/>
                  </a:lnTo>
                  <a:lnTo>
                    <a:pt x="8437" y="15406"/>
                  </a:lnTo>
                  <a:lnTo>
                    <a:pt x="8474" y="15406"/>
                  </a:lnTo>
                  <a:lnTo>
                    <a:pt x="8804" y="15516"/>
                  </a:lnTo>
                  <a:lnTo>
                    <a:pt x="9171" y="15590"/>
                  </a:lnTo>
                  <a:lnTo>
                    <a:pt x="9501" y="15590"/>
                  </a:lnTo>
                  <a:lnTo>
                    <a:pt x="9868" y="15516"/>
                  </a:lnTo>
                  <a:lnTo>
                    <a:pt x="10161" y="15406"/>
                  </a:lnTo>
                  <a:lnTo>
                    <a:pt x="10418" y="15260"/>
                  </a:lnTo>
                  <a:lnTo>
                    <a:pt x="10675" y="15040"/>
                  </a:lnTo>
                  <a:lnTo>
                    <a:pt x="10858" y="14819"/>
                  </a:lnTo>
                  <a:lnTo>
                    <a:pt x="11042" y="14563"/>
                  </a:lnTo>
                  <a:lnTo>
                    <a:pt x="11188" y="14269"/>
                  </a:lnTo>
                  <a:lnTo>
                    <a:pt x="11299" y="13976"/>
                  </a:lnTo>
                  <a:lnTo>
                    <a:pt x="11409" y="13682"/>
                  </a:lnTo>
                  <a:lnTo>
                    <a:pt x="11519" y="13242"/>
                  </a:lnTo>
                  <a:lnTo>
                    <a:pt x="11629" y="12765"/>
                  </a:lnTo>
                  <a:lnTo>
                    <a:pt x="11665" y="12252"/>
                  </a:lnTo>
                  <a:lnTo>
                    <a:pt x="11702" y="11775"/>
                  </a:lnTo>
                  <a:lnTo>
                    <a:pt x="12619" y="11848"/>
                  </a:lnTo>
                  <a:lnTo>
                    <a:pt x="13499" y="11922"/>
                  </a:lnTo>
                  <a:lnTo>
                    <a:pt x="14416" y="11922"/>
                  </a:lnTo>
                  <a:lnTo>
                    <a:pt x="15297" y="11885"/>
                  </a:lnTo>
                  <a:lnTo>
                    <a:pt x="15333" y="11848"/>
                  </a:lnTo>
                  <a:lnTo>
                    <a:pt x="15333" y="11775"/>
                  </a:lnTo>
                  <a:lnTo>
                    <a:pt x="15590" y="11702"/>
                  </a:lnTo>
                  <a:lnTo>
                    <a:pt x="15884" y="11628"/>
                  </a:lnTo>
                  <a:lnTo>
                    <a:pt x="16140" y="11481"/>
                  </a:lnTo>
                  <a:lnTo>
                    <a:pt x="16397" y="11335"/>
                  </a:lnTo>
                  <a:lnTo>
                    <a:pt x="16507" y="11335"/>
                  </a:lnTo>
                  <a:lnTo>
                    <a:pt x="16544" y="11298"/>
                  </a:lnTo>
                  <a:lnTo>
                    <a:pt x="16581" y="11225"/>
                  </a:lnTo>
                  <a:lnTo>
                    <a:pt x="16544" y="10931"/>
                  </a:lnTo>
                  <a:lnTo>
                    <a:pt x="16471" y="10638"/>
                  </a:lnTo>
                  <a:lnTo>
                    <a:pt x="16397" y="10344"/>
                  </a:lnTo>
                  <a:lnTo>
                    <a:pt x="16287" y="10088"/>
                  </a:lnTo>
                  <a:lnTo>
                    <a:pt x="15994" y="9537"/>
                  </a:lnTo>
                  <a:lnTo>
                    <a:pt x="15627" y="9060"/>
                  </a:lnTo>
                  <a:lnTo>
                    <a:pt x="15223" y="8584"/>
                  </a:lnTo>
                  <a:lnTo>
                    <a:pt x="14783" y="8143"/>
                  </a:lnTo>
                  <a:lnTo>
                    <a:pt x="14306" y="7740"/>
                  </a:lnTo>
                  <a:lnTo>
                    <a:pt x="13793" y="7336"/>
                  </a:lnTo>
                  <a:lnTo>
                    <a:pt x="12949" y="6786"/>
                  </a:lnTo>
                  <a:lnTo>
                    <a:pt x="13353" y="6053"/>
                  </a:lnTo>
                  <a:lnTo>
                    <a:pt x="13720" y="5319"/>
                  </a:lnTo>
                  <a:lnTo>
                    <a:pt x="14050" y="4549"/>
                  </a:lnTo>
                  <a:lnTo>
                    <a:pt x="14306" y="3778"/>
                  </a:lnTo>
                  <a:lnTo>
                    <a:pt x="14306" y="3632"/>
                  </a:lnTo>
                  <a:lnTo>
                    <a:pt x="14453" y="3522"/>
                  </a:lnTo>
                  <a:lnTo>
                    <a:pt x="14600" y="3375"/>
                  </a:lnTo>
                  <a:lnTo>
                    <a:pt x="14747" y="3155"/>
                  </a:lnTo>
                  <a:lnTo>
                    <a:pt x="14820" y="2935"/>
                  </a:lnTo>
                  <a:lnTo>
                    <a:pt x="14820" y="2678"/>
                  </a:lnTo>
                  <a:lnTo>
                    <a:pt x="14747" y="2421"/>
                  </a:lnTo>
                  <a:lnTo>
                    <a:pt x="14637" y="2238"/>
                  </a:lnTo>
                  <a:lnTo>
                    <a:pt x="14490" y="2054"/>
                  </a:lnTo>
                  <a:lnTo>
                    <a:pt x="14270" y="1944"/>
                  </a:lnTo>
                  <a:lnTo>
                    <a:pt x="14160" y="1908"/>
                  </a:lnTo>
                  <a:lnTo>
                    <a:pt x="14013" y="1908"/>
                  </a:lnTo>
                  <a:lnTo>
                    <a:pt x="13830" y="1944"/>
                  </a:lnTo>
                  <a:lnTo>
                    <a:pt x="13683" y="2018"/>
                  </a:lnTo>
                  <a:lnTo>
                    <a:pt x="13536" y="2091"/>
                  </a:lnTo>
                  <a:lnTo>
                    <a:pt x="13389" y="2201"/>
                  </a:lnTo>
                  <a:lnTo>
                    <a:pt x="12949" y="2128"/>
                  </a:lnTo>
                  <a:lnTo>
                    <a:pt x="12472" y="2164"/>
                  </a:lnTo>
                  <a:lnTo>
                    <a:pt x="12032" y="2201"/>
                  </a:lnTo>
                  <a:lnTo>
                    <a:pt x="11592" y="2274"/>
                  </a:lnTo>
                  <a:lnTo>
                    <a:pt x="11115" y="2421"/>
                  </a:lnTo>
                  <a:lnTo>
                    <a:pt x="10675" y="2568"/>
                  </a:lnTo>
                  <a:lnTo>
                    <a:pt x="10271" y="2751"/>
                  </a:lnTo>
                  <a:lnTo>
                    <a:pt x="9831" y="2971"/>
                  </a:lnTo>
                  <a:lnTo>
                    <a:pt x="9611" y="3081"/>
                  </a:lnTo>
                  <a:lnTo>
                    <a:pt x="9208" y="2421"/>
                  </a:lnTo>
                  <a:lnTo>
                    <a:pt x="8767" y="1761"/>
                  </a:lnTo>
                  <a:lnTo>
                    <a:pt x="8254" y="1137"/>
                  </a:lnTo>
                  <a:lnTo>
                    <a:pt x="7740" y="550"/>
                  </a:lnTo>
                  <a:lnTo>
                    <a:pt x="7630" y="477"/>
                  </a:lnTo>
                  <a:lnTo>
                    <a:pt x="7520" y="477"/>
                  </a:lnTo>
                  <a:lnTo>
                    <a:pt x="7117" y="624"/>
                  </a:lnTo>
                  <a:lnTo>
                    <a:pt x="6713" y="807"/>
                  </a:lnTo>
                  <a:lnTo>
                    <a:pt x="6640" y="844"/>
                  </a:lnTo>
                  <a:lnTo>
                    <a:pt x="6603" y="881"/>
                  </a:lnTo>
                  <a:lnTo>
                    <a:pt x="6640" y="991"/>
                  </a:lnTo>
                  <a:lnTo>
                    <a:pt x="6677" y="1064"/>
                  </a:lnTo>
                  <a:lnTo>
                    <a:pt x="6787" y="1064"/>
                  </a:lnTo>
                  <a:lnTo>
                    <a:pt x="7153" y="1027"/>
                  </a:lnTo>
                  <a:lnTo>
                    <a:pt x="7484" y="991"/>
                  </a:lnTo>
                  <a:lnTo>
                    <a:pt x="7960" y="1541"/>
                  </a:lnTo>
                  <a:lnTo>
                    <a:pt x="8401" y="2091"/>
                  </a:lnTo>
                  <a:lnTo>
                    <a:pt x="8841" y="2715"/>
                  </a:lnTo>
                  <a:lnTo>
                    <a:pt x="9208" y="3301"/>
                  </a:lnTo>
                  <a:lnTo>
                    <a:pt x="8511" y="3742"/>
                  </a:lnTo>
                  <a:lnTo>
                    <a:pt x="7850" y="4219"/>
                  </a:lnTo>
                  <a:lnTo>
                    <a:pt x="6603" y="3668"/>
                  </a:lnTo>
                  <a:lnTo>
                    <a:pt x="5980" y="3412"/>
                  </a:lnTo>
                  <a:lnTo>
                    <a:pt x="5319" y="3191"/>
                  </a:lnTo>
                  <a:lnTo>
                    <a:pt x="5393" y="2788"/>
                  </a:lnTo>
                  <a:lnTo>
                    <a:pt x="5466" y="2384"/>
                  </a:lnTo>
                  <a:lnTo>
                    <a:pt x="5576" y="1981"/>
                  </a:lnTo>
                  <a:lnTo>
                    <a:pt x="5723" y="1577"/>
                  </a:lnTo>
                  <a:lnTo>
                    <a:pt x="5906" y="1211"/>
                  </a:lnTo>
                  <a:lnTo>
                    <a:pt x="6126" y="844"/>
                  </a:lnTo>
                  <a:lnTo>
                    <a:pt x="6383" y="514"/>
                  </a:lnTo>
                  <a:lnTo>
                    <a:pt x="6640" y="184"/>
                  </a:lnTo>
                  <a:lnTo>
                    <a:pt x="6677" y="110"/>
                  </a:lnTo>
                  <a:lnTo>
                    <a:pt x="6677" y="37"/>
                  </a:lnTo>
                  <a:lnTo>
                    <a:pt x="660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1" name="Google Shape;304;p5">
              <a:extLst>
                <a:ext uri="{FF2B5EF4-FFF2-40B4-BE49-F238E27FC236}">
                  <a16:creationId xmlns:a16="http://schemas.microsoft.com/office/drawing/2014/main" id="{21DE9610-C560-4F22-946A-0E99295DCAD9}"/>
                </a:ext>
              </a:extLst>
            </p:cNvPr>
            <p:cNvSpPr/>
            <p:nvPr/>
          </p:nvSpPr>
          <p:spPr>
            <a:xfrm>
              <a:off x="6553775" y="1840025"/>
              <a:ext cx="234775" cy="276975"/>
            </a:xfrm>
            <a:custGeom>
              <a:avLst/>
              <a:gdLst/>
              <a:ahLst/>
              <a:cxnLst/>
              <a:rect l="l" t="t" r="r" b="b"/>
              <a:pathLst>
                <a:path w="9391" h="11079" extrusionOk="0">
                  <a:moveTo>
                    <a:pt x="4916" y="441"/>
                  </a:moveTo>
                  <a:lnTo>
                    <a:pt x="5026" y="477"/>
                  </a:lnTo>
                  <a:lnTo>
                    <a:pt x="5099" y="551"/>
                  </a:lnTo>
                  <a:lnTo>
                    <a:pt x="5099" y="771"/>
                  </a:lnTo>
                  <a:lnTo>
                    <a:pt x="5026" y="954"/>
                  </a:lnTo>
                  <a:lnTo>
                    <a:pt x="4953" y="1064"/>
                  </a:lnTo>
                  <a:lnTo>
                    <a:pt x="4842" y="1138"/>
                  </a:lnTo>
                  <a:lnTo>
                    <a:pt x="4732" y="1174"/>
                  </a:lnTo>
                  <a:lnTo>
                    <a:pt x="4622" y="1138"/>
                  </a:lnTo>
                  <a:lnTo>
                    <a:pt x="4366" y="1028"/>
                  </a:lnTo>
                  <a:lnTo>
                    <a:pt x="4439" y="917"/>
                  </a:lnTo>
                  <a:lnTo>
                    <a:pt x="4439" y="771"/>
                  </a:lnTo>
                  <a:lnTo>
                    <a:pt x="4402" y="697"/>
                  </a:lnTo>
                  <a:lnTo>
                    <a:pt x="4366" y="661"/>
                  </a:lnTo>
                  <a:lnTo>
                    <a:pt x="4476" y="551"/>
                  </a:lnTo>
                  <a:lnTo>
                    <a:pt x="4622" y="477"/>
                  </a:lnTo>
                  <a:lnTo>
                    <a:pt x="4769" y="441"/>
                  </a:lnTo>
                  <a:close/>
                  <a:moveTo>
                    <a:pt x="3375" y="6493"/>
                  </a:moveTo>
                  <a:lnTo>
                    <a:pt x="3375" y="6530"/>
                  </a:lnTo>
                  <a:lnTo>
                    <a:pt x="3339" y="6530"/>
                  </a:lnTo>
                  <a:lnTo>
                    <a:pt x="3375" y="6493"/>
                  </a:lnTo>
                  <a:close/>
                  <a:moveTo>
                    <a:pt x="4292" y="6933"/>
                  </a:moveTo>
                  <a:lnTo>
                    <a:pt x="4256" y="7007"/>
                  </a:lnTo>
                  <a:lnTo>
                    <a:pt x="4219" y="6970"/>
                  </a:lnTo>
                  <a:lnTo>
                    <a:pt x="4292" y="6933"/>
                  </a:lnTo>
                  <a:close/>
                  <a:moveTo>
                    <a:pt x="5209" y="4219"/>
                  </a:moveTo>
                  <a:lnTo>
                    <a:pt x="5429" y="4329"/>
                  </a:lnTo>
                  <a:lnTo>
                    <a:pt x="5649" y="4439"/>
                  </a:lnTo>
                  <a:lnTo>
                    <a:pt x="5686" y="4549"/>
                  </a:lnTo>
                  <a:lnTo>
                    <a:pt x="5723" y="4586"/>
                  </a:lnTo>
                  <a:lnTo>
                    <a:pt x="5796" y="4586"/>
                  </a:lnTo>
                  <a:lnTo>
                    <a:pt x="6016" y="4879"/>
                  </a:lnTo>
                  <a:lnTo>
                    <a:pt x="6163" y="5173"/>
                  </a:lnTo>
                  <a:lnTo>
                    <a:pt x="6200" y="5503"/>
                  </a:lnTo>
                  <a:lnTo>
                    <a:pt x="6200" y="5833"/>
                  </a:lnTo>
                  <a:lnTo>
                    <a:pt x="6090" y="6126"/>
                  </a:lnTo>
                  <a:lnTo>
                    <a:pt x="5943" y="6420"/>
                  </a:lnTo>
                  <a:lnTo>
                    <a:pt x="5796" y="6603"/>
                  </a:lnTo>
                  <a:lnTo>
                    <a:pt x="5649" y="6750"/>
                  </a:lnTo>
                  <a:lnTo>
                    <a:pt x="5649" y="6713"/>
                  </a:lnTo>
                  <a:lnTo>
                    <a:pt x="5649" y="6566"/>
                  </a:lnTo>
                  <a:lnTo>
                    <a:pt x="5649" y="6383"/>
                  </a:lnTo>
                  <a:lnTo>
                    <a:pt x="5613" y="6346"/>
                  </a:lnTo>
                  <a:lnTo>
                    <a:pt x="5576" y="6310"/>
                  </a:lnTo>
                  <a:lnTo>
                    <a:pt x="5539" y="6310"/>
                  </a:lnTo>
                  <a:lnTo>
                    <a:pt x="5503" y="6346"/>
                  </a:lnTo>
                  <a:lnTo>
                    <a:pt x="5393" y="6493"/>
                  </a:lnTo>
                  <a:lnTo>
                    <a:pt x="5356" y="6676"/>
                  </a:lnTo>
                  <a:lnTo>
                    <a:pt x="5319" y="6933"/>
                  </a:lnTo>
                  <a:lnTo>
                    <a:pt x="5099" y="7007"/>
                  </a:lnTo>
                  <a:lnTo>
                    <a:pt x="5099" y="6860"/>
                  </a:lnTo>
                  <a:lnTo>
                    <a:pt x="5099" y="6713"/>
                  </a:lnTo>
                  <a:lnTo>
                    <a:pt x="5136" y="6566"/>
                  </a:lnTo>
                  <a:lnTo>
                    <a:pt x="5209" y="6456"/>
                  </a:lnTo>
                  <a:lnTo>
                    <a:pt x="5246" y="6420"/>
                  </a:lnTo>
                  <a:lnTo>
                    <a:pt x="5209" y="6383"/>
                  </a:lnTo>
                  <a:lnTo>
                    <a:pt x="5173" y="6346"/>
                  </a:lnTo>
                  <a:lnTo>
                    <a:pt x="5136" y="6346"/>
                  </a:lnTo>
                  <a:lnTo>
                    <a:pt x="4953" y="6456"/>
                  </a:lnTo>
                  <a:lnTo>
                    <a:pt x="4842" y="6640"/>
                  </a:lnTo>
                  <a:lnTo>
                    <a:pt x="4769" y="6823"/>
                  </a:lnTo>
                  <a:lnTo>
                    <a:pt x="4769" y="7043"/>
                  </a:lnTo>
                  <a:lnTo>
                    <a:pt x="4696" y="7043"/>
                  </a:lnTo>
                  <a:lnTo>
                    <a:pt x="4659" y="7007"/>
                  </a:lnTo>
                  <a:lnTo>
                    <a:pt x="4622" y="6970"/>
                  </a:lnTo>
                  <a:lnTo>
                    <a:pt x="4586" y="6970"/>
                  </a:lnTo>
                  <a:lnTo>
                    <a:pt x="5026" y="6016"/>
                  </a:lnTo>
                  <a:lnTo>
                    <a:pt x="5026" y="5943"/>
                  </a:lnTo>
                  <a:lnTo>
                    <a:pt x="4989" y="5906"/>
                  </a:lnTo>
                  <a:lnTo>
                    <a:pt x="4953" y="5906"/>
                  </a:lnTo>
                  <a:lnTo>
                    <a:pt x="4916" y="5943"/>
                  </a:lnTo>
                  <a:lnTo>
                    <a:pt x="4402" y="6750"/>
                  </a:lnTo>
                  <a:lnTo>
                    <a:pt x="4366" y="6676"/>
                  </a:lnTo>
                  <a:lnTo>
                    <a:pt x="4329" y="6640"/>
                  </a:lnTo>
                  <a:lnTo>
                    <a:pt x="4256" y="6640"/>
                  </a:lnTo>
                  <a:lnTo>
                    <a:pt x="4439" y="6236"/>
                  </a:lnTo>
                  <a:lnTo>
                    <a:pt x="4659" y="5796"/>
                  </a:lnTo>
                  <a:lnTo>
                    <a:pt x="4696" y="5759"/>
                  </a:lnTo>
                  <a:lnTo>
                    <a:pt x="4659" y="5723"/>
                  </a:lnTo>
                  <a:lnTo>
                    <a:pt x="4586" y="5723"/>
                  </a:lnTo>
                  <a:lnTo>
                    <a:pt x="4182" y="6273"/>
                  </a:lnTo>
                  <a:lnTo>
                    <a:pt x="3999" y="6566"/>
                  </a:lnTo>
                  <a:lnTo>
                    <a:pt x="3852" y="6860"/>
                  </a:lnTo>
                  <a:lnTo>
                    <a:pt x="3669" y="6786"/>
                  </a:lnTo>
                  <a:lnTo>
                    <a:pt x="3779" y="6750"/>
                  </a:lnTo>
                  <a:lnTo>
                    <a:pt x="3852" y="6640"/>
                  </a:lnTo>
                  <a:lnTo>
                    <a:pt x="3889" y="6566"/>
                  </a:lnTo>
                  <a:lnTo>
                    <a:pt x="3889" y="6420"/>
                  </a:lnTo>
                  <a:lnTo>
                    <a:pt x="3889" y="6383"/>
                  </a:lnTo>
                  <a:lnTo>
                    <a:pt x="3815" y="6383"/>
                  </a:lnTo>
                  <a:lnTo>
                    <a:pt x="3999" y="6163"/>
                  </a:lnTo>
                  <a:lnTo>
                    <a:pt x="4512" y="5539"/>
                  </a:lnTo>
                  <a:lnTo>
                    <a:pt x="4512" y="5466"/>
                  </a:lnTo>
                  <a:lnTo>
                    <a:pt x="4476" y="5429"/>
                  </a:lnTo>
                  <a:lnTo>
                    <a:pt x="4402" y="5429"/>
                  </a:lnTo>
                  <a:lnTo>
                    <a:pt x="3779" y="6016"/>
                  </a:lnTo>
                  <a:lnTo>
                    <a:pt x="3632" y="6126"/>
                  </a:lnTo>
                  <a:lnTo>
                    <a:pt x="3595" y="6090"/>
                  </a:lnTo>
                  <a:lnTo>
                    <a:pt x="3559" y="6090"/>
                  </a:lnTo>
                  <a:lnTo>
                    <a:pt x="3485" y="6126"/>
                  </a:lnTo>
                  <a:lnTo>
                    <a:pt x="3669" y="5869"/>
                  </a:lnTo>
                  <a:lnTo>
                    <a:pt x="3889" y="5649"/>
                  </a:lnTo>
                  <a:lnTo>
                    <a:pt x="4146" y="5466"/>
                  </a:lnTo>
                  <a:lnTo>
                    <a:pt x="4402" y="5283"/>
                  </a:lnTo>
                  <a:lnTo>
                    <a:pt x="4439" y="5246"/>
                  </a:lnTo>
                  <a:lnTo>
                    <a:pt x="4402" y="5209"/>
                  </a:lnTo>
                  <a:lnTo>
                    <a:pt x="4402" y="5173"/>
                  </a:lnTo>
                  <a:lnTo>
                    <a:pt x="4329" y="5136"/>
                  </a:lnTo>
                  <a:lnTo>
                    <a:pt x="3962" y="5319"/>
                  </a:lnTo>
                  <a:lnTo>
                    <a:pt x="3632" y="5539"/>
                  </a:lnTo>
                  <a:lnTo>
                    <a:pt x="3339" y="5796"/>
                  </a:lnTo>
                  <a:lnTo>
                    <a:pt x="3082" y="6126"/>
                  </a:lnTo>
                  <a:lnTo>
                    <a:pt x="3045" y="6016"/>
                  </a:lnTo>
                  <a:lnTo>
                    <a:pt x="3082" y="5980"/>
                  </a:lnTo>
                  <a:lnTo>
                    <a:pt x="3339" y="5613"/>
                  </a:lnTo>
                  <a:lnTo>
                    <a:pt x="3632" y="5283"/>
                  </a:lnTo>
                  <a:lnTo>
                    <a:pt x="3962" y="4952"/>
                  </a:lnTo>
                  <a:lnTo>
                    <a:pt x="4292" y="4659"/>
                  </a:lnTo>
                  <a:lnTo>
                    <a:pt x="4292" y="4622"/>
                  </a:lnTo>
                  <a:lnTo>
                    <a:pt x="4256" y="4586"/>
                  </a:lnTo>
                  <a:lnTo>
                    <a:pt x="4219" y="4586"/>
                  </a:lnTo>
                  <a:lnTo>
                    <a:pt x="3925" y="4732"/>
                  </a:lnTo>
                  <a:lnTo>
                    <a:pt x="3632" y="4879"/>
                  </a:lnTo>
                  <a:lnTo>
                    <a:pt x="3375" y="5099"/>
                  </a:lnTo>
                  <a:lnTo>
                    <a:pt x="3155" y="5356"/>
                  </a:lnTo>
                  <a:lnTo>
                    <a:pt x="3228" y="5209"/>
                  </a:lnTo>
                  <a:lnTo>
                    <a:pt x="3339" y="5062"/>
                  </a:lnTo>
                  <a:lnTo>
                    <a:pt x="3559" y="4842"/>
                  </a:lnTo>
                  <a:lnTo>
                    <a:pt x="3852" y="4622"/>
                  </a:lnTo>
                  <a:lnTo>
                    <a:pt x="4146" y="4476"/>
                  </a:lnTo>
                  <a:lnTo>
                    <a:pt x="4402" y="4366"/>
                  </a:lnTo>
                  <a:lnTo>
                    <a:pt x="4659" y="4292"/>
                  </a:lnTo>
                  <a:lnTo>
                    <a:pt x="4953" y="4219"/>
                  </a:lnTo>
                  <a:close/>
                  <a:moveTo>
                    <a:pt x="807" y="8767"/>
                  </a:moveTo>
                  <a:lnTo>
                    <a:pt x="807" y="8841"/>
                  </a:lnTo>
                  <a:lnTo>
                    <a:pt x="844" y="8914"/>
                  </a:lnTo>
                  <a:lnTo>
                    <a:pt x="918" y="8951"/>
                  </a:lnTo>
                  <a:lnTo>
                    <a:pt x="1138" y="8951"/>
                  </a:lnTo>
                  <a:lnTo>
                    <a:pt x="1211" y="8987"/>
                  </a:lnTo>
                  <a:lnTo>
                    <a:pt x="1321" y="8987"/>
                  </a:lnTo>
                  <a:lnTo>
                    <a:pt x="1321" y="9061"/>
                  </a:lnTo>
                  <a:lnTo>
                    <a:pt x="1321" y="9097"/>
                  </a:lnTo>
                  <a:lnTo>
                    <a:pt x="1248" y="9171"/>
                  </a:lnTo>
                  <a:lnTo>
                    <a:pt x="1174" y="9207"/>
                  </a:lnTo>
                  <a:lnTo>
                    <a:pt x="954" y="9244"/>
                  </a:lnTo>
                  <a:lnTo>
                    <a:pt x="844" y="9207"/>
                  </a:lnTo>
                  <a:lnTo>
                    <a:pt x="697" y="9134"/>
                  </a:lnTo>
                  <a:lnTo>
                    <a:pt x="587" y="9061"/>
                  </a:lnTo>
                  <a:lnTo>
                    <a:pt x="551" y="8951"/>
                  </a:lnTo>
                  <a:lnTo>
                    <a:pt x="661" y="8841"/>
                  </a:lnTo>
                  <a:lnTo>
                    <a:pt x="807" y="8767"/>
                  </a:lnTo>
                  <a:close/>
                  <a:moveTo>
                    <a:pt x="8511" y="8657"/>
                  </a:moveTo>
                  <a:lnTo>
                    <a:pt x="8621" y="8694"/>
                  </a:lnTo>
                  <a:lnTo>
                    <a:pt x="8731" y="8731"/>
                  </a:lnTo>
                  <a:lnTo>
                    <a:pt x="8841" y="8804"/>
                  </a:lnTo>
                  <a:lnTo>
                    <a:pt x="8951" y="8877"/>
                  </a:lnTo>
                  <a:lnTo>
                    <a:pt x="8987" y="8987"/>
                  </a:lnTo>
                  <a:lnTo>
                    <a:pt x="9024" y="9097"/>
                  </a:lnTo>
                  <a:lnTo>
                    <a:pt x="9024" y="9134"/>
                  </a:lnTo>
                  <a:lnTo>
                    <a:pt x="8987" y="9134"/>
                  </a:lnTo>
                  <a:lnTo>
                    <a:pt x="8877" y="9097"/>
                  </a:lnTo>
                  <a:lnTo>
                    <a:pt x="8804" y="9134"/>
                  </a:lnTo>
                  <a:lnTo>
                    <a:pt x="8731" y="9171"/>
                  </a:lnTo>
                  <a:lnTo>
                    <a:pt x="8621" y="9281"/>
                  </a:lnTo>
                  <a:lnTo>
                    <a:pt x="8474" y="9354"/>
                  </a:lnTo>
                  <a:lnTo>
                    <a:pt x="8327" y="9318"/>
                  </a:lnTo>
                  <a:lnTo>
                    <a:pt x="8254" y="9244"/>
                  </a:lnTo>
                  <a:lnTo>
                    <a:pt x="8217" y="9171"/>
                  </a:lnTo>
                  <a:lnTo>
                    <a:pt x="8217" y="9024"/>
                  </a:lnTo>
                  <a:lnTo>
                    <a:pt x="8254" y="8841"/>
                  </a:lnTo>
                  <a:lnTo>
                    <a:pt x="8254" y="8694"/>
                  </a:lnTo>
                  <a:lnTo>
                    <a:pt x="8511" y="8657"/>
                  </a:lnTo>
                  <a:close/>
                  <a:moveTo>
                    <a:pt x="5026" y="9501"/>
                  </a:moveTo>
                  <a:lnTo>
                    <a:pt x="5063" y="9574"/>
                  </a:lnTo>
                  <a:lnTo>
                    <a:pt x="4989" y="9538"/>
                  </a:lnTo>
                  <a:lnTo>
                    <a:pt x="5026" y="9501"/>
                  </a:lnTo>
                  <a:close/>
                  <a:moveTo>
                    <a:pt x="4696" y="9868"/>
                  </a:moveTo>
                  <a:lnTo>
                    <a:pt x="4953" y="9941"/>
                  </a:lnTo>
                  <a:lnTo>
                    <a:pt x="4916" y="10014"/>
                  </a:lnTo>
                  <a:lnTo>
                    <a:pt x="4879" y="10271"/>
                  </a:lnTo>
                  <a:lnTo>
                    <a:pt x="4842" y="10308"/>
                  </a:lnTo>
                  <a:lnTo>
                    <a:pt x="4549" y="10308"/>
                  </a:lnTo>
                  <a:lnTo>
                    <a:pt x="4439" y="10235"/>
                  </a:lnTo>
                  <a:lnTo>
                    <a:pt x="4329" y="10125"/>
                  </a:lnTo>
                  <a:lnTo>
                    <a:pt x="4292" y="10051"/>
                  </a:lnTo>
                  <a:lnTo>
                    <a:pt x="4256" y="9941"/>
                  </a:lnTo>
                  <a:lnTo>
                    <a:pt x="4329" y="9904"/>
                  </a:lnTo>
                  <a:lnTo>
                    <a:pt x="4439" y="9868"/>
                  </a:lnTo>
                  <a:close/>
                  <a:moveTo>
                    <a:pt x="4806" y="0"/>
                  </a:moveTo>
                  <a:lnTo>
                    <a:pt x="4622" y="37"/>
                  </a:lnTo>
                  <a:lnTo>
                    <a:pt x="4476" y="110"/>
                  </a:lnTo>
                  <a:lnTo>
                    <a:pt x="4292" y="147"/>
                  </a:lnTo>
                  <a:lnTo>
                    <a:pt x="4146" y="257"/>
                  </a:lnTo>
                  <a:lnTo>
                    <a:pt x="3999" y="367"/>
                  </a:lnTo>
                  <a:lnTo>
                    <a:pt x="3889" y="477"/>
                  </a:lnTo>
                  <a:lnTo>
                    <a:pt x="3779" y="624"/>
                  </a:lnTo>
                  <a:lnTo>
                    <a:pt x="3705" y="807"/>
                  </a:lnTo>
                  <a:lnTo>
                    <a:pt x="3669" y="954"/>
                  </a:lnTo>
                  <a:lnTo>
                    <a:pt x="3669" y="1138"/>
                  </a:lnTo>
                  <a:lnTo>
                    <a:pt x="3705" y="1321"/>
                  </a:lnTo>
                  <a:lnTo>
                    <a:pt x="3815" y="1578"/>
                  </a:lnTo>
                  <a:lnTo>
                    <a:pt x="3999" y="1761"/>
                  </a:lnTo>
                  <a:lnTo>
                    <a:pt x="4182" y="1871"/>
                  </a:lnTo>
                  <a:lnTo>
                    <a:pt x="4402" y="1945"/>
                  </a:lnTo>
                  <a:lnTo>
                    <a:pt x="4366" y="2055"/>
                  </a:lnTo>
                  <a:lnTo>
                    <a:pt x="4329" y="2165"/>
                  </a:lnTo>
                  <a:lnTo>
                    <a:pt x="4329" y="2531"/>
                  </a:lnTo>
                  <a:lnTo>
                    <a:pt x="4329" y="2898"/>
                  </a:lnTo>
                  <a:lnTo>
                    <a:pt x="4329" y="3522"/>
                  </a:lnTo>
                  <a:lnTo>
                    <a:pt x="4329" y="3669"/>
                  </a:lnTo>
                  <a:lnTo>
                    <a:pt x="4366" y="3779"/>
                  </a:lnTo>
                  <a:lnTo>
                    <a:pt x="4072" y="3925"/>
                  </a:lnTo>
                  <a:lnTo>
                    <a:pt x="3815" y="4109"/>
                  </a:lnTo>
                  <a:lnTo>
                    <a:pt x="3742" y="4182"/>
                  </a:lnTo>
                  <a:lnTo>
                    <a:pt x="3742" y="4255"/>
                  </a:lnTo>
                  <a:lnTo>
                    <a:pt x="3522" y="4402"/>
                  </a:lnTo>
                  <a:lnTo>
                    <a:pt x="3339" y="4549"/>
                  </a:lnTo>
                  <a:lnTo>
                    <a:pt x="3155" y="4696"/>
                  </a:lnTo>
                  <a:lnTo>
                    <a:pt x="3008" y="4879"/>
                  </a:lnTo>
                  <a:lnTo>
                    <a:pt x="2862" y="5062"/>
                  </a:lnTo>
                  <a:lnTo>
                    <a:pt x="2752" y="5283"/>
                  </a:lnTo>
                  <a:lnTo>
                    <a:pt x="2678" y="5503"/>
                  </a:lnTo>
                  <a:lnTo>
                    <a:pt x="2642" y="5686"/>
                  </a:lnTo>
                  <a:lnTo>
                    <a:pt x="2642" y="5906"/>
                  </a:lnTo>
                  <a:lnTo>
                    <a:pt x="2678" y="6126"/>
                  </a:lnTo>
                  <a:lnTo>
                    <a:pt x="2752" y="6346"/>
                  </a:lnTo>
                  <a:lnTo>
                    <a:pt x="2825" y="6566"/>
                  </a:lnTo>
                  <a:lnTo>
                    <a:pt x="2898" y="6676"/>
                  </a:lnTo>
                  <a:lnTo>
                    <a:pt x="2421" y="7080"/>
                  </a:lnTo>
                  <a:lnTo>
                    <a:pt x="1908" y="7447"/>
                  </a:lnTo>
                  <a:lnTo>
                    <a:pt x="1431" y="7850"/>
                  </a:lnTo>
                  <a:lnTo>
                    <a:pt x="1211" y="8070"/>
                  </a:lnTo>
                  <a:lnTo>
                    <a:pt x="991" y="8327"/>
                  </a:lnTo>
                  <a:lnTo>
                    <a:pt x="771" y="8364"/>
                  </a:lnTo>
                  <a:lnTo>
                    <a:pt x="624" y="8327"/>
                  </a:lnTo>
                  <a:lnTo>
                    <a:pt x="477" y="8327"/>
                  </a:lnTo>
                  <a:lnTo>
                    <a:pt x="367" y="8364"/>
                  </a:lnTo>
                  <a:lnTo>
                    <a:pt x="257" y="8437"/>
                  </a:lnTo>
                  <a:lnTo>
                    <a:pt x="184" y="8511"/>
                  </a:lnTo>
                  <a:lnTo>
                    <a:pt x="111" y="8584"/>
                  </a:lnTo>
                  <a:lnTo>
                    <a:pt x="37" y="8804"/>
                  </a:lnTo>
                  <a:lnTo>
                    <a:pt x="0" y="9061"/>
                  </a:lnTo>
                  <a:lnTo>
                    <a:pt x="0" y="9318"/>
                  </a:lnTo>
                  <a:lnTo>
                    <a:pt x="74" y="9538"/>
                  </a:lnTo>
                  <a:lnTo>
                    <a:pt x="257" y="9684"/>
                  </a:lnTo>
                  <a:lnTo>
                    <a:pt x="477" y="9831"/>
                  </a:lnTo>
                  <a:lnTo>
                    <a:pt x="697" y="9904"/>
                  </a:lnTo>
                  <a:lnTo>
                    <a:pt x="954" y="9941"/>
                  </a:lnTo>
                  <a:lnTo>
                    <a:pt x="1174" y="9904"/>
                  </a:lnTo>
                  <a:lnTo>
                    <a:pt x="1431" y="9868"/>
                  </a:lnTo>
                  <a:lnTo>
                    <a:pt x="1651" y="9794"/>
                  </a:lnTo>
                  <a:lnTo>
                    <a:pt x="1798" y="9648"/>
                  </a:lnTo>
                  <a:lnTo>
                    <a:pt x="1908" y="9574"/>
                  </a:lnTo>
                  <a:lnTo>
                    <a:pt x="1945" y="9464"/>
                  </a:lnTo>
                  <a:lnTo>
                    <a:pt x="1981" y="9354"/>
                  </a:lnTo>
                  <a:lnTo>
                    <a:pt x="1981" y="9207"/>
                  </a:lnTo>
                  <a:lnTo>
                    <a:pt x="1908" y="8987"/>
                  </a:lnTo>
                  <a:lnTo>
                    <a:pt x="1798" y="8767"/>
                  </a:lnTo>
                  <a:lnTo>
                    <a:pt x="1651" y="8584"/>
                  </a:lnTo>
                  <a:lnTo>
                    <a:pt x="1431" y="8437"/>
                  </a:lnTo>
                  <a:lnTo>
                    <a:pt x="1394" y="8437"/>
                  </a:lnTo>
                  <a:lnTo>
                    <a:pt x="1578" y="8254"/>
                  </a:lnTo>
                  <a:lnTo>
                    <a:pt x="1761" y="8070"/>
                  </a:lnTo>
                  <a:lnTo>
                    <a:pt x="2165" y="7777"/>
                  </a:lnTo>
                  <a:lnTo>
                    <a:pt x="2421" y="7557"/>
                  </a:lnTo>
                  <a:lnTo>
                    <a:pt x="2642" y="7337"/>
                  </a:lnTo>
                  <a:lnTo>
                    <a:pt x="2862" y="7080"/>
                  </a:lnTo>
                  <a:lnTo>
                    <a:pt x="3008" y="6786"/>
                  </a:lnTo>
                  <a:lnTo>
                    <a:pt x="3118" y="6897"/>
                  </a:lnTo>
                  <a:lnTo>
                    <a:pt x="3302" y="7043"/>
                  </a:lnTo>
                  <a:lnTo>
                    <a:pt x="3632" y="7227"/>
                  </a:lnTo>
                  <a:lnTo>
                    <a:pt x="3999" y="7337"/>
                  </a:lnTo>
                  <a:lnTo>
                    <a:pt x="4366" y="7410"/>
                  </a:lnTo>
                  <a:lnTo>
                    <a:pt x="4439" y="7410"/>
                  </a:lnTo>
                  <a:lnTo>
                    <a:pt x="4402" y="7887"/>
                  </a:lnTo>
                  <a:lnTo>
                    <a:pt x="4402" y="8364"/>
                  </a:lnTo>
                  <a:lnTo>
                    <a:pt x="4439" y="9318"/>
                  </a:lnTo>
                  <a:lnTo>
                    <a:pt x="4256" y="9391"/>
                  </a:lnTo>
                  <a:lnTo>
                    <a:pt x="4109" y="9464"/>
                  </a:lnTo>
                  <a:lnTo>
                    <a:pt x="3999" y="9574"/>
                  </a:lnTo>
                  <a:lnTo>
                    <a:pt x="3925" y="9684"/>
                  </a:lnTo>
                  <a:lnTo>
                    <a:pt x="3889" y="9794"/>
                  </a:lnTo>
                  <a:lnTo>
                    <a:pt x="3852" y="9941"/>
                  </a:lnTo>
                  <a:lnTo>
                    <a:pt x="3815" y="10125"/>
                  </a:lnTo>
                  <a:lnTo>
                    <a:pt x="3852" y="10271"/>
                  </a:lnTo>
                  <a:lnTo>
                    <a:pt x="3925" y="10565"/>
                  </a:lnTo>
                  <a:lnTo>
                    <a:pt x="4072" y="10821"/>
                  </a:lnTo>
                  <a:lnTo>
                    <a:pt x="4182" y="10895"/>
                  </a:lnTo>
                  <a:lnTo>
                    <a:pt x="4329" y="10968"/>
                  </a:lnTo>
                  <a:lnTo>
                    <a:pt x="4439" y="11042"/>
                  </a:lnTo>
                  <a:lnTo>
                    <a:pt x="4586" y="11078"/>
                  </a:lnTo>
                  <a:lnTo>
                    <a:pt x="4879" y="11078"/>
                  </a:lnTo>
                  <a:lnTo>
                    <a:pt x="5173" y="11005"/>
                  </a:lnTo>
                  <a:lnTo>
                    <a:pt x="5283" y="10932"/>
                  </a:lnTo>
                  <a:lnTo>
                    <a:pt x="5393" y="10821"/>
                  </a:lnTo>
                  <a:lnTo>
                    <a:pt x="5466" y="10711"/>
                  </a:lnTo>
                  <a:lnTo>
                    <a:pt x="5503" y="10601"/>
                  </a:lnTo>
                  <a:lnTo>
                    <a:pt x="5576" y="10308"/>
                  </a:lnTo>
                  <a:lnTo>
                    <a:pt x="5539" y="10051"/>
                  </a:lnTo>
                  <a:lnTo>
                    <a:pt x="5503" y="9904"/>
                  </a:lnTo>
                  <a:lnTo>
                    <a:pt x="5393" y="9794"/>
                  </a:lnTo>
                  <a:lnTo>
                    <a:pt x="5319" y="9684"/>
                  </a:lnTo>
                  <a:lnTo>
                    <a:pt x="5173" y="9611"/>
                  </a:lnTo>
                  <a:lnTo>
                    <a:pt x="5136" y="9428"/>
                  </a:lnTo>
                  <a:lnTo>
                    <a:pt x="5099" y="9354"/>
                  </a:lnTo>
                  <a:lnTo>
                    <a:pt x="4842" y="9354"/>
                  </a:lnTo>
                  <a:lnTo>
                    <a:pt x="4806" y="8474"/>
                  </a:lnTo>
                  <a:lnTo>
                    <a:pt x="4806" y="7960"/>
                  </a:lnTo>
                  <a:lnTo>
                    <a:pt x="4769" y="7447"/>
                  </a:lnTo>
                  <a:lnTo>
                    <a:pt x="5136" y="7410"/>
                  </a:lnTo>
                  <a:lnTo>
                    <a:pt x="5503" y="7300"/>
                  </a:lnTo>
                  <a:lnTo>
                    <a:pt x="5833" y="7117"/>
                  </a:lnTo>
                  <a:lnTo>
                    <a:pt x="6126" y="6860"/>
                  </a:lnTo>
                  <a:lnTo>
                    <a:pt x="6200" y="6786"/>
                  </a:lnTo>
                  <a:lnTo>
                    <a:pt x="6310" y="6933"/>
                  </a:lnTo>
                  <a:lnTo>
                    <a:pt x="6493" y="7080"/>
                  </a:lnTo>
                  <a:lnTo>
                    <a:pt x="6677" y="7190"/>
                  </a:lnTo>
                  <a:lnTo>
                    <a:pt x="6860" y="7300"/>
                  </a:lnTo>
                  <a:lnTo>
                    <a:pt x="7043" y="7630"/>
                  </a:lnTo>
                  <a:lnTo>
                    <a:pt x="7263" y="7997"/>
                  </a:lnTo>
                  <a:lnTo>
                    <a:pt x="7557" y="8437"/>
                  </a:lnTo>
                  <a:lnTo>
                    <a:pt x="7667" y="8584"/>
                  </a:lnTo>
                  <a:lnTo>
                    <a:pt x="7557" y="8767"/>
                  </a:lnTo>
                  <a:lnTo>
                    <a:pt x="7484" y="8951"/>
                  </a:lnTo>
                  <a:lnTo>
                    <a:pt x="7447" y="9097"/>
                  </a:lnTo>
                  <a:lnTo>
                    <a:pt x="7447" y="9281"/>
                  </a:lnTo>
                  <a:lnTo>
                    <a:pt x="7484" y="9428"/>
                  </a:lnTo>
                  <a:lnTo>
                    <a:pt x="7520" y="9611"/>
                  </a:lnTo>
                  <a:lnTo>
                    <a:pt x="7594" y="9758"/>
                  </a:lnTo>
                  <a:lnTo>
                    <a:pt x="7704" y="9904"/>
                  </a:lnTo>
                  <a:lnTo>
                    <a:pt x="7850" y="10014"/>
                  </a:lnTo>
                  <a:lnTo>
                    <a:pt x="7960" y="10125"/>
                  </a:lnTo>
                  <a:lnTo>
                    <a:pt x="8107" y="10161"/>
                  </a:lnTo>
                  <a:lnTo>
                    <a:pt x="8254" y="10198"/>
                  </a:lnTo>
                  <a:lnTo>
                    <a:pt x="8547" y="10198"/>
                  </a:lnTo>
                  <a:lnTo>
                    <a:pt x="8694" y="10125"/>
                  </a:lnTo>
                  <a:lnTo>
                    <a:pt x="8877" y="10051"/>
                  </a:lnTo>
                  <a:lnTo>
                    <a:pt x="9098" y="9831"/>
                  </a:lnTo>
                  <a:lnTo>
                    <a:pt x="9281" y="9538"/>
                  </a:lnTo>
                  <a:lnTo>
                    <a:pt x="9354" y="9391"/>
                  </a:lnTo>
                  <a:lnTo>
                    <a:pt x="9391" y="9244"/>
                  </a:lnTo>
                  <a:lnTo>
                    <a:pt x="9391" y="9061"/>
                  </a:lnTo>
                  <a:lnTo>
                    <a:pt x="9391" y="8914"/>
                  </a:lnTo>
                  <a:lnTo>
                    <a:pt x="9318" y="8767"/>
                  </a:lnTo>
                  <a:lnTo>
                    <a:pt x="9244" y="8621"/>
                  </a:lnTo>
                  <a:lnTo>
                    <a:pt x="9134" y="8511"/>
                  </a:lnTo>
                  <a:lnTo>
                    <a:pt x="8987" y="8437"/>
                  </a:lnTo>
                  <a:lnTo>
                    <a:pt x="8841" y="8364"/>
                  </a:lnTo>
                  <a:lnTo>
                    <a:pt x="8694" y="8327"/>
                  </a:lnTo>
                  <a:lnTo>
                    <a:pt x="8364" y="8290"/>
                  </a:lnTo>
                  <a:lnTo>
                    <a:pt x="8180" y="8290"/>
                  </a:lnTo>
                  <a:lnTo>
                    <a:pt x="7997" y="8364"/>
                  </a:lnTo>
                  <a:lnTo>
                    <a:pt x="7924" y="8217"/>
                  </a:lnTo>
                  <a:lnTo>
                    <a:pt x="7814" y="8070"/>
                  </a:lnTo>
                  <a:lnTo>
                    <a:pt x="7557" y="7667"/>
                  </a:lnTo>
                  <a:lnTo>
                    <a:pt x="7300" y="7300"/>
                  </a:lnTo>
                  <a:lnTo>
                    <a:pt x="7227" y="7153"/>
                  </a:lnTo>
                  <a:lnTo>
                    <a:pt x="7153" y="7007"/>
                  </a:lnTo>
                  <a:lnTo>
                    <a:pt x="7043" y="6933"/>
                  </a:lnTo>
                  <a:lnTo>
                    <a:pt x="6897" y="6897"/>
                  </a:lnTo>
                  <a:lnTo>
                    <a:pt x="6640" y="6750"/>
                  </a:lnTo>
                  <a:lnTo>
                    <a:pt x="6346" y="6530"/>
                  </a:lnTo>
                  <a:lnTo>
                    <a:pt x="6530" y="6236"/>
                  </a:lnTo>
                  <a:lnTo>
                    <a:pt x="6603" y="5869"/>
                  </a:lnTo>
                  <a:lnTo>
                    <a:pt x="6603" y="5503"/>
                  </a:lnTo>
                  <a:lnTo>
                    <a:pt x="6567" y="5173"/>
                  </a:lnTo>
                  <a:lnTo>
                    <a:pt x="6456" y="4842"/>
                  </a:lnTo>
                  <a:lnTo>
                    <a:pt x="6310" y="4586"/>
                  </a:lnTo>
                  <a:lnTo>
                    <a:pt x="6126" y="4329"/>
                  </a:lnTo>
                  <a:lnTo>
                    <a:pt x="5870" y="4109"/>
                  </a:lnTo>
                  <a:lnTo>
                    <a:pt x="5613" y="3962"/>
                  </a:lnTo>
                  <a:lnTo>
                    <a:pt x="5356" y="3815"/>
                  </a:lnTo>
                  <a:lnTo>
                    <a:pt x="5026" y="3742"/>
                  </a:lnTo>
                  <a:lnTo>
                    <a:pt x="4732" y="3742"/>
                  </a:lnTo>
                  <a:lnTo>
                    <a:pt x="4732" y="3522"/>
                  </a:lnTo>
                  <a:lnTo>
                    <a:pt x="4696" y="2678"/>
                  </a:lnTo>
                  <a:lnTo>
                    <a:pt x="4732" y="2385"/>
                  </a:lnTo>
                  <a:lnTo>
                    <a:pt x="4696" y="2165"/>
                  </a:lnTo>
                  <a:lnTo>
                    <a:pt x="4659" y="1981"/>
                  </a:lnTo>
                  <a:lnTo>
                    <a:pt x="4842" y="1945"/>
                  </a:lnTo>
                  <a:lnTo>
                    <a:pt x="5063" y="1871"/>
                  </a:lnTo>
                  <a:lnTo>
                    <a:pt x="5246" y="1761"/>
                  </a:lnTo>
                  <a:lnTo>
                    <a:pt x="5393" y="1651"/>
                  </a:lnTo>
                  <a:lnTo>
                    <a:pt x="5539" y="1468"/>
                  </a:lnTo>
                  <a:lnTo>
                    <a:pt x="5613" y="1284"/>
                  </a:lnTo>
                  <a:lnTo>
                    <a:pt x="5686" y="1101"/>
                  </a:lnTo>
                  <a:lnTo>
                    <a:pt x="5686" y="844"/>
                  </a:lnTo>
                  <a:lnTo>
                    <a:pt x="5613" y="624"/>
                  </a:lnTo>
                  <a:lnTo>
                    <a:pt x="5503" y="404"/>
                  </a:lnTo>
                  <a:lnTo>
                    <a:pt x="5466" y="257"/>
                  </a:lnTo>
                  <a:lnTo>
                    <a:pt x="5429" y="184"/>
                  </a:lnTo>
                  <a:lnTo>
                    <a:pt x="5356" y="147"/>
                  </a:lnTo>
                  <a:lnTo>
                    <a:pt x="5209" y="147"/>
                  </a:lnTo>
                  <a:lnTo>
                    <a:pt x="5063" y="110"/>
                  </a:lnTo>
                  <a:lnTo>
                    <a:pt x="4989" y="37"/>
                  </a:lnTo>
                  <a:lnTo>
                    <a:pt x="480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2" name="Google Shape;305;p5">
              <a:extLst>
                <a:ext uri="{FF2B5EF4-FFF2-40B4-BE49-F238E27FC236}">
                  <a16:creationId xmlns:a16="http://schemas.microsoft.com/office/drawing/2014/main" id="{88DAE264-72FE-49C3-92CA-C4E22CFD6679}"/>
                </a:ext>
              </a:extLst>
            </p:cNvPr>
            <p:cNvSpPr/>
            <p:nvPr/>
          </p:nvSpPr>
          <p:spPr>
            <a:xfrm>
              <a:off x="6618875" y="2550725"/>
              <a:ext cx="408125" cy="156850"/>
            </a:xfrm>
            <a:custGeom>
              <a:avLst/>
              <a:gdLst/>
              <a:ahLst/>
              <a:cxnLst/>
              <a:rect l="l" t="t" r="r" b="b"/>
              <a:pathLst>
                <a:path w="16325" h="6274" extrusionOk="0">
                  <a:moveTo>
                    <a:pt x="14710" y="1"/>
                  </a:moveTo>
                  <a:lnTo>
                    <a:pt x="14527" y="74"/>
                  </a:lnTo>
                  <a:lnTo>
                    <a:pt x="14380" y="147"/>
                  </a:lnTo>
                  <a:lnTo>
                    <a:pt x="14270" y="221"/>
                  </a:lnTo>
                  <a:lnTo>
                    <a:pt x="14270" y="257"/>
                  </a:lnTo>
                  <a:lnTo>
                    <a:pt x="14197" y="221"/>
                  </a:lnTo>
                  <a:lnTo>
                    <a:pt x="14087" y="221"/>
                  </a:lnTo>
                  <a:lnTo>
                    <a:pt x="14013" y="294"/>
                  </a:lnTo>
                  <a:lnTo>
                    <a:pt x="13977" y="331"/>
                  </a:lnTo>
                  <a:lnTo>
                    <a:pt x="13977" y="441"/>
                  </a:lnTo>
                  <a:lnTo>
                    <a:pt x="14013" y="551"/>
                  </a:lnTo>
                  <a:lnTo>
                    <a:pt x="14050" y="587"/>
                  </a:lnTo>
                  <a:lnTo>
                    <a:pt x="14123" y="624"/>
                  </a:lnTo>
                  <a:lnTo>
                    <a:pt x="14343" y="624"/>
                  </a:lnTo>
                  <a:lnTo>
                    <a:pt x="14527" y="551"/>
                  </a:lnTo>
                  <a:lnTo>
                    <a:pt x="14710" y="477"/>
                  </a:lnTo>
                  <a:lnTo>
                    <a:pt x="14894" y="441"/>
                  </a:lnTo>
                  <a:lnTo>
                    <a:pt x="14967" y="477"/>
                  </a:lnTo>
                  <a:lnTo>
                    <a:pt x="15004" y="514"/>
                  </a:lnTo>
                  <a:lnTo>
                    <a:pt x="14967" y="587"/>
                  </a:lnTo>
                  <a:lnTo>
                    <a:pt x="14930" y="661"/>
                  </a:lnTo>
                  <a:lnTo>
                    <a:pt x="14747" y="881"/>
                  </a:lnTo>
                  <a:lnTo>
                    <a:pt x="14123" y="1725"/>
                  </a:lnTo>
                  <a:lnTo>
                    <a:pt x="14123" y="1798"/>
                  </a:lnTo>
                  <a:lnTo>
                    <a:pt x="14087" y="1871"/>
                  </a:lnTo>
                  <a:lnTo>
                    <a:pt x="14123" y="1981"/>
                  </a:lnTo>
                  <a:lnTo>
                    <a:pt x="14233" y="2055"/>
                  </a:lnTo>
                  <a:lnTo>
                    <a:pt x="14343" y="2091"/>
                  </a:lnTo>
                  <a:lnTo>
                    <a:pt x="14820" y="2091"/>
                  </a:lnTo>
                  <a:lnTo>
                    <a:pt x="15260" y="2055"/>
                  </a:lnTo>
                  <a:lnTo>
                    <a:pt x="15774" y="1945"/>
                  </a:lnTo>
                  <a:lnTo>
                    <a:pt x="16031" y="1871"/>
                  </a:lnTo>
                  <a:lnTo>
                    <a:pt x="16251" y="1761"/>
                  </a:lnTo>
                  <a:lnTo>
                    <a:pt x="16324" y="1651"/>
                  </a:lnTo>
                  <a:lnTo>
                    <a:pt x="16324" y="1541"/>
                  </a:lnTo>
                  <a:lnTo>
                    <a:pt x="16288" y="1468"/>
                  </a:lnTo>
                  <a:lnTo>
                    <a:pt x="16214" y="1431"/>
                  </a:lnTo>
                  <a:lnTo>
                    <a:pt x="16141" y="1394"/>
                  </a:lnTo>
                  <a:lnTo>
                    <a:pt x="15957" y="1431"/>
                  </a:lnTo>
                  <a:lnTo>
                    <a:pt x="15774" y="1468"/>
                  </a:lnTo>
                  <a:lnTo>
                    <a:pt x="15370" y="1541"/>
                  </a:lnTo>
                  <a:lnTo>
                    <a:pt x="14820" y="1615"/>
                  </a:lnTo>
                  <a:lnTo>
                    <a:pt x="14820" y="1615"/>
                  </a:lnTo>
                  <a:lnTo>
                    <a:pt x="15260" y="1028"/>
                  </a:lnTo>
                  <a:lnTo>
                    <a:pt x="15370" y="844"/>
                  </a:lnTo>
                  <a:lnTo>
                    <a:pt x="15481" y="698"/>
                  </a:lnTo>
                  <a:lnTo>
                    <a:pt x="15517" y="477"/>
                  </a:lnTo>
                  <a:lnTo>
                    <a:pt x="15517" y="404"/>
                  </a:lnTo>
                  <a:lnTo>
                    <a:pt x="15481" y="294"/>
                  </a:lnTo>
                  <a:lnTo>
                    <a:pt x="15370" y="184"/>
                  </a:lnTo>
                  <a:lnTo>
                    <a:pt x="15224" y="74"/>
                  </a:lnTo>
                  <a:lnTo>
                    <a:pt x="15077" y="37"/>
                  </a:lnTo>
                  <a:lnTo>
                    <a:pt x="14894" y="1"/>
                  </a:lnTo>
                  <a:close/>
                  <a:moveTo>
                    <a:pt x="6604" y="2788"/>
                  </a:moveTo>
                  <a:lnTo>
                    <a:pt x="6163" y="2898"/>
                  </a:lnTo>
                  <a:lnTo>
                    <a:pt x="5576" y="2972"/>
                  </a:lnTo>
                  <a:lnTo>
                    <a:pt x="5283" y="3045"/>
                  </a:lnTo>
                  <a:lnTo>
                    <a:pt x="4990" y="3118"/>
                  </a:lnTo>
                  <a:lnTo>
                    <a:pt x="4953" y="3155"/>
                  </a:lnTo>
                  <a:lnTo>
                    <a:pt x="4880" y="3229"/>
                  </a:lnTo>
                  <a:lnTo>
                    <a:pt x="4880" y="3302"/>
                  </a:lnTo>
                  <a:lnTo>
                    <a:pt x="4880" y="3339"/>
                  </a:lnTo>
                  <a:lnTo>
                    <a:pt x="4880" y="3412"/>
                  </a:lnTo>
                  <a:lnTo>
                    <a:pt x="4916" y="3485"/>
                  </a:lnTo>
                  <a:lnTo>
                    <a:pt x="4990" y="3522"/>
                  </a:lnTo>
                  <a:lnTo>
                    <a:pt x="5063" y="3522"/>
                  </a:lnTo>
                  <a:lnTo>
                    <a:pt x="5613" y="3485"/>
                  </a:lnTo>
                  <a:lnTo>
                    <a:pt x="6163" y="3412"/>
                  </a:lnTo>
                  <a:lnTo>
                    <a:pt x="6640" y="3339"/>
                  </a:lnTo>
                  <a:lnTo>
                    <a:pt x="6860" y="3265"/>
                  </a:lnTo>
                  <a:lnTo>
                    <a:pt x="6970" y="3192"/>
                  </a:lnTo>
                  <a:lnTo>
                    <a:pt x="7044" y="3118"/>
                  </a:lnTo>
                  <a:lnTo>
                    <a:pt x="7044" y="3008"/>
                  </a:lnTo>
                  <a:lnTo>
                    <a:pt x="7044" y="2972"/>
                  </a:lnTo>
                  <a:lnTo>
                    <a:pt x="7007" y="2898"/>
                  </a:lnTo>
                  <a:lnTo>
                    <a:pt x="6897" y="2862"/>
                  </a:lnTo>
                  <a:lnTo>
                    <a:pt x="6824" y="2825"/>
                  </a:lnTo>
                  <a:lnTo>
                    <a:pt x="6604" y="2788"/>
                  </a:lnTo>
                  <a:close/>
                  <a:moveTo>
                    <a:pt x="13500" y="1945"/>
                  </a:moveTo>
                  <a:lnTo>
                    <a:pt x="13280" y="1981"/>
                  </a:lnTo>
                  <a:lnTo>
                    <a:pt x="13060" y="2018"/>
                  </a:lnTo>
                  <a:lnTo>
                    <a:pt x="12876" y="2055"/>
                  </a:lnTo>
                  <a:lnTo>
                    <a:pt x="12693" y="2201"/>
                  </a:lnTo>
                  <a:lnTo>
                    <a:pt x="12546" y="2275"/>
                  </a:lnTo>
                  <a:lnTo>
                    <a:pt x="12436" y="2422"/>
                  </a:lnTo>
                  <a:lnTo>
                    <a:pt x="12289" y="2678"/>
                  </a:lnTo>
                  <a:lnTo>
                    <a:pt x="12179" y="3008"/>
                  </a:lnTo>
                  <a:lnTo>
                    <a:pt x="12179" y="3339"/>
                  </a:lnTo>
                  <a:lnTo>
                    <a:pt x="12179" y="3522"/>
                  </a:lnTo>
                  <a:lnTo>
                    <a:pt x="12216" y="3669"/>
                  </a:lnTo>
                  <a:lnTo>
                    <a:pt x="12289" y="3815"/>
                  </a:lnTo>
                  <a:lnTo>
                    <a:pt x="12363" y="3962"/>
                  </a:lnTo>
                  <a:lnTo>
                    <a:pt x="12473" y="4109"/>
                  </a:lnTo>
                  <a:lnTo>
                    <a:pt x="12583" y="4219"/>
                  </a:lnTo>
                  <a:lnTo>
                    <a:pt x="12729" y="4292"/>
                  </a:lnTo>
                  <a:lnTo>
                    <a:pt x="12876" y="4366"/>
                  </a:lnTo>
                  <a:lnTo>
                    <a:pt x="12986" y="4402"/>
                  </a:lnTo>
                  <a:lnTo>
                    <a:pt x="13096" y="4402"/>
                  </a:lnTo>
                  <a:lnTo>
                    <a:pt x="13353" y="4329"/>
                  </a:lnTo>
                  <a:lnTo>
                    <a:pt x="13757" y="4146"/>
                  </a:lnTo>
                  <a:lnTo>
                    <a:pt x="14197" y="3999"/>
                  </a:lnTo>
                  <a:lnTo>
                    <a:pt x="14417" y="3852"/>
                  </a:lnTo>
                  <a:lnTo>
                    <a:pt x="14564" y="3705"/>
                  </a:lnTo>
                  <a:lnTo>
                    <a:pt x="14600" y="3632"/>
                  </a:lnTo>
                  <a:lnTo>
                    <a:pt x="14564" y="3559"/>
                  </a:lnTo>
                  <a:lnTo>
                    <a:pt x="14527" y="3485"/>
                  </a:lnTo>
                  <a:lnTo>
                    <a:pt x="14453" y="3449"/>
                  </a:lnTo>
                  <a:lnTo>
                    <a:pt x="14343" y="3412"/>
                  </a:lnTo>
                  <a:lnTo>
                    <a:pt x="14197" y="3449"/>
                  </a:lnTo>
                  <a:lnTo>
                    <a:pt x="13940" y="3522"/>
                  </a:lnTo>
                  <a:lnTo>
                    <a:pt x="13426" y="3742"/>
                  </a:lnTo>
                  <a:lnTo>
                    <a:pt x="13280" y="3815"/>
                  </a:lnTo>
                  <a:lnTo>
                    <a:pt x="13133" y="3852"/>
                  </a:lnTo>
                  <a:lnTo>
                    <a:pt x="12986" y="3852"/>
                  </a:lnTo>
                  <a:lnTo>
                    <a:pt x="12839" y="3779"/>
                  </a:lnTo>
                  <a:lnTo>
                    <a:pt x="12766" y="3669"/>
                  </a:lnTo>
                  <a:lnTo>
                    <a:pt x="12729" y="3559"/>
                  </a:lnTo>
                  <a:lnTo>
                    <a:pt x="12656" y="3339"/>
                  </a:lnTo>
                  <a:lnTo>
                    <a:pt x="12656" y="3118"/>
                  </a:lnTo>
                  <a:lnTo>
                    <a:pt x="12729" y="2898"/>
                  </a:lnTo>
                  <a:lnTo>
                    <a:pt x="12839" y="2715"/>
                  </a:lnTo>
                  <a:lnTo>
                    <a:pt x="12986" y="2532"/>
                  </a:lnTo>
                  <a:lnTo>
                    <a:pt x="13133" y="2458"/>
                  </a:lnTo>
                  <a:lnTo>
                    <a:pt x="13280" y="2422"/>
                  </a:lnTo>
                  <a:lnTo>
                    <a:pt x="13610" y="2385"/>
                  </a:lnTo>
                  <a:lnTo>
                    <a:pt x="13940" y="2348"/>
                  </a:lnTo>
                  <a:lnTo>
                    <a:pt x="14307" y="2348"/>
                  </a:lnTo>
                  <a:lnTo>
                    <a:pt x="14307" y="2311"/>
                  </a:lnTo>
                  <a:lnTo>
                    <a:pt x="14307" y="2275"/>
                  </a:lnTo>
                  <a:lnTo>
                    <a:pt x="14307" y="2238"/>
                  </a:lnTo>
                  <a:lnTo>
                    <a:pt x="14123" y="2128"/>
                  </a:lnTo>
                  <a:lnTo>
                    <a:pt x="13903" y="2055"/>
                  </a:lnTo>
                  <a:lnTo>
                    <a:pt x="13720" y="1981"/>
                  </a:lnTo>
                  <a:lnTo>
                    <a:pt x="13500" y="1945"/>
                  </a:lnTo>
                  <a:close/>
                  <a:moveTo>
                    <a:pt x="6787" y="4182"/>
                  </a:moveTo>
                  <a:lnTo>
                    <a:pt x="6347" y="4292"/>
                  </a:lnTo>
                  <a:lnTo>
                    <a:pt x="5907" y="4366"/>
                  </a:lnTo>
                  <a:lnTo>
                    <a:pt x="5466" y="4439"/>
                  </a:lnTo>
                  <a:lnTo>
                    <a:pt x="5063" y="4549"/>
                  </a:lnTo>
                  <a:lnTo>
                    <a:pt x="4990" y="4622"/>
                  </a:lnTo>
                  <a:lnTo>
                    <a:pt x="4953" y="4696"/>
                  </a:lnTo>
                  <a:lnTo>
                    <a:pt x="4953" y="4806"/>
                  </a:lnTo>
                  <a:lnTo>
                    <a:pt x="5063" y="4843"/>
                  </a:lnTo>
                  <a:lnTo>
                    <a:pt x="5283" y="4879"/>
                  </a:lnTo>
                  <a:lnTo>
                    <a:pt x="5980" y="4879"/>
                  </a:lnTo>
                  <a:lnTo>
                    <a:pt x="6457" y="4769"/>
                  </a:lnTo>
                  <a:lnTo>
                    <a:pt x="6897" y="4659"/>
                  </a:lnTo>
                  <a:lnTo>
                    <a:pt x="6970" y="4622"/>
                  </a:lnTo>
                  <a:lnTo>
                    <a:pt x="7044" y="4586"/>
                  </a:lnTo>
                  <a:lnTo>
                    <a:pt x="7080" y="4512"/>
                  </a:lnTo>
                  <a:lnTo>
                    <a:pt x="7117" y="4439"/>
                  </a:lnTo>
                  <a:lnTo>
                    <a:pt x="7080" y="4292"/>
                  </a:lnTo>
                  <a:lnTo>
                    <a:pt x="7007" y="4219"/>
                  </a:lnTo>
                  <a:lnTo>
                    <a:pt x="6934" y="4182"/>
                  </a:lnTo>
                  <a:close/>
                  <a:moveTo>
                    <a:pt x="11079" y="2055"/>
                  </a:moveTo>
                  <a:lnTo>
                    <a:pt x="10785" y="2091"/>
                  </a:lnTo>
                  <a:lnTo>
                    <a:pt x="10565" y="2165"/>
                  </a:lnTo>
                  <a:lnTo>
                    <a:pt x="10382" y="2311"/>
                  </a:lnTo>
                  <a:lnTo>
                    <a:pt x="10235" y="2495"/>
                  </a:lnTo>
                  <a:lnTo>
                    <a:pt x="10198" y="2385"/>
                  </a:lnTo>
                  <a:lnTo>
                    <a:pt x="10088" y="2348"/>
                  </a:lnTo>
                  <a:lnTo>
                    <a:pt x="9942" y="2311"/>
                  </a:lnTo>
                  <a:lnTo>
                    <a:pt x="9611" y="2311"/>
                  </a:lnTo>
                  <a:lnTo>
                    <a:pt x="9501" y="2348"/>
                  </a:lnTo>
                  <a:lnTo>
                    <a:pt x="9208" y="2495"/>
                  </a:lnTo>
                  <a:lnTo>
                    <a:pt x="8988" y="2678"/>
                  </a:lnTo>
                  <a:lnTo>
                    <a:pt x="8951" y="2568"/>
                  </a:lnTo>
                  <a:lnTo>
                    <a:pt x="8915" y="2532"/>
                  </a:lnTo>
                  <a:lnTo>
                    <a:pt x="8878" y="2532"/>
                  </a:lnTo>
                  <a:lnTo>
                    <a:pt x="8804" y="2568"/>
                  </a:lnTo>
                  <a:lnTo>
                    <a:pt x="8731" y="2752"/>
                  </a:lnTo>
                  <a:lnTo>
                    <a:pt x="8658" y="2935"/>
                  </a:lnTo>
                  <a:lnTo>
                    <a:pt x="8621" y="3339"/>
                  </a:lnTo>
                  <a:lnTo>
                    <a:pt x="8584" y="3705"/>
                  </a:lnTo>
                  <a:lnTo>
                    <a:pt x="8621" y="4072"/>
                  </a:lnTo>
                  <a:lnTo>
                    <a:pt x="8694" y="4439"/>
                  </a:lnTo>
                  <a:lnTo>
                    <a:pt x="8768" y="4806"/>
                  </a:lnTo>
                  <a:lnTo>
                    <a:pt x="8804" y="4879"/>
                  </a:lnTo>
                  <a:lnTo>
                    <a:pt x="8878" y="4953"/>
                  </a:lnTo>
                  <a:lnTo>
                    <a:pt x="8951" y="4989"/>
                  </a:lnTo>
                  <a:lnTo>
                    <a:pt x="9061" y="4953"/>
                  </a:lnTo>
                  <a:lnTo>
                    <a:pt x="9135" y="4916"/>
                  </a:lnTo>
                  <a:lnTo>
                    <a:pt x="9208" y="4879"/>
                  </a:lnTo>
                  <a:lnTo>
                    <a:pt x="9245" y="4769"/>
                  </a:lnTo>
                  <a:lnTo>
                    <a:pt x="9208" y="4659"/>
                  </a:lnTo>
                  <a:lnTo>
                    <a:pt x="9135" y="4182"/>
                  </a:lnTo>
                  <a:lnTo>
                    <a:pt x="9098" y="3669"/>
                  </a:lnTo>
                  <a:lnTo>
                    <a:pt x="9135" y="3339"/>
                  </a:lnTo>
                  <a:lnTo>
                    <a:pt x="9208" y="3118"/>
                  </a:lnTo>
                  <a:lnTo>
                    <a:pt x="9391" y="2972"/>
                  </a:lnTo>
                  <a:lnTo>
                    <a:pt x="9575" y="2825"/>
                  </a:lnTo>
                  <a:lnTo>
                    <a:pt x="9795" y="2788"/>
                  </a:lnTo>
                  <a:lnTo>
                    <a:pt x="9868" y="4072"/>
                  </a:lnTo>
                  <a:lnTo>
                    <a:pt x="9905" y="4146"/>
                  </a:lnTo>
                  <a:lnTo>
                    <a:pt x="9942" y="4219"/>
                  </a:lnTo>
                  <a:lnTo>
                    <a:pt x="10015" y="4292"/>
                  </a:lnTo>
                  <a:lnTo>
                    <a:pt x="10125" y="4292"/>
                  </a:lnTo>
                  <a:lnTo>
                    <a:pt x="10198" y="4329"/>
                  </a:lnTo>
                  <a:lnTo>
                    <a:pt x="10272" y="4292"/>
                  </a:lnTo>
                  <a:lnTo>
                    <a:pt x="10308" y="4219"/>
                  </a:lnTo>
                  <a:lnTo>
                    <a:pt x="10345" y="4146"/>
                  </a:lnTo>
                  <a:lnTo>
                    <a:pt x="10455" y="3559"/>
                  </a:lnTo>
                  <a:lnTo>
                    <a:pt x="10565" y="3008"/>
                  </a:lnTo>
                  <a:lnTo>
                    <a:pt x="10602" y="2862"/>
                  </a:lnTo>
                  <a:lnTo>
                    <a:pt x="10675" y="2752"/>
                  </a:lnTo>
                  <a:lnTo>
                    <a:pt x="10785" y="2642"/>
                  </a:lnTo>
                  <a:lnTo>
                    <a:pt x="10895" y="2568"/>
                  </a:lnTo>
                  <a:lnTo>
                    <a:pt x="11079" y="2568"/>
                  </a:lnTo>
                  <a:lnTo>
                    <a:pt x="11115" y="2642"/>
                  </a:lnTo>
                  <a:lnTo>
                    <a:pt x="11115" y="2752"/>
                  </a:lnTo>
                  <a:lnTo>
                    <a:pt x="11115" y="2862"/>
                  </a:lnTo>
                  <a:lnTo>
                    <a:pt x="11189" y="3449"/>
                  </a:lnTo>
                  <a:lnTo>
                    <a:pt x="11299" y="4036"/>
                  </a:lnTo>
                  <a:lnTo>
                    <a:pt x="11372" y="4256"/>
                  </a:lnTo>
                  <a:lnTo>
                    <a:pt x="11446" y="4512"/>
                  </a:lnTo>
                  <a:lnTo>
                    <a:pt x="11556" y="4732"/>
                  </a:lnTo>
                  <a:lnTo>
                    <a:pt x="11629" y="4806"/>
                  </a:lnTo>
                  <a:lnTo>
                    <a:pt x="11739" y="4843"/>
                  </a:lnTo>
                  <a:lnTo>
                    <a:pt x="11849" y="4843"/>
                  </a:lnTo>
                  <a:lnTo>
                    <a:pt x="11922" y="4806"/>
                  </a:lnTo>
                  <a:lnTo>
                    <a:pt x="11996" y="4769"/>
                  </a:lnTo>
                  <a:lnTo>
                    <a:pt x="12032" y="4696"/>
                  </a:lnTo>
                  <a:lnTo>
                    <a:pt x="12069" y="4586"/>
                  </a:lnTo>
                  <a:lnTo>
                    <a:pt x="11996" y="4476"/>
                  </a:lnTo>
                  <a:lnTo>
                    <a:pt x="11922" y="4402"/>
                  </a:lnTo>
                  <a:lnTo>
                    <a:pt x="11886" y="4256"/>
                  </a:lnTo>
                  <a:lnTo>
                    <a:pt x="11812" y="4072"/>
                  </a:lnTo>
                  <a:lnTo>
                    <a:pt x="11776" y="3779"/>
                  </a:lnTo>
                  <a:lnTo>
                    <a:pt x="11666" y="3339"/>
                  </a:lnTo>
                  <a:lnTo>
                    <a:pt x="11629" y="2862"/>
                  </a:lnTo>
                  <a:lnTo>
                    <a:pt x="11629" y="2532"/>
                  </a:lnTo>
                  <a:lnTo>
                    <a:pt x="11592" y="2385"/>
                  </a:lnTo>
                  <a:lnTo>
                    <a:pt x="11482" y="2275"/>
                  </a:lnTo>
                  <a:lnTo>
                    <a:pt x="11299" y="2128"/>
                  </a:lnTo>
                  <a:lnTo>
                    <a:pt x="11189" y="2091"/>
                  </a:lnTo>
                  <a:lnTo>
                    <a:pt x="11079" y="2055"/>
                  </a:lnTo>
                  <a:close/>
                  <a:moveTo>
                    <a:pt x="2715" y="1138"/>
                  </a:moveTo>
                  <a:lnTo>
                    <a:pt x="2569" y="1174"/>
                  </a:lnTo>
                  <a:lnTo>
                    <a:pt x="2422" y="1284"/>
                  </a:lnTo>
                  <a:lnTo>
                    <a:pt x="2385" y="1358"/>
                  </a:lnTo>
                  <a:lnTo>
                    <a:pt x="2165" y="1284"/>
                  </a:lnTo>
                  <a:lnTo>
                    <a:pt x="1762" y="1284"/>
                  </a:lnTo>
                  <a:lnTo>
                    <a:pt x="1542" y="1358"/>
                  </a:lnTo>
                  <a:lnTo>
                    <a:pt x="771" y="1504"/>
                  </a:lnTo>
                  <a:lnTo>
                    <a:pt x="368" y="1651"/>
                  </a:lnTo>
                  <a:lnTo>
                    <a:pt x="184" y="1725"/>
                  </a:lnTo>
                  <a:lnTo>
                    <a:pt x="38" y="1835"/>
                  </a:lnTo>
                  <a:lnTo>
                    <a:pt x="1" y="1908"/>
                  </a:lnTo>
                  <a:lnTo>
                    <a:pt x="1" y="1981"/>
                  </a:lnTo>
                  <a:lnTo>
                    <a:pt x="38" y="2018"/>
                  </a:lnTo>
                  <a:lnTo>
                    <a:pt x="111" y="2055"/>
                  </a:lnTo>
                  <a:lnTo>
                    <a:pt x="74" y="2348"/>
                  </a:lnTo>
                  <a:lnTo>
                    <a:pt x="74" y="2642"/>
                  </a:lnTo>
                  <a:lnTo>
                    <a:pt x="74" y="3705"/>
                  </a:lnTo>
                  <a:lnTo>
                    <a:pt x="111" y="4843"/>
                  </a:lnTo>
                  <a:lnTo>
                    <a:pt x="148" y="5980"/>
                  </a:lnTo>
                  <a:lnTo>
                    <a:pt x="184" y="6090"/>
                  </a:lnTo>
                  <a:lnTo>
                    <a:pt x="294" y="6200"/>
                  </a:lnTo>
                  <a:lnTo>
                    <a:pt x="404" y="6236"/>
                  </a:lnTo>
                  <a:lnTo>
                    <a:pt x="514" y="6200"/>
                  </a:lnTo>
                  <a:lnTo>
                    <a:pt x="624" y="6236"/>
                  </a:lnTo>
                  <a:lnTo>
                    <a:pt x="845" y="6273"/>
                  </a:lnTo>
                  <a:lnTo>
                    <a:pt x="1028" y="6236"/>
                  </a:lnTo>
                  <a:lnTo>
                    <a:pt x="1395" y="6163"/>
                  </a:lnTo>
                  <a:lnTo>
                    <a:pt x="2385" y="5980"/>
                  </a:lnTo>
                  <a:lnTo>
                    <a:pt x="2605" y="5943"/>
                  </a:lnTo>
                  <a:lnTo>
                    <a:pt x="2752" y="5906"/>
                  </a:lnTo>
                  <a:lnTo>
                    <a:pt x="2899" y="5833"/>
                  </a:lnTo>
                  <a:lnTo>
                    <a:pt x="2972" y="5686"/>
                  </a:lnTo>
                  <a:lnTo>
                    <a:pt x="2972" y="5576"/>
                  </a:lnTo>
                  <a:lnTo>
                    <a:pt x="2935" y="5503"/>
                  </a:lnTo>
                  <a:lnTo>
                    <a:pt x="2825" y="5429"/>
                  </a:lnTo>
                  <a:lnTo>
                    <a:pt x="2679" y="5393"/>
                  </a:lnTo>
                  <a:lnTo>
                    <a:pt x="2532" y="5393"/>
                  </a:lnTo>
                  <a:lnTo>
                    <a:pt x="2385" y="5429"/>
                  </a:lnTo>
                  <a:lnTo>
                    <a:pt x="2055" y="5503"/>
                  </a:lnTo>
                  <a:lnTo>
                    <a:pt x="1762" y="5576"/>
                  </a:lnTo>
                  <a:lnTo>
                    <a:pt x="1028" y="5723"/>
                  </a:lnTo>
                  <a:lnTo>
                    <a:pt x="698" y="5796"/>
                  </a:lnTo>
                  <a:lnTo>
                    <a:pt x="661" y="4953"/>
                  </a:lnTo>
                  <a:lnTo>
                    <a:pt x="624" y="4109"/>
                  </a:lnTo>
                  <a:lnTo>
                    <a:pt x="845" y="4109"/>
                  </a:lnTo>
                  <a:lnTo>
                    <a:pt x="1028" y="4072"/>
                  </a:lnTo>
                  <a:lnTo>
                    <a:pt x="1431" y="3962"/>
                  </a:lnTo>
                  <a:lnTo>
                    <a:pt x="2459" y="3742"/>
                  </a:lnTo>
                  <a:lnTo>
                    <a:pt x="2495" y="3779"/>
                  </a:lnTo>
                  <a:lnTo>
                    <a:pt x="2605" y="3779"/>
                  </a:lnTo>
                  <a:lnTo>
                    <a:pt x="2679" y="3742"/>
                  </a:lnTo>
                  <a:lnTo>
                    <a:pt x="2752" y="3705"/>
                  </a:lnTo>
                  <a:lnTo>
                    <a:pt x="2789" y="3669"/>
                  </a:lnTo>
                  <a:lnTo>
                    <a:pt x="2862" y="3559"/>
                  </a:lnTo>
                  <a:lnTo>
                    <a:pt x="2899" y="3485"/>
                  </a:lnTo>
                  <a:lnTo>
                    <a:pt x="2899" y="3412"/>
                  </a:lnTo>
                  <a:lnTo>
                    <a:pt x="2862" y="3339"/>
                  </a:lnTo>
                  <a:lnTo>
                    <a:pt x="2825" y="3265"/>
                  </a:lnTo>
                  <a:lnTo>
                    <a:pt x="2715" y="3155"/>
                  </a:lnTo>
                  <a:lnTo>
                    <a:pt x="2532" y="3155"/>
                  </a:lnTo>
                  <a:lnTo>
                    <a:pt x="1431" y="3449"/>
                  </a:lnTo>
                  <a:lnTo>
                    <a:pt x="1028" y="3522"/>
                  </a:lnTo>
                  <a:lnTo>
                    <a:pt x="808" y="3595"/>
                  </a:lnTo>
                  <a:lnTo>
                    <a:pt x="624" y="3632"/>
                  </a:lnTo>
                  <a:lnTo>
                    <a:pt x="588" y="2788"/>
                  </a:lnTo>
                  <a:lnTo>
                    <a:pt x="588" y="2458"/>
                  </a:lnTo>
                  <a:lnTo>
                    <a:pt x="551" y="2091"/>
                  </a:lnTo>
                  <a:lnTo>
                    <a:pt x="1065" y="1981"/>
                  </a:lnTo>
                  <a:lnTo>
                    <a:pt x="1615" y="1835"/>
                  </a:lnTo>
                  <a:lnTo>
                    <a:pt x="1798" y="1798"/>
                  </a:lnTo>
                  <a:lnTo>
                    <a:pt x="2055" y="1798"/>
                  </a:lnTo>
                  <a:lnTo>
                    <a:pt x="2165" y="1871"/>
                  </a:lnTo>
                  <a:lnTo>
                    <a:pt x="2238" y="1908"/>
                  </a:lnTo>
                  <a:lnTo>
                    <a:pt x="2312" y="1945"/>
                  </a:lnTo>
                  <a:lnTo>
                    <a:pt x="2422" y="1945"/>
                  </a:lnTo>
                  <a:lnTo>
                    <a:pt x="2495" y="1908"/>
                  </a:lnTo>
                  <a:lnTo>
                    <a:pt x="3009" y="1651"/>
                  </a:lnTo>
                  <a:lnTo>
                    <a:pt x="3082" y="1615"/>
                  </a:lnTo>
                  <a:lnTo>
                    <a:pt x="3119" y="1578"/>
                  </a:lnTo>
                  <a:lnTo>
                    <a:pt x="3156" y="1431"/>
                  </a:lnTo>
                  <a:lnTo>
                    <a:pt x="3119" y="1284"/>
                  </a:lnTo>
                  <a:lnTo>
                    <a:pt x="3082" y="1248"/>
                  </a:lnTo>
                  <a:lnTo>
                    <a:pt x="3009" y="1174"/>
                  </a:lnTo>
                  <a:lnTo>
                    <a:pt x="2862" y="113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3" name="Google Shape;306;p5">
              <a:extLst>
                <a:ext uri="{FF2B5EF4-FFF2-40B4-BE49-F238E27FC236}">
                  <a16:creationId xmlns:a16="http://schemas.microsoft.com/office/drawing/2014/main" id="{38907BB3-F232-4E38-B159-FB6D2CA6E755}"/>
                </a:ext>
              </a:extLst>
            </p:cNvPr>
            <p:cNvSpPr/>
            <p:nvPr/>
          </p:nvSpPr>
          <p:spPr>
            <a:xfrm>
              <a:off x="6336425" y="4507675"/>
              <a:ext cx="520000" cy="365000"/>
            </a:xfrm>
            <a:custGeom>
              <a:avLst/>
              <a:gdLst/>
              <a:ahLst/>
              <a:cxnLst/>
              <a:rect l="l" t="t" r="r" b="b"/>
              <a:pathLst>
                <a:path w="20800" h="14600" extrusionOk="0">
                  <a:moveTo>
                    <a:pt x="5466" y="441"/>
                  </a:moveTo>
                  <a:lnTo>
                    <a:pt x="5650" y="478"/>
                  </a:lnTo>
                  <a:lnTo>
                    <a:pt x="5577" y="478"/>
                  </a:lnTo>
                  <a:lnTo>
                    <a:pt x="5466" y="441"/>
                  </a:lnTo>
                  <a:close/>
                  <a:moveTo>
                    <a:pt x="4843" y="478"/>
                  </a:moveTo>
                  <a:lnTo>
                    <a:pt x="4806" y="514"/>
                  </a:lnTo>
                  <a:lnTo>
                    <a:pt x="4586" y="551"/>
                  </a:lnTo>
                  <a:lnTo>
                    <a:pt x="4843" y="478"/>
                  </a:lnTo>
                  <a:close/>
                  <a:moveTo>
                    <a:pt x="5173" y="808"/>
                  </a:moveTo>
                  <a:lnTo>
                    <a:pt x="5210" y="844"/>
                  </a:lnTo>
                  <a:lnTo>
                    <a:pt x="5246" y="918"/>
                  </a:lnTo>
                  <a:lnTo>
                    <a:pt x="5356" y="991"/>
                  </a:lnTo>
                  <a:lnTo>
                    <a:pt x="5503" y="1028"/>
                  </a:lnTo>
                  <a:lnTo>
                    <a:pt x="5760" y="1028"/>
                  </a:lnTo>
                  <a:lnTo>
                    <a:pt x="5870" y="991"/>
                  </a:lnTo>
                  <a:lnTo>
                    <a:pt x="5980" y="991"/>
                  </a:lnTo>
                  <a:lnTo>
                    <a:pt x="6017" y="1028"/>
                  </a:lnTo>
                  <a:lnTo>
                    <a:pt x="6053" y="1101"/>
                  </a:lnTo>
                  <a:lnTo>
                    <a:pt x="6163" y="1431"/>
                  </a:lnTo>
                  <a:lnTo>
                    <a:pt x="6163" y="1725"/>
                  </a:lnTo>
                  <a:lnTo>
                    <a:pt x="6127" y="2055"/>
                  </a:lnTo>
                  <a:lnTo>
                    <a:pt x="6053" y="2348"/>
                  </a:lnTo>
                  <a:lnTo>
                    <a:pt x="5980" y="2532"/>
                  </a:lnTo>
                  <a:lnTo>
                    <a:pt x="5907" y="2715"/>
                  </a:lnTo>
                  <a:lnTo>
                    <a:pt x="5650" y="3009"/>
                  </a:lnTo>
                  <a:lnTo>
                    <a:pt x="5393" y="3229"/>
                  </a:lnTo>
                  <a:lnTo>
                    <a:pt x="5063" y="3412"/>
                  </a:lnTo>
                  <a:lnTo>
                    <a:pt x="5063" y="3375"/>
                  </a:lnTo>
                  <a:lnTo>
                    <a:pt x="5063" y="3302"/>
                  </a:lnTo>
                  <a:lnTo>
                    <a:pt x="5026" y="3265"/>
                  </a:lnTo>
                  <a:lnTo>
                    <a:pt x="4953" y="3229"/>
                  </a:lnTo>
                  <a:lnTo>
                    <a:pt x="4880" y="3229"/>
                  </a:lnTo>
                  <a:lnTo>
                    <a:pt x="5063" y="2789"/>
                  </a:lnTo>
                  <a:lnTo>
                    <a:pt x="5063" y="2715"/>
                  </a:lnTo>
                  <a:lnTo>
                    <a:pt x="4990" y="2679"/>
                  </a:lnTo>
                  <a:lnTo>
                    <a:pt x="4953" y="2679"/>
                  </a:lnTo>
                  <a:lnTo>
                    <a:pt x="4880" y="2715"/>
                  </a:lnTo>
                  <a:lnTo>
                    <a:pt x="4549" y="3229"/>
                  </a:lnTo>
                  <a:lnTo>
                    <a:pt x="4329" y="3559"/>
                  </a:lnTo>
                  <a:lnTo>
                    <a:pt x="4109" y="3522"/>
                  </a:lnTo>
                  <a:lnTo>
                    <a:pt x="3853" y="3486"/>
                  </a:lnTo>
                  <a:lnTo>
                    <a:pt x="3706" y="3449"/>
                  </a:lnTo>
                  <a:lnTo>
                    <a:pt x="3999" y="3192"/>
                  </a:lnTo>
                  <a:lnTo>
                    <a:pt x="4586" y="2642"/>
                  </a:lnTo>
                  <a:lnTo>
                    <a:pt x="4586" y="2568"/>
                  </a:lnTo>
                  <a:lnTo>
                    <a:pt x="4586" y="2495"/>
                  </a:lnTo>
                  <a:lnTo>
                    <a:pt x="4513" y="2458"/>
                  </a:lnTo>
                  <a:lnTo>
                    <a:pt x="4439" y="2458"/>
                  </a:lnTo>
                  <a:lnTo>
                    <a:pt x="3486" y="3119"/>
                  </a:lnTo>
                  <a:lnTo>
                    <a:pt x="3302" y="3265"/>
                  </a:lnTo>
                  <a:lnTo>
                    <a:pt x="3229" y="3192"/>
                  </a:lnTo>
                  <a:lnTo>
                    <a:pt x="3266" y="3082"/>
                  </a:lnTo>
                  <a:lnTo>
                    <a:pt x="3302" y="3009"/>
                  </a:lnTo>
                  <a:lnTo>
                    <a:pt x="3266" y="2935"/>
                  </a:lnTo>
                  <a:lnTo>
                    <a:pt x="3229" y="2899"/>
                  </a:lnTo>
                  <a:lnTo>
                    <a:pt x="3339" y="2935"/>
                  </a:lnTo>
                  <a:lnTo>
                    <a:pt x="3669" y="2752"/>
                  </a:lnTo>
                  <a:lnTo>
                    <a:pt x="4733" y="2055"/>
                  </a:lnTo>
                  <a:lnTo>
                    <a:pt x="4770" y="1982"/>
                  </a:lnTo>
                  <a:lnTo>
                    <a:pt x="4770" y="1945"/>
                  </a:lnTo>
                  <a:lnTo>
                    <a:pt x="4733" y="1872"/>
                  </a:lnTo>
                  <a:lnTo>
                    <a:pt x="4660" y="1872"/>
                  </a:lnTo>
                  <a:lnTo>
                    <a:pt x="4329" y="1982"/>
                  </a:lnTo>
                  <a:lnTo>
                    <a:pt x="3816" y="2202"/>
                  </a:lnTo>
                  <a:lnTo>
                    <a:pt x="3302" y="2458"/>
                  </a:lnTo>
                  <a:lnTo>
                    <a:pt x="3082" y="2642"/>
                  </a:lnTo>
                  <a:lnTo>
                    <a:pt x="2935" y="2789"/>
                  </a:lnTo>
                  <a:lnTo>
                    <a:pt x="2899" y="2605"/>
                  </a:lnTo>
                  <a:lnTo>
                    <a:pt x="2899" y="2458"/>
                  </a:lnTo>
                  <a:lnTo>
                    <a:pt x="3082" y="2385"/>
                  </a:lnTo>
                  <a:lnTo>
                    <a:pt x="3266" y="2238"/>
                  </a:lnTo>
                  <a:lnTo>
                    <a:pt x="3632" y="2018"/>
                  </a:lnTo>
                  <a:lnTo>
                    <a:pt x="4109" y="1725"/>
                  </a:lnTo>
                  <a:lnTo>
                    <a:pt x="4586" y="1505"/>
                  </a:lnTo>
                  <a:lnTo>
                    <a:pt x="4660" y="1431"/>
                  </a:lnTo>
                  <a:lnTo>
                    <a:pt x="4660" y="1358"/>
                  </a:lnTo>
                  <a:lnTo>
                    <a:pt x="4586" y="1321"/>
                  </a:lnTo>
                  <a:lnTo>
                    <a:pt x="4513" y="1285"/>
                  </a:lnTo>
                  <a:lnTo>
                    <a:pt x="4256" y="1358"/>
                  </a:lnTo>
                  <a:lnTo>
                    <a:pt x="3963" y="1431"/>
                  </a:lnTo>
                  <a:lnTo>
                    <a:pt x="3706" y="1505"/>
                  </a:lnTo>
                  <a:lnTo>
                    <a:pt x="3449" y="1651"/>
                  </a:lnTo>
                  <a:lnTo>
                    <a:pt x="3156" y="1798"/>
                  </a:lnTo>
                  <a:lnTo>
                    <a:pt x="3302" y="1578"/>
                  </a:lnTo>
                  <a:lnTo>
                    <a:pt x="3486" y="1358"/>
                  </a:lnTo>
                  <a:lnTo>
                    <a:pt x="3779" y="1211"/>
                  </a:lnTo>
                  <a:lnTo>
                    <a:pt x="4109" y="1065"/>
                  </a:lnTo>
                  <a:lnTo>
                    <a:pt x="4733" y="844"/>
                  </a:lnTo>
                  <a:lnTo>
                    <a:pt x="4770" y="918"/>
                  </a:lnTo>
                  <a:lnTo>
                    <a:pt x="4843" y="991"/>
                  </a:lnTo>
                  <a:lnTo>
                    <a:pt x="4916" y="991"/>
                  </a:lnTo>
                  <a:lnTo>
                    <a:pt x="4990" y="1028"/>
                  </a:lnTo>
                  <a:lnTo>
                    <a:pt x="5063" y="991"/>
                  </a:lnTo>
                  <a:lnTo>
                    <a:pt x="5100" y="955"/>
                  </a:lnTo>
                  <a:lnTo>
                    <a:pt x="5173" y="881"/>
                  </a:lnTo>
                  <a:lnTo>
                    <a:pt x="5173" y="808"/>
                  </a:lnTo>
                  <a:close/>
                  <a:moveTo>
                    <a:pt x="9648" y="3302"/>
                  </a:moveTo>
                  <a:lnTo>
                    <a:pt x="9905" y="3375"/>
                  </a:lnTo>
                  <a:lnTo>
                    <a:pt x="9905" y="3412"/>
                  </a:lnTo>
                  <a:lnTo>
                    <a:pt x="10125" y="3632"/>
                  </a:lnTo>
                  <a:lnTo>
                    <a:pt x="10308" y="3889"/>
                  </a:lnTo>
                  <a:lnTo>
                    <a:pt x="10162" y="4036"/>
                  </a:lnTo>
                  <a:lnTo>
                    <a:pt x="9978" y="4182"/>
                  </a:lnTo>
                  <a:lnTo>
                    <a:pt x="9795" y="4293"/>
                  </a:lnTo>
                  <a:lnTo>
                    <a:pt x="9612" y="4329"/>
                  </a:lnTo>
                  <a:lnTo>
                    <a:pt x="9501" y="4293"/>
                  </a:lnTo>
                  <a:lnTo>
                    <a:pt x="9428" y="4256"/>
                  </a:lnTo>
                  <a:lnTo>
                    <a:pt x="9501" y="4146"/>
                  </a:lnTo>
                  <a:lnTo>
                    <a:pt x="9501" y="4072"/>
                  </a:lnTo>
                  <a:lnTo>
                    <a:pt x="9465" y="3999"/>
                  </a:lnTo>
                  <a:lnTo>
                    <a:pt x="9391" y="3926"/>
                  </a:lnTo>
                  <a:lnTo>
                    <a:pt x="9245" y="3926"/>
                  </a:lnTo>
                  <a:lnTo>
                    <a:pt x="9465" y="3816"/>
                  </a:lnTo>
                  <a:lnTo>
                    <a:pt x="9501" y="3779"/>
                  </a:lnTo>
                  <a:lnTo>
                    <a:pt x="9538" y="3742"/>
                  </a:lnTo>
                  <a:lnTo>
                    <a:pt x="9538" y="3632"/>
                  </a:lnTo>
                  <a:lnTo>
                    <a:pt x="9465" y="3559"/>
                  </a:lnTo>
                  <a:lnTo>
                    <a:pt x="9391" y="3522"/>
                  </a:lnTo>
                  <a:lnTo>
                    <a:pt x="9355" y="3522"/>
                  </a:lnTo>
                  <a:lnTo>
                    <a:pt x="9061" y="3632"/>
                  </a:lnTo>
                  <a:lnTo>
                    <a:pt x="9208" y="3375"/>
                  </a:lnTo>
                  <a:lnTo>
                    <a:pt x="9281" y="3412"/>
                  </a:lnTo>
                  <a:lnTo>
                    <a:pt x="9355" y="3412"/>
                  </a:lnTo>
                  <a:lnTo>
                    <a:pt x="9501" y="3375"/>
                  </a:lnTo>
                  <a:lnTo>
                    <a:pt x="9648" y="3302"/>
                  </a:lnTo>
                  <a:close/>
                  <a:moveTo>
                    <a:pt x="1505" y="4329"/>
                  </a:moveTo>
                  <a:lnTo>
                    <a:pt x="1615" y="4366"/>
                  </a:lnTo>
                  <a:lnTo>
                    <a:pt x="1725" y="4439"/>
                  </a:lnTo>
                  <a:lnTo>
                    <a:pt x="1872" y="4586"/>
                  </a:lnTo>
                  <a:lnTo>
                    <a:pt x="1908" y="4769"/>
                  </a:lnTo>
                  <a:lnTo>
                    <a:pt x="1945" y="4916"/>
                  </a:lnTo>
                  <a:lnTo>
                    <a:pt x="1908" y="5100"/>
                  </a:lnTo>
                  <a:lnTo>
                    <a:pt x="1872" y="5246"/>
                  </a:lnTo>
                  <a:lnTo>
                    <a:pt x="1762" y="5393"/>
                  </a:lnTo>
                  <a:lnTo>
                    <a:pt x="1615" y="5503"/>
                  </a:lnTo>
                  <a:lnTo>
                    <a:pt x="1468" y="5576"/>
                  </a:lnTo>
                  <a:lnTo>
                    <a:pt x="1432" y="5430"/>
                  </a:lnTo>
                  <a:lnTo>
                    <a:pt x="1432" y="5283"/>
                  </a:lnTo>
                  <a:lnTo>
                    <a:pt x="1432" y="5210"/>
                  </a:lnTo>
                  <a:lnTo>
                    <a:pt x="1395" y="5136"/>
                  </a:lnTo>
                  <a:lnTo>
                    <a:pt x="1395" y="5063"/>
                  </a:lnTo>
                  <a:lnTo>
                    <a:pt x="1321" y="4989"/>
                  </a:lnTo>
                  <a:lnTo>
                    <a:pt x="1285" y="4953"/>
                  </a:lnTo>
                  <a:lnTo>
                    <a:pt x="1175" y="4989"/>
                  </a:lnTo>
                  <a:lnTo>
                    <a:pt x="1028" y="5063"/>
                  </a:lnTo>
                  <a:lnTo>
                    <a:pt x="1138" y="4989"/>
                  </a:lnTo>
                  <a:lnTo>
                    <a:pt x="1321" y="4879"/>
                  </a:lnTo>
                  <a:lnTo>
                    <a:pt x="1468" y="4769"/>
                  </a:lnTo>
                  <a:lnTo>
                    <a:pt x="1542" y="4696"/>
                  </a:lnTo>
                  <a:lnTo>
                    <a:pt x="1505" y="4623"/>
                  </a:lnTo>
                  <a:lnTo>
                    <a:pt x="1468" y="4549"/>
                  </a:lnTo>
                  <a:lnTo>
                    <a:pt x="1395" y="4513"/>
                  </a:lnTo>
                  <a:lnTo>
                    <a:pt x="1432" y="4476"/>
                  </a:lnTo>
                  <a:lnTo>
                    <a:pt x="1468" y="4439"/>
                  </a:lnTo>
                  <a:lnTo>
                    <a:pt x="1468" y="4403"/>
                  </a:lnTo>
                  <a:lnTo>
                    <a:pt x="1432" y="4329"/>
                  </a:lnTo>
                  <a:close/>
                  <a:moveTo>
                    <a:pt x="1138" y="5576"/>
                  </a:moveTo>
                  <a:lnTo>
                    <a:pt x="1138" y="5650"/>
                  </a:lnTo>
                  <a:lnTo>
                    <a:pt x="1028" y="5613"/>
                  </a:lnTo>
                  <a:lnTo>
                    <a:pt x="1138" y="5576"/>
                  </a:lnTo>
                  <a:close/>
                  <a:moveTo>
                    <a:pt x="7887" y="5907"/>
                  </a:moveTo>
                  <a:lnTo>
                    <a:pt x="8218" y="5980"/>
                  </a:lnTo>
                  <a:lnTo>
                    <a:pt x="8291" y="6090"/>
                  </a:lnTo>
                  <a:lnTo>
                    <a:pt x="8401" y="6163"/>
                  </a:lnTo>
                  <a:lnTo>
                    <a:pt x="8511" y="6273"/>
                  </a:lnTo>
                  <a:lnTo>
                    <a:pt x="8621" y="6383"/>
                  </a:lnTo>
                  <a:lnTo>
                    <a:pt x="8694" y="6530"/>
                  </a:lnTo>
                  <a:lnTo>
                    <a:pt x="8768" y="6677"/>
                  </a:lnTo>
                  <a:lnTo>
                    <a:pt x="8805" y="6934"/>
                  </a:lnTo>
                  <a:lnTo>
                    <a:pt x="8768" y="7154"/>
                  </a:lnTo>
                  <a:lnTo>
                    <a:pt x="8658" y="7374"/>
                  </a:lnTo>
                  <a:lnTo>
                    <a:pt x="8548" y="7557"/>
                  </a:lnTo>
                  <a:lnTo>
                    <a:pt x="8438" y="7704"/>
                  </a:lnTo>
                  <a:lnTo>
                    <a:pt x="8291" y="7814"/>
                  </a:lnTo>
                  <a:lnTo>
                    <a:pt x="8144" y="7887"/>
                  </a:lnTo>
                  <a:lnTo>
                    <a:pt x="7998" y="7961"/>
                  </a:lnTo>
                  <a:lnTo>
                    <a:pt x="8071" y="7594"/>
                  </a:lnTo>
                  <a:lnTo>
                    <a:pt x="8071" y="7520"/>
                  </a:lnTo>
                  <a:lnTo>
                    <a:pt x="8034" y="7484"/>
                  </a:lnTo>
                  <a:lnTo>
                    <a:pt x="7961" y="7484"/>
                  </a:lnTo>
                  <a:lnTo>
                    <a:pt x="7924" y="7520"/>
                  </a:lnTo>
                  <a:lnTo>
                    <a:pt x="7741" y="7741"/>
                  </a:lnTo>
                  <a:lnTo>
                    <a:pt x="7557" y="7997"/>
                  </a:lnTo>
                  <a:lnTo>
                    <a:pt x="7264" y="7924"/>
                  </a:lnTo>
                  <a:lnTo>
                    <a:pt x="7484" y="7594"/>
                  </a:lnTo>
                  <a:lnTo>
                    <a:pt x="7741" y="7337"/>
                  </a:lnTo>
                  <a:lnTo>
                    <a:pt x="7741" y="7264"/>
                  </a:lnTo>
                  <a:lnTo>
                    <a:pt x="7741" y="7227"/>
                  </a:lnTo>
                  <a:lnTo>
                    <a:pt x="7631" y="7227"/>
                  </a:lnTo>
                  <a:lnTo>
                    <a:pt x="7447" y="7337"/>
                  </a:lnTo>
                  <a:lnTo>
                    <a:pt x="7264" y="7447"/>
                  </a:lnTo>
                  <a:lnTo>
                    <a:pt x="7080" y="7594"/>
                  </a:lnTo>
                  <a:lnTo>
                    <a:pt x="6934" y="7777"/>
                  </a:lnTo>
                  <a:lnTo>
                    <a:pt x="6860" y="7704"/>
                  </a:lnTo>
                  <a:lnTo>
                    <a:pt x="6714" y="7557"/>
                  </a:lnTo>
                  <a:lnTo>
                    <a:pt x="7227" y="7264"/>
                  </a:lnTo>
                  <a:lnTo>
                    <a:pt x="7741" y="6934"/>
                  </a:lnTo>
                  <a:lnTo>
                    <a:pt x="7741" y="6897"/>
                  </a:lnTo>
                  <a:lnTo>
                    <a:pt x="7704" y="6860"/>
                  </a:lnTo>
                  <a:lnTo>
                    <a:pt x="7411" y="6860"/>
                  </a:lnTo>
                  <a:lnTo>
                    <a:pt x="7080" y="6934"/>
                  </a:lnTo>
                  <a:lnTo>
                    <a:pt x="6787" y="7044"/>
                  </a:lnTo>
                  <a:lnTo>
                    <a:pt x="6530" y="7227"/>
                  </a:lnTo>
                  <a:lnTo>
                    <a:pt x="6494" y="7007"/>
                  </a:lnTo>
                  <a:lnTo>
                    <a:pt x="6494" y="6750"/>
                  </a:lnTo>
                  <a:lnTo>
                    <a:pt x="6604" y="6713"/>
                  </a:lnTo>
                  <a:lnTo>
                    <a:pt x="6970" y="6603"/>
                  </a:lnTo>
                  <a:lnTo>
                    <a:pt x="7117" y="6530"/>
                  </a:lnTo>
                  <a:lnTo>
                    <a:pt x="7301" y="6420"/>
                  </a:lnTo>
                  <a:lnTo>
                    <a:pt x="7337" y="6347"/>
                  </a:lnTo>
                  <a:lnTo>
                    <a:pt x="7337" y="6310"/>
                  </a:lnTo>
                  <a:lnTo>
                    <a:pt x="7301" y="6310"/>
                  </a:lnTo>
                  <a:lnTo>
                    <a:pt x="7007" y="6273"/>
                  </a:lnTo>
                  <a:lnTo>
                    <a:pt x="6750" y="6310"/>
                  </a:lnTo>
                  <a:lnTo>
                    <a:pt x="6750" y="6310"/>
                  </a:lnTo>
                  <a:lnTo>
                    <a:pt x="6860" y="6200"/>
                  </a:lnTo>
                  <a:lnTo>
                    <a:pt x="6970" y="6090"/>
                  </a:lnTo>
                  <a:lnTo>
                    <a:pt x="7117" y="6017"/>
                  </a:lnTo>
                  <a:lnTo>
                    <a:pt x="7264" y="5943"/>
                  </a:lnTo>
                  <a:lnTo>
                    <a:pt x="7557" y="5907"/>
                  </a:lnTo>
                  <a:close/>
                  <a:moveTo>
                    <a:pt x="4953" y="1"/>
                  </a:moveTo>
                  <a:lnTo>
                    <a:pt x="4733" y="37"/>
                  </a:lnTo>
                  <a:lnTo>
                    <a:pt x="4476" y="111"/>
                  </a:lnTo>
                  <a:lnTo>
                    <a:pt x="4256" y="184"/>
                  </a:lnTo>
                  <a:lnTo>
                    <a:pt x="4036" y="294"/>
                  </a:lnTo>
                  <a:lnTo>
                    <a:pt x="3632" y="551"/>
                  </a:lnTo>
                  <a:lnTo>
                    <a:pt x="3302" y="881"/>
                  </a:lnTo>
                  <a:lnTo>
                    <a:pt x="2972" y="1248"/>
                  </a:lnTo>
                  <a:lnTo>
                    <a:pt x="2679" y="1651"/>
                  </a:lnTo>
                  <a:lnTo>
                    <a:pt x="2569" y="1872"/>
                  </a:lnTo>
                  <a:lnTo>
                    <a:pt x="2495" y="2092"/>
                  </a:lnTo>
                  <a:lnTo>
                    <a:pt x="2422" y="2348"/>
                  </a:lnTo>
                  <a:lnTo>
                    <a:pt x="2385" y="2568"/>
                  </a:lnTo>
                  <a:lnTo>
                    <a:pt x="2422" y="2789"/>
                  </a:lnTo>
                  <a:lnTo>
                    <a:pt x="2459" y="2935"/>
                  </a:lnTo>
                  <a:lnTo>
                    <a:pt x="2532" y="3119"/>
                  </a:lnTo>
                  <a:lnTo>
                    <a:pt x="2605" y="3265"/>
                  </a:lnTo>
                  <a:lnTo>
                    <a:pt x="2495" y="3339"/>
                  </a:lnTo>
                  <a:lnTo>
                    <a:pt x="2018" y="3559"/>
                  </a:lnTo>
                  <a:lnTo>
                    <a:pt x="1798" y="3706"/>
                  </a:lnTo>
                  <a:lnTo>
                    <a:pt x="1688" y="3779"/>
                  </a:lnTo>
                  <a:lnTo>
                    <a:pt x="1578" y="3852"/>
                  </a:lnTo>
                  <a:lnTo>
                    <a:pt x="1065" y="3852"/>
                  </a:lnTo>
                  <a:lnTo>
                    <a:pt x="881" y="3926"/>
                  </a:lnTo>
                  <a:lnTo>
                    <a:pt x="735" y="3999"/>
                  </a:lnTo>
                  <a:lnTo>
                    <a:pt x="588" y="4109"/>
                  </a:lnTo>
                  <a:lnTo>
                    <a:pt x="478" y="4256"/>
                  </a:lnTo>
                  <a:lnTo>
                    <a:pt x="368" y="4403"/>
                  </a:lnTo>
                  <a:lnTo>
                    <a:pt x="184" y="4623"/>
                  </a:lnTo>
                  <a:lnTo>
                    <a:pt x="74" y="4879"/>
                  </a:lnTo>
                  <a:lnTo>
                    <a:pt x="38" y="4989"/>
                  </a:lnTo>
                  <a:lnTo>
                    <a:pt x="1" y="5136"/>
                  </a:lnTo>
                  <a:lnTo>
                    <a:pt x="38" y="5283"/>
                  </a:lnTo>
                  <a:lnTo>
                    <a:pt x="74" y="5430"/>
                  </a:lnTo>
                  <a:lnTo>
                    <a:pt x="184" y="5576"/>
                  </a:lnTo>
                  <a:lnTo>
                    <a:pt x="258" y="5723"/>
                  </a:lnTo>
                  <a:lnTo>
                    <a:pt x="404" y="5833"/>
                  </a:lnTo>
                  <a:lnTo>
                    <a:pt x="514" y="5943"/>
                  </a:lnTo>
                  <a:lnTo>
                    <a:pt x="661" y="6017"/>
                  </a:lnTo>
                  <a:lnTo>
                    <a:pt x="845" y="6053"/>
                  </a:lnTo>
                  <a:lnTo>
                    <a:pt x="1175" y="6127"/>
                  </a:lnTo>
                  <a:lnTo>
                    <a:pt x="1358" y="6127"/>
                  </a:lnTo>
                  <a:lnTo>
                    <a:pt x="1505" y="6090"/>
                  </a:lnTo>
                  <a:lnTo>
                    <a:pt x="1688" y="6053"/>
                  </a:lnTo>
                  <a:lnTo>
                    <a:pt x="1835" y="5980"/>
                  </a:lnTo>
                  <a:lnTo>
                    <a:pt x="2055" y="5760"/>
                  </a:lnTo>
                  <a:lnTo>
                    <a:pt x="2275" y="5503"/>
                  </a:lnTo>
                  <a:lnTo>
                    <a:pt x="2385" y="5210"/>
                  </a:lnTo>
                  <a:lnTo>
                    <a:pt x="2422" y="5063"/>
                  </a:lnTo>
                  <a:lnTo>
                    <a:pt x="2422" y="4879"/>
                  </a:lnTo>
                  <a:lnTo>
                    <a:pt x="2385" y="4733"/>
                  </a:lnTo>
                  <a:lnTo>
                    <a:pt x="2349" y="4586"/>
                  </a:lnTo>
                  <a:lnTo>
                    <a:pt x="2275" y="4403"/>
                  </a:lnTo>
                  <a:lnTo>
                    <a:pt x="2202" y="4256"/>
                  </a:lnTo>
                  <a:lnTo>
                    <a:pt x="2092" y="4146"/>
                  </a:lnTo>
                  <a:lnTo>
                    <a:pt x="2055" y="4109"/>
                  </a:lnTo>
                  <a:lnTo>
                    <a:pt x="2165" y="4036"/>
                  </a:lnTo>
                  <a:lnTo>
                    <a:pt x="2495" y="3816"/>
                  </a:lnTo>
                  <a:lnTo>
                    <a:pt x="2679" y="3669"/>
                  </a:lnTo>
                  <a:lnTo>
                    <a:pt x="2862" y="3522"/>
                  </a:lnTo>
                  <a:lnTo>
                    <a:pt x="3119" y="3706"/>
                  </a:lnTo>
                  <a:lnTo>
                    <a:pt x="3156" y="3779"/>
                  </a:lnTo>
                  <a:lnTo>
                    <a:pt x="3229" y="3816"/>
                  </a:lnTo>
                  <a:lnTo>
                    <a:pt x="3339" y="3816"/>
                  </a:lnTo>
                  <a:lnTo>
                    <a:pt x="3706" y="3962"/>
                  </a:lnTo>
                  <a:lnTo>
                    <a:pt x="4109" y="4036"/>
                  </a:lnTo>
                  <a:lnTo>
                    <a:pt x="4513" y="4072"/>
                  </a:lnTo>
                  <a:lnTo>
                    <a:pt x="4880" y="3999"/>
                  </a:lnTo>
                  <a:lnTo>
                    <a:pt x="5246" y="3889"/>
                  </a:lnTo>
                  <a:lnTo>
                    <a:pt x="5283" y="3962"/>
                  </a:lnTo>
                  <a:lnTo>
                    <a:pt x="5320" y="4036"/>
                  </a:lnTo>
                  <a:lnTo>
                    <a:pt x="5540" y="4219"/>
                  </a:lnTo>
                  <a:lnTo>
                    <a:pt x="5723" y="4439"/>
                  </a:lnTo>
                  <a:lnTo>
                    <a:pt x="5980" y="4916"/>
                  </a:lnTo>
                  <a:lnTo>
                    <a:pt x="6200" y="5430"/>
                  </a:lnTo>
                  <a:lnTo>
                    <a:pt x="6347" y="5650"/>
                  </a:lnTo>
                  <a:lnTo>
                    <a:pt x="6530" y="5870"/>
                  </a:lnTo>
                  <a:lnTo>
                    <a:pt x="6347" y="6017"/>
                  </a:lnTo>
                  <a:lnTo>
                    <a:pt x="6237" y="6200"/>
                  </a:lnTo>
                  <a:lnTo>
                    <a:pt x="6127" y="6383"/>
                  </a:lnTo>
                  <a:lnTo>
                    <a:pt x="6053" y="6567"/>
                  </a:lnTo>
                  <a:lnTo>
                    <a:pt x="5797" y="6713"/>
                  </a:lnTo>
                  <a:lnTo>
                    <a:pt x="5723" y="6824"/>
                  </a:lnTo>
                  <a:lnTo>
                    <a:pt x="5723" y="6934"/>
                  </a:lnTo>
                  <a:lnTo>
                    <a:pt x="5760" y="7044"/>
                  </a:lnTo>
                  <a:lnTo>
                    <a:pt x="5833" y="7080"/>
                  </a:lnTo>
                  <a:lnTo>
                    <a:pt x="6017" y="7080"/>
                  </a:lnTo>
                  <a:lnTo>
                    <a:pt x="6053" y="7300"/>
                  </a:lnTo>
                  <a:lnTo>
                    <a:pt x="6127" y="7520"/>
                  </a:lnTo>
                  <a:lnTo>
                    <a:pt x="6127" y="7631"/>
                  </a:lnTo>
                  <a:lnTo>
                    <a:pt x="6127" y="7741"/>
                  </a:lnTo>
                  <a:lnTo>
                    <a:pt x="6200" y="7814"/>
                  </a:lnTo>
                  <a:lnTo>
                    <a:pt x="6310" y="7851"/>
                  </a:lnTo>
                  <a:lnTo>
                    <a:pt x="6347" y="7851"/>
                  </a:lnTo>
                  <a:lnTo>
                    <a:pt x="6494" y="8034"/>
                  </a:lnTo>
                  <a:lnTo>
                    <a:pt x="6640" y="8144"/>
                  </a:lnTo>
                  <a:lnTo>
                    <a:pt x="6787" y="8254"/>
                  </a:lnTo>
                  <a:lnTo>
                    <a:pt x="6860" y="8291"/>
                  </a:lnTo>
                  <a:lnTo>
                    <a:pt x="6934" y="8327"/>
                  </a:lnTo>
                  <a:lnTo>
                    <a:pt x="7191" y="8438"/>
                  </a:lnTo>
                  <a:lnTo>
                    <a:pt x="7447" y="8474"/>
                  </a:lnTo>
                  <a:lnTo>
                    <a:pt x="7741" y="8474"/>
                  </a:lnTo>
                  <a:lnTo>
                    <a:pt x="7998" y="8438"/>
                  </a:lnTo>
                  <a:lnTo>
                    <a:pt x="8254" y="8364"/>
                  </a:lnTo>
                  <a:lnTo>
                    <a:pt x="8511" y="8254"/>
                  </a:lnTo>
                  <a:lnTo>
                    <a:pt x="8731" y="8071"/>
                  </a:lnTo>
                  <a:lnTo>
                    <a:pt x="8915" y="7887"/>
                  </a:lnTo>
                  <a:lnTo>
                    <a:pt x="9098" y="7631"/>
                  </a:lnTo>
                  <a:lnTo>
                    <a:pt x="9245" y="7300"/>
                  </a:lnTo>
                  <a:lnTo>
                    <a:pt x="9281" y="7007"/>
                  </a:lnTo>
                  <a:lnTo>
                    <a:pt x="9318" y="6824"/>
                  </a:lnTo>
                  <a:lnTo>
                    <a:pt x="9281" y="6677"/>
                  </a:lnTo>
                  <a:lnTo>
                    <a:pt x="9208" y="6457"/>
                  </a:lnTo>
                  <a:lnTo>
                    <a:pt x="9135" y="6200"/>
                  </a:lnTo>
                  <a:lnTo>
                    <a:pt x="8951" y="5980"/>
                  </a:lnTo>
                  <a:lnTo>
                    <a:pt x="8878" y="5907"/>
                  </a:lnTo>
                  <a:lnTo>
                    <a:pt x="8768" y="5833"/>
                  </a:lnTo>
                  <a:lnTo>
                    <a:pt x="8805" y="5686"/>
                  </a:lnTo>
                  <a:lnTo>
                    <a:pt x="9025" y="5246"/>
                  </a:lnTo>
                  <a:lnTo>
                    <a:pt x="9208" y="4769"/>
                  </a:lnTo>
                  <a:lnTo>
                    <a:pt x="9428" y="4806"/>
                  </a:lnTo>
                  <a:lnTo>
                    <a:pt x="9648" y="4806"/>
                  </a:lnTo>
                  <a:lnTo>
                    <a:pt x="9832" y="4733"/>
                  </a:lnTo>
                  <a:lnTo>
                    <a:pt x="10052" y="4659"/>
                  </a:lnTo>
                  <a:lnTo>
                    <a:pt x="10235" y="4549"/>
                  </a:lnTo>
                  <a:lnTo>
                    <a:pt x="10419" y="4403"/>
                  </a:lnTo>
                  <a:lnTo>
                    <a:pt x="10712" y="4109"/>
                  </a:lnTo>
                  <a:lnTo>
                    <a:pt x="10785" y="3962"/>
                  </a:lnTo>
                  <a:lnTo>
                    <a:pt x="10785" y="3816"/>
                  </a:lnTo>
                  <a:lnTo>
                    <a:pt x="10639" y="3559"/>
                  </a:lnTo>
                  <a:lnTo>
                    <a:pt x="10492" y="3339"/>
                  </a:lnTo>
                  <a:lnTo>
                    <a:pt x="10345" y="3155"/>
                  </a:lnTo>
                  <a:lnTo>
                    <a:pt x="10125" y="2972"/>
                  </a:lnTo>
                  <a:lnTo>
                    <a:pt x="9905" y="2825"/>
                  </a:lnTo>
                  <a:lnTo>
                    <a:pt x="9795" y="2789"/>
                  </a:lnTo>
                  <a:lnTo>
                    <a:pt x="9685" y="2752"/>
                  </a:lnTo>
                  <a:lnTo>
                    <a:pt x="9501" y="2862"/>
                  </a:lnTo>
                  <a:lnTo>
                    <a:pt x="9391" y="2825"/>
                  </a:lnTo>
                  <a:lnTo>
                    <a:pt x="9318" y="2862"/>
                  </a:lnTo>
                  <a:lnTo>
                    <a:pt x="9025" y="3009"/>
                  </a:lnTo>
                  <a:lnTo>
                    <a:pt x="8768" y="3192"/>
                  </a:lnTo>
                  <a:lnTo>
                    <a:pt x="8658" y="3302"/>
                  </a:lnTo>
                  <a:lnTo>
                    <a:pt x="8548" y="3449"/>
                  </a:lnTo>
                  <a:lnTo>
                    <a:pt x="8474" y="3559"/>
                  </a:lnTo>
                  <a:lnTo>
                    <a:pt x="8438" y="3742"/>
                  </a:lnTo>
                  <a:lnTo>
                    <a:pt x="8438" y="3852"/>
                  </a:lnTo>
                  <a:lnTo>
                    <a:pt x="8438" y="3962"/>
                  </a:lnTo>
                  <a:lnTo>
                    <a:pt x="8474" y="4182"/>
                  </a:lnTo>
                  <a:lnTo>
                    <a:pt x="8621" y="4403"/>
                  </a:lnTo>
                  <a:lnTo>
                    <a:pt x="8768" y="4549"/>
                  </a:lnTo>
                  <a:lnTo>
                    <a:pt x="8878" y="4623"/>
                  </a:lnTo>
                  <a:lnTo>
                    <a:pt x="8694" y="4879"/>
                  </a:lnTo>
                  <a:lnTo>
                    <a:pt x="8548" y="5136"/>
                  </a:lnTo>
                  <a:lnTo>
                    <a:pt x="8291" y="5613"/>
                  </a:lnTo>
                  <a:lnTo>
                    <a:pt x="8144" y="5540"/>
                  </a:lnTo>
                  <a:lnTo>
                    <a:pt x="7961" y="5503"/>
                  </a:lnTo>
                  <a:lnTo>
                    <a:pt x="7777" y="5466"/>
                  </a:lnTo>
                  <a:lnTo>
                    <a:pt x="7411" y="5466"/>
                  </a:lnTo>
                  <a:lnTo>
                    <a:pt x="7227" y="5503"/>
                  </a:lnTo>
                  <a:lnTo>
                    <a:pt x="7044" y="5540"/>
                  </a:lnTo>
                  <a:lnTo>
                    <a:pt x="6860" y="5650"/>
                  </a:lnTo>
                  <a:lnTo>
                    <a:pt x="6750" y="5320"/>
                  </a:lnTo>
                  <a:lnTo>
                    <a:pt x="6604" y="5026"/>
                  </a:lnTo>
                  <a:lnTo>
                    <a:pt x="6273" y="4476"/>
                  </a:lnTo>
                  <a:lnTo>
                    <a:pt x="6163" y="4256"/>
                  </a:lnTo>
                  <a:lnTo>
                    <a:pt x="6053" y="4072"/>
                  </a:lnTo>
                  <a:lnTo>
                    <a:pt x="5870" y="3889"/>
                  </a:lnTo>
                  <a:lnTo>
                    <a:pt x="5687" y="3779"/>
                  </a:lnTo>
                  <a:lnTo>
                    <a:pt x="5723" y="3706"/>
                  </a:lnTo>
                  <a:lnTo>
                    <a:pt x="5723" y="3632"/>
                  </a:lnTo>
                  <a:lnTo>
                    <a:pt x="5907" y="3486"/>
                  </a:lnTo>
                  <a:lnTo>
                    <a:pt x="6053" y="3339"/>
                  </a:lnTo>
                  <a:lnTo>
                    <a:pt x="6200" y="3155"/>
                  </a:lnTo>
                  <a:lnTo>
                    <a:pt x="6347" y="2972"/>
                  </a:lnTo>
                  <a:lnTo>
                    <a:pt x="6457" y="2752"/>
                  </a:lnTo>
                  <a:lnTo>
                    <a:pt x="6530" y="2532"/>
                  </a:lnTo>
                  <a:lnTo>
                    <a:pt x="6604" y="2312"/>
                  </a:lnTo>
                  <a:lnTo>
                    <a:pt x="6677" y="2055"/>
                  </a:lnTo>
                  <a:lnTo>
                    <a:pt x="6677" y="1615"/>
                  </a:lnTo>
                  <a:lnTo>
                    <a:pt x="6677" y="1358"/>
                  </a:lnTo>
                  <a:lnTo>
                    <a:pt x="6640" y="1138"/>
                  </a:lnTo>
                  <a:lnTo>
                    <a:pt x="6567" y="881"/>
                  </a:lnTo>
                  <a:lnTo>
                    <a:pt x="6457" y="698"/>
                  </a:lnTo>
                  <a:lnTo>
                    <a:pt x="6273" y="551"/>
                  </a:lnTo>
                  <a:lnTo>
                    <a:pt x="6200" y="478"/>
                  </a:lnTo>
                  <a:lnTo>
                    <a:pt x="6090" y="478"/>
                  </a:lnTo>
                  <a:lnTo>
                    <a:pt x="6017" y="331"/>
                  </a:lnTo>
                  <a:lnTo>
                    <a:pt x="5907" y="221"/>
                  </a:lnTo>
                  <a:lnTo>
                    <a:pt x="5760" y="148"/>
                  </a:lnTo>
                  <a:lnTo>
                    <a:pt x="5613" y="74"/>
                  </a:lnTo>
                  <a:lnTo>
                    <a:pt x="5283" y="1"/>
                  </a:lnTo>
                  <a:close/>
                  <a:moveTo>
                    <a:pt x="15114" y="6750"/>
                  </a:moveTo>
                  <a:lnTo>
                    <a:pt x="15187" y="6787"/>
                  </a:lnTo>
                  <a:lnTo>
                    <a:pt x="15481" y="6897"/>
                  </a:lnTo>
                  <a:lnTo>
                    <a:pt x="15591" y="6970"/>
                  </a:lnTo>
                  <a:lnTo>
                    <a:pt x="15737" y="7044"/>
                  </a:lnTo>
                  <a:lnTo>
                    <a:pt x="15847" y="7190"/>
                  </a:lnTo>
                  <a:lnTo>
                    <a:pt x="15921" y="7337"/>
                  </a:lnTo>
                  <a:lnTo>
                    <a:pt x="16068" y="7667"/>
                  </a:lnTo>
                  <a:lnTo>
                    <a:pt x="16141" y="8034"/>
                  </a:lnTo>
                  <a:lnTo>
                    <a:pt x="16178" y="8438"/>
                  </a:lnTo>
                  <a:lnTo>
                    <a:pt x="16178" y="8621"/>
                  </a:lnTo>
                  <a:lnTo>
                    <a:pt x="16141" y="8804"/>
                  </a:lnTo>
                  <a:lnTo>
                    <a:pt x="16068" y="8988"/>
                  </a:lnTo>
                  <a:lnTo>
                    <a:pt x="15957" y="9134"/>
                  </a:lnTo>
                  <a:lnTo>
                    <a:pt x="15701" y="9355"/>
                  </a:lnTo>
                  <a:lnTo>
                    <a:pt x="15407" y="9575"/>
                  </a:lnTo>
                  <a:lnTo>
                    <a:pt x="15077" y="9758"/>
                  </a:lnTo>
                  <a:lnTo>
                    <a:pt x="14710" y="9905"/>
                  </a:lnTo>
                  <a:lnTo>
                    <a:pt x="14710" y="9905"/>
                  </a:lnTo>
                  <a:lnTo>
                    <a:pt x="15187" y="9208"/>
                  </a:lnTo>
                  <a:lnTo>
                    <a:pt x="15187" y="9134"/>
                  </a:lnTo>
                  <a:lnTo>
                    <a:pt x="15150" y="9098"/>
                  </a:lnTo>
                  <a:lnTo>
                    <a:pt x="15114" y="9061"/>
                  </a:lnTo>
                  <a:lnTo>
                    <a:pt x="15040" y="9098"/>
                  </a:lnTo>
                  <a:lnTo>
                    <a:pt x="14564" y="9538"/>
                  </a:lnTo>
                  <a:lnTo>
                    <a:pt x="14123" y="9978"/>
                  </a:lnTo>
                  <a:lnTo>
                    <a:pt x="13940" y="9978"/>
                  </a:lnTo>
                  <a:lnTo>
                    <a:pt x="13757" y="9905"/>
                  </a:lnTo>
                  <a:lnTo>
                    <a:pt x="13940" y="9648"/>
                  </a:lnTo>
                  <a:lnTo>
                    <a:pt x="14160" y="9391"/>
                  </a:lnTo>
                  <a:lnTo>
                    <a:pt x="14380" y="9134"/>
                  </a:lnTo>
                  <a:lnTo>
                    <a:pt x="14637" y="8914"/>
                  </a:lnTo>
                  <a:lnTo>
                    <a:pt x="14674" y="8841"/>
                  </a:lnTo>
                  <a:lnTo>
                    <a:pt x="14674" y="8804"/>
                  </a:lnTo>
                  <a:lnTo>
                    <a:pt x="14637" y="8731"/>
                  </a:lnTo>
                  <a:lnTo>
                    <a:pt x="14564" y="8731"/>
                  </a:lnTo>
                  <a:lnTo>
                    <a:pt x="14784" y="8584"/>
                  </a:lnTo>
                  <a:lnTo>
                    <a:pt x="14820" y="8511"/>
                  </a:lnTo>
                  <a:lnTo>
                    <a:pt x="14784" y="8438"/>
                  </a:lnTo>
                  <a:lnTo>
                    <a:pt x="14710" y="8401"/>
                  </a:lnTo>
                  <a:lnTo>
                    <a:pt x="14637" y="8401"/>
                  </a:lnTo>
                  <a:lnTo>
                    <a:pt x="14233" y="8621"/>
                  </a:lnTo>
                  <a:lnTo>
                    <a:pt x="13867" y="8841"/>
                  </a:lnTo>
                  <a:lnTo>
                    <a:pt x="13500" y="9061"/>
                  </a:lnTo>
                  <a:lnTo>
                    <a:pt x="13170" y="9318"/>
                  </a:lnTo>
                  <a:lnTo>
                    <a:pt x="13060" y="9098"/>
                  </a:lnTo>
                  <a:lnTo>
                    <a:pt x="13720" y="8658"/>
                  </a:lnTo>
                  <a:lnTo>
                    <a:pt x="14417" y="8291"/>
                  </a:lnTo>
                  <a:lnTo>
                    <a:pt x="14454" y="8217"/>
                  </a:lnTo>
                  <a:lnTo>
                    <a:pt x="14454" y="8144"/>
                  </a:lnTo>
                  <a:lnTo>
                    <a:pt x="14417" y="8107"/>
                  </a:lnTo>
                  <a:lnTo>
                    <a:pt x="14343" y="8107"/>
                  </a:lnTo>
                  <a:lnTo>
                    <a:pt x="13647" y="8364"/>
                  </a:lnTo>
                  <a:lnTo>
                    <a:pt x="12986" y="8658"/>
                  </a:lnTo>
                  <a:lnTo>
                    <a:pt x="12986" y="8474"/>
                  </a:lnTo>
                  <a:lnTo>
                    <a:pt x="13133" y="8401"/>
                  </a:lnTo>
                  <a:lnTo>
                    <a:pt x="13243" y="8327"/>
                  </a:lnTo>
                  <a:lnTo>
                    <a:pt x="13500" y="8144"/>
                  </a:lnTo>
                  <a:lnTo>
                    <a:pt x="14013" y="7924"/>
                  </a:lnTo>
                  <a:lnTo>
                    <a:pt x="14307" y="7814"/>
                  </a:lnTo>
                  <a:lnTo>
                    <a:pt x="14564" y="7777"/>
                  </a:lnTo>
                  <a:lnTo>
                    <a:pt x="14600" y="7741"/>
                  </a:lnTo>
                  <a:lnTo>
                    <a:pt x="14600" y="7704"/>
                  </a:lnTo>
                  <a:lnTo>
                    <a:pt x="14564" y="7667"/>
                  </a:lnTo>
                  <a:lnTo>
                    <a:pt x="14233" y="7667"/>
                  </a:lnTo>
                  <a:lnTo>
                    <a:pt x="13903" y="7704"/>
                  </a:lnTo>
                  <a:lnTo>
                    <a:pt x="13573" y="7777"/>
                  </a:lnTo>
                  <a:lnTo>
                    <a:pt x="13280" y="7851"/>
                  </a:lnTo>
                  <a:lnTo>
                    <a:pt x="13500" y="7594"/>
                  </a:lnTo>
                  <a:lnTo>
                    <a:pt x="14087" y="7484"/>
                  </a:lnTo>
                  <a:lnTo>
                    <a:pt x="14380" y="7410"/>
                  </a:lnTo>
                  <a:lnTo>
                    <a:pt x="14674" y="7264"/>
                  </a:lnTo>
                  <a:lnTo>
                    <a:pt x="14710" y="7227"/>
                  </a:lnTo>
                  <a:lnTo>
                    <a:pt x="14710" y="7190"/>
                  </a:lnTo>
                  <a:lnTo>
                    <a:pt x="14710" y="7154"/>
                  </a:lnTo>
                  <a:lnTo>
                    <a:pt x="14637" y="7117"/>
                  </a:lnTo>
                  <a:lnTo>
                    <a:pt x="14343" y="7080"/>
                  </a:lnTo>
                  <a:lnTo>
                    <a:pt x="14013" y="7080"/>
                  </a:lnTo>
                  <a:lnTo>
                    <a:pt x="14270" y="6934"/>
                  </a:lnTo>
                  <a:lnTo>
                    <a:pt x="14527" y="6824"/>
                  </a:lnTo>
                  <a:lnTo>
                    <a:pt x="14820" y="6750"/>
                  </a:lnTo>
                  <a:close/>
                  <a:moveTo>
                    <a:pt x="5246" y="9098"/>
                  </a:moveTo>
                  <a:lnTo>
                    <a:pt x="5320" y="9208"/>
                  </a:lnTo>
                  <a:lnTo>
                    <a:pt x="5393" y="9245"/>
                  </a:lnTo>
                  <a:lnTo>
                    <a:pt x="5577" y="9245"/>
                  </a:lnTo>
                  <a:lnTo>
                    <a:pt x="5650" y="9281"/>
                  </a:lnTo>
                  <a:lnTo>
                    <a:pt x="5760" y="9318"/>
                  </a:lnTo>
                  <a:lnTo>
                    <a:pt x="5833" y="9391"/>
                  </a:lnTo>
                  <a:lnTo>
                    <a:pt x="5870" y="9465"/>
                  </a:lnTo>
                  <a:lnTo>
                    <a:pt x="5907" y="9538"/>
                  </a:lnTo>
                  <a:lnTo>
                    <a:pt x="5907" y="9648"/>
                  </a:lnTo>
                  <a:lnTo>
                    <a:pt x="5870" y="9758"/>
                  </a:lnTo>
                  <a:lnTo>
                    <a:pt x="5797" y="9831"/>
                  </a:lnTo>
                  <a:lnTo>
                    <a:pt x="5723" y="9905"/>
                  </a:lnTo>
                  <a:lnTo>
                    <a:pt x="5650" y="9978"/>
                  </a:lnTo>
                  <a:lnTo>
                    <a:pt x="5540" y="10015"/>
                  </a:lnTo>
                  <a:lnTo>
                    <a:pt x="5466" y="9868"/>
                  </a:lnTo>
                  <a:lnTo>
                    <a:pt x="5356" y="9758"/>
                  </a:lnTo>
                  <a:lnTo>
                    <a:pt x="5210" y="9685"/>
                  </a:lnTo>
                  <a:lnTo>
                    <a:pt x="5026" y="9648"/>
                  </a:lnTo>
                  <a:lnTo>
                    <a:pt x="5063" y="9648"/>
                  </a:lnTo>
                  <a:lnTo>
                    <a:pt x="5210" y="9575"/>
                  </a:lnTo>
                  <a:lnTo>
                    <a:pt x="5283" y="9538"/>
                  </a:lnTo>
                  <a:lnTo>
                    <a:pt x="5283" y="9501"/>
                  </a:lnTo>
                  <a:lnTo>
                    <a:pt x="5283" y="9355"/>
                  </a:lnTo>
                  <a:lnTo>
                    <a:pt x="5210" y="9245"/>
                  </a:lnTo>
                  <a:lnTo>
                    <a:pt x="5100" y="9245"/>
                  </a:lnTo>
                  <a:lnTo>
                    <a:pt x="4953" y="9281"/>
                  </a:lnTo>
                  <a:lnTo>
                    <a:pt x="4806" y="9355"/>
                  </a:lnTo>
                  <a:lnTo>
                    <a:pt x="4806" y="9355"/>
                  </a:lnTo>
                  <a:lnTo>
                    <a:pt x="4843" y="9281"/>
                  </a:lnTo>
                  <a:lnTo>
                    <a:pt x="4880" y="9208"/>
                  </a:lnTo>
                  <a:lnTo>
                    <a:pt x="4843" y="9171"/>
                  </a:lnTo>
                  <a:lnTo>
                    <a:pt x="5026" y="9134"/>
                  </a:lnTo>
                  <a:lnTo>
                    <a:pt x="5246" y="9098"/>
                  </a:lnTo>
                  <a:close/>
                  <a:moveTo>
                    <a:pt x="6347" y="8034"/>
                  </a:moveTo>
                  <a:lnTo>
                    <a:pt x="6347" y="8071"/>
                  </a:lnTo>
                  <a:lnTo>
                    <a:pt x="6310" y="8181"/>
                  </a:lnTo>
                  <a:lnTo>
                    <a:pt x="6127" y="8254"/>
                  </a:lnTo>
                  <a:lnTo>
                    <a:pt x="5980" y="8364"/>
                  </a:lnTo>
                  <a:lnTo>
                    <a:pt x="5687" y="8621"/>
                  </a:lnTo>
                  <a:lnTo>
                    <a:pt x="5577" y="8621"/>
                  </a:lnTo>
                  <a:lnTo>
                    <a:pt x="5466" y="8694"/>
                  </a:lnTo>
                  <a:lnTo>
                    <a:pt x="5393" y="8768"/>
                  </a:lnTo>
                  <a:lnTo>
                    <a:pt x="5246" y="8731"/>
                  </a:lnTo>
                  <a:lnTo>
                    <a:pt x="4806" y="8731"/>
                  </a:lnTo>
                  <a:lnTo>
                    <a:pt x="4549" y="8841"/>
                  </a:lnTo>
                  <a:lnTo>
                    <a:pt x="4293" y="9024"/>
                  </a:lnTo>
                  <a:lnTo>
                    <a:pt x="4183" y="9171"/>
                  </a:lnTo>
                  <a:lnTo>
                    <a:pt x="4073" y="9355"/>
                  </a:lnTo>
                  <a:lnTo>
                    <a:pt x="4073" y="9501"/>
                  </a:lnTo>
                  <a:lnTo>
                    <a:pt x="4073" y="9648"/>
                  </a:lnTo>
                  <a:lnTo>
                    <a:pt x="4073" y="9721"/>
                  </a:lnTo>
                  <a:lnTo>
                    <a:pt x="4146" y="9831"/>
                  </a:lnTo>
                  <a:lnTo>
                    <a:pt x="4256" y="9978"/>
                  </a:lnTo>
                  <a:lnTo>
                    <a:pt x="4439" y="10162"/>
                  </a:lnTo>
                  <a:lnTo>
                    <a:pt x="4623" y="10308"/>
                  </a:lnTo>
                  <a:lnTo>
                    <a:pt x="4843" y="10382"/>
                  </a:lnTo>
                  <a:lnTo>
                    <a:pt x="5026" y="10455"/>
                  </a:lnTo>
                  <a:lnTo>
                    <a:pt x="5246" y="10492"/>
                  </a:lnTo>
                  <a:lnTo>
                    <a:pt x="5466" y="10492"/>
                  </a:lnTo>
                  <a:lnTo>
                    <a:pt x="5723" y="10455"/>
                  </a:lnTo>
                  <a:lnTo>
                    <a:pt x="5907" y="10345"/>
                  </a:lnTo>
                  <a:lnTo>
                    <a:pt x="6090" y="10235"/>
                  </a:lnTo>
                  <a:lnTo>
                    <a:pt x="6237" y="10052"/>
                  </a:lnTo>
                  <a:lnTo>
                    <a:pt x="6347" y="9868"/>
                  </a:lnTo>
                  <a:lnTo>
                    <a:pt x="6384" y="9575"/>
                  </a:lnTo>
                  <a:lnTo>
                    <a:pt x="6310" y="9355"/>
                  </a:lnTo>
                  <a:lnTo>
                    <a:pt x="6200" y="9134"/>
                  </a:lnTo>
                  <a:lnTo>
                    <a:pt x="6017" y="8951"/>
                  </a:lnTo>
                  <a:lnTo>
                    <a:pt x="6310" y="8658"/>
                  </a:lnTo>
                  <a:lnTo>
                    <a:pt x="6420" y="8548"/>
                  </a:lnTo>
                  <a:lnTo>
                    <a:pt x="6567" y="8401"/>
                  </a:lnTo>
                  <a:lnTo>
                    <a:pt x="6567" y="8327"/>
                  </a:lnTo>
                  <a:lnTo>
                    <a:pt x="6567" y="8254"/>
                  </a:lnTo>
                  <a:lnTo>
                    <a:pt x="6530" y="8217"/>
                  </a:lnTo>
                  <a:lnTo>
                    <a:pt x="6494" y="8181"/>
                  </a:lnTo>
                  <a:lnTo>
                    <a:pt x="6384" y="8071"/>
                  </a:lnTo>
                  <a:lnTo>
                    <a:pt x="6347" y="8034"/>
                  </a:lnTo>
                  <a:close/>
                  <a:moveTo>
                    <a:pt x="19992" y="10418"/>
                  </a:moveTo>
                  <a:lnTo>
                    <a:pt x="20139" y="10492"/>
                  </a:lnTo>
                  <a:lnTo>
                    <a:pt x="20139" y="10602"/>
                  </a:lnTo>
                  <a:lnTo>
                    <a:pt x="20176" y="10638"/>
                  </a:lnTo>
                  <a:lnTo>
                    <a:pt x="20213" y="10638"/>
                  </a:lnTo>
                  <a:lnTo>
                    <a:pt x="20249" y="10602"/>
                  </a:lnTo>
                  <a:lnTo>
                    <a:pt x="20286" y="10785"/>
                  </a:lnTo>
                  <a:lnTo>
                    <a:pt x="20286" y="11042"/>
                  </a:lnTo>
                  <a:lnTo>
                    <a:pt x="20286" y="11189"/>
                  </a:lnTo>
                  <a:lnTo>
                    <a:pt x="20213" y="11372"/>
                  </a:lnTo>
                  <a:lnTo>
                    <a:pt x="20139" y="11519"/>
                  </a:lnTo>
                  <a:lnTo>
                    <a:pt x="20066" y="11665"/>
                  </a:lnTo>
                  <a:lnTo>
                    <a:pt x="19956" y="11812"/>
                  </a:lnTo>
                  <a:lnTo>
                    <a:pt x="19809" y="11886"/>
                  </a:lnTo>
                  <a:lnTo>
                    <a:pt x="19662" y="11959"/>
                  </a:lnTo>
                  <a:lnTo>
                    <a:pt x="19479" y="11959"/>
                  </a:lnTo>
                  <a:lnTo>
                    <a:pt x="19442" y="11886"/>
                  </a:lnTo>
                  <a:lnTo>
                    <a:pt x="19222" y="11776"/>
                  </a:lnTo>
                  <a:lnTo>
                    <a:pt x="19626" y="11702"/>
                  </a:lnTo>
                  <a:lnTo>
                    <a:pt x="19662" y="11665"/>
                  </a:lnTo>
                  <a:lnTo>
                    <a:pt x="19736" y="11629"/>
                  </a:lnTo>
                  <a:lnTo>
                    <a:pt x="19736" y="11482"/>
                  </a:lnTo>
                  <a:lnTo>
                    <a:pt x="19699" y="11372"/>
                  </a:lnTo>
                  <a:lnTo>
                    <a:pt x="19626" y="11335"/>
                  </a:lnTo>
                  <a:lnTo>
                    <a:pt x="19406" y="11335"/>
                  </a:lnTo>
                  <a:lnTo>
                    <a:pt x="19662" y="11152"/>
                  </a:lnTo>
                  <a:lnTo>
                    <a:pt x="19736" y="11115"/>
                  </a:lnTo>
                  <a:lnTo>
                    <a:pt x="19736" y="11042"/>
                  </a:lnTo>
                  <a:lnTo>
                    <a:pt x="19736" y="10969"/>
                  </a:lnTo>
                  <a:lnTo>
                    <a:pt x="19736" y="10932"/>
                  </a:lnTo>
                  <a:lnTo>
                    <a:pt x="19699" y="10858"/>
                  </a:lnTo>
                  <a:lnTo>
                    <a:pt x="19626" y="10822"/>
                  </a:lnTo>
                  <a:lnTo>
                    <a:pt x="19552" y="10822"/>
                  </a:lnTo>
                  <a:lnTo>
                    <a:pt x="19479" y="10858"/>
                  </a:lnTo>
                  <a:lnTo>
                    <a:pt x="19332" y="10895"/>
                  </a:lnTo>
                  <a:lnTo>
                    <a:pt x="19185" y="10932"/>
                  </a:lnTo>
                  <a:lnTo>
                    <a:pt x="19185" y="10932"/>
                  </a:lnTo>
                  <a:lnTo>
                    <a:pt x="19626" y="10748"/>
                  </a:lnTo>
                  <a:lnTo>
                    <a:pt x="19662" y="10712"/>
                  </a:lnTo>
                  <a:lnTo>
                    <a:pt x="19662" y="10675"/>
                  </a:lnTo>
                  <a:lnTo>
                    <a:pt x="19626" y="10638"/>
                  </a:lnTo>
                  <a:lnTo>
                    <a:pt x="19479" y="10602"/>
                  </a:lnTo>
                  <a:lnTo>
                    <a:pt x="19295" y="10602"/>
                  </a:lnTo>
                  <a:lnTo>
                    <a:pt x="19369" y="10565"/>
                  </a:lnTo>
                  <a:lnTo>
                    <a:pt x="19589" y="10455"/>
                  </a:lnTo>
                  <a:lnTo>
                    <a:pt x="19772" y="10418"/>
                  </a:lnTo>
                  <a:close/>
                  <a:moveTo>
                    <a:pt x="16691" y="13390"/>
                  </a:moveTo>
                  <a:lnTo>
                    <a:pt x="16801" y="13463"/>
                  </a:lnTo>
                  <a:lnTo>
                    <a:pt x="16874" y="13536"/>
                  </a:lnTo>
                  <a:lnTo>
                    <a:pt x="16728" y="13646"/>
                  </a:lnTo>
                  <a:lnTo>
                    <a:pt x="16581" y="13756"/>
                  </a:lnTo>
                  <a:lnTo>
                    <a:pt x="16434" y="13903"/>
                  </a:lnTo>
                  <a:lnTo>
                    <a:pt x="16361" y="14050"/>
                  </a:lnTo>
                  <a:lnTo>
                    <a:pt x="16104" y="14013"/>
                  </a:lnTo>
                  <a:lnTo>
                    <a:pt x="16068" y="13976"/>
                  </a:lnTo>
                  <a:lnTo>
                    <a:pt x="16691" y="13390"/>
                  </a:lnTo>
                  <a:close/>
                  <a:moveTo>
                    <a:pt x="16654" y="11959"/>
                  </a:moveTo>
                  <a:lnTo>
                    <a:pt x="17058" y="12326"/>
                  </a:lnTo>
                  <a:lnTo>
                    <a:pt x="17278" y="12546"/>
                  </a:lnTo>
                  <a:lnTo>
                    <a:pt x="17498" y="12803"/>
                  </a:lnTo>
                  <a:lnTo>
                    <a:pt x="17681" y="13059"/>
                  </a:lnTo>
                  <a:lnTo>
                    <a:pt x="17755" y="13169"/>
                  </a:lnTo>
                  <a:lnTo>
                    <a:pt x="17792" y="13279"/>
                  </a:lnTo>
                  <a:lnTo>
                    <a:pt x="17792" y="13426"/>
                  </a:lnTo>
                  <a:lnTo>
                    <a:pt x="17755" y="13536"/>
                  </a:lnTo>
                  <a:lnTo>
                    <a:pt x="17718" y="13646"/>
                  </a:lnTo>
                  <a:lnTo>
                    <a:pt x="17608" y="13756"/>
                  </a:lnTo>
                  <a:lnTo>
                    <a:pt x="17498" y="13866"/>
                  </a:lnTo>
                  <a:lnTo>
                    <a:pt x="17351" y="13940"/>
                  </a:lnTo>
                  <a:lnTo>
                    <a:pt x="17278" y="13866"/>
                  </a:lnTo>
                  <a:lnTo>
                    <a:pt x="17168" y="13866"/>
                  </a:lnTo>
                  <a:lnTo>
                    <a:pt x="17095" y="13903"/>
                  </a:lnTo>
                  <a:lnTo>
                    <a:pt x="17058" y="13940"/>
                  </a:lnTo>
                  <a:lnTo>
                    <a:pt x="17021" y="13940"/>
                  </a:lnTo>
                  <a:lnTo>
                    <a:pt x="16948" y="13976"/>
                  </a:lnTo>
                  <a:lnTo>
                    <a:pt x="16911" y="14050"/>
                  </a:lnTo>
                  <a:lnTo>
                    <a:pt x="16874" y="14050"/>
                  </a:lnTo>
                  <a:lnTo>
                    <a:pt x="16948" y="13940"/>
                  </a:lnTo>
                  <a:lnTo>
                    <a:pt x="17095" y="13793"/>
                  </a:lnTo>
                  <a:lnTo>
                    <a:pt x="17168" y="13683"/>
                  </a:lnTo>
                  <a:lnTo>
                    <a:pt x="17205" y="13573"/>
                  </a:lnTo>
                  <a:lnTo>
                    <a:pt x="17168" y="13500"/>
                  </a:lnTo>
                  <a:lnTo>
                    <a:pt x="17131" y="13426"/>
                  </a:lnTo>
                  <a:lnTo>
                    <a:pt x="17021" y="13316"/>
                  </a:lnTo>
                  <a:lnTo>
                    <a:pt x="16874" y="13206"/>
                  </a:lnTo>
                  <a:lnTo>
                    <a:pt x="16691" y="13169"/>
                  </a:lnTo>
                  <a:lnTo>
                    <a:pt x="16618" y="13169"/>
                  </a:lnTo>
                  <a:lnTo>
                    <a:pt x="16581" y="13206"/>
                  </a:lnTo>
                  <a:lnTo>
                    <a:pt x="15627" y="13793"/>
                  </a:lnTo>
                  <a:lnTo>
                    <a:pt x="15517" y="13756"/>
                  </a:lnTo>
                  <a:lnTo>
                    <a:pt x="15407" y="13646"/>
                  </a:lnTo>
                  <a:lnTo>
                    <a:pt x="15884" y="13353"/>
                  </a:lnTo>
                  <a:lnTo>
                    <a:pt x="16361" y="13096"/>
                  </a:lnTo>
                  <a:lnTo>
                    <a:pt x="16398" y="13023"/>
                  </a:lnTo>
                  <a:lnTo>
                    <a:pt x="16398" y="12986"/>
                  </a:lnTo>
                  <a:lnTo>
                    <a:pt x="16361" y="12913"/>
                  </a:lnTo>
                  <a:lnTo>
                    <a:pt x="16288" y="12913"/>
                  </a:lnTo>
                  <a:lnTo>
                    <a:pt x="15994" y="12949"/>
                  </a:lnTo>
                  <a:lnTo>
                    <a:pt x="15701" y="13059"/>
                  </a:lnTo>
                  <a:lnTo>
                    <a:pt x="15407" y="13169"/>
                  </a:lnTo>
                  <a:lnTo>
                    <a:pt x="15150" y="13279"/>
                  </a:lnTo>
                  <a:lnTo>
                    <a:pt x="15040" y="13023"/>
                  </a:lnTo>
                  <a:lnTo>
                    <a:pt x="15077" y="12986"/>
                  </a:lnTo>
                  <a:lnTo>
                    <a:pt x="16068" y="12399"/>
                  </a:lnTo>
                  <a:lnTo>
                    <a:pt x="16104" y="12362"/>
                  </a:lnTo>
                  <a:lnTo>
                    <a:pt x="16104" y="12326"/>
                  </a:lnTo>
                  <a:lnTo>
                    <a:pt x="16068" y="12289"/>
                  </a:lnTo>
                  <a:lnTo>
                    <a:pt x="15994" y="12252"/>
                  </a:lnTo>
                  <a:lnTo>
                    <a:pt x="15554" y="12362"/>
                  </a:lnTo>
                  <a:lnTo>
                    <a:pt x="15150" y="12472"/>
                  </a:lnTo>
                  <a:lnTo>
                    <a:pt x="15150" y="12472"/>
                  </a:lnTo>
                  <a:lnTo>
                    <a:pt x="15297" y="12326"/>
                  </a:lnTo>
                  <a:lnTo>
                    <a:pt x="15517" y="12179"/>
                  </a:lnTo>
                  <a:lnTo>
                    <a:pt x="15737" y="12069"/>
                  </a:lnTo>
                  <a:lnTo>
                    <a:pt x="15994" y="11996"/>
                  </a:lnTo>
                  <a:lnTo>
                    <a:pt x="16324" y="11959"/>
                  </a:lnTo>
                  <a:close/>
                  <a:moveTo>
                    <a:pt x="14857" y="6310"/>
                  </a:moveTo>
                  <a:lnTo>
                    <a:pt x="14600" y="6347"/>
                  </a:lnTo>
                  <a:lnTo>
                    <a:pt x="14380" y="6383"/>
                  </a:lnTo>
                  <a:lnTo>
                    <a:pt x="14197" y="6457"/>
                  </a:lnTo>
                  <a:lnTo>
                    <a:pt x="13793" y="6677"/>
                  </a:lnTo>
                  <a:lnTo>
                    <a:pt x="13426" y="6970"/>
                  </a:lnTo>
                  <a:lnTo>
                    <a:pt x="13243" y="7154"/>
                  </a:lnTo>
                  <a:lnTo>
                    <a:pt x="12950" y="7190"/>
                  </a:lnTo>
                  <a:lnTo>
                    <a:pt x="12840" y="7227"/>
                  </a:lnTo>
                  <a:lnTo>
                    <a:pt x="12803" y="7300"/>
                  </a:lnTo>
                  <a:lnTo>
                    <a:pt x="12766" y="7374"/>
                  </a:lnTo>
                  <a:lnTo>
                    <a:pt x="12766" y="7447"/>
                  </a:lnTo>
                  <a:lnTo>
                    <a:pt x="11042" y="7631"/>
                  </a:lnTo>
                  <a:lnTo>
                    <a:pt x="10052" y="7667"/>
                  </a:lnTo>
                  <a:lnTo>
                    <a:pt x="9575" y="7704"/>
                  </a:lnTo>
                  <a:lnTo>
                    <a:pt x="9098" y="7741"/>
                  </a:lnTo>
                  <a:lnTo>
                    <a:pt x="9025" y="7777"/>
                  </a:lnTo>
                  <a:lnTo>
                    <a:pt x="8988" y="7814"/>
                  </a:lnTo>
                  <a:lnTo>
                    <a:pt x="8951" y="7924"/>
                  </a:lnTo>
                  <a:lnTo>
                    <a:pt x="9025" y="8034"/>
                  </a:lnTo>
                  <a:lnTo>
                    <a:pt x="9061" y="8071"/>
                  </a:lnTo>
                  <a:lnTo>
                    <a:pt x="9135" y="8107"/>
                  </a:lnTo>
                  <a:lnTo>
                    <a:pt x="9612" y="8144"/>
                  </a:lnTo>
                  <a:lnTo>
                    <a:pt x="10125" y="8144"/>
                  </a:lnTo>
                  <a:lnTo>
                    <a:pt x="11152" y="8071"/>
                  </a:lnTo>
                  <a:lnTo>
                    <a:pt x="11922" y="8034"/>
                  </a:lnTo>
                  <a:lnTo>
                    <a:pt x="12693" y="7961"/>
                  </a:lnTo>
                  <a:lnTo>
                    <a:pt x="12546" y="8254"/>
                  </a:lnTo>
                  <a:lnTo>
                    <a:pt x="12473" y="8438"/>
                  </a:lnTo>
                  <a:lnTo>
                    <a:pt x="12473" y="8584"/>
                  </a:lnTo>
                  <a:lnTo>
                    <a:pt x="12509" y="8914"/>
                  </a:lnTo>
                  <a:lnTo>
                    <a:pt x="12363" y="9024"/>
                  </a:lnTo>
                  <a:lnTo>
                    <a:pt x="12253" y="9134"/>
                  </a:lnTo>
                  <a:lnTo>
                    <a:pt x="12253" y="9245"/>
                  </a:lnTo>
                  <a:lnTo>
                    <a:pt x="12289" y="9355"/>
                  </a:lnTo>
                  <a:lnTo>
                    <a:pt x="12399" y="9428"/>
                  </a:lnTo>
                  <a:lnTo>
                    <a:pt x="12546" y="9465"/>
                  </a:lnTo>
                  <a:lnTo>
                    <a:pt x="12693" y="9465"/>
                  </a:lnTo>
                  <a:lnTo>
                    <a:pt x="12803" y="9685"/>
                  </a:lnTo>
                  <a:lnTo>
                    <a:pt x="12950" y="9868"/>
                  </a:lnTo>
                  <a:lnTo>
                    <a:pt x="13096" y="10052"/>
                  </a:lnTo>
                  <a:lnTo>
                    <a:pt x="13243" y="10198"/>
                  </a:lnTo>
                  <a:lnTo>
                    <a:pt x="13426" y="10308"/>
                  </a:lnTo>
                  <a:lnTo>
                    <a:pt x="13647" y="10418"/>
                  </a:lnTo>
                  <a:lnTo>
                    <a:pt x="13867" y="10455"/>
                  </a:lnTo>
                  <a:lnTo>
                    <a:pt x="14087" y="10492"/>
                  </a:lnTo>
                  <a:lnTo>
                    <a:pt x="14233" y="10492"/>
                  </a:lnTo>
                  <a:lnTo>
                    <a:pt x="14600" y="10418"/>
                  </a:lnTo>
                  <a:lnTo>
                    <a:pt x="14967" y="10345"/>
                  </a:lnTo>
                  <a:lnTo>
                    <a:pt x="14930" y="10455"/>
                  </a:lnTo>
                  <a:lnTo>
                    <a:pt x="14930" y="10602"/>
                  </a:lnTo>
                  <a:lnTo>
                    <a:pt x="15004" y="10895"/>
                  </a:lnTo>
                  <a:lnTo>
                    <a:pt x="15077" y="11079"/>
                  </a:lnTo>
                  <a:lnTo>
                    <a:pt x="15150" y="11299"/>
                  </a:lnTo>
                  <a:lnTo>
                    <a:pt x="15297" y="11482"/>
                  </a:lnTo>
                  <a:lnTo>
                    <a:pt x="15481" y="11629"/>
                  </a:lnTo>
                  <a:lnTo>
                    <a:pt x="15481" y="11665"/>
                  </a:lnTo>
                  <a:lnTo>
                    <a:pt x="15261" y="11739"/>
                  </a:lnTo>
                  <a:lnTo>
                    <a:pt x="15077" y="11886"/>
                  </a:lnTo>
                  <a:lnTo>
                    <a:pt x="14894" y="11996"/>
                  </a:lnTo>
                  <a:lnTo>
                    <a:pt x="14784" y="12142"/>
                  </a:lnTo>
                  <a:lnTo>
                    <a:pt x="14674" y="12326"/>
                  </a:lnTo>
                  <a:lnTo>
                    <a:pt x="14600" y="12509"/>
                  </a:lnTo>
                  <a:lnTo>
                    <a:pt x="14564" y="12693"/>
                  </a:lnTo>
                  <a:lnTo>
                    <a:pt x="14527" y="12876"/>
                  </a:lnTo>
                  <a:lnTo>
                    <a:pt x="14527" y="12986"/>
                  </a:lnTo>
                  <a:lnTo>
                    <a:pt x="14527" y="13059"/>
                  </a:lnTo>
                  <a:lnTo>
                    <a:pt x="14600" y="13353"/>
                  </a:lnTo>
                  <a:lnTo>
                    <a:pt x="14747" y="13610"/>
                  </a:lnTo>
                  <a:lnTo>
                    <a:pt x="14747" y="13720"/>
                  </a:lnTo>
                  <a:lnTo>
                    <a:pt x="14784" y="13830"/>
                  </a:lnTo>
                  <a:lnTo>
                    <a:pt x="14930" y="13903"/>
                  </a:lnTo>
                  <a:lnTo>
                    <a:pt x="15004" y="13976"/>
                  </a:lnTo>
                  <a:lnTo>
                    <a:pt x="15297" y="14197"/>
                  </a:lnTo>
                  <a:lnTo>
                    <a:pt x="15627" y="14380"/>
                  </a:lnTo>
                  <a:lnTo>
                    <a:pt x="15994" y="14527"/>
                  </a:lnTo>
                  <a:lnTo>
                    <a:pt x="16398" y="14600"/>
                  </a:lnTo>
                  <a:lnTo>
                    <a:pt x="16801" y="14600"/>
                  </a:lnTo>
                  <a:lnTo>
                    <a:pt x="17205" y="14527"/>
                  </a:lnTo>
                  <a:lnTo>
                    <a:pt x="17571" y="14417"/>
                  </a:lnTo>
                  <a:lnTo>
                    <a:pt x="17902" y="14233"/>
                  </a:lnTo>
                  <a:lnTo>
                    <a:pt x="18122" y="14013"/>
                  </a:lnTo>
                  <a:lnTo>
                    <a:pt x="18268" y="13793"/>
                  </a:lnTo>
                  <a:lnTo>
                    <a:pt x="18305" y="13536"/>
                  </a:lnTo>
                  <a:lnTo>
                    <a:pt x="18305" y="13316"/>
                  </a:lnTo>
                  <a:lnTo>
                    <a:pt x="18232" y="13059"/>
                  </a:lnTo>
                  <a:lnTo>
                    <a:pt x="18122" y="12803"/>
                  </a:lnTo>
                  <a:lnTo>
                    <a:pt x="17975" y="12546"/>
                  </a:lnTo>
                  <a:lnTo>
                    <a:pt x="17792" y="12326"/>
                  </a:lnTo>
                  <a:lnTo>
                    <a:pt x="17902" y="12289"/>
                  </a:lnTo>
                  <a:lnTo>
                    <a:pt x="18232" y="12106"/>
                  </a:lnTo>
                  <a:lnTo>
                    <a:pt x="18599" y="11849"/>
                  </a:lnTo>
                  <a:lnTo>
                    <a:pt x="18709" y="12032"/>
                  </a:lnTo>
                  <a:lnTo>
                    <a:pt x="18855" y="12179"/>
                  </a:lnTo>
                  <a:lnTo>
                    <a:pt x="19002" y="12289"/>
                  </a:lnTo>
                  <a:lnTo>
                    <a:pt x="19149" y="12362"/>
                  </a:lnTo>
                  <a:lnTo>
                    <a:pt x="19406" y="12436"/>
                  </a:lnTo>
                  <a:lnTo>
                    <a:pt x="19662" y="12399"/>
                  </a:lnTo>
                  <a:lnTo>
                    <a:pt x="19919" y="12326"/>
                  </a:lnTo>
                  <a:lnTo>
                    <a:pt x="20139" y="12179"/>
                  </a:lnTo>
                  <a:lnTo>
                    <a:pt x="20359" y="11996"/>
                  </a:lnTo>
                  <a:lnTo>
                    <a:pt x="20543" y="11776"/>
                  </a:lnTo>
                  <a:lnTo>
                    <a:pt x="20653" y="11519"/>
                  </a:lnTo>
                  <a:lnTo>
                    <a:pt x="20726" y="11225"/>
                  </a:lnTo>
                  <a:lnTo>
                    <a:pt x="20799" y="10858"/>
                  </a:lnTo>
                  <a:lnTo>
                    <a:pt x="20763" y="10675"/>
                  </a:lnTo>
                  <a:lnTo>
                    <a:pt x="20726" y="10528"/>
                  </a:lnTo>
                  <a:lnTo>
                    <a:pt x="20689" y="10382"/>
                  </a:lnTo>
                  <a:lnTo>
                    <a:pt x="20579" y="10272"/>
                  </a:lnTo>
                  <a:lnTo>
                    <a:pt x="20359" y="10088"/>
                  </a:lnTo>
                  <a:lnTo>
                    <a:pt x="20066" y="9978"/>
                  </a:lnTo>
                  <a:lnTo>
                    <a:pt x="19919" y="9941"/>
                  </a:lnTo>
                  <a:lnTo>
                    <a:pt x="19626" y="9941"/>
                  </a:lnTo>
                  <a:lnTo>
                    <a:pt x="19516" y="10015"/>
                  </a:lnTo>
                  <a:lnTo>
                    <a:pt x="19479" y="10088"/>
                  </a:lnTo>
                  <a:lnTo>
                    <a:pt x="19185" y="10198"/>
                  </a:lnTo>
                  <a:lnTo>
                    <a:pt x="18929" y="10308"/>
                  </a:lnTo>
                  <a:lnTo>
                    <a:pt x="18819" y="10418"/>
                  </a:lnTo>
                  <a:lnTo>
                    <a:pt x="18672" y="10528"/>
                  </a:lnTo>
                  <a:lnTo>
                    <a:pt x="18599" y="10675"/>
                  </a:lnTo>
                  <a:lnTo>
                    <a:pt x="18525" y="10822"/>
                  </a:lnTo>
                  <a:lnTo>
                    <a:pt x="18452" y="11115"/>
                  </a:lnTo>
                  <a:lnTo>
                    <a:pt x="18452" y="11409"/>
                  </a:lnTo>
                  <a:lnTo>
                    <a:pt x="18048" y="11702"/>
                  </a:lnTo>
                  <a:lnTo>
                    <a:pt x="17645" y="11996"/>
                  </a:lnTo>
                  <a:lnTo>
                    <a:pt x="17608" y="12032"/>
                  </a:lnTo>
                  <a:lnTo>
                    <a:pt x="17608" y="12106"/>
                  </a:lnTo>
                  <a:lnTo>
                    <a:pt x="17241" y="11776"/>
                  </a:lnTo>
                  <a:lnTo>
                    <a:pt x="16911" y="11519"/>
                  </a:lnTo>
                  <a:lnTo>
                    <a:pt x="16838" y="11482"/>
                  </a:lnTo>
                  <a:lnTo>
                    <a:pt x="16691" y="11482"/>
                  </a:lnTo>
                  <a:lnTo>
                    <a:pt x="16654" y="11555"/>
                  </a:lnTo>
                  <a:lnTo>
                    <a:pt x="16434" y="11519"/>
                  </a:lnTo>
                  <a:lnTo>
                    <a:pt x="16214" y="11519"/>
                  </a:lnTo>
                  <a:lnTo>
                    <a:pt x="15774" y="11555"/>
                  </a:lnTo>
                  <a:lnTo>
                    <a:pt x="15811" y="11445"/>
                  </a:lnTo>
                  <a:lnTo>
                    <a:pt x="15774" y="11335"/>
                  </a:lnTo>
                  <a:lnTo>
                    <a:pt x="15664" y="11152"/>
                  </a:lnTo>
                  <a:lnTo>
                    <a:pt x="15554" y="11005"/>
                  </a:lnTo>
                  <a:lnTo>
                    <a:pt x="15444" y="10822"/>
                  </a:lnTo>
                  <a:lnTo>
                    <a:pt x="15371" y="10602"/>
                  </a:lnTo>
                  <a:lnTo>
                    <a:pt x="15334" y="10418"/>
                  </a:lnTo>
                  <a:lnTo>
                    <a:pt x="15297" y="10308"/>
                  </a:lnTo>
                  <a:lnTo>
                    <a:pt x="15224" y="10235"/>
                  </a:lnTo>
                  <a:lnTo>
                    <a:pt x="15627" y="10015"/>
                  </a:lnTo>
                  <a:lnTo>
                    <a:pt x="16031" y="9758"/>
                  </a:lnTo>
                  <a:lnTo>
                    <a:pt x="16361" y="9428"/>
                  </a:lnTo>
                  <a:lnTo>
                    <a:pt x="16471" y="9281"/>
                  </a:lnTo>
                  <a:lnTo>
                    <a:pt x="16581" y="9098"/>
                  </a:lnTo>
                  <a:lnTo>
                    <a:pt x="16654" y="8878"/>
                  </a:lnTo>
                  <a:lnTo>
                    <a:pt x="16691" y="8621"/>
                  </a:lnTo>
                  <a:lnTo>
                    <a:pt x="16691" y="8364"/>
                  </a:lnTo>
                  <a:lnTo>
                    <a:pt x="16691" y="8107"/>
                  </a:lnTo>
                  <a:lnTo>
                    <a:pt x="16581" y="7631"/>
                  </a:lnTo>
                  <a:lnTo>
                    <a:pt x="16398" y="7190"/>
                  </a:lnTo>
                  <a:lnTo>
                    <a:pt x="16251" y="6897"/>
                  </a:lnTo>
                  <a:lnTo>
                    <a:pt x="16031" y="6640"/>
                  </a:lnTo>
                  <a:lnTo>
                    <a:pt x="15884" y="6530"/>
                  </a:lnTo>
                  <a:lnTo>
                    <a:pt x="15737" y="6457"/>
                  </a:lnTo>
                  <a:lnTo>
                    <a:pt x="15591" y="6420"/>
                  </a:lnTo>
                  <a:lnTo>
                    <a:pt x="15407" y="6383"/>
                  </a:lnTo>
                  <a:lnTo>
                    <a:pt x="15077" y="631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4" name="Google Shape;307;p5">
              <a:extLst>
                <a:ext uri="{FF2B5EF4-FFF2-40B4-BE49-F238E27FC236}">
                  <a16:creationId xmlns:a16="http://schemas.microsoft.com/office/drawing/2014/main" id="{1CDAD999-4B33-4B81-A1B6-59C6EE935E05}"/>
                </a:ext>
              </a:extLst>
            </p:cNvPr>
            <p:cNvSpPr/>
            <p:nvPr/>
          </p:nvSpPr>
          <p:spPr>
            <a:xfrm>
              <a:off x="6425400" y="3728200"/>
              <a:ext cx="342075" cy="360425"/>
            </a:xfrm>
            <a:custGeom>
              <a:avLst/>
              <a:gdLst/>
              <a:ahLst/>
              <a:cxnLst/>
              <a:rect l="l" t="t" r="r" b="b"/>
              <a:pathLst>
                <a:path w="13683" h="14417" extrusionOk="0">
                  <a:moveTo>
                    <a:pt x="9281" y="2311"/>
                  </a:moveTo>
                  <a:lnTo>
                    <a:pt x="9170" y="2385"/>
                  </a:lnTo>
                  <a:lnTo>
                    <a:pt x="9134" y="2495"/>
                  </a:lnTo>
                  <a:lnTo>
                    <a:pt x="9097" y="2568"/>
                  </a:lnTo>
                  <a:lnTo>
                    <a:pt x="9097" y="2678"/>
                  </a:lnTo>
                  <a:lnTo>
                    <a:pt x="9134" y="2862"/>
                  </a:lnTo>
                  <a:lnTo>
                    <a:pt x="9207" y="3082"/>
                  </a:lnTo>
                  <a:lnTo>
                    <a:pt x="9464" y="3742"/>
                  </a:lnTo>
                  <a:lnTo>
                    <a:pt x="9721" y="4402"/>
                  </a:lnTo>
                  <a:lnTo>
                    <a:pt x="9647" y="4439"/>
                  </a:lnTo>
                  <a:lnTo>
                    <a:pt x="9060" y="5283"/>
                  </a:lnTo>
                  <a:lnTo>
                    <a:pt x="8804" y="5649"/>
                  </a:lnTo>
                  <a:lnTo>
                    <a:pt x="8694" y="5833"/>
                  </a:lnTo>
                  <a:lnTo>
                    <a:pt x="8657" y="5943"/>
                  </a:lnTo>
                  <a:lnTo>
                    <a:pt x="8694" y="6053"/>
                  </a:lnTo>
                  <a:lnTo>
                    <a:pt x="8804" y="6016"/>
                  </a:lnTo>
                  <a:lnTo>
                    <a:pt x="8877" y="5980"/>
                  </a:lnTo>
                  <a:lnTo>
                    <a:pt x="9024" y="5833"/>
                  </a:lnTo>
                  <a:lnTo>
                    <a:pt x="9281" y="5503"/>
                  </a:lnTo>
                  <a:lnTo>
                    <a:pt x="9941" y="4659"/>
                  </a:lnTo>
                  <a:lnTo>
                    <a:pt x="10014" y="4659"/>
                  </a:lnTo>
                  <a:lnTo>
                    <a:pt x="10124" y="4622"/>
                  </a:lnTo>
                  <a:lnTo>
                    <a:pt x="10161" y="4549"/>
                  </a:lnTo>
                  <a:lnTo>
                    <a:pt x="10161" y="4439"/>
                  </a:lnTo>
                  <a:lnTo>
                    <a:pt x="9684" y="3229"/>
                  </a:lnTo>
                  <a:lnTo>
                    <a:pt x="9427" y="2715"/>
                  </a:lnTo>
                  <a:lnTo>
                    <a:pt x="9354" y="2532"/>
                  </a:lnTo>
                  <a:lnTo>
                    <a:pt x="9317" y="2422"/>
                  </a:lnTo>
                  <a:lnTo>
                    <a:pt x="9317" y="2348"/>
                  </a:lnTo>
                  <a:lnTo>
                    <a:pt x="9317" y="2311"/>
                  </a:lnTo>
                  <a:close/>
                  <a:moveTo>
                    <a:pt x="8694" y="1615"/>
                  </a:moveTo>
                  <a:lnTo>
                    <a:pt x="8767" y="1798"/>
                  </a:lnTo>
                  <a:lnTo>
                    <a:pt x="8804" y="1908"/>
                  </a:lnTo>
                  <a:lnTo>
                    <a:pt x="8914" y="1981"/>
                  </a:lnTo>
                  <a:lnTo>
                    <a:pt x="9024" y="2055"/>
                  </a:lnTo>
                  <a:lnTo>
                    <a:pt x="9170" y="2018"/>
                  </a:lnTo>
                  <a:lnTo>
                    <a:pt x="9391" y="1908"/>
                  </a:lnTo>
                  <a:lnTo>
                    <a:pt x="9611" y="1725"/>
                  </a:lnTo>
                  <a:lnTo>
                    <a:pt x="9867" y="2275"/>
                  </a:lnTo>
                  <a:lnTo>
                    <a:pt x="10161" y="2752"/>
                  </a:lnTo>
                  <a:lnTo>
                    <a:pt x="10454" y="3265"/>
                  </a:lnTo>
                  <a:lnTo>
                    <a:pt x="10674" y="3779"/>
                  </a:lnTo>
                  <a:lnTo>
                    <a:pt x="10528" y="3925"/>
                  </a:lnTo>
                  <a:lnTo>
                    <a:pt x="10381" y="4072"/>
                  </a:lnTo>
                  <a:lnTo>
                    <a:pt x="10271" y="4256"/>
                  </a:lnTo>
                  <a:lnTo>
                    <a:pt x="10234" y="4476"/>
                  </a:lnTo>
                  <a:lnTo>
                    <a:pt x="10271" y="4586"/>
                  </a:lnTo>
                  <a:lnTo>
                    <a:pt x="10344" y="4659"/>
                  </a:lnTo>
                  <a:lnTo>
                    <a:pt x="10344" y="4806"/>
                  </a:lnTo>
                  <a:lnTo>
                    <a:pt x="10381" y="4879"/>
                  </a:lnTo>
                  <a:lnTo>
                    <a:pt x="10491" y="4916"/>
                  </a:lnTo>
                  <a:lnTo>
                    <a:pt x="10491" y="4953"/>
                  </a:lnTo>
                  <a:lnTo>
                    <a:pt x="10344" y="5173"/>
                  </a:lnTo>
                  <a:lnTo>
                    <a:pt x="9977" y="5649"/>
                  </a:lnTo>
                  <a:lnTo>
                    <a:pt x="9647" y="6163"/>
                  </a:lnTo>
                  <a:lnTo>
                    <a:pt x="9501" y="6090"/>
                  </a:lnTo>
                  <a:lnTo>
                    <a:pt x="9317" y="6053"/>
                  </a:lnTo>
                  <a:lnTo>
                    <a:pt x="9134" y="6126"/>
                  </a:lnTo>
                  <a:lnTo>
                    <a:pt x="8950" y="6200"/>
                  </a:lnTo>
                  <a:lnTo>
                    <a:pt x="8840" y="6346"/>
                  </a:lnTo>
                  <a:lnTo>
                    <a:pt x="8730" y="6493"/>
                  </a:lnTo>
                  <a:lnTo>
                    <a:pt x="8327" y="6493"/>
                  </a:lnTo>
                  <a:lnTo>
                    <a:pt x="7556" y="6530"/>
                  </a:lnTo>
                  <a:lnTo>
                    <a:pt x="7520" y="6456"/>
                  </a:lnTo>
                  <a:lnTo>
                    <a:pt x="7410" y="6383"/>
                  </a:lnTo>
                  <a:lnTo>
                    <a:pt x="7080" y="6273"/>
                  </a:lnTo>
                  <a:lnTo>
                    <a:pt x="7043" y="6273"/>
                  </a:lnTo>
                  <a:lnTo>
                    <a:pt x="6970" y="6236"/>
                  </a:lnTo>
                  <a:lnTo>
                    <a:pt x="6786" y="6236"/>
                  </a:lnTo>
                  <a:lnTo>
                    <a:pt x="6639" y="6200"/>
                  </a:lnTo>
                  <a:lnTo>
                    <a:pt x="5832" y="5429"/>
                  </a:lnTo>
                  <a:lnTo>
                    <a:pt x="5246" y="4879"/>
                  </a:lnTo>
                  <a:lnTo>
                    <a:pt x="5319" y="4696"/>
                  </a:lnTo>
                  <a:lnTo>
                    <a:pt x="5319" y="4512"/>
                  </a:lnTo>
                  <a:lnTo>
                    <a:pt x="5282" y="4439"/>
                  </a:lnTo>
                  <a:lnTo>
                    <a:pt x="5246" y="4366"/>
                  </a:lnTo>
                  <a:lnTo>
                    <a:pt x="5099" y="4256"/>
                  </a:lnTo>
                  <a:lnTo>
                    <a:pt x="5282" y="3815"/>
                  </a:lnTo>
                  <a:lnTo>
                    <a:pt x="5796" y="2715"/>
                  </a:lnTo>
                  <a:lnTo>
                    <a:pt x="6126" y="2018"/>
                  </a:lnTo>
                  <a:lnTo>
                    <a:pt x="6273" y="2018"/>
                  </a:lnTo>
                  <a:lnTo>
                    <a:pt x="6419" y="1981"/>
                  </a:lnTo>
                  <a:lnTo>
                    <a:pt x="6566" y="1908"/>
                  </a:lnTo>
                  <a:lnTo>
                    <a:pt x="6713" y="1798"/>
                  </a:lnTo>
                  <a:lnTo>
                    <a:pt x="6823" y="1688"/>
                  </a:lnTo>
                  <a:lnTo>
                    <a:pt x="7483" y="1651"/>
                  </a:lnTo>
                  <a:lnTo>
                    <a:pt x="8694" y="1615"/>
                  </a:lnTo>
                  <a:close/>
                  <a:moveTo>
                    <a:pt x="6823" y="6823"/>
                  </a:moveTo>
                  <a:lnTo>
                    <a:pt x="6933" y="6897"/>
                  </a:lnTo>
                  <a:lnTo>
                    <a:pt x="6749" y="6897"/>
                  </a:lnTo>
                  <a:lnTo>
                    <a:pt x="6713" y="6860"/>
                  </a:lnTo>
                  <a:lnTo>
                    <a:pt x="6823" y="6823"/>
                  </a:lnTo>
                  <a:close/>
                  <a:moveTo>
                    <a:pt x="2714" y="5393"/>
                  </a:moveTo>
                  <a:lnTo>
                    <a:pt x="2641" y="5429"/>
                  </a:lnTo>
                  <a:lnTo>
                    <a:pt x="2531" y="5503"/>
                  </a:lnTo>
                  <a:lnTo>
                    <a:pt x="2458" y="5576"/>
                  </a:lnTo>
                  <a:lnTo>
                    <a:pt x="2274" y="5796"/>
                  </a:lnTo>
                  <a:lnTo>
                    <a:pt x="1981" y="6310"/>
                  </a:lnTo>
                  <a:lnTo>
                    <a:pt x="1651" y="6860"/>
                  </a:lnTo>
                  <a:lnTo>
                    <a:pt x="1504" y="7080"/>
                  </a:lnTo>
                  <a:lnTo>
                    <a:pt x="1431" y="7190"/>
                  </a:lnTo>
                  <a:lnTo>
                    <a:pt x="1394" y="7263"/>
                  </a:lnTo>
                  <a:lnTo>
                    <a:pt x="1394" y="7337"/>
                  </a:lnTo>
                  <a:lnTo>
                    <a:pt x="1321" y="7374"/>
                  </a:lnTo>
                  <a:lnTo>
                    <a:pt x="1321" y="7410"/>
                  </a:lnTo>
                  <a:lnTo>
                    <a:pt x="1321" y="7520"/>
                  </a:lnTo>
                  <a:lnTo>
                    <a:pt x="1394" y="7557"/>
                  </a:lnTo>
                  <a:lnTo>
                    <a:pt x="1504" y="7594"/>
                  </a:lnTo>
                  <a:lnTo>
                    <a:pt x="1614" y="7520"/>
                  </a:lnTo>
                  <a:lnTo>
                    <a:pt x="1724" y="7447"/>
                  </a:lnTo>
                  <a:lnTo>
                    <a:pt x="1834" y="7337"/>
                  </a:lnTo>
                  <a:lnTo>
                    <a:pt x="2018" y="7043"/>
                  </a:lnTo>
                  <a:lnTo>
                    <a:pt x="2128" y="6823"/>
                  </a:lnTo>
                  <a:lnTo>
                    <a:pt x="2568" y="6200"/>
                  </a:lnTo>
                  <a:lnTo>
                    <a:pt x="2751" y="5870"/>
                  </a:lnTo>
                  <a:lnTo>
                    <a:pt x="2861" y="5723"/>
                  </a:lnTo>
                  <a:lnTo>
                    <a:pt x="2861" y="5539"/>
                  </a:lnTo>
                  <a:lnTo>
                    <a:pt x="2861" y="5466"/>
                  </a:lnTo>
                  <a:lnTo>
                    <a:pt x="2788" y="5429"/>
                  </a:lnTo>
                  <a:lnTo>
                    <a:pt x="2714" y="5393"/>
                  </a:lnTo>
                  <a:close/>
                  <a:moveTo>
                    <a:pt x="4072" y="4843"/>
                  </a:moveTo>
                  <a:lnTo>
                    <a:pt x="4182" y="5026"/>
                  </a:lnTo>
                  <a:lnTo>
                    <a:pt x="4328" y="5173"/>
                  </a:lnTo>
                  <a:lnTo>
                    <a:pt x="4475" y="5209"/>
                  </a:lnTo>
                  <a:lnTo>
                    <a:pt x="4622" y="5246"/>
                  </a:lnTo>
                  <a:lnTo>
                    <a:pt x="4769" y="5246"/>
                  </a:lnTo>
                  <a:lnTo>
                    <a:pt x="4915" y="5209"/>
                  </a:lnTo>
                  <a:lnTo>
                    <a:pt x="5319" y="5576"/>
                  </a:lnTo>
                  <a:lnTo>
                    <a:pt x="6163" y="6456"/>
                  </a:lnTo>
                  <a:lnTo>
                    <a:pt x="6126" y="6530"/>
                  </a:lnTo>
                  <a:lnTo>
                    <a:pt x="6089" y="6640"/>
                  </a:lnTo>
                  <a:lnTo>
                    <a:pt x="6126" y="6787"/>
                  </a:lnTo>
                  <a:lnTo>
                    <a:pt x="6163" y="6897"/>
                  </a:lnTo>
                  <a:lnTo>
                    <a:pt x="6236" y="7007"/>
                  </a:lnTo>
                  <a:lnTo>
                    <a:pt x="6236" y="7080"/>
                  </a:lnTo>
                  <a:lnTo>
                    <a:pt x="5942" y="7410"/>
                  </a:lnTo>
                  <a:lnTo>
                    <a:pt x="5686" y="7777"/>
                  </a:lnTo>
                  <a:lnTo>
                    <a:pt x="5172" y="8511"/>
                  </a:lnTo>
                  <a:lnTo>
                    <a:pt x="4695" y="9134"/>
                  </a:lnTo>
                  <a:lnTo>
                    <a:pt x="4585" y="9061"/>
                  </a:lnTo>
                  <a:lnTo>
                    <a:pt x="4439" y="9061"/>
                  </a:lnTo>
                  <a:lnTo>
                    <a:pt x="4255" y="9098"/>
                  </a:lnTo>
                  <a:lnTo>
                    <a:pt x="4108" y="9208"/>
                  </a:lnTo>
                  <a:lnTo>
                    <a:pt x="3998" y="9354"/>
                  </a:lnTo>
                  <a:lnTo>
                    <a:pt x="3925" y="9538"/>
                  </a:lnTo>
                  <a:lnTo>
                    <a:pt x="3595" y="9501"/>
                  </a:lnTo>
                  <a:lnTo>
                    <a:pt x="2825" y="9538"/>
                  </a:lnTo>
                  <a:lnTo>
                    <a:pt x="2788" y="9354"/>
                  </a:lnTo>
                  <a:lnTo>
                    <a:pt x="2678" y="9208"/>
                  </a:lnTo>
                  <a:lnTo>
                    <a:pt x="2531" y="9098"/>
                  </a:lnTo>
                  <a:lnTo>
                    <a:pt x="2384" y="9061"/>
                  </a:lnTo>
                  <a:lnTo>
                    <a:pt x="2238" y="9061"/>
                  </a:lnTo>
                  <a:lnTo>
                    <a:pt x="2054" y="9098"/>
                  </a:lnTo>
                  <a:lnTo>
                    <a:pt x="1577" y="8437"/>
                  </a:lnTo>
                  <a:lnTo>
                    <a:pt x="1394" y="8107"/>
                  </a:lnTo>
                  <a:lnTo>
                    <a:pt x="1137" y="7777"/>
                  </a:lnTo>
                  <a:lnTo>
                    <a:pt x="1211" y="7594"/>
                  </a:lnTo>
                  <a:lnTo>
                    <a:pt x="1247" y="7447"/>
                  </a:lnTo>
                  <a:lnTo>
                    <a:pt x="1211" y="7263"/>
                  </a:lnTo>
                  <a:lnTo>
                    <a:pt x="1174" y="7117"/>
                  </a:lnTo>
                  <a:lnTo>
                    <a:pt x="1064" y="7007"/>
                  </a:lnTo>
                  <a:lnTo>
                    <a:pt x="1101" y="6933"/>
                  </a:lnTo>
                  <a:lnTo>
                    <a:pt x="1174" y="6823"/>
                  </a:lnTo>
                  <a:lnTo>
                    <a:pt x="1247" y="6640"/>
                  </a:lnTo>
                  <a:lnTo>
                    <a:pt x="1614" y="5980"/>
                  </a:lnTo>
                  <a:lnTo>
                    <a:pt x="1944" y="5356"/>
                  </a:lnTo>
                  <a:lnTo>
                    <a:pt x="2164" y="5356"/>
                  </a:lnTo>
                  <a:lnTo>
                    <a:pt x="2384" y="5283"/>
                  </a:lnTo>
                  <a:lnTo>
                    <a:pt x="2531" y="5136"/>
                  </a:lnTo>
                  <a:lnTo>
                    <a:pt x="2604" y="5063"/>
                  </a:lnTo>
                  <a:lnTo>
                    <a:pt x="2641" y="4953"/>
                  </a:lnTo>
                  <a:lnTo>
                    <a:pt x="2678" y="4916"/>
                  </a:lnTo>
                  <a:lnTo>
                    <a:pt x="3118" y="4953"/>
                  </a:lnTo>
                  <a:lnTo>
                    <a:pt x="3705" y="4916"/>
                  </a:lnTo>
                  <a:lnTo>
                    <a:pt x="4072" y="4843"/>
                  </a:lnTo>
                  <a:close/>
                  <a:moveTo>
                    <a:pt x="8877" y="7740"/>
                  </a:moveTo>
                  <a:lnTo>
                    <a:pt x="8877" y="7777"/>
                  </a:lnTo>
                  <a:lnTo>
                    <a:pt x="8877" y="7814"/>
                  </a:lnTo>
                  <a:lnTo>
                    <a:pt x="8914" y="7997"/>
                  </a:lnTo>
                  <a:lnTo>
                    <a:pt x="8914" y="8070"/>
                  </a:lnTo>
                  <a:lnTo>
                    <a:pt x="8950" y="8181"/>
                  </a:lnTo>
                  <a:lnTo>
                    <a:pt x="9391" y="8731"/>
                  </a:lnTo>
                  <a:lnTo>
                    <a:pt x="9794" y="9281"/>
                  </a:lnTo>
                  <a:lnTo>
                    <a:pt x="9941" y="9464"/>
                  </a:lnTo>
                  <a:lnTo>
                    <a:pt x="10014" y="9538"/>
                  </a:lnTo>
                  <a:lnTo>
                    <a:pt x="10124" y="9574"/>
                  </a:lnTo>
                  <a:lnTo>
                    <a:pt x="10234" y="9574"/>
                  </a:lnTo>
                  <a:lnTo>
                    <a:pt x="10308" y="9538"/>
                  </a:lnTo>
                  <a:lnTo>
                    <a:pt x="10381" y="9501"/>
                  </a:lnTo>
                  <a:lnTo>
                    <a:pt x="10418" y="9391"/>
                  </a:lnTo>
                  <a:lnTo>
                    <a:pt x="10418" y="9354"/>
                  </a:lnTo>
                  <a:lnTo>
                    <a:pt x="10418" y="9244"/>
                  </a:lnTo>
                  <a:lnTo>
                    <a:pt x="10381" y="9171"/>
                  </a:lnTo>
                  <a:lnTo>
                    <a:pt x="10308" y="9134"/>
                  </a:lnTo>
                  <a:lnTo>
                    <a:pt x="10198" y="9098"/>
                  </a:lnTo>
                  <a:lnTo>
                    <a:pt x="10088" y="8951"/>
                  </a:lnTo>
                  <a:lnTo>
                    <a:pt x="10014" y="8841"/>
                  </a:lnTo>
                  <a:lnTo>
                    <a:pt x="9647" y="8401"/>
                  </a:lnTo>
                  <a:lnTo>
                    <a:pt x="9281" y="7924"/>
                  </a:lnTo>
                  <a:lnTo>
                    <a:pt x="9207" y="7850"/>
                  </a:lnTo>
                  <a:lnTo>
                    <a:pt x="9134" y="7814"/>
                  </a:lnTo>
                  <a:lnTo>
                    <a:pt x="8950" y="7740"/>
                  </a:lnTo>
                  <a:close/>
                  <a:moveTo>
                    <a:pt x="2128" y="9721"/>
                  </a:moveTo>
                  <a:lnTo>
                    <a:pt x="2054" y="9758"/>
                  </a:lnTo>
                  <a:lnTo>
                    <a:pt x="2054" y="9721"/>
                  </a:lnTo>
                  <a:close/>
                  <a:moveTo>
                    <a:pt x="5612" y="9281"/>
                  </a:moveTo>
                  <a:lnTo>
                    <a:pt x="5576" y="9318"/>
                  </a:lnTo>
                  <a:lnTo>
                    <a:pt x="5576" y="9354"/>
                  </a:lnTo>
                  <a:lnTo>
                    <a:pt x="5576" y="9538"/>
                  </a:lnTo>
                  <a:lnTo>
                    <a:pt x="5649" y="9684"/>
                  </a:lnTo>
                  <a:lnTo>
                    <a:pt x="5796" y="9941"/>
                  </a:lnTo>
                  <a:lnTo>
                    <a:pt x="6163" y="10455"/>
                  </a:lnTo>
                  <a:lnTo>
                    <a:pt x="6456" y="10895"/>
                  </a:lnTo>
                  <a:lnTo>
                    <a:pt x="6603" y="11115"/>
                  </a:lnTo>
                  <a:lnTo>
                    <a:pt x="6823" y="11298"/>
                  </a:lnTo>
                  <a:lnTo>
                    <a:pt x="6860" y="11372"/>
                  </a:lnTo>
                  <a:lnTo>
                    <a:pt x="6970" y="11482"/>
                  </a:lnTo>
                  <a:lnTo>
                    <a:pt x="7043" y="11519"/>
                  </a:lnTo>
                  <a:lnTo>
                    <a:pt x="7116" y="11519"/>
                  </a:lnTo>
                  <a:lnTo>
                    <a:pt x="7190" y="11482"/>
                  </a:lnTo>
                  <a:lnTo>
                    <a:pt x="7226" y="11408"/>
                  </a:lnTo>
                  <a:lnTo>
                    <a:pt x="7263" y="11188"/>
                  </a:lnTo>
                  <a:lnTo>
                    <a:pt x="7226" y="11078"/>
                  </a:lnTo>
                  <a:lnTo>
                    <a:pt x="7153" y="10968"/>
                  </a:lnTo>
                  <a:lnTo>
                    <a:pt x="7080" y="10932"/>
                  </a:lnTo>
                  <a:lnTo>
                    <a:pt x="7006" y="10895"/>
                  </a:lnTo>
                  <a:lnTo>
                    <a:pt x="6933" y="10785"/>
                  </a:lnTo>
                  <a:lnTo>
                    <a:pt x="6860" y="10675"/>
                  </a:lnTo>
                  <a:lnTo>
                    <a:pt x="6713" y="10455"/>
                  </a:lnTo>
                  <a:lnTo>
                    <a:pt x="6273" y="9831"/>
                  </a:lnTo>
                  <a:lnTo>
                    <a:pt x="6016" y="9501"/>
                  </a:lnTo>
                  <a:lnTo>
                    <a:pt x="5869" y="9391"/>
                  </a:lnTo>
                  <a:lnTo>
                    <a:pt x="5722" y="9281"/>
                  </a:lnTo>
                  <a:close/>
                  <a:moveTo>
                    <a:pt x="8730" y="6970"/>
                  </a:moveTo>
                  <a:lnTo>
                    <a:pt x="8804" y="7080"/>
                  </a:lnTo>
                  <a:lnTo>
                    <a:pt x="8914" y="7153"/>
                  </a:lnTo>
                  <a:lnTo>
                    <a:pt x="8987" y="7227"/>
                  </a:lnTo>
                  <a:lnTo>
                    <a:pt x="9097" y="7263"/>
                  </a:lnTo>
                  <a:lnTo>
                    <a:pt x="9391" y="7227"/>
                  </a:lnTo>
                  <a:lnTo>
                    <a:pt x="9501" y="7263"/>
                  </a:lnTo>
                  <a:lnTo>
                    <a:pt x="9574" y="7300"/>
                  </a:lnTo>
                  <a:lnTo>
                    <a:pt x="9721" y="7557"/>
                  </a:lnTo>
                  <a:lnTo>
                    <a:pt x="9867" y="7814"/>
                  </a:lnTo>
                  <a:lnTo>
                    <a:pt x="10234" y="8364"/>
                  </a:lnTo>
                  <a:lnTo>
                    <a:pt x="10711" y="9098"/>
                  </a:lnTo>
                  <a:lnTo>
                    <a:pt x="10638" y="9281"/>
                  </a:lnTo>
                  <a:lnTo>
                    <a:pt x="10601" y="9428"/>
                  </a:lnTo>
                  <a:lnTo>
                    <a:pt x="10564" y="9758"/>
                  </a:lnTo>
                  <a:lnTo>
                    <a:pt x="10528" y="9941"/>
                  </a:lnTo>
                  <a:lnTo>
                    <a:pt x="10528" y="10125"/>
                  </a:lnTo>
                  <a:lnTo>
                    <a:pt x="10528" y="10235"/>
                  </a:lnTo>
                  <a:lnTo>
                    <a:pt x="10564" y="10271"/>
                  </a:lnTo>
                  <a:lnTo>
                    <a:pt x="10344" y="10638"/>
                  </a:lnTo>
                  <a:lnTo>
                    <a:pt x="9794" y="11555"/>
                  </a:lnTo>
                  <a:lnTo>
                    <a:pt x="9684" y="11519"/>
                  </a:lnTo>
                  <a:lnTo>
                    <a:pt x="9537" y="11519"/>
                  </a:lnTo>
                  <a:lnTo>
                    <a:pt x="9391" y="11555"/>
                  </a:lnTo>
                  <a:lnTo>
                    <a:pt x="9281" y="11629"/>
                  </a:lnTo>
                  <a:lnTo>
                    <a:pt x="9170" y="11702"/>
                  </a:lnTo>
                  <a:lnTo>
                    <a:pt x="9097" y="11812"/>
                  </a:lnTo>
                  <a:lnTo>
                    <a:pt x="9024" y="11922"/>
                  </a:lnTo>
                  <a:lnTo>
                    <a:pt x="8987" y="12032"/>
                  </a:lnTo>
                  <a:lnTo>
                    <a:pt x="8400" y="12069"/>
                  </a:lnTo>
                  <a:lnTo>
                    <a:pt x="7483" y="12142"/>
                  </a:lnTo>
                  <a:lnTo>
                    <a:pt x="7006" y="12142"/>
                  </a:lnTo>
                  <a:lnTo>
                    <a:pt x="6970" y="11959"/>
                  </a:lnTo>
                  <a:lnTo>
                    <a:pt x="6823" y="11775"/>
                  </a:lnTo>
                  <a:lnTo>
                    <a:pt x="6749" y="11739"/>
                  </a:lnTo>
                  <a:lnTo>
                    <a:pt x="6676" y="11702"/>
                  </a:lnTo>
                  <a:lnTo>
                    <a:pt x="6493" y="11665"/>
                  </a:lnTo>
                  <a:lnTo>
                    <a:pt x="6419" y="11629"/>
                  </a:lnTo>
                  <a:lnTo>
                    <a:pt x="6346" y="11665"/>
                  </a:lnTo>
                  <a:lnTo>
                    <a:pt x="6273" y="11739"/>
                  </a:lnTo>
                  <a:lnTo>
                    <a:pt x="6199" y="11739"/>
                  </a:lnTo>
                  <a:lnTo>
                    <a:pt x="5979" y="11225"/>
                  </a:lnTo>
                  <a:lnTo>
                    <a:pt x="5722" y="10712"/>
                  </a:lnTo>
                  <a:lnTo>
                    <a:pt x="5466" y="10308"/>
                  </a:lnTo>
                  <a:lnTo>
                    <a:pt x="5172" y="9868"/>
                  </a:lnTo>
                  <a:lnTo>
                    <a:pt x="5209" y="9758"/>
                  </a:lnTo>
                  <a:lnTo>
                    <a:pt x="5246" y="9648"/>
                  </a:lnTo>
                  <a:lnTo>
                    <a:pt x="5246" y="9501"/>
                  </a:lnTo>
                  <a:lnTo>
                    <a:pt x="5209" y="9391"/>
                  </a:lnTo>
                  <a:lnTo>
                    <a:pt x="5135" y="9318"/>
                  </a:lnTo>
                  <a:lnTo>
                    <a:pt x="5099" y="9318"/>
                  </a:lnTo>
                  <a:lnTo>
                    <a:pt x="5209" y="9171"/>
                  </a:lnTo>
                  <a:lnTo>
                    <a:pt x="5759" y="8401"/>
                  </a:lnTo>
                  <a:lnTo>
                    <a:pt x="6163" y="7850"/>
                  </a:lnTo>
                  <a:lnTo>
                    <a:pt x="6383" y="7594"/>
                  </a:lnTo>
                  <a:lnTo>
                    <a:pt x="6529" y="7300"/>
                  </a:lnTo>
                  <a:lnTo>
                    <a:pt x="6676" y="7337"/>
                  </a:lnTo>
                  <a:lnTo>
                    <a:pt x="6933" y="7337"/>
                  </a:lnTo>
                  <a:lnTo>
                    <a:pt x="7080" y="7300"/>
                  </a:lnTo>
                  <a:lnTo>
                    <a:pt x="7190" y="7263"/>
                  </a:lnTo>
                  <a:lnTo>
                    <a:pt x="7300" y="7153"/>
                  </a:lnTo>
                  <a:lnTo>
                    <a:pt x="7410" y="7080"/>
                  </a:lnTo>
                  <a:lnTo>
                    <a:pt x="7483" y="6970"/>
                  </a:lnTo>
                  <a:close/>
                  <a:moveTo>
                    <a:pt x="4769" y="1"/>
                  </a:moveTo>
                  <a:lnTo>
                    <a:pt x="4769" y="37"/>
                  </a:lnTo>
                  <a:lnTo>
                    <a:pt x="4805" y="184"/>
                  </a:lnTo>
                  <a:lnTo>
                    <a:pt x="4879" y="294"/>
                  </a:lnTo>
                  <a:lnTo>
                    <a:pt x="4989" y="367"/>
                  </a:lnTo>
                  <a:lnTo>
                    <a:pt x="5099" y="404"/>
                  </a:lnTo>
                  <a:lnTo>
                    <a:pt x="5172" y="551"/>
                  </a:lnTo>
                  <a:lnTo>
                    <a:pt x="5282" y="697"/>
                  </a:lnTo>
                  <a:lnTo>
                    <a:pt x="5466" y="991"/>
                  </a:lnTo>
                  <a:lnTo>
                    <a:pt x="5539" y="1101"/>
                  </a:lnTo>
                  <a:lnTo>
                    <a:pt x="5466" y="1284"/>
                  </a:lnTo>
                  <a:lnTo>
                    <a:pt x="5466" y="1468"/>
                  </a:lnTo>
                  <a:lnTo>
                    <a:pt x="5539" y="1688"/>
                  </a:lnTo>
                  <a:lnTo>
                    <a:pt x="5649" y="1835"/>
                  </a:lnTo>
                  <a:lnTo>
                    <a:pt x="5722" y="1908"/>
                  </a:lnTo>
                  <a:lnTo>
                    <a:pt x="5356" y="2605"/>
                  </a:lnTo>
                  <a:lnTo>
                    <a:pt x="4879" y="3595"/>
                  </a:lnTo>
                  <a:lnTo>
                    <a:pt x="4769" y="3852"/>
                  </a:lnTo>
                  <a:lnTo>
                    <a:pt x="4622" y="4072"/>
                  </a:lnTo>
                  <a:lnTo>
                    <a:pt x="4402" y="4072"/>
                  </a:lnTo>
                  <a:lnTo>
                    <a:pt x="4292" y="4109"/>
                  </a:lnTo>
                  <a:lnTo>
                    <a:pt x="4182" y="4182"/>
                  </a:lnTo>
                  <a:lnTo>
                    <a:pt x="4108" y="4292"/>
                  </a:lnTo>
                  <a:lnTo>
                    <a:pt x="4072" y="4402"/>
                  </a:lnTo>
                  <a:lnTo>
                    <a:pt x="3485" y="4476"/>
                  </a:lnTo>
                  <a:lnTo>
                    <a:pt x="3045" y="4512"/>
                  </a:lnTo>
                  <a:lnTo>
                    <a:pt x="2678" y="4549"/>
                  </a:lnTo>
                  <a:lnTo>
                    <a:pt x="2568" y="4366"/>
                  </a:lnTo>
                  <a:lnTo>
                    <a:pt x="2458" y="4219"/>
                  </a:lnTo>
                  <a:lnTo>
                    <a:pt x="2274" y="4146"/>
                  </a:lnTo>
                  <a:lnTo>
                    <a:pt x="2091" y="4109"/>
                  </a:lnTo>
                  <a:lnTo>
                    <a:pt x="1907" y="4109"/>
                  </a:lnTo>
                  <a:lnTo>
                    <a:pt x="1797" y="4182"/>
                  </a:lnTo>
                  <a:lnTo>
                    <a:pt x="1651" y="4292"/>
                  </a:lnTo>
                  <a:lnTo>
                    <a:pt x="1577" y="4402"/>
                  </a:lnTo>
                  <a:lnTo>
                    <a:pt x="1504" y="4512"/>
                  </a:lnTo>
                  <a:lnTo>
                    <a:pt x="1504" y="4622"/>
                  </a:lnTo>
                  <a:lnTo>
                    <a:pt x="1431" y="4769"/>
                  </a:lnTo>
                  <a:lnTo>
                    <a:pt x="1431" y="4953"/>
                  </a:lnTo>
                  <a:lnTo>
                    <a:pt x="1467" y="5099"/>
                  </a:lnTo>
                  <a:lnTo>
                    <a:pt x="1504" y="5173"/>
                  </a:lnTo>
                  <a:lnTo>
                    <a:pt x="1504" y="5209"/>
                  </a:lnTo>
                  <a:lnTo>
                    <a:pt x="1247" y="5760"/>
                  </a:lnTo>
                  <a:lnTo>
                    <a:pt x="880" y="6420"/>
                  </a:lnTo>
                  <a:lnTo>
                    <a:pt x="770" y="6640"/>
                  </a:lnTo>
                  <a:lnTo>
                    <a:pt x="770" y="6713"/>
                  </a:lnTo>
                  <a:lnTo>
                    <a:pt x="734" y="6823"/>
                  </a:lnTo>
                  <a:lnTo>
                    <a:pt x="734" y="6787"/>
                  </a:lnTo>
                  <a:lnTo>
                    <a:pt x="624" y="6787"/>
                  </a:lnTo>
                  <a:lnTo>
                    <a:pt x="550" y="6823"/>
                  </a:lnTo>
                  <a:lnTo>
                    <a:pt x="404" y="6933"/>
                  </a:lnTo>
                  <a:lnTo>
                    <a:pt x="330" y="6970"/>
                  </a:lnTo>
                  <a:lnTo>
                    <a:pt x="257" y="7007"/>
                  </a:lnTo>
                  <a:lnTo>
                    <a:pt x="183" y="7117"/>
                  </a:lnTo>
                  <a:lnTo>
                    <a:pt x="110" y="7227"/>
                  </a:lnTo>
                  <a:lnTo>
                    <a:pt x="110" y="7447"/>
                  </a:lnTo>
                  <a:lnTo>
                    <a:pt x="0" y="7777"/>
                  </a:lnTo>
                  <a:lnTo>
                    <a:pt x="37" y="7850"/>
                  </a:lnTo>
                  <a:lnTo>
                    <a:pt x="73" y="7887"/>
                  </a:lnTo>
                  <a:lnTo>
                    <a:pt x="110" y="7960"/>
                  </a:lnTo>
                  <a:lnTo>
                    <a:pt x="183" y="7960"/>
                  </a:lnTo>
                  <a:lnTo>
                    <a:pt x="367" y="8034"/>
                  </a:lnTo>
                  <a:lnTo>
                    <a:pt x="660" y="8034"/>
                  </a:lnTo>
                  <a:lnTo>
                    <a:pt x="660" y="7997"/>
                  </a:lnTo>
                  <a:lnTo>
                    <a:pt x="770" y="7997"/>
                  </a:lnTo>
                  <a:lnTo>
                    <a:pt x="880" y="8181"/>
                  </a:lnTo>
                  <a:lnTo>
                    <a:pt x="990" y="8364"/>
                  </a:lnTo>
                  <a:lnTo>
                    <a:pt x="1211" y="8657"/>
                  </a:lnTo>
                  <a:lnTo>
                    <a:pt x="1651" y="9281"/>
                  </a:lnTo>
                  <a:lnTo>
                    <a:pt x="1687" y="9354"/>
                  </a:lnTo>
                  <a:lnTo>
                    <a:pt x="1651" y="9501"/>
                  </a:lnTo>
                  <a:lnTo>
                    <a:pt x="1614" y="9648"/>
                  </a:lnTo>
                  <a:lnTo>
                    <a:pt x="1577" y="9831"/>
                  </a:lnTo>
                  <a:lnTo>
                    <a:pt x="1577" y="9941"/>
                  </a:lnTo>
                  <a:lnTo>
                    <a:pt x="1614" y="10051"/>
                  </a:lnTo>
                  <a:lnTo>
                    <a:pt x="1541" y="10235"/>
                  </a:lnTo>
                  <a:lnTo>
                    <a:pt x="1431" y="10418"/>
                  </a:lnTo>
                  <a:lnTo>
                    <a:pt x="1357" y="10601"/>
                  </a:lnTo>
                  <a:lnTo>
                    <a:pt x="1211" y="10785"/>
                  </a:lnTo>
                  <a:lnTo>
                    <a:pt x="1137" y="10858"/>
                  </a:lnTo>
                  <a:lnTo>
                    <a:pt x="1137" y="10968"/>
                  </a:lnTo>
                  <a:lnTo>
                    <a:pt x="1174" y="11078"/>
                  </a:lnTo>
                  <a:lnTo>
                    <a:pt x="1247" y="11152"/>
                  </a:lnTo>
                  <a:lnTo>
                    <a:pt x="1357" y="11188"/>
                  </a:lnTo>
                  <a:lnTo>
                    <a:pt x="1467" y="11152"/>
                  </a:lnTo>
                  <a:lnTo>
                    <a:pt x="1541" y="11078"/>
                  </a:lnTo>
                  <a:lnTo>
                    <a:pt x="1577" y="10968"/>
                  </a:lnTo>
                  <a:lnTo>
                    <a:pt x="1614" y="10932"/>
                  </a:lnTo>
                  <a:lnTo>
                    <a:pt x="1687" y="10822"/>
                  </a:lnTo>
                  <a:lnTo>
                    <a:pt x="1761" y="10638"/>
                  </a:lnTo>
                  <a:lnTo>
                    <a:pt x="1834" y="10491"/>
                  </a:lnTo>
                  <a:lnTo>
                    <a:pt x="1907" y="10198"/>
                  </a:lnTo>
                  <a:lnTo>
                    <a:pt x="2164" y="10198"/>
                  </a:lnTo>
                  <a:lnTo>
                    <a:pt x="2348" y="10161"/>
                  </a:lnTo>
                  <a:lnTo>
                    <a:pt x="2494" y="10088"/>
                  </a:lnTo>
                  <a:lnTo>
                    <a:pt x="2641" y="10015"/>
                  </a:lnTo>
                  <a:lnTo>
                    <a:pt x="2714" y="9905"/>
                  </a:lnTo>
                  <a:lnTo>
                    <a:pt x="3338" y="9905"/>
                  </a:lnTo>
                  <a:lnTo>
                    <a:pt x="3998" y="9941"/>
                  </a:lnTo>
                  <a:lnTo>
                    <a:pt x="4035" y="10051"/>
                  </a:lnTo>
                  <a:lnTo>
                    <a:pt x="4072" y="10088"/>
                  </a:lnTo>
                  <a:lnTo>
                    <a:pt x="4145" y="10161"/>
                  </a:lnTo>
                  <a:lnTo>
                    <a:pt x="4292" y="10235"/>
                  </a:lnTo>
                  <a:lnTo>
                    <a:pt x="4439" y="10308"/>
                  </a:lnTo>
                  <a:lnTo>
                    <a:pt x="4622" y="10308"/>
                  </a:lnTo>
                  <a:lnTo>
                    <a:pt x="4805" y="10271"/>
                  </a:lnTo>
                  <a:lnTo>
                    <a:pt x="4879" y="10235"/>
                  </a:lnTo>
                  <a:lnTo>
                    <a:pt x="5282" y="10822"/>
                  </a:lnTo>
                  <a:lnTo>
                    <a:pt x="5429" y="11115"/>
                  </a:lnTo>
                  <a:lnTo>
                    <a:pt x="5576" y="11408"/>
                  </a:lnTo>
                  <a:lnTo>
                    <a:pt x="5796" y="11995"/>
                  </a:lnTo>
                  <a:lnTo>
                    <a:pt x="5759" y="12105"/>
                  </a:lnTo>
                  <a:lnTo>
                    <a:pt x="5759" y="12215"/>
                  </a:lnTo>
                  <a:lnTo>
                    <a:pt x="5759" y="12362"/>
                  </a:lnTo>
                  <a:lnTo>
                    <a:pt x="5759" y="12472"/>
                  </a:lnTo>
                  <a:lnTo>
                    <a:pt x="5759" y="12509"/>
                  </a:lnTo>
                  <a:lnTo>
                    <a:pt x="5722" y="12619"/>
                  </a:lnTo>
                  <a:lnTo>
                    <a:pt x="5722" y="12692"/>
                  </a:lnTo>
                  <a:lnTo>
                    <a:pt x="5759" y="12766"/>
                  </a:lnTo>
                  <a:lnTo>
                    <a:pt x="5979" y="12876"/>
                  </a:lnTo>
                  <a:lnTo>
                    <a:pt x="5759" y="13169"/>
                  </a:lnTo>
                  <a:lnTo>
                    <a:pt x="5612" y="13463"/>
                  </a:lnTo>
                  <a:lnTo>
                    <a:pt x="5502" y="13793"/>
                  </a:lnTo>
                  <a:lnTo>
                    <a:pt x="5429" y="14123"/>
                  </a:lnTo>
                  <a:lnTo>
                    <a:pt x="5392" y="14196"/>
                  </a:lnTo>
                  <a:lnTo>
                    <a:pt x="5429" y="14270"/>
                  </a:lnTo>
                  <a:lnTo>
                    <a:pt x="5502" y="14343"/>
                  </a:lnTo>
                  <a:lnTo>
                    <a:pt x="5576" y="14380"/>
                  </a:lnTo>
                  <a:lnTo>
                    <a:pt x="5649" y="14416"/>
                  </a:lnTo>
                  <a:lnTo>
                    <a:pt x="5722" y="14416"/>
                  </a:lnTo>
                  <a:lnTo>
                    <a:pt x="5759" y="14380"/>
                  </a:lnTo>
                  <a:lnTo>
                    <a:pt x="5832" y="14306"/>
                  </a:lnTo>
                  <a:lnTo>
                    <a:pt x="5832" y="14233"/>
                  </a:lnTo>
                  <a:lnTo>
                    <a:pt x="5869" y="14086"/>
                  </a:lnTo>
                  <a:lnTo>
                    <a:pt x="5979" y="13793"/>
                  </a:lnTo>
                  <a:lnTo>
                    <a:pt x="6089" y="13463"/>
                  </a:lnTo>
                  <a:lnTo>
                    <a:pt x="6309" y="13022"/>
                  </a:lnTo>
                  <a:lnTo>
                    <a:pt x="6566" y="13022"/>
                  </a:lnTo>
                  <a:lnTo>
                    <a:pt x="6713" y="12986"/>
                  </a:lnTo>
                  <a:lnTo>
                    <a:pt x="6786" y="12876"/>
                  </a:lnTo>
                  <a:lnTo>
                    <a:pt x="6860" y="12582"/>
                  </a:lnTo>
                  <a:lnTo>
                    <a:pt x="7593" y="12582"/>
                  </a:lnTo>
                  <a:lnTo>
                    <a:pt x="8253" y="12546"/>
                  </a:lnTo>
                  <a:lnTo>
                    <a:pt x="8914" y="12509"/>
                  </a:lnTo>
                  <a:lnTo>
                    <a:pt x="8950" y="12509"/>
                  </a:lnTo>
                  <a:lnTo>
                    <a:pt x="8950" y="12619"/>
                  </a:lnTo>
                  <a:lnTo>
                    <a:pt x="9024" y="12692"/>
                  </a:lnTo>
                  <a:lnTo>
                    <a:pt x="9170" y="12802"/>
                  </a:lnTo>
                  <a:lnTo>
                    <a:pt x="9354" y="12876"/>
                  </a:lnTo>
                  <a:lnTo>
                    <a:pt x="9537" y="12912"/>
                  </a:lnTo>
                  <a:lnTo>
                    <a:pt x="9647" y="13279"/>
                  </a:lnTo>
                  <a:lnTo>
                    <a:pt x="9794" y="13829"/>
                  </a:lnTo>
                  <a:lnTo>
                    <a:pt x="9904" y="14050"/>
                  </a:lnTo>
                  <a:lnTo>
                    <a:pt x="9977" y="14160"/>
                  </a:lnTo>
                  <a:lnTo>
                    <a:pt x="10051" y="14270"/>
                  </a:lnTo>
                  <a:lnTo>
                    <a:pt x="10198" y="14270"/>
                  </a:lnTo>
                  <a:lnTo>
                    <a:pt x="10271" y="14233"/>
                  </a:lnTo>
                  <a:lnTo>
                    <a:pt x="10308" y="14160"/>
                  </a:lnTo>
                  <a:lnTo>
                    <a:pt x="10308" y="14013"/>
                  </a:lnTo>
                  <a:lnTo>
                    <a:pt x="10308" y="13903"/>
                  </a:lnTo>
                  <a:lnTo>
                    <a:pt x="10198" y="13609"/>
                  </a:lnTo>
                  <a:lnTo>
                    <a:pt x="9977" y="12949"/>
                  </a:lnTo>
                  <a:lnTo>
                    <a:pt x="9904" y="12729"/>
                  </a:lnTo>
                  <a:lnTo>
                    <a:pt x="9977" y="12619"/>
                  </a:lnTo>
                  <a:lnTo>
                    <a:pt x="10088" y="12399"/>
                  </a:lnTo>
                  <a:lnTo>
                    <a:pt x="10124" y="12215"/>
                  </a:lnTo>
                  <a:lnTo>
                    <a:pt x="10161" y="12032"/>
                  </a:lnTo>
                  <a:lnTo>
                    <a:pt x="10161" y="11885"/>
                  </a:lnTo>
                  <a:lnTo>
                    <a:pt x="10124" y="11849"/>
                  </a:lnTo>
                  <a:lnTo>
                    <a:pt x="10601" y="11042"/>
                  </a:lnTo>
                  <a:lnTo>
                    <a:pt x="11115" y="10235"/>
                  </a:lnTo>
                  <a:lnTo>
                    <a:pt x="11371" y="10088"/>
                  </a:lnTo>
                  <a:lnTo>
                    <a:pt x="11518" y="9978"/>
                  </a:lnTo>
                  <a:lnTo>
                    <a:pt x="11628" y="9868"/>
                  </a:lnTo>
                  <a:lnTo>
                    <a:pt x="11665" y="9831"/>
                  </a:lnTo>
                  <a:lnTo>
                    <a:pt x="11738" y="9758"/>
                  </a:lnTo>
                  <a:lnTo>
                    <a:pt x="11812" y="9611"/>
                  </a:lnTo>
                  <a:lnTo>
                    <a:pt x="11885" y="9464"/>
                  </a:lnTo>
                  <a:lnTo>
                    <a:pt x="12068" y="9501"/>
                  </a:lnTo>
                  <a:lnTo>
                    <a:pt x="12288" y="9501"/>
                  </a:lnTo>
                  <a:lnTo>
                    <a:pt x="12875" y="9538"/>
                  </a:lnTo>
                  <a:lnTo>
                    <a:pt x="13426" y="9501"/>
                  </a:lnTo>
                  <a:lnTo>
                    <a:pt x="13499" y="9501"/>
                  </a:lnTo>
                  <a:lnTo>
                    <a:pt x="13572" y="9464"/>
                  </a:lnTo>
                  <a:lnTo>
                    <a:pt x="13646" y="9391"/>
                  </a:lnTo>
                  <a:lnTo>
                    <a:pt x="13646" y="9318"/>
                  </a:lnTo>
                  <a:lnTo>
                    <a:pt x="13682" y="9244"/>
                  </a:lnTo>
                  <a:lnTo>
                    <a:pt x="13646" y="9171"/>
                  </a:lnTo>
                  <a:lnTo>
                    <a:pt x="13609" y="9098"/>
                  </a:lnTo>
                  <a:lnTo>
                    <a:pt x="13536" y="9024"/>
                  </a:lnTo>
                  <a:lnTo>
                    <a:pt x="13426" y="9024"/>
                  </a:lnTo>
                  <a:lnTo>
                    <a:pt x="13059" y="8988"/>
                  </a:lnTo>
                  <a:lnTo>
                    <a:pt x="12655" y="8988"/>
                  </a:lnTo>
                  <a:lnTo>
                    <a:pt x="11885" y="9024"/>
                  </a:lnTo>
                  <a:lnTo>
                    <a:pt x="11812" y="8951"/>
                  </a:lnTo>
                  <a:lnTo>
                    <a:pt x="11738" y="8877"/>
                  </a:lnTo>
                  <a:lnTo>
                    <a:pt x="11518" y="8767"/>
                  </a:lnTo>
                  <a:lnTo>
                    <a:pt x="11445" y="8767"/>
                  </a:lnTo>
                  <a:lnTo>
                    <a:pt x="11335" y="8804"/>
                  </a:lnTo>
                  <a:lnTo>
                    <a:pt x="11225" y="8767"/>
                  </a:lnTo>
                  <a:lnTo>
                    <a:pt x="11078" y="8804"/>
                  </a:lnTo>
                  <a:lnTo>
                    <a:pt x="10638" y="8107"/>
                  </a:lnTo>
                  <a:lnTo>
                    <a:pt x="10271" y="7594"/>
                  </a:lnTo>
                  <a:lnTo>
                    <a:pt x="10088" y="7300"/>
                  </a:lnTo>
                  <a:lnTo>
                    <a:pt x="9904" y="7080"/>
                  </a:lnTo>
                  <a:lnTo>
                    <a:pt x="9977" y="6970"/>
                  </a:lnTo>
                  <a:lnTo>
                    <a:pt x="10051" y="6823"/>
                  </a:lnTo>
                  <a:lnTo>
                    <a:pt x="10088" y="6713"/>
                  </a:lnTo>
                  <a:lnTo>
                    <a:pt x="10124" y="6567"/>
                  </a:lnTo>
                  <a:lnTo>
                    <a:pt x="10088" y="6493"/>
                  </a:lnTo>
                  <a:lnTo>
                    <a:pt x="10051" y="6456"/>
                  </a:lnTo>
                  <a:lnTo>
                    <a:pt x="9941" y="6456"/>
                  </a:lnTo>
                  <a:lnTo>
                    <a:pt x="10124" y="6236"/>
                  </a:lnTo>
                  <a:lnTo>
                    <a:pt x="10308" y="5980"/>
                  </a:lnTo>
                  <a:lnTo>
                    <a:pt x="10638" y="5503"/>
                  </a:lnTo>
                  <a:lnTo>
                    <a:pt x="11005" y="4953"/>
                  </a:lnTo>
                  <a:lnTo>
                    <a:pt x="11078" y="4953"/>
                  </a:lnTo>
                  <a:lnTo>
                    <a:pt x="11151" y="4916"/>
                  </a:lnTo>
                  <a:lnTo>
                    <a:pt x="11225" y="4843"/>
                  </a:lnTo>
                  <a:lnTo>
                    <a:pt x="11298" y="4769"/>
                  </a:lnTo>
                  <a:lnTo>
                    <a:pt x="11518" y="4586"/>
                  </a:lnTo>
                  <a:lnTo>
                    <a:pt x="11591" y="4476"/>
                  </a:lnTo>
                  <a:lnTo>
                    <a:pt x="11665" y="4366"/>
                  </a:lnTo>
                  <a:lnTo>
                    <a:pt x="11702" y="4256"/>
                  </a:lnTo>
                  <a:lnTo>
                    <a:pt x="11702" y="4146"/>
                  </a:lnTo>
                  <a:lnTo>
                    <a:pt x="11665" y="3999"/>
                  </a:lnTo>
                  <a:lnTo>
                    <a:pt x="11591" y="3889"/>
                  </a:lnTo>
                  <a:lnTo>
                    <a:pt x="11518" y="3779"/>
                  </a:lnTo>
                  <a:lnTo>
                    <a:pt x="11408" y="3742"/>
                  </a:lnTo>
                  <a:lnTo>
                    <a:pt x="11298" y="3705"/>
                  </a:lnTo>
                  <a:lnTo>
                    <a:pt x="11151" y="3669"/>
                  </a:lnTo>
                  <a:lnTo>
                    <a:pt x="10931" y="3192"/>
                  </a:lnTo>
                  <a:lnTo>
                    <a:pt x="10674" y="2752"/>
                  </a:lnTo>
                  <a:lnTo>
                    <a:pt x="10344" y="2091"/>
                  </a:lnTo>
                  <a:lnTo>
                    <a:pt x="10124" y="1725"/>
                  </a:lnTo>
                  <a:lnTo>
                    <a:pt x="9904" y="1431"/>
                  </a:lnTo>
                  <a:lnTo>
                    <a:pt x="9941" y="1284"/>
                  </a:lnTo>
                  <a:lnTo>
                    <a:pt x="9941" y="1211"/>
                  </a:lnTo>
                  <a:lnTo>
                    <a:pt x="9977" y="1064"/>
                  </a:lnTo>
                  <a:lnTo>
                    <a:pt x="9941" y="954"/>
                  </a:lnTo>
                  <a:lnTo>
                    <a:pt x="9904" y="844"/>
                  </a:lnTo>
                  <a:lnTo>
                    <a:pt x="9831" y="697"/>
                  </a:lnTo>
                  <a:lnTo>
                    <a:pt x="9721" y="587"/>
                  </a:lnTo>
                  <a:lnTo>
                    <a:pt x="9574" y="514"/>
                  </a:lnTo>
                  <a:lnTo>
                    <a:pt x="9427" y="477"/>
                  </a:lnTo>
                  <a:lnTo>
                    <a:pt x="9244" y="514"/>
                  </a:lnTo>
                  <a:lnTo>
                    <a:pt x="9097" y="551"/>
                  </a:lnTo>
                  <a:lnTo>
                    <a:pt x="8987" y="661"/>
                  </a:lnTo>
                  <a:lnTo>
                    <a:pt x="8914" y="808"/>
                  </a:lnTo>
                  <a:lnTo>
                    <a:pt x="8877" y="954"/>
                  </a:lnTo>
                  <a:lnTo>
                    <a:pt x="8840" y="1028"/>
                  </a:lnTo>
                  <a:lnTo>
                    <a:pt x="7887" y="1101"/>
                  </a:lnTo>
                  <a:lnTo>
                    <a:pt x="7080" y="1174"/>
                  </a:lnTo>
                  <a:lnTo>
                    <a:pt x="6933" y="1174"/>
                  </a:lnTo>
                  <a:lnTo>
                    <a:pt x="6860" y="1064"/>
                  </a:lnTo>
                  <a:lnTo>
                    <a:pt x="6749" y="918"/>
                  </a:lnTo>
                  <a:lnTo>
                    <a:pt x="6713" y="881"/>
                  </a:lnTo>
                  <a:lnTo>
                    <a:pt x="6639" y="808"/>
                  </a:lnTo>
                  <a:lnTo>
                    <a:pt x="6529" y="771"/>
                  </a:lnTo>
                  <a:lnTo>
                    <a:pt x="6456" y="771"/>
                  </a:lnTo>
                  <a:lnTo>
                    <a:pt x="6383" y="808"/>
                  </a:lnTo>
                  <a:lnTo>
                    <a:pt x="5942" y="808"/>
                  </a:lnTo>
                  <a:lnTo>
                    <a:pt x="5686" y="477"/>
                  </a:lnTo>
                  <a:lnTo>
                    <a:pt x="5576" y="294"/>
                  </a:lnTo>
                  <a:lnTo>
                    <a:pt x="5466" y="111"/>
                  </a:lnTo>
                  <a:lnTo>
                    <a:pt x="5429" y="37"/>
                  </a:lnTo>
                  <a:lnTo>
                    <a:pt x="5356" y="1"/>
                  </a:lnTo>
                  <a:lnTo>
                    <a:pt x="5209" y="1"/>
                  </a:lnTo>
                  <a:lnTo>
                    <a:pt x="5025" y="37"/>
                  </a:lnTo>
                  <a:lnTo>
                    <a:pt x="491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5" name="Google Shape;308;p5">
              <a:extLst>
                <a:ext uri="{FF2B5EF4-FFF2-40B4-BE49-F238E27FC236}">
                  <a16:creationId xmlns:a16="http://schemas.microsoft.com/office/drawing/2014/main" id="{634D8B8E-87FB-4B4C-ADAA-7193446D5204}"/>
                </a:ext>
              </a:extLst>
            </p:cNvPr>
            <p:cNvSpPr/>
            <p:nvPr/>
          </p:nvSpPr>
          <p:spPr>
            <a:xfrm>
              <a:off x="6789450" y="3384325"/>
              <a:ext cx="262300" cy="186175"/>
            </a:xfrm>
            <a:custGeom>
              <a:avLst/>
              <a:gdLst/>
              <a:ahLst/>
              <a:cxnLst/>
              <a:rect l="l" t="t" r="r" b="b"/>
              <a:pathLst>
                <a:path w="10492" h="7447" extrusionOk="0">
                  <a:moveTo>
                    <a:pt x="7300" y="1761"/>
                  </a:moveTo>
                  <a:lnTo>
                    <a:pt x="7117" y="1797"/>
                  </a:lnTo>
                  <a:lnTo>
                    <a:pt x="6897" y="1834"/>
                  </a:lnTo>
                  <a:lnTo>
                    <a:pt x="6713" y="1907"/>
                  </a:lnTo>
                  <a:lnTo>
                    <a:pt x="6530" y="2017"/>
                  </a:lnTo>
                  <a:lnTo>
                    <a:pt x="6383" y="2128"/>
                  </a:lnTo>
                  <a:lnTo>
                    <a:pt x="6273" y="2274"/>
                  </a:lnTo>
                  <a:lnTo>
                    <a:pt x="6200" y="2458"/>
                  </a:lnTo>
                  <a:lnTo>
                    <a:pt x="6200" y="2531"/>
                  </a:lnTo>
                  <a:lnTo>
                    <a:pt x="6237" y="2604"/>
                  </a:lnTo>
                  <a:lnTo>
                    <a:pt x="6310" y="2641"/>
                  </a:lnTo>
                  <a:lnTo>
                    <a:pt x="6383" y="2641"/>
                  </a:lnTo>
                  <a:lnTo>
                    <a:pt x="6530" y="2604"/>
                  </a:lnTo>
                  <a:lnTo>
                    <a:pt x="6640" y="2531"/>
                  </a:lnTo>
                  <a:lnTo>
                    <a:pt x="6860" y="2384"/>
                  </a:lnTo>
                  <a:lnTo>
                    <a:pt x="7007" y="2348"/>
                  </a:lnTo>
                  <a:lnTo>
                    <a:pt x="7154" y="2274"/>
                  </a:lnTo>
                  <a:lnTo>
                    <a:pt x="7484" y="2274"/>
                  </a:lnTo>
                  <a:lnTo>
                    <a:pt x="7667" y="2311"/>
                  </a:lnTo>
                  <a:lnTo>
                    <a:pt x="7851" y="2384"/>
                  </a:lnTo>
                  <a:lnTo>
                    <a:pt x="7924" y="2458"/>
                  </a:lnTo>
                  <a:lnTo>
                    <a:pt x="7961" y="2531"/>
                  </a:lnTo>
                  <a:lnTo>
                    <a:pt x="7997" y="2641"/>
                  </a:lnTo>
                  <a:lnTo>
                    <a:pt x="7997" y="2751"/>
                  </a:lnTo>
                  <a:lnTo>
                    <a:pt x="7961" y="2898"/>
                  </a:lnTo>
                  <a:lnTo>
                    <a:pt x="7887" y="3045"/>
                  </a:lnTo>
                  <a:lnTo>
                    <a:pt x="7667" y="3338"/>
                  </a:lnTo>
                  <a:lnTo>
                    <a:pt x="7190" y="3998"/>
                  </a:lnTo>
                  <a:lnTo>
                    <a:pt x="6713" y="4622"/>
                  </a:lnTo>
                  <a:lnTo>
                    <a:pt x="5686" y="5869"/>
                  </a:lnTo>
                  <a:lnTo>
                    <a:pt x="5613" y="6016"/>
                  </a:lnTo>
                  <a:lnTo>
                    <a:pt x="5650" y="6162"/>
                  </a:lnTo>
                  <a:lnTo>
                    <a:pt x="5686" y="6236"/>
                  </a:lnTo>
                  <a:lnTo>
                    <a:pt x="5723" y="6273"/>
                  </a:lnTo>
                  <a:lnTo>
                    <a:pt x="5796" y="6309"/>
                  </a:lnTo>
                  <a:lnTo>
                    <a:pt x="5870" y="6309"/>
                  </a:lnTo>
                  <a:lnTo>
                    <a:pt x="6567" y="6273"/>
                  </a:lnTo>
                  <a:lnTo>
                    <a:pt x="7264" y="6309"/>
                  </a:lnTo>
                  <a:lnTo>
                    <a:pt x="8034" y="6346"/>
                  </a:lnTo>
                  <a:lnTo>
                    <a:pt x="8401" y="6419"/>
                  </a:lnTo>
                  <a:lnTo>
                    <a:pt x="8547" y="6419"/>
                  </a:lnTo>
                  <a:lnTo>
                    <a:pt x="8731" y="6383"/>
                  </a:lnTo>
                  <a:lnTo>
                    <a:pt x="8841" y="6309"/>
                  </a:lnTo>
                  <a:lnTo>
                    <a:pt x="8878" y="6199"/>
                  </a:lnTo>
                  <a:lnTo>
                    <a:pt x="8878" y="6089"/>
                  </a:lnTo>
                  <a:lnTo>
                    <a:pt x="8768" y="6016"/>
                  </a:lnTo>
                  <a:lnTo>
                    <a:pt x="8658" y="5942"/>
                  </a:lnTo>
                  <a:lnTo>
                    <a:pt x="8474" y="5869"/>
                  </a:lnTo>
                  <a:lnTo>
                    <a:pt x="8107" y="5796"/>
                  </a:lnTo>
                  <a:lnTo>
                    <a:pt x="7410" y="5759"/>
                  </a:lnTo>
                  <a:lnTo>
                    <a:pt x="6457" y="5759"/>
                  </a:lnTo>
                  <a:lnTo>
                    <a:pt x="7557" y="4365"/>
                  </a:lnTo>
                  <a:lnTo>
                    <a:pt x="7851" y="3998"/>
                  </a:lnTo>
                  <a:lnTo>
                    <a:pt x="8144" y="3595"/>
                  </a:lnTo>
                  <a:lnTo>
                    <a:pt x="8291" y="3375"/>
                  </a:lnTo>
                  <a:lnTo>
                    <a:pt x="8401" y="3191"/>
                  </a:lnTo>
                  <a:lnTo>
                    <a:pt x="8474" y="2935"/>
                  </a:lnTo>
                  <a:lnTo>
                    <a:pt x="8511" y="2714"/>
                  </a:lnTo>
                  <a:lnTo>
                    <a:pt x="8511" y="2494"/>
                  </a:lnTo>
                  <a:lnTo>
                    <a:pt x="8437" y="2311"/>
                  </a:lnTo>
                  <a:lnTo>
                    <a:pt x="8327" y="2164"/>
                  </a:lnTo>
                  <a:lnTo>
                    <a:pt x="8217" y="2017"/>
                  </a:lnTo>
                  <a:lnTo>
                    <a:pt x="8071" y="1907"/>
                  </a:lnTo>
                  <a:lnTo>
                    <a:pt x="7887" y="1834"/>
                  </a:lnTo>
                  <a:lnTo>
                    <a:pt x="7667" y="1797"/>
                  </a:lnTo>
                  <a:lnTo>
                    <a:pt x="7484" y="1761"/>
                  </a:lnTo>
                  <a:close/>
                  <a:moveTo>
                    <a:pt x="954" y="0"/>
                  </a:moveTo>
                  <a:lnTo>
                    <a:pt x="771" y="37"/>
                  </a:lnTo>
                  <a:lnTo>
                    <a:pt x="624" y="110"/>
                  </a:lnTo>
                  <a:lnTo>
                    <a:pt x="441" y="183"/>
                  </a:lnTo>
                  <a:lnTo>
                    <a:pt x="294" y="257"/>
                  </a:lnTo>
                  <a:lnTo>
                    <a:pt x="147" y="404"/>
                  </a:lnTo>
                  <a:lnTo>
                    <a:pt x="37" y="514"/>
                  </a:lnTo>
                  <a:lnTo>
                    <a:pt x="1" y="587"/>
                  </a:lnTo>
                  <a:lnTo>
                    <a:pt x="1" y="660"/>
                  </a:lnTo>
                  <a:lnTo>
                    <a:pt x="74" y="770"/>
                  </a:lnTo>
                  <a:lnTo>
                    <a:pt x="184" y="844"/>
                  </a:lnTo>
                  <a:lnTo>
                    <a:pt x="257" y="844"/>
                  </a:lnTo>
                  <a:lnTo>
                    <a:pt x="331" y="807"/>
                  </a:lnTo>
                  <a:lnTo>
                    <a:pt x="661" y="660"/>
                  </a:lnTo>
                  <a:lnTo>
                    <a:pt x="844" y="624"/>
                  </a:lnTo>
                  <a:lnTo>
                    <a:pt x="1028" y="587"/>
                  </a:lnTo>
                  <a:lnTo>
                    <a:pt x="991" y="624"/>
                  </a:lnTo>
                  <a:lnTo>
                    <a:pt x="991" y="844"/>
                  </a:lnTo>
                  <a:lnTo>
                    <a:pt x="991" y="1064"/>
                  </a:lnTo>
                  <a:lnTo>
                    <a:pt x="1101" y="1467"/>
                  </a:lnTo>
                  <a:lnTo>
                    <a:pt x="1358" y="2641"/>
                  </a:lnTo>
                  <a:lnTo>
                    <a:pt x="2312" y="7263"/>
                  </a:lnTo>
                  <a:lnTo>
                    <a:pt x="2348" y="7336"/>
                  </a:lnTo>
                  <a:lnTo>
                    <a:pt x="2422" y="7410"/>
                  </a:lnTo>
                  <a:lnTo>
                    <a:pt x="2495" y="7446"/>
                  </a:lnTo>
                  <a:lnTo>
                    <a:pt x="2678" y="7446"/>
                  </a:lnTo>
                  <a:lnTo>
                    <a:pt x="2752" y="7410"/>
                  </a:lnTo>
                  <a:lnTo>
                    <a:pt x="2825" y="7336"/>
                  </a:lnTo>
                  <a:lnTo>
                    <a:pt x="2862" y="7263"/>
                  </a:lnTo>
                  <a:lnTo>
                    <a:pt x="4072" y="4108"/>
                  </a:lnTo>
                  <a:lnTo>
                    <a:pt x="5246" y="990"/>
                  </a:lnTo>
                  <a:lnTo>
                    <a:pt x="6457" y="917"/>
                  </a:lnTo>
                  <a:lnTo>
                    <a:pt x="7667" y="880"/>
                  </a:lnTo>
                  <a:lnTo>
                    <a:pt x="8988" y="917"/>
                  </a:lnTo>
                  <a:lnTo>
                    <a:pt x="9648" y="990"/>
                  </a:lnTo>
                  <a:lnTo>
                    <a:pt x="9978" y="990"/>
                  </a:lnTo>
                  <a:lnTo>
                    <a:pt x="10308" y="954"/>
                  </a:lnTo>
                  <a:lnTo>
                    <a:pt x="10382" y="917"/>
                  </a:lnTo>
                  <a:lnTo>
                    <a:pt x="10455" y="880"/>
                  </a:lnTo>
                  <a:lnTo>
                    <a:pt x="10492" y="807"/>
                  </a:lnTo>
                  <a:lnTo>
                    <a:pt x="10492" y="734"/>
                  </a:lnTo>
                  <a:lnTo>
                    <a:pt x="10418" y="587"/>
                  </a:lnTo>
                  <a:lnTo>
                    <a:pt x="10382" y="514"/>
                  </a:lnTo>
                  <a:lnTo>
                    <a:pt x="10308" y="477"/>
                  </a:lnTo>
                  <a:lnTo>
                    <a:pt x="10015" y="404"/>
                  </a:lnTo>
                  <a:lnTo>
                    <a:pt x="9721" y="367"/>
                  </a:lnTo>
                  <a:lnTo>
                    <a:pt x="9134" y="330"/>
                  </a:lnTo>
                  <a:lnTo>
                    <a:pt x="7814" y="293"/>
                  </a:lnTo>
                  <a:lnTo>
                    <a:pt x="6420" y="330"/>
                  </a:lnTo>
                  <a:lnTo>
                    <a:pt x="5026" y="404"/>
                  </a:lnTo>
                  <a:lnTo>
                    <a:pt x="4916" y="440"/>
                  </a:lnTo>
                  <a:lnTo>
                    <a:pt x="4843" y="477"/>
                  </a:lnTo>
                  <a:lnTo>
                    <a:pt x="4806" y="550"/>
                  </a:lnTo>
                  <a:lnTo>
                    <a:pt x="4733" y="624"/>
                  </a:lnTo>
                  <a:lnTo>
                    <a:pt x="2678" y="6162"/>
                  </a:lnTo>
                  <a:lnTo>
                    <a:pt x="2128" y="3705"/>
                  </a:lnTo>
                  <a:lnTo>
                    <a:pt x="1725" y="1981"/>
                  </a:lnTo>
                  <a:lnTo>
                    <a:pt x="1541" y="1210"/>
                  </a:lnTo>
                  <a:lnTo>
                    <a:pt x="1468" y="844"/>
                  </a:lnTo>
                  <a:lnTo>
                    <a:pt x="1431" y="660"/>
                  </a:lnTo>
                  <a:lnTo>
                    <a:pt x="1395" y="550"/>
                  </a:lnTo>
                  <a:lnTo>
                    <a:pt x="1431" y="550"/>
                  </a:lnTo>
                  <a:lnTo>
                    <a:pt x="1468" y="514"/>
                  </a:lnTo>
                  <a:lnTo>
                    <a:pt x="1468" y="477"/>
                  </a:lnTo>
                  <a:lnTo>
                    <a:pt x="1505" y="367"/>
                  </a:lnTo>
                  <a:lnTo>
                    <a:pt x="1505" y="220"/>
                  </a:lnTo>
                  <a:lnTo>
                    <a:pt x="1468" y="110"/>
                  </a:lnTo>
                  <a:lnTo>
                    <a:pt x="1395" y="73"/>
                  </a:lnTo>
                  <a:lnTo>
                    <a:pt x="1321" y="3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6" name="Google Shape;309;p5">
              <a:extLst>
                <a:ext uri="{FF2B5EF4-FFF2-40B4-BE49-F238E27FC236}">
                  <a16:creationId xmlns:a16="http://schemas.microsoft.com/office/drawing/2014/main" id="{A84278D9-55A7-43CB-80E4-4915603F39C1}"/>
                </a:ext>
              </a:extLst>
            </p:cNvPr>
            <p:cNvSpPr/>
            <p:nvPr/>
          </p:nvSpPr>
          <p:spPr>
            <a:xfrm>
              <a:off x="6950850" y="4617725"/>
              <a:ext cx="254050" cy="162350"/>
            </a:xfrm>
            <a:custGeom>
              <a:avLst/>
              <a:gdLst/>
              <a:ahLst/>
              <a:cxnLst/>
              <a:rect l="l" t="t" r="r" b="b"/>
              <a:pathLst>
                <a:path w="10162" h="6494" extrusionOk="0">
                  <a:moveTo>
                    <a:pt x="8291" y="587"/>
                  </a:moveTo>
                  <a:lnTo>
                    <a:pt x="8291" y="698"/>
                  </a:lnTo>
                  <a:lnTo>
                    <a:pt x="8327" y="771"/>
                  </a:lnTo>
                  <a:lnTo>
                    <a:pt x="8401" y="808"/>
                  </a:lnTo>
                  <a:lnTo>
                    <a:pt x="8474" y="808"/>
                  </a:lnTo>
                  <a:lnTo>
                    <a:pt x="8768" y="771"/>
                  </a:lnTo>
                  <a:lnTo>
                    <a:pt x="8914" y="771"/>
                  </a:lnTo>
                  <a:lnTo>
                    <a:pt x="8988" y="808"/>
                  </a:lnTo>
                  <a:lnTo>
                    <a:pt x="9024" y="844"/>
                  </a:lnTo>
                  <a:lnTo>
                    <a:pt x="9208" y="1101"/>
                  </a:lnTo>
                  <a:lnTo>
                    <a:pt x="9318" y="1321"/>
                  </a:lnTo>
                  <a:lnTo>
                    <a:pt x="9465" y="1615"/>
                  </a:lnTo>
                  <a:lnTo>
                    <a:pt x="9538" y="1871"/>
                  </a:lnTo>
                  <a:lnTo>
                    <a:pt x="9611" y="2165"/>
                  </a:lnTo>
                  <a:lnTo>
                    <a:pt x="9648" y="2458"/>
                  </a:lnTo>
                  <a:lnTo>
                    <a:pt x="9648" y="2715"/>
                  </a:lnTo>
                  <a:lnTo>
                    <a:pt x="9575" y="2972"/>
                  </a:lnTo>
                  <a:lnTo>
                    <a:pt x="9501" y="3229"/>
                  </a:lnTo>
                  <a:lnTo>
                    <a:pt x="9354" y="3485"/>
                  </a:lnTo>
                  <a:lnTo>
                    <a:pt x="9171" y="3669"/>
                  </a:lnTo>
                  <a:lnTo>
                    <a:pt x="8988" y="3852"/>
                  </a:lnTo>
                  <a:lnTo>
                    <a:pt x="8731" y="3962"/>
                  </a:lnTo>
                  <a:lnTo>
                    <a:pt x="8474" y="3999"/>
                  </a:lnTo>
                  <a:lnTo>
                    <a:pt x="8327" y="3999"/>
                  </a:lnTo>
                  <a:lnTo>
                    <a:pt x="8217" y="3925"/>
                  </a:lnTo>
                  <a:lnTo>
                    <a:pt x="8107" y="3852"/>
                  </a:lnTo>
                  <a:lnTo>
                    <a:pt x="7997" y="3742"/>
                  </a:lnTo>
                  <a:lnTo>
                    <a:pt x="7851" y="3485"/>
                  </a:lnTo>
                  <a:lnTo>
                    <a:pt x="7740" y="3229"/>
                  </a:lnTo>
                  <a:lnTo>
                    <a:pt x="7630" y="2935"/>
                  </a:lnTo>
                  <a:lnTo>
                    <a:pt x="7594" y="2605"/>
                  </a:lnTo>
                  <a:lnTo>
                    <a:pt x="7557" y="2311"/>
                  </a:lnTo>
                  <a:lnTo>
                    <a:pt x="7594" y="1981"/>
                  </a:lnTo>
                  <a:lnTo>
                    <a:pt x="7630" y="1578"/>
                  </a:lnTo>
                  <a:lnTo>
                    <a:pt x="7777" y="1211"/>
                  </a:lnTo>
                  <a:lnTo>
                    <a:pt x="7887" y="1028"/>
                  </a:lnTo>
                  <a:lnTo>
                    <a:pt x="7997" y="844"/>
                  </a:lnTo>
                  <a:lnTo>
                    <a:pt x="8107" y="698"/>
                  </a:lnTo>
                  <a:lnTo>
                    <a:pt x="8291" y="587"/>
                  </a:lnTo>
                  <a:close/>
                  <a:moveTo>
                    <a:pt x="8401" y="147"/>
                  </a:moveTo>
                  <a:lnTo>
                    <a:pt x="8181" y="221"/>
                  </a:lnTo>
                  <a:lnTo>
                    <a:pt x="7961" y="294"/>
                  </a:lnTo>
                  <a:lnTo>
                    <a:pt x="7814" y="404"/>
                  </a:lnTo>
                  <a:lnTo>
                    <a:pt x="7667" y="551"/>
                  </a:lnTo>
                  <a:lnTo>
                    <a:pt x="7520" y="698"/>
                  </a:lnTo>
                  <a:lnTo>
                    <a:pt x="7410" y="881"/>
                  </a:lnTo>
                  <a:lnTo>
                    <a:pt x="7264" y="1284"/>
                  </a:lnTo>
                  <a:lnTo>
                    <a:pt x="7154" y="1688"/>
                  </a:lnTo>
                  <a:lnTo>
                    <a:pt x="7117" y="2055"/>
                  </a:lnTo>
                  <a:lnTo>
                    <a:pt x="7080" y="2458"/>
                  </a:lnTo>
                  <a:lnTo>
                    <a:pt x="7154" y="2935"/>
                  </a:lnTo>
                  <a:lnTo>
                    <a:pt x="7264" y="3375"/>
                  </a:lnTo>
                  <a:lnTo>
                    <a:pt x="7410" y="3779"/>
                  </a:lnTo>
                  <a:lnTo>
                    <a:pt x="7520" y="3962"/>
                  </a:lnTo>
                  <a:lnTo>
                    <a:pt x="7667" y="4146"/>
                  </a:lnTo>
                  <a:lnTo>
                    <a:pt x="7814" y="4292"/>
                  </a:lnTo>
                  <a:lnTo>
                    <a:pt x="7961" y="4402"/>
                  </a:lnTo>
                  <a:lnTo>
                    <a:pt x="8144" y="4476"/>
                  </a:lnTo>
                  <a:lnTo>
                    <a:pt x="8364" y="4512"/>
                  </a:lnTo>
                  <a:lnTo>
                    <a:pt x="8584" y="4512"/>
                  </a:lnTo>
                  <a:lnTo>
                    <a:pt x="8768" y="4476"/>
                  </a:lnTo>
                  <a:lnTo>
                    <a:pt x="8988" y="4439"/>
                  </a:lnTo>
                  <a:lnTo>
                    <a:pt x="9134" y="4366"/>
                  </a:lnTo>
                  <a:lnTo>
                    <a:pt x="9318" y="4256"/>
                  </a:lnTo>
                  <a:lnTo>
                    <a:pt x="9465" y="4146"/>
                  </a:lnTo>
                  <a:lnTo>
                    <a:pt x="9721" y="3852"/>
                  </a:lnTo>
                  <a:lnTo>
                    <a:pt x="9905" y="3522"/>
                  </a:lnTo>
                  <a:lnTo>
                    <a:pt x="10051" y="3118"/>
                  </a:lnTo>
                  <a:lnTo>
                    <a:pt x="10161" y="2752"/>
                  </a:lnTo>
                  <a:lnTo>
                    <a:pt x="10161" y="2348"/>
                  </a:lnTo>
                  <a:lnTo>
                    <a:pt x="10125" y="2091"/>
                  </a:lnTo>
                  <a:lnTo>
                    <a:pt x="10051" y="1761"/>
                  </a:lnTo>
                  <a:lnTo>
                    <a:pt x="9941" y="1394"/>
                  </a:lnTo>
                  <a:lnTo>
                    <a:pt x="9758" y="1064"/>
                  </a:lnTo>
                  <a:lnTo>
                    <a:pt x="9575" y="734"/>
                  </a:lnTo>
                  <a:lnTo>
                    <a:pt x="9354" y="441"/>
                  </a:lnTo>
                  <a:lnTo>
                    <a:pt x="9244" y="331"/>
                  </a:lnTo>
                  <a:lnTo>
                    <a:pt x="9098" y="257"/>
                  </a:lnTo>
                  <a:lnTo>
                    <a:pt x="8988" y="221"/>
                  </a:lnTo>
                  <a:lnTo>
                    <a:pt x="8841" y="184"/>
                  </a:lnTo>
                  <a:lnTo>
                    <a:pt x="8621" y="147"/>
                  </a:lnTo>
                  <a:close/>
                  <a:moveTo>
                    <a:pt x="3999" y="1"/>
                  </a:moveTo>
                  <a:lnTo>
                    <a:pt x="3926" y="37"/>
                  </a:lnTo>
                  <a:lnTo>
                    <a:pt x="3852" y="111"/>
                  </a:lnTo>
                  <a:lnTo>
                    <a:pt x="3816" y="404"/>
                  </a:lnTo>
                  <a:lnTo>
                    <a:pt x="3779" y="734"/>
                  </a:lnTo>
                  <a:lnTo>
                    <a:pt x="3705" y="1321"/>
                  </a:lnTo>
                  <a:lnTo>
                    <a:pt x="3632" y="2458"/>
                  </a:lnTo>
                  <a:lnTo>
                    <a:pt x="2898" y="2385"/>
                  </a:lnTo>
                  <a:lnTo>
                    <a:pt x="2128" y="2385"/>
                  </a:lnTo>
                  <a:lnTo>
                    <a:pt x="1395" y="2422"/>
                  </a:lnTo>
                  <a:lnTo>
                    <a:pt x="1028" y="2495"/>
                  </a:lnTo>
                  <a:lnTo>
                    <a:pt x="661" y="2568"/>
                  </a:lnTo>
                  <a:lnTo>
                    <a:pt x="661" y="2495"/>
                  </a:lnTo>
                  <a:lnTo>
                    <a:pt x="588" y="2458"/>
                  </a:lnTo>
                  <a:lnTo>
                    <a:pt x="551" y="2495"/>
                  </a:lnTo>
                  <a:lnTo>
                    <a:pt x="478" y="1651"/>
                  </a:lnTo>
                  <a:lnTo>
                    <a:pt x="441" y="918"/>
                  </a:lnTo>
                  <a:lnTo>
                    <a:pt x="404" y="551"/>
                  </a:lnTo>
                  <a:lnTo>
                    <a:pt x="367" y="184"/>
                  </a:lnTo>
                  <a:lnTo>
                    <a:pt x="331" y="111"/>
                  </a:lnTo>
                  <a:lnTo>
                    <a:pt x="147" y="111"/>
                  </a:lnTo>
                  <a:lnTo>
                    <a:pt x="111" y="184"/>
                  </a:lnTo>
                  <a:lnTo>
                    <a:pt x="37" y="514"/>
                  </a:lnTo>
                  <a:lnTo>
                    <a:pt x="1" y="881"/>
                  </a:lnTo>
                  <a:lnTo>
                    <a:pt x="1" y="1578"/>
                  </a:lnTo>
                  <a:lnTo>
                    <a:pt x="37" y="2275"/>
                  </a:lnTo>
                  <a:lnTo>
                    <a:pt x="111" y="2972"/>
                  </a:lnTo>
                  <a:lnTo>
                    <a:pt x="184" y="3632"/>
                  </a:lnTo>
                  <a:lnTo>
                    <a:pt x="294" y="4329"/>
                  </a:lnTo>
                  <a:lnTo>
                    <a:pt x="404" y="4989"/>
                  </a:lnTo>
                  <a:lnTo>
                    <a:pt x="478" y="5356"/>
                  </a:lnTo>
                  <a:lnTo>
                    <a:pt x="551" y="5503"/>
                  </a:lnTo>
                  <a:lnTo>
                    <a:pt x="588" y="5650"/>
                  </a:lnTo>
                  <a:lnTo>
                    <a:pt x="551" y="5723"/>
                  </a:lnTo>
                  <a:lnTo>
                    <a:pt x="588" y="5833"/>
                  </a:lnTo>
                  <a:lnTo>
                    <a:pt x="661" y="5906"/>
                  </a:lnTo>
                  <a:lnTo>
                    <a:pt x="734" y="5943"/>
                  </a:lnTo>
                  <a:lnTo>
                    <a:pt x="881" y="5943"/>
                  </a:lnTo>
                  <a:lnTo>
                    <a:pt x="954" y="5906"/>
                  </a:lnTo>
                  <a:lnTo>
                    <a:pt x="1028" y="5833"/>
                  </a:lnTo>
                  <a:lnTo>
                    <a:pt x="1064" y="5760"/>
                  </a:lnTo>
                  <a:lnTo>
                    <a:pt x="1064" y="5650"/>
                  </a:lnTo>
                  <a:lnTo>
                    <a:pt x="1064" y="5466"/>
                  </a:lnTo>
                  <a:lnTo>
                    <a:pt x="881" y="4696"/>
                  </a:lnTo>
                  <a:lnTo>
                    <a:pt x="734" y="3889"/>
                  </a:lnTo>
                  <a:lnTo>
                    <a:pt x="624" y="3082"/>
                  </a:lnTo>
                  <a:lnTo>
                    <a:pt x="588" y="2935"/>
                  </a:lnTo>
                  <a:lnTo>
                    <a:pt x="991" y="2972"/>
                  </a:lnTo>
                  <a:lnTo>
                    <a:pt x="1358" y="2935"/>
                  </a:lnTo>
                  <a:lnTo>
                    <a:pt x="2128" y="2898"/>
                  </a:lnTo>
                  <a:lnTo>
                    <a:pt x="2862" y="2898"/>
                  </a:lnTo>
                  <a:lnTo>
                    <a:pt x="3632" y="2972"/>
                  </a:lnTo>
                  <a:lnTo>
                    <a:pt x="3559" y="4256"/>
                  </a:lnTo>
                  <a:lnTo>
                    <a:pt x="3485" y="4843"/>
                  </a:lnTo>
                  <a:lnTo>
                    <a:pt x="3485" y="4989"/>
                  </a:lnTo>
                  <a:lnTo>
                    <a:pt x="3522" y="5173"/>
                  </a:lnTo>
                  <a:lnTo>
                    <a:pt x="3559" y="5283"/>
                  </a:lnTo>
                  <a:lnTo>
                    <a:pt x="3632" y="5393"/>
                  </a:lnTo>
                  <a:lnTo>
                    <a:pt x="3669" y="5429"/>
                  </a:lnTo>
                  <a:lnTo>
                    <a:pt x="3742" y="5466"/>
                  </a:lnTo>
                  <a:lnTo>
                    <a:pt x="3852" y="5393"/>
                  </a:lnTo>
                  <a:lnTo>
                    <a:pt x="3926" y="5319"/>
                  </a:lnTo>
                  <a:lnTo>
                    <a:pt x="3999" y="5209"/>
                  </a:lnTo>
                  <a:lnTo>
                    <a:pt x="4036" y="4916"/>
                  </a:lnTo>
                  <a:lnTo>
                    <a:pt x="4036" y="4366"/>
                  </a:lnTo>
                  <a:lnTo>
                    <a:pt x="4109" y="2935"/>
                  </a:lnTo>
                  <a:lnTo>
                    <a:pt x="4146" y="1468"/>
                  </a:lnTo>
                  <a:lnTo>
                    <a:pt x="4182" y="771"/>
                  </a:lnTo>
                  <a:lnTo>
                    <a:pt x="4182" y="441"/>
                  </a:lnTo>
                  <a:lnTo>
                    <a:pt x="4146" y="111"/>
                  </a:lnTo>
                  <a:lnTo>
                    <a:pt x="4072" y="37"/>
                  </a:lnTo>
                  <a:lnTo>
                    <a:pt x="3999" y="1"/>
                  </a:lnTo>
                  <a:close/>
                  <a:moveTo>
                    <a:pt x="5503" y="3779"/>
                  </a:moveTo>
                  <a:lnTo>
                    <a:pt x="5246" y="3815"/>
                  </a:lnTo>
                  <a:lnTo>
                    <a:pt x="5026" y="3925"/>
                  </a:lnTo>
                  <a:lnTo>
                    <a:pt x="4879" y="3999"/>
                  </a:lnTo>
                  <a:lnTo>
                    <a:pt x="4806" y="4109"/>
                  </a:lnTo>
                  <a:lnTo>
                    <a:pt x="4806" y="4146"/>
                  </a:lnTo>
                  <a:lnTo>
                    <a:pt x="4843" y="4182"/>
                  </a:lnTo>
                  <a:lnTo>
                    <a:pt x="4916" y="4256"/>
                  </a:lnTo>
                  <a:lnTo>
                    <a:pt x="5246" y="4256"/>
                  </a:lnTo>
                  <a:lnTo>
                    <a:pt x="5723" y="4219"/>
                  </a:lnTo>
                  <a:lnTo>
                    <a:pt x="5723" y="4219"/>
                  </a:lnTo>
                  <a:lnTo>
                    <a:pt x="5686" y="4329"/>
                  </a:lnTo>
                  <a:lnTo>
                    <a:pt x="5576" y="4439"/>
                  </a:lnTo>
                  <a:lnTo>
                    <a:pt x="5393" y="4622"/>
                  </a:lnTo>
                  <a:lnTo>
                    <a:pt x="5026" y="5099"/>
                  </a:lnTo>
                  <a:lnTo>
                    <a:pt x="4659" y="5613"/>
                  </a:lnTo>
                  <a:lnTo>
                    <a:pt x="4366" y="6126"/>
                  </a:lnTo>
                  <a:lnTo>
                    <a:pt x="4329" y="6273"/>
                  </a:lnTo>
                  <a:lnTo>
                    <a:pt x="4366" y="6420"/>
                  </a:lnTo>
                  <a:lnTo>
                    <a:pt x="4476" y="6493"/>
                  </a:lnTo>
                  <a:lnTo>
                    <a:pt x="4623" y="6493"/>
                  </a:lnTo>
                  <a:lnTo>
                    <a:pt x="6310" y="6126"/>
                  </a:lnTo>
                  <a:lnTo>
                    <a:pt x="6383" y="6090"/>
                  </a:lnTo>
                  <a:lnTo>
                    <a:pt x="6457" y="6016"/>
                  </a:lnTo>
                  <a:lnTo>
                    <a:pt x="6493" y="5943"/>
                  </a:lnTo>
                  <a:lnTo>
                    <a:pt x="6457" y="5833"/>
                  </a:lnTo>
                  <a:lnTo>
                    <a:pt x="6420" y="5760"/>
                  </a:lnTo>
                  <a:lnTo>
                    <a:pt x="6383" y="5686"/>
                  </a:lnTo>
                  <a:lnTo>
                    <a:pt x="6273" y="5650"/>
                  </a:lnTo>
                  <a:lnTo>
                    <a:pt x="6163" y="5650"/>
                  </a:lnTo>
                  <a:lnTo>
                    <a:pt x="5026" y="5906"/>
                  </a:lnTo>
                  <a:lnTo>
                    <a:pt x="5319" y="5466"/>
                  </a:lnTo>
                  <a:lnTo>
                    <a:pt x="5650" y="5063"/>
                  </a:lnTo>
                  <a:lnTo>
                    <a:pt x="5870" y="4806"/>
                  </a:lnTo>
                  <a:lnTo>
                    <a:pt x="6053" y="4549"/>
                  </a:lnTo>
                  <a:lnTo>
                    <a:pt x="6126" y="4402"/>
                  </a:lnTo>
                  <a:lnTo>
                    <a:pt x="6200" y="4256"/>
                  </a:lnTo>
                  <a:lnTo>
                    <a:pt x="6200" y="4109"/>
                  </a:lnTo>
                  <a:lnTo>
                    <a:pt x="6200" y="3925"/>
                  </a:lnTo>
                  <a:lnTo>
                    <a:pt x="6163" y="3889"/>
                  </a:lnTo>
                  <a:lnTo>
                    <a:pt x="6126" y="3815"/>
                  </a:lnTo>
                  <a:lnTo>
                    <a:pt x="5980" y="3779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7" name="Google Shape;310;p5">
              <a:extLst>
                <a:ext uri="{FF2B5EF4-FFF2-40B4-BE49-F238E27FC236}">
                  <a16:creationId xmlns:a16="http://schemas.microsoft.com/office/drawing/2014/main" id="{F4D02316-4EAF-4A18-88B3-3E4CD47FA8F1}"/>
                </a:ext>
              </a:extLst>
            </p:cNvPr>
            <p:cNvSpPr/>
            <p:nvPr/>
          </p:nvSpPr>
          <p:spPr>
            <a:xfrm>
              <a:off x="6051225" y="1090800"/>
              <a:ext cx="285225" cy="283400"/>
            </a:xfrm>
            <a:custGeom>
              <a:avLst/>
              <a:gdLst/>
              <a:ahLst/>
              <a:cxnLst/>
              <a:rect l="l" t="t" r="r" b="b"/>
              <a:pathLst>
                <a:path w="11409" h="11336" extrusionOk="0">
                  <a:moveTo>
                    <a:pt x="5173" y="4219"/>
                  </a:moveTo>
                  <a:lnTo>
                    <a:pt x="5136" y="4256"/>
                  </a:lnTo>
                  <a:lnTo>
                    <a:pt x="5100" y="4292"/>
                  </a:lnTo>
                  <a:lnTo>
                    <a:pt x="4990" y="4366"/>
                  </a:lnTo>
                  <a:lnTo>
                    <a:pt x="4916" y="4476"/>
                  </a:lnTo>
                  <a:lnTo>
                    <a:pt x="4916" y="4512"/>
                  </a:lnTo>
                  <a:lnTo>
                    <a:pt x="4843" y="4659"/>
                  </a:lnTo>
                  <a:lnTo>
                    <a:pt x="4843" y="4769"/>
                  </a:lnTo>
                  <a:lnTo>
                    <a:pt x="4880" y="4843"/>
                  </a:lnTo>
                  <a:lnTo>
                    <a:pt x="4990" y="4916"/>
                  </a:lnTo>
                  <a:lnTo>
                    <a:pt x="5100" y="4989"/>
                  </a:lnTo>
                  <a:lnTo>
                    <a:pt x="5283" y="4989"/>
                  </a:lnTo>
                  <a:lnTo>
                    <a:pt x="5430" y="4916"/>
                  </a:lnTo>
                  <a:lnTo>
                    <a:pt x="5540" y="4769"/>
                  </a:lnTo>
                  <a:lnTo>
                    <a:pt x="5577" y="4696"/>
                  </a:lnTo>
                  <a:lnTo>
                    <a:pt x="5613" y="4623"/>
                  </a:lnTo>
                  <a:lnTo>
                    <a:pt x="5577" y="4549"/>
                  </a:lnTo>
                  <a:lnTo>
                    <a:pt x="5577" y="4476"/>
                  </a:lnTo>
                  <a:lnTo>
                    <a:pt x="5430" y="4402"/>
                  </a:lnTo>
                  <a:lnTo>
                    <a:pt x="5320" y="4366"/>
                  </a:lnTo>
                  <a:lnTo>
                    <a:pt x="5320" y="4292"/>
                  </a:lnTo>
                  <a:lnTo>
                    <a:pt x="5246" y="4256"/>
                  </a:lnTo>
                  <a:lnTo>
                    <a:pt x="5173" y="4219"/>
                  </a:lnTo>
                  <a:close/>
                  <a:moveTo>
                    <a:pt x="5980" y="6016"/>
                  </a:moveTo>
                  <a:lnTo>
                    <a:pt x="6017" y="6053"/>
                  </a:lnTo>
                  <a:lnTo>
                    <a:pt x="6053" y="6126"/>
                  </a:lnTo>
                  <a:lnTo>
                    <a:pt x="6053" y="6200"/>
                  </a:lnTo>
                  <a:lnTo>
                    <a:pt x="5907" y="6237"/>
                  </a:lnTo>
                  <a:lnTo>
                    <a:pt x="5943" y="6090"/>
                  </a:lnTo>
                  <a:lnTo>
                    <a:pt x="5980" y="6016"/>
                  </a:lnTo>
                  <a:close/>
                  <a:moveTo>
                    <a:pt x="5833" y="5613"/>
                  </a:moveTo>
                  <a:lnTo>
                    <a:pt x="5723" y="5650"/>
                  </a:lnTo>
                  <a:lnTo>
                    <a:pt x="5650" y="5723"/>
                  </a:lnTo>
                  <a:lnTo>
                    <a:pt x="5613" y="5796"/>
                  </a:lnTo>
                  <a:lnTo>
                    <a:pt x="5613" y="5870"/>
                  </a:lnTo>
                  <a:lnTo>
                    <a:pt x="5687" y="5943"/>
                  </a:lnTo>
                  <a:lnTo>
                    <a:pt x="5577" y="6163"/>
                  </a:lnTo>
                  <a:lnTo>
                    <a:pt x="5540" y="6420"/>
                  </a:lnTo>
                  <a:lnTo>
                    <a:pt x="5577" y="6530"/>
                  </a:lnTo>
                  <a:lnTo>
                    <a:pt x="5687" y="6567"/>
                  </a:lnTo>
                  <a:lnTo>
                    <a:pt x="5833" y="6603"/>
                  </a:lnTo>
                  <a:lnTo>
                    <a:pt x="5980" y="6603"/>
                  </a:lnTo>
                  <a:lnTo>
                    <a:pt x="6090" y="6567"/>
                  </a:lnTo>
                  <a:lnTo>
                    <a:pt x="6237" y="6530"/>
                  </a:lnTo>
                  <a:lnTo>
                    <a:pt x="6347" y="6457"/>
                  </a:lnTo>
                  <a:lnTo>
                    <a:pt x="6420" y="6347"/>
                  </a:lnTo>
                  <a:lnTo>
                    <a:pt x="6457" y="6200"/>
                  </a:lnTo>
                  <a:lnTo>
                    <a:pt x="6457" y="6053"/>
                  </a:lnTo>
                  <a:lnTo>
                    <a:pt x="6420" y="5943"/>
                  </a:lnTo>
                  <a:lnTo>
                    <a:pt x="6347" y="5833"/>
                  </a:lnTo>
                  <a:lnTo>
                    <a:pt x="6274" y="5760"/>
                  </a:lnTo>
                  <a:lnTo>
                    <a:pt x="6163" y="5686"/>
                  </a:lnTo>
                  <a:lnTo>
                    <a:pt x="6053" y="5650"/>
                  </a:lnTo>
                  <a:lnTo>
                    <a:pt x="5943" y="5613"/>
                  </a:lnTo>
                  <a:close/>
                  <a:moveTo>
                    <a:pt x="3926" y="441"/>
                  </a:moveTo>
                  <a:lnTo>
                    <a:pt x="4623" y="478"/>
                  </a:lnTo>
                  <a:lnTo>
                    <a:pt x="5356" y="478"/>
                  </a:lnTo>
                  <a:lnTo>
                    <a:pt x="6824" y="551"/>
                  </a:lnTo>
                  <a:lnTo>
                    <a:pt x="7631" y="551"/>
                  </a:lnTo>
                  <a:lnTo>
                    <a:pt x="7704" y="734"/>
                  </a:lnTo>
                  <a:lnTo>
                    <a:pt x="7777" y="1064"/>
                  </a:lnTo>
                  <a:lnTo>
                    <a:pt x="7521" y="1174"/>
                  </a:lnTo>
                  <a:lnTo>
                    <a:pt x="7191" y="1211"/>
                  </a:lnTo>
                  <a:lnTo>
                    <a:pt x="7044" y="1211"/>
                  </a:lnTo>
                  <a:lnTo>
                    <a:pt x="6860" y="1174"/>
                  </a:lnTo>
                  <a:lnTo>
                    <a:pt x="6714" y="1174"/>
                  </a:lnTo>
                  <a:lnTo>
                    <a:pt x="6530" y="1211"/>
                  </a:lnTo>
                  <a:lnTo>
                    <a:pt x="6494" y="1248"/>
                  </a:lnTo>
                  <a:lnTo>
                    <a:pt x="6457" y="1321"/>
                  </a:lnTo>
                  <a:lnTo>
                    <a:pt x="6420" y="1395"/>
                  </a:lnTo>
                  <a:lnTo>
                    <a:pt x="6457" y="1468"/>
                  </a:lnTo>
                  <a:lnTo>
                    <a:pt x="6457" y="1505"/>
                  </a:lnTo>
                  <a:lnTo>
                    <a:pt x="6494" y="1578"/>
                  </a:lnTo>
                  <a:lnTo>
                    <a:pt x="6567" y="1651"/>
                  </a:lnTo>
                  <a:lnTo>
                    <a:pt x="6567" y="1871"/>
                  </a:lnTo>
                  <a:lnTo>
                    <a:pt x="6567" y="2092"/>
                  </a:lnTo>
                  <a:lnTo>
                    <a:pt x="6640" y="2642"/>
                  </a:lnTo>
                  <a:lnTo>
                    <a:pt x="6677" y="3192"/>
                  </a:lnTo>
                  <a:lnTo>
                    <a:pt x="6714" y="3632"/>
                  </a:lnTo>
                  <a:lnTo>
                    <a:pt x="6714" y="4072"/>
                  </a:lnTo>
                  <a:lnTo>
                    <a:pt x="6677" y="4586"/>
                  </a:lnTo>
                  <a:lnTo>
                    <a:pt x="6640" y="4843"/>
                  </a:lnTo>
                  <a:lnTo>
                    <a:pt x="6640" y="5099"/>
                  </a:lnTo>
                  <a:lnTo>
                    <a:pt x="6677" y="5246"/>
                  </a:lnTo>
                  <a:lnTo>
                    <a:pt x="6640" y="5319"/>
                  </a:lnTo>
                  <a:lnTo>
                    <a:pt x="6640" y="5393"/>
                  </a:lnTo>
                  <a:lnTo>
                    <a:pt x="6640" y="5466"/>
                  </a:lnTo>
                  <a:lnTo>
                    <a:pt x="6714" y="5540"/>
                  </a:lnTo>
                  <a:lnTo>
                    <a:pt x="7117" y="5796"/>
                  </a:lnTo>
                  <a:lnTo>
                    <a:pt x="7484" y="6016"/>
                  </a:lnTo>
                  <a:lnTo>
                    <a:pt x="7851" y="6310"/>
                  </a:lnTo>
                  <a:lnTo>
                    <a:pt x="8218" y="6640"/>
                  </a:lnTo>
                  <a:lnTo>
                    <a:pt x="8915" y="7300"/>
                  </a:lnTo>
                  <a:lnTo>
                    <a:pt x="8621" y="7337"/>
                  </a:lnTo>
                  <a:lnTo>
                    <a:pt x="8328" y="7300"/>
                  </a:lnTo>
                  <a:lnTo>
                    <a:pt x="8108" y="7227"/>
                  </a:lnTo>
                  <a:lnTo>
                    <a:pt x="7887" y="7154"/>
                  </a:lnTo>
                  <a:lnTo>
                    <a:pt x="7484" y="6933"/>
                  </a:lnTo>
                  <a:lnTo>
                    <a:pt x="7117" y="6823"/>
                  </a:lnTo>
                  <a:lnTo>
                    <a:pt x="6750" y="6787"/>
                  </a:lnTo>
                  <a:lnTo>
                    <a:pt x="6384" y="6823"/>
                  </a:lnTo>
                  <a:lnTo>
                    <a:pt x="5980" y="6933"/>
                  </a:lnTo>
                  <a:lnTo>
                    <a:pt x="5577" y="7044"/>
                  </a:lnTo>
                  <a:lnTo>
                    <a:pt x="5210" y="7227"/>
                  </a:lnTo>
                  <a:lnTo>
                    <a:pt x="4843" y="7374"/>
                  </a:lnTo>
                  <a:lnTo>
                    <a:pt x="4439" y="7520"/>
                  </a:lnTo>
                  <a:lnTo>
                    <a:pt x="4109" y="7557"/>
                  </a:lnTo>
                  <a:lnTo>
                    <a:pt x="3816" y="7594"/>
                  </a:lnTo>
                  <a:lnTo>
                    <a:pt x="3889" y="7557"/>
                  </a:lnTo>
                  <a:lnTo>
                    <a:pt x="3926" y="7484"/>
                  </a:lnTo>
                  <a:lnTo>
                    <a:pt x="3926" y="7374"/>
                  </a:lnTo>
                  <a:lnTo>
                    <a:pt x="3926" y="7300"/>
                  </a:lnTo>
                  <a:lnTo>
                    <a:pt x="3889" y="7227"/>
                  </a:lnTo>
                  <a:lnTo>
                    <a:pt x="3816" y="7190"/>
                  </a:lnTo>
                  <a:lnTo>
                    <a:pt x="2789" y="7190"/>
                  </a:lnTo>
                  <a:lnTo>
                    <a:pt x="2935" y="7044"/>
                  </a:lnTo>
                  <a:lnTo>
                    <a:pt x="3266" y="6677"/>
                  </a:lnTo>
                  <a:lnTo>
                    <a:pt x="3559" y="6713"/>
                  </a:lnTo>
                  <a:lnTo>
                    <a:pt x="3853" y="6713"/>
                  </a:lnTo>
                  <a:lnTo>
                    <a:pt x="4403" y="6677"/>
                  </a:lnTo>
                  <a:lnTo>
                    <a:pt x="4549" y="6640"/>
                  </a:lnTo>
                  <a:lnTo>
                    <a:pt x="4623" y="6530"/>
                  </a:lnTo>
                  <a:lnTo>
                    <a:pt x="4623" y="6457"/>
                  </a:lnTo>
                  <a:lnTo>
                    <a:pt x="4586" y="6383"/>
                  </a:lnTo>
                  <a:lnTo>
                    <a:pt x="4513" y="6310"/>
                  </a:lnTo>
                  <a:lnTo>
                    <a:pt x="4403" y="6273"/>
                  </a:lnTo>
                  <a:lnTo>
                    <a:pt x="3669" y="6273"/>
                  </a:lnTo>
                  <a:lnTo>
                    <a:pt x="3926" y="6016"/>
                  </a:lnTo>
                  <a:lnTo>
                    <a:pt x="4183" y="5723"/>
                  </a:lnTo>
                  <a:lnTo>
                    <a:pt x="4293" y="5723"/>
                  </a:lnTo>
                  <a:lnTo>
                    <a:pt x="4366" y="5686"/>
                  </a:lnTo>
                  <a:lnTo>
                    <a:pt x="4439" y="5576"/>
                  </a:lnTo>
                  <a:lnTo>
                    <a:pt x="4476" y="5466"/>
                  </a:lnTo>
                  <a:lnTo>
                    <a:pt x="4403" y="3449"/>
                  </a:lnTo>
                  <a:lnTo>
                    <a:pt x="4366" y="2495"/>
                  </a:lnTo>
                  <a:lnTo>
                    <a:pt x="4329" y="2018"/>
                  </a:lnTo>
                  <a:lnTo>
                    <a:pt x="4293" y="1541"/>
                  </a:lnTo>
                  <a:lnTo>
                    <a:pt x="4256" y="1431"/>
                  </a:lnTo>
                  <a:lnTo>
                    <a:pt x="4549" y="1505"/>
                  </a:lnTo>
                  <a:lnTo>
                    <a:pt x="4953" y="1578"/>
                  </a:lnTo>
                  <a:lnTo>
                    <a:pt x="5173" y="1578"/>
                  </a:lnTo>
                  <a:lnTo>
                    <a:pt x="5356" y="1505"/>
                  </a:lnTo>
                  <a:lnTo>
                    <a:pt x="5393" y="1468"/>
                  </a:lnTo>
                  <a:lnTo>
                    <a:pt x="5430" y="1431"/>
                  </a:lnTo>
                  <a:lnTo>
                    <a:pt x="5430" y="1358"/>
                  </a:lnTo>
                  <a:lnTo>
                    <a:pt x="5393" y="1321"/>
                  </a:lnTo>
                  <a:lnTo>
                    <a:pt x="5246" y="1211"/>
                  </a:lnTo>
                  <a:lnTo>
                    <a:pt x="5063" y="1174"/>
                  </a:lnTo>
                  <a:lnTo>
                    <a:pt x="4733" y="1138"/>
                  </a:lnTo>
                  <a:lnTo>
                    <a:pt x="4219" y="1064"/>
                  </a:lnTo>
                  <a:lnTo>
                    <a:pt x="4183" y="1028"/>
                  </a:lnTo>
                  <a:lnTo>
                    <a:pt x="4146" y="991"/>
                  </a:lnTo>
                  <a:lnTo>
                    <a:pt x="3999" y="991"/>
                  </a:lnTo>
                  <a:lnTo>
                    <a:pt x="3853" y="1028"/>
                  </a:lnTo>
                  <a:lnTo>
                    <a:pt x="3706" y="1064"/>
                  </a:lnTo>
                  <a:lnTo>
                    <a:pt x="3596" y="1064"/>
                  </a:lnTo>
                  <a:lnTo>
                    <a:pt x="3522" y="1028"/>
                  </a:lnTo>
                  <a:lnTo>
                    <a:pt x="3486" y="991"/>
                  </a:lnTo>
                  <a:lnTo>
                    <a:pt x="3412" y="881"/>
                  </a:lnTo>
                  <a:lnTo>
                    <a:pt x="3412" y="771"/>
                  </a:lnTo>
                  <a:lnTo>
                    <a:pt x="3412" y="698"/>
                  </a:lnTo>
                  <a:lnTo>
                    <a:pt x="3486" y="624"/>
                  </a:lnTo>
                  <a:lnTo>
                    <a:pt x="3559" y="551"/>
                  </a:lnTo>
                  <a:lnTo>
                    <a:pt x="3742" y="478"/>
                  </a:lnTo>
                  <a:lnTo>
                    <a:pt x="3926" y="441"/>
                  </a:lnTo>
                  <a:close/>
                  <a:moveTo>
                    <a:pt x="6090" y="8071"/>
                  </a:moveTo>
                  <a:lnTo>
                    <a:pt x="6127" y="8144"/>
                  </a:lnTo>
                  <a:lnTo>
                    <a:pt x="6127" y="8217"/>
                  </a:lnTo>
                  <a:lnTo>
                    <a:pt x="6090" y="8291"/>
                  </a:lnTo>
                  <a:lnTo>
                    <a:pt x="6053" y="8364"/>
                  </a:lnTo>
                  <a:lnTo>
                    <a:pt x="5980" y="8401"/>
                  </a:lnTo>
                  <a:lnTo>
                    <a:pt x="5907" y="8401"/>
                  </a:lnTo>
                  <a:lnTo>
                    <a:pt x="5833" y="8364"/>
                  </a:lnTo>
                  <a:lnTo>
                    <a:pt x="5760" y="8291"/>
                  </a:lnTo>
                  <a:lnTo>
                    <a:pt x="5760" y="8181"/>
                  </a:lnTo>
                  <a:lnTo>
                    <a:pt x="5833" y="8144"/>
                  </a:lnTo>
                  <a:lnTo>
                    <a:pt x="5943" y="8071"/>
                  </a:lnTo>
                  <a:lnTo>
                    <a:pt x="6017" y="8107"/>
                  </a:lnTo>
                  <a:lnTo>
                    <a:pt x="6053" y="8107"/>
                  </a:lnTo>
                  <a:lnTo>
                    <a:pt x="6090" y="8071"/>
                  </a:lnTo>
                  <a:close/>
                  <a:moveTo>
                    <a:pt x="5907" y="7630"/>
                  </a:moveTo>
                  <a:lnTo>
                    <a:pt x="5797" y="7667"/>
                  </a:lnTo>
                  <a:lnTo>
                    <a:pt x="5687" y="7704"/>
                  </a:lnTo>
                  <a:lnTo>
                    <a:pt x="5577" y="7777"/>
                  </a:lnTo>
                  <a:lnTo>
                    <a:pt x="5467" y="7887"/>
                  </a:lnTo>
                  <a:lnTo>
                    <a:pt x="5467" y="7924"/>
                  </a:lnTo>
                  <a:lnTo>
                    <a:pt x="5430" y="7997"/>
                  </a:lnTo>
                  <a:lnTo>
                    <a:pt x="5503" y="8071"/>
                  </a:lnTo>
                  <a:lnTo>
                    <a:pt x="5430" y="8217"/>
                  </a:lnTo>
                  <a:lnTo>
                    <a:pt x="5430" y="8364"/>
                  </a:lnTo>
                  <a:lnTo>
                    <a:pt x="5467" y="8474"/>
                  </a:lnTo>
                  <a:lnTo>
                    <a:pt x="5540" y="8584"/>
                  </a:lnTo>
                  <a:lnTo>
                    <a:pt x="5650" y="8694"/>
                  </a:lnTo>
                  <a:lnTo>
                    <a:pt x="5797" y="8731"/>
                  </a:lnTo>
                  <a:lnTo>
                    <a:pt x="5907" y="8768"/>
                  </a:lnTo>
                  <a:lnTo>
                    <a:pt x="6053" y="8768"/>
                  </a:lnTo>
                  <a:lnTo>
                    <a:pt x="6200" y="8731"/>
                  </a:lnTo>
                  <a:lnTo>
                    <a:pt x="6310" y="8658"/>
                  </a:lnTo>
                  <a:lnTo>
                    <a:pt x="6384" y="8584"/>
                  </a:lnTo>
                  <a:lnTo>
                    <a:pt x="6457" y="8474"/>
                  </a:lnTo>
                  <a:lnTo>
                    <a:pt x="6494" y="8327"/>
                  </a:lnTo>
                  <a:lnTo>
                    <a:pt x="6494" y="8217"/>
                  </a:lnTo>
                  <a:lnTo>
                    <a:pt x="6494" y="8071"/>
                  </a:lnTo>
                  <a:lnTo>
                    <a:pt x="6457" y="7961"/>
                  </a:lnTo>
                  <a:lnTo>
                    <a:pt x="6384" y="7851"/>
                  </a:lnTo>
                  <a:lnTo>
                    <a:pt x="6310" y="7777"/>
                  </a:lnTo>
                  <a:lnTo>
                    <a:pt x="6200" y="7704"/>
                  </a:lnTo>
                  <a:lnTo>
                    <a:pt x="6053" y="7667"/>
                  </a:lnTo>
                  <a:lnTo>
                    <a:pt x="5907" y="7630"/>
                  </a:lnTo>
                  <a:close/>
                  <a:moveTo>
                    <a:pt x="4476" y="9134"/>
                  </a:moveTo>
                  <a:lnTo>
                    <a:pt x="4513" y="9281"/>
                  </a:lnTo>
                  <a:lnTo>
                    <a:pt x="4476" y="9391"/>
                  </a:lnTo>
                  <a:lnTo>
                    <a:pt x="4403" y="9538"/>
                  </a:lnTo>
                  <a:lnTo>
                    <a:pt x="4256" y="9648"/>
                  </a:lnTo>
                  <a:lnTo>
                    <a:pt x="4183" y="9685"/>
                  </a:lnTo>
                  <a:lnTo>
                    <a:pt x="4109" y="9685"/>
                  </a:lnTo>
                  <a:lnTo>
                    <a:pt x="4036" y="9648"/>
                  </a:lnTo>
                  <a:lnTo>
                    <a:pt x="3963" y="9575"/>
                  </a:lnTo>
                  <a:lnTo>
                    <a:pt x="3926" y="9501"/>
                  </a:lnTo>
                  <a:lnTo>
                    <a:pt x="3926" y="9428"/>
                  </a:lnTo>
                  <a:lnTo>
                    <a:pt x="3963" y="9354"/>
                  </a:lnTo>
                  <a:lnTo>
                    <a:pt x="4036" y="9281"/>
                  </a:lnTo>
                  <a:lnTo>
                    <a:pt x="4219" y="9208"/>
                  </a:lnTo>
                  <a:lnTo>
                    <a:pt x="4403" y="9171"/>
                  </a:lnTo>
                  <a:lnTo>
                    <a:pt x="4439" y="9171"/>
                  </a:lnTo>
                  <a:lnTo>
                    <a:pt x="4476" y="9134"/>
                  </a:lnTo>
                  <a:close/>
                  <a:moveTo>
                    <a:pt x="7741" y="9391"/>
                  </a:moveTo>
                  <a:lnTo>
                    <a:pt x="7814" y="9464"/>
                  </a:lnTo>
                  <a:lnTo>
                    <a:pt x="7851" y="9575"/>
                  </a:lnTo>
                  <a:lnTo>
                    <a:pt x="7851" y="9685"/>
                  </a:lnTo>
                  <a:lnTo>
                    <a:pt x="7814" y="9795"/>
                  </a:lnTo>
                  <a:lnTo>
                    <a:pt x="7704" y="9868"/>
                  </a:lnTo>
                  <a:lnTo>
                    <a:pt x="7557" y="9905"/>
                  </a:lnTo>
                  <a:lnTo>
                    <a:pt x="7447" y="9905"/>
                  </a:lnTo>
                  <a:lnTo>
                    <a:pt x="7301" y="9868"/>
                  </a:lnTo>
                  <a:lnTo>
                    <a:pt x="7227" y="9795"/>
                  </a:lnTo>
                  <a:lnTo>
                    <a:pt x="7301" y="9648"/>
                  </a:lnTo>
                  <a:lnTo>
                    <a:pt x="7374" y="9538"/>
                  </a:lnTo>
                  <a:lnTo>
                    <a:pt x="7484" y="9464"/>
                  </a:lnTo>
                  <a:lnTo>
                    <a:pt x="7631" y="9428"/>
                  </a:lnTo>
                  <a:lnTo>
                    <a:pt x="7704" y="9391"/>
                  </a:lnTo>
                  <a:close/>
                  <a:moveTo>
                    <a:pt x="4439" y="8658"/>
                  </a:moveTo>
                  <a:lnTo>
                    <a:pt x="4293" y="8694"/>
                  </a:lnTo>
                  <a:lnTo>
                    <a:pt x="4146" y="8694"/>
                  </a:lnTo>
                  <a:lnTo>
                    <a:pt x="4073" y="8731"/>
                  </a:lnTo>
                  <a:lnTo>
                    <a:pt x="3999" y="8804"/>
                  </a:lnTo>
                  <a:lnTo>
                    <a:pt x="3963" y="8951"/>
                  </a:lnTo>
                  <a:lnTo>
                    <a:pt x="3742" y="9061"/>
                  </a:lnTo>
                  <a:lnTo>
                    <a:pt x="3596" y="9244"/>
                  </a:lnTo>
                  <a:lnTo>
                    <a:pt x="3559" y="9354"/>
                  </a:lnTo>
                  <a:lnTo>
                    <a:pt x="3522" y="9501"/>
                  </a:lnTo>
                  <a:lnTo>
                    <a:pt x="3559" y="9611"/>
                  </a:lnTo>
                  <a:lnTo>
                    <a:pt x="3596" y="9758"/>
                  </a:lnTo>
                  <a:lnTo>
                    <a:pt x="3706" y="9868"/>
                  </a:lnTo>
                  <a:lnTo>
                    <a:pt x="3779" y="9978"/>
                  </a:lnTo>
                  <a:lnTo>
                    <a:pt x="3926" y="10051"/>
                  </a:lnTo>
                  <a:lnTo>
                    <a:pt x="4036" y="10088"/>
                  </a:lnTo>
                  <a:lnTo>
                    <a:pt x="4366" y="10088"/>
                  </a:lnTo>
                  <a:lnTo>
                    <a:pt x="4513" y="10015"/>
                  </a:lnTo>
                  <a:lnTo>
                    <a:pt x="4623" y="9905"/>
                  </a:lnTo>
                  <a:lnTo>
                    <a:pt x="4733" y="9795"/>
                  </a:lnTo>
                  <a:lnTo>
                    <a:pt x="4843" y="9648"/>
                  </a:lnTo>
                  <a:lnTo>
                    <a:pt x="4880" y="9501"/>
                  </a:lnTo>
                  <a:lnTo>
                    <a:pt x="4916" y="9354"/>
                  </a:lnTo>
                  <a:lnTo>
                    <a:pt x="4916" y="9171"/>
                  </a:lnTo>
                  <a:lnTo>
                    <a:pt x="4880" y="9024"/>
                  </a:lnTo>
                  <a:lnTo>
                    <a:pt x="4806" y="8878"/>
                  </a:lnTo>
                  <a:lnTo>
                    <a:pt x="4733" y="8768"/>
                  </a:lnTo>
                  <a:lnTo>
                    <a:pt x="4586" y="8694"/>
                  </a:lnTo>
                  <a:lnTo>
                    <a:pt x="4439" y="8658"/>
                  </a:lnTo>
                  <a:close/>
                  <a:moveTo>
                    <a:pt x="7447" y="8951"/>
                  </a:moveTo>
                  <a:lnTo>
                    <a:pt x="7337" y="8988"/>
                  </a:lnTo>
                  <a:lnTo>
                    <a:pt x="7264" y="9061"/>
                  </a:lnTo>
                  <a:lnTo>
                    <a:pt x="7227" y="9134"/>
                  </a:lnTo>
                  <a:lnTo>
                    <a:pt x="7227" y="9208"/>
                  </a:lnTo>
                  <a:lnTo>
                    <a:pt x="7117" y="9318"/>
                  </a:lnTo>
                  <a:lnTo>
                    <a:pt x="7007" y="9391"/>
                  </a:lnTo>
                  <a:lnTo>
                    <a:pt x="6934" y="9501"/>
                  </a:lnTo>
                  <a:lnTo>
                    <a:pt x="6897" y="9611"/>
                  </a:lnTo>
                  <a:lnTo>
                    <a:pt x="6897" y="9575"/>
                  </a:lnTo>
                  <a:lnTo>
                    <a:pt x="6860" y="9611"/>
                  </a:lnTo>
                  <a:lnTo>
                    <a:pt x="6824" y="9758"/>
                  </a:lnTo>
                  <a:lnTo>
                    <a:pt x="6824" y="9905"/>
                  </a:lnTo>
                  <a:lnTo>
                    <a:pt x="6860" y="9978"/>
                  </a:lnTo>
                  <a:lnTo>
                    <a:pt x="6897" y="10051"/>
                  </a:lnTo>
                  <a:lnTo>
                    <a:pt x="7007" y="10125"/>
                  </a:lnTo>
                  <a:lnTo>
                    <a:pt x="7044" y="10161"/>
                  </a:lnTo>
                  <a:lnTo>
                    <a:pt x="7044" y="10198"/>
                  </a:lnTo>
                  <a:lnTo>
                    <a:pt x="7227" y="10271"/>
                  </a:lnTo>
                  <a:lnTo>
                    <a:pt x="7374" y="10345"/>
                  </a:lnTo>
                  <a:lnTo>
                    <a:pt x="7704" y="10345"/>
                  </a:lnTo>
                  <a:lnTo>
                    <a:pt x="7851" y="10271"/>
                  </a:lnTo>
                  <a:lnTo>
                    <a:pt x="7998" y="10198"/>
                  </a:lnTo>
                  <a:lnTo>
                    <a:pt x="8108" y="10088"/>
                  </a:lnTo>
                  <a:lnTo>
                    <a:pt x="8181" y="9941"/>
                  </a:lnTo>
                  <a:lnTo>
                    <a:pt x="8254" y="9795"/>
                  </a:lnTo>
                  <a:lnTo>
                    <a:pt x="8291" y="9611"/>
                  </a:lnTo>
                  <a:lnTo>
                    <a:pt x="8254" y="9464"/>
                  </a:lnTo>
                  <a:lnTo>
                    <a:pt x="8218" y="9318"/>
                  </a:lnTo>
                  <a:lnTo>
                    <a:pt x="8144" y="9171"/>
                  </a:lnTo>
                  <a:lnTo>
                    <a:pt x="7998" y="9024"/>
                  </a:lnTo>
                  <a:lnTo>
                    <a:pt x="7924" y="8988"/>
                  </a:lnTo>
                  <a:lnTo>
                    <a:pt x="7851" y="8951"/>
                  </a:lnTo>
                  <a:close/>
                  <a:moveTo>
                    <a:pt x="6970" y="7227"/>
                  </a:moveTo>
                  <a:lnTo>
                    <a:pt x="7227" y="7300"/>
                  </a:lnTo>
                  <a:lnTo>
                    <a:pt x="7741" y="7520"/>
                  </a:lnTo>
                  <a:lnTo>
                    <a:pt x="8071" y="7667"/>
                  </a:lnTo>
                  <a:lnTo>
                    <a:pt x="8474" y="7740"/>
                  </a:lnTo>
                  <a:lnTo>
                    <a:pt x="8658" y="7777"/>
                  </a:lnTo>
                  <a:lnTo>
                    <a:pt x="8878" y="7777"/>
                  </a:lnTo>
                  <a:lnTo>
                    <a:pt x="9061" y="7740"/>
                  </a:lnTo>
                  <a:lnTo>
                    <a:pt x="9245" y="7667"/>
                  </a:lnTo>
                  <a:lnTo>
                    <a:pt x="9575" y="8071"/>
                  </a:lnTo>
                  <a:lnTo>
                    <a:pt x="10125" y="8841"/>
                  </a:lnTo>
                  <a:lnTo>
                    <a:pt x="10639" y="9648"/>
                  </a:lnTo>
                  <a:lnTo>
                    <a:pt x="10785" y="9868"/>
                  </a:lnTo>
                  <a:lnTo>
                    <a:pt x="10822" y="10015"/>
                  </a:lnTo>
                  <a:lnTo>
                    <a:pt x="10785" y="10161"/>
                  </a:lnTo>
                  <a:lnTo>
                    <a:pt x="10749" y="10235"/>
                  </a:lnTo>
                  <a:lnTo>
                    <a:pt x="10639" y="10345"/>
                  </a:lnTo>
                  <a:lnTo>
                    <a:pt x="10455" y="10455"/>
                  </a:lnTo>
                  <a:lnTo>
                    <a:pt x="10235" y="10602"/>
                  </a:lnTo>
                  <a:lnTo>
                    <a:pt x="9758" y="10565"/>
                  </a:lnTo>
                  <a:lnTo>
                    <a:pt x="9281" y="10492"/>
                  </a:lnTo>
                  <a:lnTo>
                    <a:pt x="8328" y="10455"/>
                  </a:lnTo>
                  <a:lnTo>
                    <a:pt x="7374" y="10492"/>
                  </a:lnTo>
                  <a:lnTo>
                    <a:pt x="6420" y="10528"/>
                  </a:lnTo>
                  <a:lnTo>
                    <a:pt x="2092" y="10675"/>
                  </a:lnTo>
                  <a:lnTo>
                    <a:pt x="1065" y="10712"/>
                  </a:lnTo>
                  <a:lnTo>
                    <a:pt x="735" y="10712"/>
                  </a:lnTo>
                  <a:lnTo>
                    <a:pt x="625" y="10638"/>
                  </a:lnTo>
                  <a:lnTo>
                    <a:pt x="588" y="10602"/>
                  </a:lnTo>
                  <a:lnTo>
                    <a:pt x="551" y="10565"/>
                  </a:lnTo>
                  <a:lnTo>
                    <a:pt x="588" y="10418"/>
                  </a:lnTo>
                  <a:lnTo>
                    <a:pt x="735" y="10198"/>
                  </a:lnTo>
                  <a:lnTo>
                    <a:pt x="1065" y="9685"/>
                  </a:lnTo>
                  <a:lnTo>
                    <a:pt x="1542" y="9575"/>
                  </a:lnTo>
                  <a:lnTo>
                    <a:pt x="1762" y="9538"/>
                  </a:lnTo>
                  <a:lnTo>
                    <a:pt x="2018" y="9501"/>
                  </a:lnTo>
                  <a:lnTo>
                    <a:pt x="2092" y="9464"/>
                  </a:lnTo>
                  <a:lnTo>
                    <a:pt x="2128" y="9428"/>
                  </a:lnTo>
                  <a:lnTo>
                    <a:pt x="2165" y="9281"/>
                  </a:lnTo>
                  <a:lnTo>
                    <a:pt x="2128" y="9171"/>
                  </a:lnTo>
                  <a:lnTo>
                    <a:pt x="2092" y="9134"/>
                  </a:lnTo>
                  <a:lnTo>
                    <a:pt x="2018" y="9098"/>
                  </a:lnTo>
                  <a:lnTo>
                    <a:pt x="1872" y="9061"/>
                  </a:lnTo>
                  <a:lnTo>
                    <a:pt x="1725" y="9061"/>
                  </a:lnTo>
                  <a:lnTo>
                    <a:pt x="1395" y="9134"/>
                  </a:lnTo>
                  <a:lnTo>
                    <a:pt x="1395" y="9134"/>
                  </a:lnTo>
                  <a:lnTo>
                    <a:pt x="1798" y="8547"/>
                  </a:lnTo>
                  <a:lnTo>
                    <a:pt x="1835" y="8511"/>
                  </a:lnTo>
                  <a:lnTo>
                    <a:pt x="1945" y="8547"/>
                  </a:lnTo>
                  <a:lnTo>
                    <a:pt x="2092" y="8584"/>
                  </a:lnTo>
                  <a:lnTo>
                    <a:pt x="2459" y="8621"/>
                  </a:lnTo>
                  <a:lnTo>
                    <a:pt x="2972" y="8621"/>
                  </a:lnTo>
                  <a:lnTo>
                    <a:pt x="3082" y="8584"/>
                  </a:lnTo>
                  <a:lnTo>
                    <a:pt x="3156" y="8511"/>
                  </a:lnTo>
                  <a:lnTo>
                    <a:pt x="3192" y="8401"/>
                  </a:lnTo>
                  <a:lnTo>
                    <a:pt x="3156" y="8291"/>
                  </a:lnTo>
                  <a:lnTo>
                    <a:pt x="3082" y="8217"/>
                  </a:lnTo>
                  <a:lnTo>
                    <a:pt x="2972" y="8181"/>
                  </a:lnTo>
                  <a:lnTo>
                    <a:pt x="2055" y="8181"/>
                  </a:lnTo>
                  <a:lnTo>
                    <a:pt x="2532" y="7520"/>
                  </a:lnTo>
                  <a:lnTo>
                    <a:pt x="2752" y="7557"/>
                  </a:lnTo>
                  <a:lnTo>
                    <a:pt x="2899" y="7704"/>
                  </a:lnTo>
                  <a:lnTo>
                    <a:pt x="3046" y="7777"/>
                  </a:lnTo>
                  <a:lnTo>
                    <a:pt x="3192" y="7851"/>
                  </a:lnTo>
                  <a:lnTo>
                    <a:pt x="3376" y="7924"/>
                  </a:lnTo>
                  <a:lnTo>
                    <a:pt x="3742" y="7961"/>
                  </a:lnTo>
                  <a:lnTo>
                    <a:pt x="4073" y="7961"/>
                  </a:lnTo>
                  <a:lnTo>
                    <a:pt x="4549" y="7887"/>
                  </a:lnTo>
                  <a:lnTo>
                    <a:pt x="4953" y="7777"/>
                  </a:lnTo>
                  <a:lnTo>
                    <a:pt x="5797" y="7410"/>
                  </a:lnTo>
                  <a:lnTo>
                    <a:pt x="6237" y="7264"/>
                  </a:lnTo>
                  <a:lnTo>
                    <a:pt x="6494" y="7227"/>
                  </a:lnTo>
                  <a:close/>
                  <a:moveTo>
                    <a:pt x="4036" y="1"/>
                  </a:moveTo>
                  <a:lnTo>
                    <a:pt x="3816" y="37"/>
                  </a:lnTo>
                  <a:lnTo>
                    <a:pt x="3596" y="74"/>
                  </a:lnTo>
                  <a:lnTo>
                    <a:pt x="3412" y="147"/>
                  </a:lnTo>
                  <a:lnTo>
                    <a:pt x="3229" y="257"/>
                  </a:lnTo>
                  <a:lnTo>
                    <a:pt x="3119" y="404"/>
                  </a:lnTo>
                  <a:lnTo>
                    <a:pt x="3009" y="551"/>
                  </a:lnTo>
                  <a:lnTo>
                    <a:pt x="2972" y="771"/>
                  </a:lnTo>
                  <a:lnTo>
                    <a:pt x="3009" y="991"/>
                  </a:lnTo>
                  <a:lnTo>
                    <a:pt x="3082" y="1174"/>
                  </a:lnTo>
                  <a:lnTo>
                    <a:pt x="3156" y="1285"/>
                  </a:lnTo>
                  <a:lnTo>
                    <a:pt x="3266" y="1358"/>
                  </a:lnTo>
                  <a:lnTo>
                    <a:pt x="3412" y="1431"/>
                  </a:lnTo>
                  <a:lnTo>
                    <a:pt x="3559" y="1468"/>
                  </a:lnTo>
                  <a:lnTo>
                    <a:pt x="3706" y="1468"/>
                  </a:lnTo>
                  <a:lnTo>
                    <a:pt x="3853" y="1431"/>
                  </a:lnTo>
                  <a:lnTo>
                    <a:pt x="3999" y="1395"/>
                  </a:lnTo>
                  <a:lnTo>
                    <a:pt x="4073" y="1395"/>
                  </a:lnTo>
                  <a:lnTo>
                    <a:pt x="3963" y="1468"/>
                  </a:lnTo>
                  <a:lnTo>
                    <a:pt x="3926" y="1578"/>
                  </a:lnTo>
                  <a:lnTo>
                    <a:pt x="3889" y="2055"/>
                  </a:lnTo>
                  <a:lnTo>
                    <a:pt x="3889" y="2532"/>
                  </a:lnTo>
                  <a:lnTo>
                    <a:pt x="3926" y="3449"/>
                  </a:lnTo>
                  <a:lnTo>
                    <a:pt x="3926" y="5099"/>
                  </a:lnTo>
                  <a:lnTo>
                    <a:pt x="3926" y="5283"/>
                  </a:lnTo>
                  <a:lnTo>
                    <a:pt x="3963" y="5466"/>
                  </a:lnTo>
                  <a:lnTo>
                    <a:pt x="3963" y="5503"/>
                  </a:lnTo>
                  <a:lnTo>
                    <a:pt x="3742" y="5613"/>
                  </a:lnTo>
                  <a:lnTo>
                    <a:pt x="3559" y="5723"/>
                  </a:lnTo>
                  <a:lnTo>
                    <a:pt x="3229" y="6016"/>
                  </a:lnTo>
                  <a:lnTo>
                    <a:pt x="2899" y="6347"/>
                  </a:lnTo>
                  <a:lnTo>
                    <a:pt x="2605" y="6677"/>
                  </a:lnTo>
                  <a:lnTo>
                    <a:pt x="2239" y="7080"/>
                  </a:lnTo>
                  <a:lnTo>
                    <a:pt x="1908" y="7484"/>
                  </a:lnTo>
                  <a:lnTo>
                    <a:pt x="1285" y="8364"/>
                  </a:lnTo>
                  <a:lnTo>
                    <a:pt x="698" y="9244"/>
                  </a:lnTo>
                  <a:lnTo>
                    <a:pt x="148" y="10125"/>
                  </a:lnTo>
                  <a:lnTo>
                    <a:pt x="38" y="10308"/>
                  </a:lnTo>
                  <a:lnTo>
                    <a:pt x="1" y="10492"/>
                  </a:lnTo>
                  <a:lnTo>
                    <a:pt x="38" y="10675"/>
                  </a:lnTo>
                  <a:lnTo>
                    <a:pt x="111" y="10858"/>
                  </a:lnTo>
                  <a:lnTo>
                    <a:pt x="221" y="11005"/>
                  </a:lnTo>
                  <a:lnTo>
                    <a:pt x="368" y="11115"/>
                  </a:lnTo>
                  <a:lnTo>
                    <a:pt x="551" y="11225"/>
                  </a:lnTo>
                  <a:lnTo>
                    <a:pt x="771" y="11262"/>
                  </a:lnTo>
                  <a:lnTo>
                    <a:pt x="1321" y="11299"/>
                  </a:lnTo>
                  <a:lnTo>
                    <a:pt x="1872" y="11262"/>
                  </a:lnTo>
                  <a:lnTo>
                    <a:pt x="3009" y="11189"/>
                  </a:lnTo>
                  <a:lnTo>
                    <a:pt x="5503" y="11115"/>
                  </a:lnTo>
                  <a:lnTo>
                    <a:pt x="7447" y="11042"/>
                  </a:lnTo>
                  <a:lnTo>
                    <a:pt x="8401" y="11005"/>
                  </a:lnTo>
                  <a:lnTo>
                    <a:pt x="9355" y="11042"/>
                  </a:lnTo>
                  <a:lnTo>
                    <a:pt x="9391" y="11152"/>
                  </a:lnTo>
                  <a:lnTo>
                    <a:pt x="9465" y="11225"/>
                  </a:lnTo>
                  <a:lnTo>
                    <a:pt x="9612" y="11299"/>
                  </a:lnTo>
                  <a:lnTo>
                    <a:pt x="9795" y="11335"/>
                  </a:lnTo>
                  <a:lnTo>
                    <a:pt x="9978" y="11335"/>
                  </a:lnTo>
                  <a:lnTo>
                    <a:pt x="10125" y="11299"/>
                  </a:lnTo>
                  <a:lnTo>
                    <a:pt x="10272" y="11299"/>
                  </a:lnTo>
                  <a:lnTo>
                    <a:pt x="10382" y="11262"/>
                  </a:lnTo>
                  <a:lnTo>
                    <a:pt x="10455" y="11189"/>
                  </a:lnTo>
                  <a:lnTo>
                    <a:pt x="10565" y="11115"/>
                  </a:lnTo>
                  <a:lnTo>
                    <a:pt x="10785" y="10968"/>
                  </a:lnTo>
                  <a:lnTo>
                    <a:pt x="10969" y="10785"/>
                  </a:lnTo>
                  <a:lnTo>
                    <a:pt x="11152" y="10602"/>
                  </a:lnTo>
                  <a:lnTo>
                    <a:pt x="11299" y="10455"/>
                  </a:lnTo>
                  <a:lnTo>
                    <a:pt x="11336" y="10308"/>
                  </a:lnTo>
                  <a:lnTo>
                    <a:pt x="11372" y="10198"/>
                  </a:lnTo>
                  <a:lnTo>
                    <a:pt x="11409" y="10051"/>
                  </a:lnTo>
                  <a:lnTo>
                    <a:pt x="11372" y="9941"/>
                  </a:lnTo>
                  <a:lnTo>
                    <a:pt x="11299" y="9685"/>
                  </a:lnTo>
                  <a:lnTo>
                    <a:pt x="11189" y="9464"/>
                  </a:lnTo>
                  <a:lnTo>
                    <a:pt x="10859" y="8914"/>
                  </a:lnTo>
                  <a:lnTo>
                    <a:pt x="10492" y="8364"/>
                  </a:lnTo>
                  <a:lnTo>
                    <a:pt x="10125" y="7887"/>
                  </a:lnTo>
                  <a:lnTo>
                    <a:pt x="9722" y="7410"/>
                  </a:lnTo>
                  <a:lnTo>
                    <a:pt x="9318" y="6933"/>
                  </a:lnTo>
                  <a:lnTo>
                    <a:pt x="8878" y="6493"/>
                  </a:lnTo>
                  <a:lnTo>
                    <a:pt x="8474" y="6126"/>
                  </a:lnTo>
                  <a:lnTo>
                    <a:pt x="8071" y="5760"/>
                  </a:lnTo>
                  <a:lnTo>
                    <a:pt x="7851" y="5576"/>
                  </a:lnTo>
                  <a:lnTo>
                    <a:pt x="7594" y="5430"/>
                  </a:lnTo>
                  <a:lnTo>
                    <a:pt x="7374" y="5319"/>
                  </a:lnTo>
                  <a:lnTo>
                    <a:pt x="7117" y="5209"/>
                  </a:lnTo>
                  <a:lnTo>
                    <a:pt x="7117" y="5173"/>
                  </a:lnTo>
                  <a:lnTo>
                    <a:pt x="7191" y="4953"/>
                  </a:lnTo>
                  <a:lnTo>
                    <a:pt x="7227" y="4696"/>
                  </a:lnTo>
                  <a:lnTo>
                    <a:pt x="7227" y="4182"/>
                  </a:lnTo>
                  <a:lnTo>
                    <a:pt x="7227" y="3669"/>
                  </a:lnTo>
                  <a:lnTo>
                    <a:pt x="7191" y="3192"/>
                  </a:lnTo>
                  <a:lnTo>
                    <a:pt x="7154" y="2825"/>
                  </a:lnTo>
                  <a:lnTo>
                    <a:pt x="7117" y="2385"/>
                  </a:lnTo>
                  <a:lnTo>
                    <a:pt x="7044" y="2165"/>
                  </a:lnTo>
                  <a:lnTo>
                    <a:pt x="7007" y="1945"/>
                  </a:lnTo>
                  <a:lnTo>
                    <a:pt x="6934" y="1761"/>
                  </a:lnTo>
                  <a:lnTo>
                    <a:pt x="6824" y="1615"/>
                  </a:lnTo>
                  <a:lnTo>
                    <a:pt x="7191" y="1651"/>
                  </a:lnTo>
                  <a:lnTo>
                    <a:pt x="7521" y="1651"/>
                  </a:lnTo>
                  <a:lnTo>
                    <a:pt x="7851" y="1541"/>
                  </a:lnTo>
                  <a:lnTo>
                    <a:pt x="7998" y="1468"/>
                  </a:lnTo>
                  <a:lnTo>
                    <a:pt x="8144" y="1358"/>
                  </a:lnTo>
                  <a:lnTo>
                    <a:pt x="8254" y="1248"/>
                  </a:lnTo>
                  <a:lnTo>
                    <a:pt x="8254" y="1174"/>
                  </a:lnTo>
                  <a:lnTo>
                    <a:pt x="8254" y="1101"/>
                  </a:lnTo>
                  <a:lnTo>
                    <a:pt x="8144" y="624"/>
                  </a:lnTo>
                  <a:lnTo>
                    <a:pt x="8071" y="404"/>
                  </a:lnTo>
                  <a:lnTo>
                    <a:pt x="7998" y="294"/>
                  </a:lnTo>
                  <a:lnTo>
                    <a:pt x="7924" y="221"/>
                  </a:lnTo>
                  <a:lnTo>
                    <a:pt x="7851" y="147"/>
                  </a:lnTo>
                  <a:lnTo>
                    <a:pt x="7777" y="147"/>
                  </a:lnTo>
                  <a:lnTo>
                    <a:pt x="7631" y="111"/>
                  </a:lnTo>
                  <a:lnTo>
                    <a:pt x="6824" y="74"/>
                  </a:lnTo>
                  <a:lnTo>
                    <a:pt x="4036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8" name="Google Shape;311;p5">
              <a:extLst>
                <a:ext uri="{FF2B5EF4-FFF2-40B4-BE49-F238E27FC236}">
                  <a16:creationId xmlns:a16="http://schemas.microsoft.com/office/drawing/2014/main" id="{3767F723-1A01-4C3A-BECF-39DE99B6571F}"/>
                </a:ext>
              </a:extLst>
            </p:cNvPr>
            <p:cNvSpPr/>
            <p:nvPr/>
          </p:nvSpPr>
          <p:spPr>
            <a:xfrm>
              <a:off x="6849975" y="3631900"/>
              <a:ext cx="270550" cy="339350"/>
            </a:xfrm>
            <a:custGeom>
              <a:avLst/>
              <a:gdLst/>
              <a:ahLst/>
              <a:cxnLst/>
              <a:rect l="l" t="t" r="r" b="b"/>
              <a:pathLst>
                <a:path w="10822" h="13574" extrusionOk="0">
                  <a:moveTo>
                    <a:pt x="10235" y="1358"/>
                  </a:moveTo>
                  <a:lnTo>
                    <a:pt x="10345" y="1652"/>
                  </a:lnTo>
                  <a:lnTo>
                    <a:pt x="10345" y="1982"/>
                  </a:lnTo>
                  <a:lnTo>
                    <a:pt x="10345" y="2312"/>
                  </a:lnTo>
                  <a:lnTo>
                    <a:pt x="10235" y="2605"/>
                  </a:lnTo>
                  <a:lnTo>
                    <a:pt x="10235" y="2569"/>
                  </a:lnTo>
                  <a:lnTo>
                    <a:pt x="10198" y="1945"/>
                  </a:lnTo>
                  <a:lnTo>
                    <a:pt x="10235" y="1358"/>
                  </a:lnTo>
                  <a:close/>
                  <a:moveTo>
                    <a:pt x="9538" y="2092"/>
                  </a:moveTo>
                  <a:lnTo>
                    <a:pt x="9538" y="2422"/>
                  </a:lnTo>
                  <a:lnTo>
                    <a:pt x="9538" y="2789"/>
                  </a:lnTo>
                  <a:lnTo>
                    <a:pt x="9465" y="2202"/>
                  </a:lnTo>
                  <a:lnTo>
                    <a:pt x="9538" y="2092"/>
                  </a:lnTo>
                  <a:close/>
                  <a:moveTo>
                    <a:pt x="9941" y="1285"/>
                  </a:moveTo>
                  <a:lnTo>
                    <a:pt x="9868" y="1835"/>
                  </a:lnTo>
                  <a:lnTo>
                    <a:pt x="9831" y="2129"/>
                  </a:lnTo>
                  <a:lnTo>
                    <a:pt x="9831" y="2459"/>
                  </a:lnTo>
                  <a:lnTo>
                    <a:pt x="9831" y="2642"/>
                  </a:lnTo>
                  <a:lnTo>
                    <a:pt x="9868" y="2789"/>
                  </a:lnTo>
                  <a:lnTo>
                    <a:pt x="9941" y="2936"/>
                  </a:lnTo>
                  <a:lnTo>
                    <a:pt x="10015" y="3046"/>
                  </a:lnTo>
                  <a:lnTo>
                    <a:pt x="10051" y="3046"/>
                  </a:lnTo>
                  <a:lnTo>
                    <a:pt x="9941" y="3229"/>
                  </a:lnTo>
                  <a:lnTo>
                    <a:pt x="9648" y="3632"/>
                  </a:lnTo>
                  <a:lnTo>
                    <a:pt x="9575" y="3046"/>
                  </a:lnTo>
                  <a:lnTo>
                    <a:pt x="9611" y="3119"/>
                  </a:lnTo>
                  <a:lnTo>
                    <a:pt x="9648" y="3156"/>
                  </a:lnTo>
                  <a:lnTo>
                    <a:pt x="9721" y="3192"/>
                  </a:lnTo>
                  <a:lnTo>
                    <a:pt x="9795" y="3156"/>
                  </a:lnTo>
                  <a:lnTo>
                    <a:pt x="9868" y="3156"/>
                  </a:lnTo>
                  <a:lnTo>
                    <a:pt x="9905" y="3082"/>
                  </a:lnTo>
                  <a:lnTo>
                    <a:pt x="9905" y="3046"/>
                  </a:lnTo>
                  <a:lnTo>
                    <a:pt x="9905" y="2972"/>
                  </a:lnTo>
                  <a:lnTo>
                    <a:pt x="9868" y="2936"/>
                  </a:lnTo>
                  <a:lnTo>
                    <a:pt x="9831" y="2899"/>
                  </a:lnTo>
                  <a:lnTo>
                    <a:pt x="9758" y="2899"/>
                  </a:lnTo>
                  <a:lnTo>
                    <a:pt x="9758" y="2642"/>
                  </a:lnTo>
                  <a:lnTo>
                    <a:pt x="9721" y="2092"/>
                  </a:lnTo>
                  <a:lnTo>
                    <a:pt x="9685" y="2018"/>
                  </a:lnTo>
                  <a:lnTo>
                    <a:pt x="9587" y="2018"/>
                  </a:lnTo>
                  <a:lnTo>
                    <a:pt x="9611" y="1982"/>
                  </a:lnTo>
                  <a:lnTo>
                    <a:pt x="9721" y="1762"/>
                  </a:lnTo>
                  <a:lnTo>
                    <a:pt x="9831" y="1542"/>
                  </a:lnTo>
                  <a:lnTo>
                    <a:pt x="9941" y="1285"/>
                  </a:lnTo>
                  <a:close/>
                  <a:moveTo>
                    <a:pt x="9318" y="2385"/>
                  </a:moveTo>
                  <a:lnTo>
                    <a:pt x="9281" y="3119"/>
                  </a:lnTo>
                  <a:lnTo>
                    <a:pt x="9318" y="3889"/>
                  </a:lnTo>
                  <a:lnTo>
                    <a:pt x="9354" y="3963"/>
                  </a:lnTo>
                  <a:lnTo>
                    <a:pt x="9098" y="4183"/>
                  </a:lnTo>
                  <a:lnTo>
                    <a:pt x="9098" y="3963"/>
                  </a:lnTo>
                  <a:lnTo>
                    <a:pt x="9098" y="3743"/>
                  </a:lnTo>
                  <a:lnTo>
                    <a:pt x="9024" y="3302"/>
                  </a:lnTo>
                  <a:lnTo>
                    <a:pt x="8988" y="2715"/>
                  </a:lnTo>
                  <a:lnTo>
                    <a:pt x="9134" y="2569"/>
                  </a:lnTo>
                  <a:lnTo>
                    <a:pt x="9318" y="2385"/>
                  </a:lnTo>
                  <a:close/>
                  <a:moveTo>
                    <a:pt x="8107" y="3596"/>
                  </a:moveTo>
                  <a:lnTo>
                    <a:pt x="7997" y="3889"/>
                  </a:lnTo>
                  <a:lnTo>
                    <a:pt x="7924" y="4219"/>
                  </a:lnTo>
                  <a:lnTo>
                    <a:pt x="7887" y="3779"/>
                  </a:lnTo>
                  <a:lnTo>
                    <a:pt x="8107" y="3596"/>
                  </a:lnTo>
                  <a:close/>
                  <a:moveTo>
                    <a:pt x="8731" y="2972"/>
                  </a:moveTo>
                  <a:lnTo>
                    <a:pt x="8731" y="3302"/>
                  </a:lnTo>
                  <a:lnTo>
                    <a:pt x="8731" y="3816"/>
                  </a:lnTo>
                  <a:lnTo>
                    <a:pt x="8768" y="4109"/>
                  </a:lnTo>
                  <a:lnTo>
                    <a:pt x="8841" y="4366"/>
                  </a:lnTo>
                  <a:lnTo>
                    <a:pt x="8841" y="4403"/>
                  </a:lnTo>
                  <a:lnTo>
                    <a:pt x="8621" y="4586"/>
                  </a:lnTo>
                  <a:lnTo>
                    <a:pt x="8621" y="4586"/>
                  </a:lnTo>
                  <a:lnTo>
                    <a:pt x="8658" y="4219"/>
                  </a:lnTo>
                  <a:lnTo>
                    <a:pt x="8694" y="3816"/>
                  </a:lnTo>
                  <a:lnTo>
                    <a:pt x="8694" y="3449"/>
                  </a:lnTo>
                  <a:lnTo>
                    <a:pt x="8658" y="3082"/>
                  </a:lnTo>
                  <a:lnTo>
                    <a:pt x="8731" y="2972"/>
                  </a:lnTo>
                  <a:close/>
                  <a:moveTo>
                    <a:pt x="8364" y="3339"/>
                  </a:moveTo>
                  <a:lnTo>
                    <a:pt x="8254" y="4733"/>
                  </a:lnTo>
                  <a:lnTo>
                    <a:pt x="8291" y="4806"/>
                  </a:lnTo>
                  <a:lnTo>
                    <a:pt x="8291" y="4843"/>
                  </a:lnTo>
                  <a:lnTo>
                    <a:pt x="8217" y="4916"/>
                  </a:lnTo>
                  <a:lnTo>
                    <a:pt x="8181" y="4880"/>
                  </a:lnTo>
                  <a:lnTo>
                    <a:pt x="8327" y="3522"/>
                  </a:lnTo>
                  <a:lnTo>
                    <a:pt x="8291" y="3486"/>
                  </a:lnTo>
                  <a:lnTo>
                    <a:pt x="8254" y="3449"/>
                  </a:lnTo>
                  <a:lnTo>
                    <a:pt x="8364" y="3339"/>
                  </a:lnTo>
                  <a:close/>
                  <a:moveTo>
                    <a:pt x="7704" y="3963"/>
                  </a:moveTo>
                  <a:lnTo>
                    <a:pt x="7667" y="4329"/>
                  </a:lnTo>
                  <a:lnTo>
                    <a:pt x="7594" y="4696"/>
                  </a:lnTo>
                  <a:lnTo>
                    <a:pt x="7520" y="5026"/>
                  </a:lnTo>
                  <a:lnTo>
                    <a:pt x="7410" y="5393"/>
                  </a:lnTo>
                  <a:lnTo>
                    <a:pt x="7410" y="5467"/>
                  </a:lnTo>
                  <a:lnTo>
                    <a:pt x="7337" y="5430"/>
                  </a:lnTo>
                  <a:lnTo>
                    <a:pt x="7300" y="5430"/>
                  </a:lnTo>
                  <a:lnTo>
                    <a:pt x="7300" y="4990"/>
                  </a:lnTo>
                  <a:lnTo>
                    <a:pt x="7264" y="4696"/>
                  </a:lnTo>
                  <a:lnTo>
                    <a:pt x="7227" y="4366"/>
                  </a:lnTo>
                  <a:lnTo>
                    <a:pt x="7704" y="3963"/>
                  </a:lnTo>
                  <a:close/>
                  <a:moveTo>
                    <a:pt x="7044" y="4513"/>
                  </a:moveTo>
                  <a:lnTo>
                    <a:pt x="6970" y="5026"/>
                  </a:lnTo>
                  <a:lnTo>
                    <a:pt x="6970" y="5320"/>
                  </a:lnTo>
                  <a:lnTo>
                    <a:pt x="6970" y="5540"/>
                  </a:lnTo>
                  <a:lnTo>
                    <a:pt x="7007" y="5650"/>
                  </a:lnTo>
                  <a:lnTo>
                    <a:pt x="7080" y="5760"/>
                  </a:lnTo>
                  <a:lnTo>
                    <a:pt x="6677" y="6053"/>
                  </a:lnTo>
                  <a:lnTo>
                    <a:pt x="6677" y="6053"/>
                  </a:lnTo>
                  <a:lnTo>
                    <a:pt x="6713" y="5797"/>
                  </a:lnTo>
                  <a:lnTo>
                    <a:pt x="6750" y="5540"/>
                  </a:lnTo>
                  <a:lnTo>
                    <a:pt x="6750" y="5173"/>
                  </a:lnTo>
                  <a:lnTo>
                    <a:pt x="6677" y="4843"/>
                  </a:lnTo>
                  <a:lnTo>
                    <a:pt x="7044" y="4513"/>
                  </a:lnTo>
                  <a:close/>
                  <a:moveTo>
                    <a:pt x="6603" y="4916"/>
                  </a:moveTo>
                  <a:lnTo>
                    <a:pt x="6567" y="5173"/>
                  </a:lnTo>
                  <a:lnTo>
                    <a:pt x="6530" y="5430"/>
                  </a:lnTo>
                  <a:lnTo>
                    <a:pt x="6457" y="5613"/>
                  </a:lnTo>
                  <a:lnTo>
                    <a:pt x="6383" y="5760"/>
                  </a:lnTo>
                  <a:lnTo>
                    <a:pt x="6310" y="5943"/>
                  </a:lnTo>
                  <a:lnTo>
                    <a:pt x="6310" y="6127"/>
                  </a:lnTo>
                  <a:lnTo>
                    <a:pt x="6310" y="6200"/>
                  </a:lnTo>
                  <a:lnTo>
                    <a:pt x="6383" y="6237"/>
                  </a:lnTo>
                  <a:lnTo>
                    <a:pt x="5980" y="6494"/>
                  </a:lnTo>
                  <a:lnTo>
                    <a:pt x="6053" y="6090"/>
                  </a:lnTo>
                  <a:lnTo>
                    <a:pt x="6053" y="5760"/>
                  </a:lnTo>
                  <a:lnTo>
                    <a:pt x="6016" y="5393"/>
                  </a:lnTo>
                  <a:lnTo>
                    <a:pt x="6603" y="4916"/>
                  </a:lnTo>
                  <a:close/>
                  <a:moveTo>
                    <a:pt x="5870" y="5540"/>
                  </a:moveTo>
                  <a:lnTo>
                    <a:pt x="5796" y="5943"/>
                  </a:lnTo>
                  <a:lnTo>
                    <a:pt x="5686" y="6347"/>
                  </a:lnTo>
                  <a:lnTo>
                    <a:pt x="5613" y="6567"/>
                  </a:lnTo>
                  <a:lnTo>
                    <a:pt x="5613" y="6677"/>
                  </a:lnTo>
                  <a:lnTo>
                    <a:pt x="5613" y="6750"/>
                  </a:lnTo>
                  <a:lnTo>
                    <a:pt x="5173" y="7081"/>
                  </a:lnTo>
                  <a:lnTo>
                    <a:pt x="5393" y="5943"/>
                  </a:lnTo>
                  <a:lnTo>
                    <a:pt x="5870" y="5540"/>
                  </a:lnTo>
                  <a:close/>
                  <a:moveTo>
                    <a:pt x="9134" y="478"/>
                  </a:moveTo>
                  <a:lnTo>
                    <a:pt x="9428" y="588"/>
                  </a:lnTo>
                  <a:lnTo>
                    <a:pt x="9318" y="735"/>
                  </a:lnTo>
                  <a:lnTo>
                    <a:pt x="9318" y="845"/>
                  </a:lnTo>
                  <a:lnTo>
                    <a:pt x="9354" y="918"/>
                  </a:lnTo>
                  <a:lnTo>
                    <a:pt x="9428" y="955"/>
                  </a:lnTo>
                  <a:lnTo>
                    <a:pt x="9538" y="955"/>
                  </a:lnTo>
                  <a:lnTo>
                    <a:pt x="9538" y="1101"/>
                  </a:lnTo>
                  <a:lnTo>
                    <a:pt x="9465" y="1285"/>
                  </a:lnTo>
                  <a:lnTo>
                    <a:pt x="9318" y="1615"/>
                  </a:lnTo>
                  <a:lnTo>
                    <a:pt x="9134" y="1908"/>
                  </a:lnTo>
                  <a:lnTo>
                    <a:pt x="8914" y="2202"/>
                  </a:lnTo>
                  <a:lnTo>
                    <a:pt x="8841" y="2165"/>
                  </a:lnTo>
                  <a:lnTo>
                    <a:pt x="8804" y="2202"/>
                  </a:lnTo>
                  <a:lnTo>
                    <a:pt x="8768" y="2202"/>
                  </a:lnTo>
                  <a:lnTo>
                    <a:pt x="8731" y="2275"/>
                  </a:lnTo>
                  <a:lnTo>
                    <a:pt x="8731" y="2349"/>
                  </a:lnTo>
                  <a:lnTo>
                    <a:pt x="8364" y="2715"/>
                  </a:lnTo>
                  <a:lnTo>
                    <a:pt x="7740" y="3339"/>
                  </a:lnTo>
                  <a:lnTo>
                    <a:pt x="7667" y="3339"/>
                  </a:lnTo>
                  <a:lnTo>
                    <a:pt x="7667" y="3412"/>
                  </a:lnTo>
                  <a:lnTo>
                    <a:pt x="6493" y="4439"/>
                  </a:lnTo>
                  <a:lnTo>
                    <a:pt x="5650" y="5173"/>
                  </a:lnTo>
                  <a:lnTo>
                    <a:pt x="4806" y="5870"/>
                  </a:lnTo>
                  <a:lnTo>
                    <a:pt x="4769" y="5870"/>
                  </a:lnTo>
                  <a:lnTo>
                    <a:pt x="4733" y="5907"/>
                  </a:lnTo>
                  <a:lnTo>
                    <a:pt x="4623" y="6017"/>
                  </a:lnTo>
                  <a:lnTo>
                    <a:pt x="3889" y="6567"/>
                  </a:lnTo>
                  <a:lnTo>
                    <a:pt x="3852" y="6567"/>
                  </a:lnTo>
                  <a:lnTo>
                    <a:pt x="3816" y="6604"/>
                  </a:lnTo>
                  <a:lnTo>
                    <a:pt x="3632" y="6714"/>
                  </a:lnTo>
                  <a:lnTo>
                    <a:pt x="3339" y="6897"/>
                  </a:lnTo>
                  <a:lnTo>
                    <a:pt x="3155" y="7007"/>
                  </a:lnTo>
                  <a:lnTo>
                    <a:pt x="3045" y="7154"/>
                  </a:lnTo>
                  <a:lnTo>
                    <a:pt x="2972" y="7117"/>
                  </a:lnTo>
                  <a:lnTo>
                    <a:pt x="2605" y="6824"/>
                  </a:lnTo>
                  <a:lnTo>
                    <a:pt x="2312" y="6457"/>
                  </a:lnTo>
                  <a:lnTo>
                    <a:pt x="2128" y="6274"/>
                  </a:lnTo>
                  <a:lnTo>
                    <a:pt x="1945" y="6090"/>
                  </a:lnTo>
                  <a:lnTo>
                    <a:pt x="2202" y="5943"/>
                  </a:lnTo>
                  <a:lnTo>
                    <a:pt x="2458" y="5723"/>
                  </a:lnTo>
                  <a:lnTo>
                    <a:pt x="2605" y="5943"/>
                  </a:lnTo>
                  <a:lnTo>
                    <a:pt x="2825" y="6127"/>
                  </a:lnTo>
                  <a:lnTo>
                    <a:pt x="2935" y="6200"/>
                  </a:lnTo>
                  <a:lnTo>
                    <a:pt x="3082" y="6237"/>
                  </a:lnTo>
                  <a:lnTo>
                    <a:pt x="3229" y="6237"/>
                  </a:lnTo>
                  <a:lnTo>
                    <a:pt x="3339" y="6127"/>
                  </a:lnTo>
                  <a:lnTo>
                    <a:pt x="3375" y="6090"/>
                  </a:lnTo>
                  <a:lnTo>
                    <a:pt x="3412" y="6017"/>
                  </a:lnTo>
                  <a:lnTo>
                    <a:pt x="3375" y="5870"/>
                  </a:lnTo>
                  <a:lnTo>
                    <a:pt x="3339" y="5797"/>
                  </a:lnTo>
                  <a:lnTo>
                    <a:pt x="3265" y="5760"/>
                  </a:lnTo>
                  <a:lnTo>
                    <a:pt x="3119" y="5760"/>
                  </a:lnTo>
                  <a:lnTo>
                    <a:pt x="3082" y="5797"/>
                  </a:lnTo>
                  <a:lnTo>
                    <a:pt x="3082" y="5760"/>
                  </a:lnTo>
                  <a:lnTo>
                    <a:pt x="2935" y="5650"/>
                  </a:lnTo>
                  <a:lnTo>
                    <a:pt x="2752" y="5503"/>
                  </a:lnTo>
                  <a:lnTo>
                    <a:pt x="2825" y="5430"/>
                  </a:lnTo>
                  <a:lnTo>
                    <a:pt x="3302" y="4990"/>
                  </a:lnTo>
                  <a:lnTo>
                    <a:pt x="3375" y="5173"/>
                  </a:lnTo>
                  <a:lnTo>
                    <a:pt x="3449" y="5283"/>
                  </a:lnTo>
                  <a:lnTo>
                    <a:pt x="3559" y="5393"/>
                  </a:lnTo>
                  <a:lnTo>
                    <a:pt x="3669" y="5503"/>
                  </a:lnTo>
                  <a:lnTo>
                    <a:pt x="3816" y="5540"/>
                  </a:lnTo>
                  <a:lnTo>
                    <a:pt x="3926" y="5540"/>
                  </a:lnTo>
                  <a:lnTo>
                    <a:pt x="3999" y="5467"/>
                  </a:lnTo>
                  <a:lnTo>
                    <a:pt x="4036" y="5393"/>
                  </a:lnTo>
                  <a:lnTo>
                    <a:pt x="4036" y="5283"/>
                  </a:lnTo>
                  <a:lnTo>
                    <a:pt x="3889" y="5136"/>
                  </a:lnTo>
                  <a:lnTo>
                    <a:pt x="3742" y="4990"/>
                  </a:lnTo>
                  <a:lnTo>
                    <a:pt x="3632" y="4843"/>
                  </a:lnTo>
                  <a:lnTo>
                    <a:pt x="3595" y="4770"/>
                  </a:lnTo>
                  <a:lnTo>
                    <a:pt x="3595" y="4733"/>
                  </a:lnTo>
                  <a:lnTo>
                    <a:pt x="3926" y="4439"/>
                  </a:lnTo>
                  <a:lnTo>
                    <a:pt x="4146" y="4256"/>
                  </a:lnTo>
                  <a:lnTo>
                    <a:pt x="4182" y="4403"/>
                  </a:lnTo>
                  <a:lnTo>
                    <a:pt x="4256" y="4513"/>
                  </a:lnTo>
                  <a:lnTo>
                    <a:pt x="4329" y="4623"/>
                  </a:lnTo>
                  <a:lnTo>
                    <a:pt x="4439" y="4770"/>
                  </a:lnTo>
                  <a:lnTo>
                    <a:pt x="4586" y="4843"/>
                  </a:lnTo>
                  <a:lnTo>
                    <a:pt x="4696" y="4880"/>
                  </a:lnTo>
                  <a:lnTo>
                    <a:pt x="4806" y="4843"/>
                  </a:lnTo>
                  <a:lnTo>
                    <a:pt x="4843" y="4770"/>
                  </a:lnTo>
                  <a:lnTo>
                    <a:pt x="4879" y="4733"/>
                  </a:lnTo>
                  <a:lnTo>
                    <a:pt x="4879" y="4623"/>
                  </a:lnTo>
                  <a:lnTo>
                    <a:pt x="4843" y="4549"/>
                  </a:lnTo>
                  <a:lnTo>
                    <a:pt x="4769" y="4476"/>
                  </a:lnTo>
                  <a:lnTo>
                    <a:pt x="4623" y="4329"/>
                  </a:lnTo>
                  <a:lnTo>
                    <a:pt x="4513" y="4219"/>
                  </a:lnTo>
                  <a:lnTo>
                    <a:pt x="4476" y="4073"/>
                  </a:lnTo>
                  <a:lnTo>
                    <a:pt x="4476" y="3999"/>
                  </a:lnTo>
                  <a:lnTo>
                    <a:pt x="4989" y="3522"/>
                  </a:lnTo>
                  <a:lnTo>
                    <a:pt x="5063" y="3632"/>
                  </a:lnTo>
                  <a:lnTo>
                    <a:pt x="5173" y="3853"/>
                  </a:lnTo>
                  <a:lnTo>
                    <a:pt x="5356" y="4036"/>
                  </a:lnTo>
                  <a:lnTo>
                    <a:pt x="5430" y="4073"/>
                  </a:lnTo>
                  <a:lnTo>
                    <a:pt x="5503" y="4109"/>
                  </a:lnTo>
                  <a:lnTo>
                    <a:pt x="5576" y="4073"/>
                  </a:lnTo>
                  <a:lnTo>
                    <a:pt x="5650" y="4036"/>
                  </a:lnTo>
                  <a:lnTo>
                    <a:pt x="5686" y="3963"/>
                  </a:lnTo>
                  <a:lnTo>
                    <a:pt x="5686" y="3926"/>
                  </a:lnTo>
                  <a:lnTo>
                    <a:pt x="5686" y="3853"/>
                  </a:lnTo>
                  <a:lnTo>
                    <a:pt x="5650" y="3779"/>
                  </a:lnTo>
                  <a:lnTo>
                    <a:pt x="5246" y="3302"/>
                  </a:lnTo>
                  <a:lnTo>
                    <a:pt x="5980" y="2642"/>
                  </a:lnTo>
                  <a:lnTo>
                    <a:pt x="6016" y="2715"/>
                  </a:lnTo>
                  <a:lnTo>
                    <a:pt x="6163" y="3082"/>
                  </a:lnTo>
                  <a:lnTo>
                    <a:pt x="6200" y="3156"/>
                  </a:lnTo>
                  <a:lnTo>
                    <a:pt x="6237" y="3192"/>
                  </a:lnTo>
                  <a:lnTo>
                    <a:pt x="6383" y="3192"/>
                  </a:lnTo>
                  <a:lnTo>
                    <a:pt x="6457" y="3156"/>
                  </a:lnTo>
                  <a:lnTo>
                    <a:pt x="6493" y="3082"/>
                  </a:lnTo>
                  <a:lnTo>
                    <a:pt x="6530" y="3009"/>
                  </a:lnTo>
                  <a:lnTo>
                    <a:pt x="6493" y="2936"/>
                  </a:lnTo>
                  <a:lnTo>
                    <a:pt x="6383" y="2605"/>
                  </a:lnTo>
                  <a:lnTo>
                    <a:pt x="6273" y="2422"/>
                  </a:lnTo>
                  <a:lnTo>
                    <a:pt x="7007" y="1725"/>
                  </a:lnTo>
                  <a:lnTo>
                    <a:pt x="7044" y="1945"/>
                  </a:lnTo>
                  <a:lnTo>
                    <a:pt x="7080" y="2129"/>
                  </a:lnTo>
                  <a:lnTo>
                    <a:pt x="7154" y="2349"/>
                  </a:lnTo>
                  <a:lnTo>
                    <a:pt x="7227" y="2532"/>
                  </a:lnTo>
                  <a:lnTo>
                    <a:pt x="7300" y="2605"/>
                  </a:lnTo>
                  <a:lnTo>
                    <a:pt x="7410" y="2642"/>
                  </a:lnTo>
                  <a:lnTo>
                    <a:pt x="7557" y="2569"/>
                  </a:lnTo>
                  <a:lnTo>
                    <a:pt x="7630" y="2495"/>
                  </a:lnTo>
                  <a:lnTo>
                    <a:pt x="7667" y="2385"/>
                  </a:lnTo>
                  <a:lnTo>
                    <a:pt x="7667" y="2312"/>
                  </a:lnTo>
                  <a:lnTo>
                    <a:pt x="7630" y="2239"/>
                  </a:lnTo>
                  <a:lnTo>
                    <a:pt x="7557" y="2165"/>
                  </a:lnTo>
                  <a:lnTo>
                    <a:pt x="7484" y="2165"/>
                  </a:lnTo>
                  <a:lnTo>
                    <a:pt x="7337" y="1835"/>
                  </a:lnTo>
                  <a:lnTo>
                    <a:pt x="7227" y="1542"/>
                  </a:lnTo>
                  <a:lnTo>
                    <a:pt x="7740" y="1101"/>
                  </a:lnTo>
                  <a:lnTo>
                    <a:pt x="8217" y="735"/>
                  </a:lnTo>
                  <a:lnTo>
                    <a:pt x="8364" y="625"/>
                  </a:lnTo>
                  <a:lnTo>
                    <a:pt x="8511" y="551"/>
                  </a:lnTo>
                  <a:lnTo>
                    <a:pt x="8841" y="478"/>
                  </a:lnTo>
                  <a:close/>
                  <a:moveTo>
                    <a:pt x="3485" y="7264"/>
                  </a:moveTo>
                  <a:lnTo>
                    <a:pt x="3449" y="7447"/>
                  </a:lnTo>
                  <a:lnTo>
                    <a:pt x="3302" y="7337"/>
                  </a:lnTo>
                  <a:lnTo>
                    <a:pt x="3485" y="7264"/>
                  </a:lnTo>
                  <a:close/>
                  <a:moveTo>
                    <a:pt x="5099" y="6163"/>
                  </a:moveTo>
                  <a:lnTo>
                    <a:pt x="4733" y="7264"/>
                  </a:lnTo>
                  <a:lnTo>
                    <a:pt x="4733" y="7337"/>
                  </a:lnTo>
                  <a:lnTo>
                    <a:pt x="4586" y="7447"/>
                  </a:lnTo>
                  <a:lnTo>
                    <a:pt x="4586" y="7337"/>
                  </a:lnTo>
                  <a:lnTo>
                    <a:pt x="4586" y="7301"/>
                  </a:lnTo>
                  <a:lnTo>
                    <a:pt x="4623" y="6860"/>
                  </a:lnTo>
                  <a:lnTo>
                    <a:pt x="4733" y="6457"/>
                  </a:lnTo>
                  <a:lnTo>
                    <a:pt x="5026" y="6237"/>
                  </a:lnTo>
                  <a:lnTo>
                    <a:pt x="5099" y="6163"/>
                  </a:lnTo>
                  <a:close/>
                  <a:moveTo>
                    <a:pt x="4292" y="6750"/>
                  </a:moveTo>
                  <a:lnTo>
                    <a:pt x="4219" y="7117"/>
                  </a:lnTo>
                  <a:lnTo>
                    <a:pt x="4219" y="7484"/>
                  </a:lnTo>
                  <a:lnTo>
                    <a:pt x="4219" y="7594"/>
                  </a:lnTo>
                  <a:lnTo>
                    <a:pt x="4292" y="7631"/>
                  </a:lnTo>
                  <a:lnTo>
                    <a:pt x="3889" y="7924"/>
                  </a:lnTo>
                  <a:lnTo>
                    <a:pt x="3816" y="7851"/>
                  </a:lnTo>
                  <a:lnTo>
                    <a:pt x="3889" y="7777"/>
                  </a:lnTo>
                  <a:lnTo>
                    <a:pt x="3926" y="7667"/>
                  </a:lnTo>
                  <a:lnTo>
                    <a:pt x="3926" y="7594"/>
                  </a:lnTo>
                  <a:lnTo>
                    <a:pt x="3889" y="7521"/>
                  </a:lnTo>
                  <a:lnTo>
                    <a:pt x="3852" y="7484"/>
                  </a:lnTo>
                  <a:lnTo>
                    <a:pt x="3816" y="7484"/>
                  </a:lnTo>
                  <a:lnTo>
                    <a:pt x="3889" y="7227"/>
                  </a:lnTo>
                  <a:lnTo>
                    <a:pt x="3926" y="7007"/>
                  </a:lnTo>
                  <a:lnTo>
                    <a:pt x="3926" y="6970"/>
                  </a:lnTo>
                  <a:lnTo>
                    <a:pt x="4292" y="6750"/>
                  </a:lnTo>
                  <a:close/>
                  <a:moveTo>
                    <a:pt x="1101" y="6127"/>
                  </a:moveTo>
                  <a:lnTo>
                    <a:pt x="1358" y="6200"/>
                  </a:lnTo>
                  <a:lnTo>
                    <a:pt x="1578" y="6310"/>
                  </a:lnTo>
                  <a:lnTo>
                    <a:pt x="1761" y="6457"/>
                  </a:lnTo>
                  <a:lnTo>
                    <a:pt x="1945" y="6677"/>
                  </a:lnTo>
                  <a:lnTo>
                    <a:pt x="2312" y="7081"/>
                  </a:lnTo>
                  <a:lnTo>
                    <a:pt x="2715" y="7447"/>
                  </a:lnTo>
                  <a:lnTo>
                    <a:pt x="3155" y="7777"/>
                  </a:lnTo>
                  <a:lnTo>
                    <a:pt x="3339" y="7961"/>
                  </a:lnTo>
                  <a:lnTo>
                    <a:pt x="3522" y="8144"/>
                  </a:lnTo>
                  <a:lnTo>
                    <a:pt x="3522" y="8181"/>
                  </a:lnTo>
                  <a:lnTo>
                    <a:pt x="3485" y="8291"/>
                  </a:lnTo>
                  <a:lnTo>
                    <a:pt x="3485" y="8401"/>
                  </a:lnTo>
                  <a:lnTo>
                    <a:pt x="3559" y="8474"/>
                  </a:lnTo>
                  <a:lnTo>
                    <a:pt x="3669" y="8511"/>
                  </a:lnTo>
                  <a:lnTo>
                    <a:pt x="3669" y="8621"/>
                  </a:lnTo>
                  <a:lnTo>
                    <a:pt x="3669" y="8658"/>
                  </a:lnTo>
                  <a:lnTo>
                    <a:pt x="3595" y="8695"/>
                  </a:lnTo>
                  <a:lnTo>
                    <a:pt x="3229" y="8731"/>
                  </a:lnTo>
                  <a:lnTo>
                    <a:pt x="3009" y="8474"/>
                  </a:lnTo>
                  <a:lnTo>
                    <a:pt x="2825" y="8254"/>
                  </a:lnTo>
                  <a:lnTo>
                    <a:pt x="2165" y="7484"/>
                  </a:lnTo>
                  <a:lnTo>
                    <a:pt x="1615" y="6897"/>
                  </a:lnTo>
                  <a:lnTo>
                    <a:pt x="1321" y="6604"/>
                  </a:lnTo>
                  <a:lnTo>
                    <a:pt x="1174" y="6494"/>
                  </a:lnTo>
                  <a:lnTo>
                    <a:pt x="991" y="6420"/>
                  </a:lnTo>
                  <a:lnTo>
                    <a:pt x="1101" y="6127"/>
                  </a:lnTo>
                  <a:close/>
                  <a:moveTo>
                    <a:pt x="8731" y="1"/>
                  </a:moveTo>
                  <a:lnTo>
                    <a:pt x="8474" y="74"/>
                  </a:lnTo>
                  <a:lnTo>
                    <a:pt x="8217" y="184"/>
                  </a:lnTo>
                  <a:lnTo>
                    <a:pt x="7997" y="331"/>
                  </a:lnTo>
                  <a:lnTo>
                    <a:pt x="7777" y="478"/>
                  </a:lnTo>
                  <a:lnTo>
                    <a:pt x="7154" y="1028"/>
                  </a:lnTo>
                  <a:lnTo>
                    <a:pt x="6530" y="1578"/>
                  </a:lnTo>
                  <a:lnTo>
                    <a:pt x="4036" y="3779"/>
                  </a:lnTo>
                  <a:lnTo>
                    <a:pt x="2825" y="4843"/>
                  </a:lnTo>
                  <a:lnTo>
                    <a:pt x="2312" y="5283"/>
                  </a:lnTo>
                  <a:lnTo>
                    <a:pt x="2092" y="5540"/>
                  </a:lnTo>
                  <a:lnTo>
                    <a:pt x="1871" y="5797"/>
                  </a:lnTo>
                  <a:lnTo>
                    <a:pt x="1761" y="5833"/>
                  </a:lnTo>
                  <a:lnTo>
                    <a:pt x="1725" y="5943"/>
                  </a:lnTo>
                  <a:lnTo>
                    <a:pt x="1541" y="5833"/>
                  </a:lnTo>
                  <a:lnTo>
                    <a:pt x="1358" y="5797"/>
                  </a:lnTo>
                  <a:lnTo>
                    <a:pt x="1174" y="5760"/>
                  </a:lnTo>
                  <a:lnTo>
                    <a:pt x="954" y="5760"/>
                  </a:lnTo>
                  <a:lnTo>
                    <a:pt x="844" y="5797"/>
                  </a:lnTo>
                  <a:lnTo>
                    <a:pt x="771" y="5907"/>
                  </a:lnTo>
                  <a:lnTo>
                    <a:pt x="624" y="6420"/>
                  </a:lnTo>
                  <a:lnTo>
                    <a:pt x="624" y="6494"/>
                  </a:lnTo>
                  <a:lnTo>
                    <a:pt x="661" y="6567"/>
                  </a:lnTo>
                  <a:lnTo>
                    <a:pt x="698" y="6604"/>
                  </a:lnTo>
                  <a:lnTo>
                    <a:pt x="771" y="6640"/>
                  </a:lnTo>
                  <a:lnTo>
                    <a:pt x="918" y="6860"/>
                  </a:lnTo>
                  <a:lnTo>
                    <a:pt x="1101" y="7081"/>
                  </a:lnTo>
                  <a:lnTo>
                    <a:pt x="1505" y="7484"/>
                  </a:lnTo>
                  <a:lnTo>
                    <a:pt x="2385" y="8511"/>
                  </a:lnTo>
                  <a:lnTo>
                    <a:pt x="2715" y="8951"/>
                  </a:lnTo>
                  <a:lnTo>
                    <a:pt x="2935" y="9171"/>
                  </a:lnTo>
                  <a:lnTo>
                    <a:pt x="3155" y="9318"/>
                  </a:lnTo>
                  <a:lnTo>
                    <a:pt x="3302" y="9355"/>
                  </a:lnTo>
                  <a:lnTo>
                    <a:pt x="3412" y="9355"/>
                  </a:lnTo>
                  <a:lnTo>
                    <a:pt x="3522" y="9281"/>
                  </a:lnTo>
                  <a:lnTo>
                    <a:pt x="3595" y="9171"/>
                  </a:lnTo>
                  <a:lnTo>
                    <a:pt x="3816" y="9135"/>
                  </a:lnTo>
                  <a:lnTo>
                    <a:pt x="3962" y="9061"/>
                  </a:lnTo>
                  <a:lnTo>
                    <a:pt x="4072" y="8951"/>
                  </a:lnTo>
                  <a:lnTo>
                    <a:pt x="4146" y="8805"/>
                  </a:lnTo>
                  <a:lnTo>
                    <a:pt x="4146" y="8548"/>
                  </a:lnTo>
                  <a:lnTo>
                    <a:pt x="4109" y="8328"/>
                  </a:lnTo>
                  <a:lnTo>
                    <a:pt x="5320" y="7557"/>
                  </a:lnTo>
                  <a:lnTo>
                    <a:pt x="6530" y="6750"/>
                  </a:lnTo>
                  <a:lnTo>
                    <a:pt x="7667" y="5907"/>
                  </a:lnTo>
                  <a:lnTo>
                    <a:pt x="8804" y="5026"/>
                  </a:lnTo>
                  <a:lnTo>
                    <a:pt x="9281" y="4660"/>
                  </a:lnTo>
                  <a:lnTo>
                    <a:pt x="9721" y="4219"/>
                  </a:lnTo>
                  <a:lnTo>
                    <a:pt x="10125" y="3743"/>
                  </a:lnTo>
                  <a:lnTo>
                    <a:pt x="10308" y="3486"/>
                  </a:lnTo>
                  <a:lnTo>
                    <a:pt x="10455" y="3229"/>
                  </a:lnTo>
                  <a:lnTo>
                    <a:pt x="10602" y="2972"/>
                  </a:lnTo>
                  <a:lnTo>
                    <a:pt x="10712" y="2679"/>
                  </a:lnTo>
                  <a:lnTo>
                    <a:pt x="10785" y="2385"/>
                  </a:lnTo>
                  <a:lnTo>
                    <a:pt x="10822" y="2129"/>
                  </a:lnTo>
                  <a:lnTo>
                    <a:pt x="10822" y="1835"/>
                  </a:lnTo>
                  <a:lnTo>
                    <a:pt x="10785" y="1542"/>
                  </a:lnTo>
                  <a:lnTo>
                    <a:pt x="10675" y="1248"/>
                  </a:lnTo>
                  <a:lnTo>
                    <a:pt x="10528" y="955"/>
                  </a:lnTo>
                  <a:lnTo>
                    <a:pt x="10382" y="735"/>
                  </a:lnTo>
                  <a:lnTo>
                    <a:pt x="10198" y="515"/>
                  </a:lnTo>
                  <a:lnTo>
                    <a:pt x="9978" y="368"/>
                  </a:lnTo>
                  <a:lnTo>
                    <a:pt x="9758" y="221"/>
                  </a:lnTo>
                  <a:lnTo>
                    <a:pt x="9501" y="111"/>
                  </a:lnTo>
                  <a:lnTo>
                    <a:pt x="9281" y="38"/>
                  </a:lnTo>
                  <a:lnTo>
                    <a:pt x="8988" y="1"/>
                  </a:lnTo>
                  <a:close/>
                  <a:moveTo>
                    <a:pt x="1981" y="12399"/>
                  </a:moveTo>
                  <a:lnTo>
                    <a:pt x="1981" y="12509"/>
                  </a:lnTo>
                  <a:lnTo>
                    <a:pt x="1981" y="12656"/>
                  </a:lnTo>
                  <a:lnTo>
                    <a:pt x="1908" y="12913"/>
                  </a:lnTo>
                  <a:lnTo>
                    <a:pt x="1798" y="12913"/>
                  </a:lnTo>
                  <a:lnTo>
                    <a:pt x="1871" y="12656"/>
                  </a:lnTo>
                  <a:lnTo>
                    <a:pt x="1981" y="12399"/>
                  </a:lnTo>
                  <a:close/>
                  <a:moveTo>
                    <a:pt x="1651" y="9391"/>
                  </a:moveTo>
                  <a:lnTo>
                    <a:pt x="1688" y="9575"/>
                  </a:lnTo>
                  <a:lnTo>
                    <a:pt x="1908" y="10198"/>
                  </a:lnTo>
                  <a:lnTo>
                    <a:pt x="2348" y="11372"/>
                  </a:lnTo>
                  <a:lnTo>
                    <a:pt x="2422" y="11739"/>
                  </a:lnTo>
                  <a:lnTo>
                    <a:pt x="2458" y="12106"/>
                  </a:lnTo>
                  <a:lnTo>
                    <a:pt x="2422" y="12436"/>
                  </a:lnTo>
                  <a:lnTo>
                    <a:pt x="2348" y="12619"/>
                  </a:lnTo>
                  <a:lnTo>
                    <a:pt x="2275" y="12766"/>
                  </a:lnTo>
                  <a:lnTo>
                    <a:pt x="2312" y="12583"/>
                  </a:lnTo>
                  <a:lnTo>
                    <a:pt x="2275" y="12436"/>
                  </a:lnTo>
                  <a:lnTo>
                    <a:pt x="2202" y="12326"/>
                  </a:lnTo>
                  <a:lnTo>
                    <a:pt x="2128" y="12216"/>
                  </a:lnTo>
                  <a:lnTo>
                    <a:pt x="2018" y="12179"/>
                  </a:lnTo>
                  <a:lnTo>
                    <a:pt x="1871" y="12179"/>
                  </a:lnTo>
                  <a:lnTo>
                    <a:pt x="1835" y="12253"/>
                  </a:lnTo>
                  <a:lnTo>
                    <a:pt x="1835" y="12326"/>
                  </a:lnTo>
                  <a:lnTo>
                    <a:pt x="1578" y="12656"/>
                  </a:lnTo>
                  <a:lnTo>
                    <a:pt x="1505" y="12840"/>
                  </a:lnTo>
                  <a:lnTo>
                    <a:pt x="1431" y="13023"/>
                  </a:lnTo>
                  <a:lnTo>
                    <a:pt x="1358" y="13023"/>
                  </a:lnTo>
                  <a:lnTo>
                    <a:pt x="1578" y="12509"/>
                  </a:lnTo>
                  <a:lnTo>
                    <a:pt x="1761" y="11996"/>
                  </a:lnTo>
                  <a:lnTo>
                    <a:pt x="1761" y="11959"/>
                  </a:lnTo>
                  <a:lnTo>
                    <a:pt x="1725" y="11922"/>
                  </a:lnTo>
                  <a:lnTo>
                    <a:pt x="1688" y="11922"/>
                  </a:lnTo>
                  <a:lnTo>
                    <a:pt x="1651" y="11959"/>
                  </a:lnTo>
                  <a:lnTo>
                    <a:pt x="1321" y="12399"/>
                  </a:lnTo>
                  <a:lnTo>
                    <a:pt x="1028" y="12913"/>
                  </a:lnTo>
                  <a:lnTo>
                    <a:pt x="881" y="12840"/>
                  </a:lnTo>
                  <a:lnTo>
                    <a:pt x="881" y="12729"/>
                  </a:lnTo>
                  <a:lnTo>
                    <a:pt x="1028" y="12436"/>
                  </a:lnTo>
                  <a:lnTo>
                    <a:pt x="1174" y="12143"/>
                  </a:lnTo>
                  <a:lnTo>
                    <a:pt x="1358" y="11849"/>
                  </a:lnTo>
                  <a:lnTo>
                    <a:pt x="1541" y="11556"/>
                  </a:lnTo>
                  <a:lnTo>
                    <a:pt x="1541" y="11519"/>
                  </a:lnTo>
                  <a:lnTo>
                    <a:pt x="1505" y="11482"/>
                  </a:lnTo>
                  <a:lnTo>
                    <a:pt x="1468" y="11519"/>
                  </a:lnTo>
                  <a:lnTo>
                    <a:pt x="1138" y="11812"/>
                  </a:lnTo>
                  <a:lnTo>
                    <a:pt x="954" y="11996"/>
                  </a:lnTo>
                  <a:lnTo>
                    <a:pt x="808" y="12179"/>
                  </a:lnTo>
                  <a:lnTo>
                    <a:pt x="698" y="12399"/>
                  </a:lnTo>
                  <a:lnTo>
                    <a:pt x="588" y="12619"/>
                  </a:lnTo>
                  <a:lnTo>
                    <a:pt x="551" y="12583"/>
                  </a:lnTo>
                  <a:lnTo>
                    <a:pt x="624" y="12473"/>
                  </a:lnTo>
                  <a:lnTo>
                    <a:pt x="661" y="12363"/>
                  </a:lnTo>
                  <a:lnTo>
                    <a:pt x="1138" y="11629"/>
                  </a:lnTo>
                  <a:lnTo>
                    <a:pt x="1321" y="11262"/>
                  </a:lnTo>
                  <a:lnTo>
                    <a:pt x="1468" y="10859"/>
                  </a:lnTo>
                  <a:lnTo>
                    <a:pt x="1431" y="10822"/>
                  </a:lnTo>
                  <a:lnTo>
                    <a:pt x="1395" y="10822"/>
                  </a:lnTo>
                  <a:lnTo>
                    <a:pt x="1064" y="11189"/>
                  </a:lnTo>
                  <a:lnTo>
                    <a:pt x="734" y="11556"/>
                  </a:lnTo>
                  <a:lnTo>
                    <a:pt x="844" y="11372"/>
                  </a:lnTo>
                  <a:lnTo>
                    <a:pt x="1248" y="10749"/>
                  </a:lnTo>
                  <a:lnTo>
                    <a:pt x="1651" y="10125"/>
                  </a:lnTo>
                  <a:lnTo>
                    <a:pt x="1651" y="10052"/>
                  </a:lnTo>
                  <a:lnTo>
                    <a:pt x="1615" y="9978"/>
                  </a:lnTo>
                  <a:lnTo>
                    <a:pt x="1505" y="9978"/>
                  </a:lnTo>
                  <a:lnTo>
                    <a:pt x="1321" y="10162"/>
                  </a:lnTo>
                  <a:lnTo>
                    <a:pt x="1505" y="9795"/>
                  </a:lnTo>
                  <a:lnTo>
                    <a:pt x="1651" y="9391"/>
                  </a:lnTo>
                  <a:close/>
                  <a:moveTo>
                    <a:pt x="1541" y="8768"/>
                  </a:moveTo>
                  <a:lnTo>
                    <a:pt x="1468" y="8805"/>
                  </a:lnTo>
                  <a:lnTo>
                    <a:pt x="1395" y="8915"/>
                  </a:lnTo>
                  <a:lnTo>
                    <a:pt x="1395" y="9025"/>
                  </a:lnTo>
                  <a:lnTo>
                    <a:pt x="1395" y="9061"/>
                  </a:lnTo>
                  <a:lnTo>
                    <a:pt x="1211" y="9355"/>
                  </a:lnTo>
                  <a:lnTo>
                    <a:pt x="1101" y="9648"/>
                  </a:lnTo>
                  <a:lnTo>
                    <a:pt x="661" y="10602"/>
                  </a:lnTo>
                  <a:lnTo>
                    <a:pt x="294" y="11409"/>
                  </a:lnTo>
                  <a:lnTo>
                    <a:pt x="147" y="11812"/>
                  </a:lnTo>
                  <a:lnTo>
                    <a:pt x="37" y="12253"/>
                  </a:lnTo>
                  <a:lnTo>
                    <a:pt x="1" y="12399"/>
                  </a:lnTo>
                  <a:lnTo>
                    <a:pt x="1" y="12509"/>
                  </a:lnTo>
                  <a:lnTo>
                    <a:pt x="74" y="12729"/>
                  </a:lnTo>
                  <a:lnTo>
                    <a:pt x="221" y="12913"/>
                  </a:lnTo>
                  <a:lnTo>
                    <a:pt x="404" y="13096"/>
                  </a:lnTo>
                  <a:lnTo>
                    <a:pt x="441" y="13170"/>
                  </a:lnTo>
                  <a:lnTo>
                    <a:pt x="514" y="13206"/>
                  </a:lnTo>
                  <a:lnTo>
                    <a:pt x="588" y="13243"/>
                  </a:lnTo>
                  <a:lnTo>
                    <a:pt x="661" y="13243"/>
                  </a:lnTo>
                  <a:lnTo>
                    <a:pt x="734" y="13280"/>
                  </a:lnTo>
                  <a:lnTo>
                    <a:pt x="881" y="13353"/>
                  </a:lnTo>
                  <a:lnTo>
                    <a:pt x="954" y="13426"/>
                  </a:lnTo>
                  <a:lnTo>
                    <a:pt x="1101" y="13426"/>
                  </a:lnTo>
                  <a:lnTo>
                    <a:pt x="1431" y="13536"/>
                  </a:lnTo>
                  <a:lnTo>
                    <a:pt x="1468" y="13573"/>
                  </a:lnTo>
                  <a:lnTo>
                    <a:pt x="1688" y="13573"/>
                  </a:lnTo>
                  <a:lnTo>
                    <a:pt x="1908" y="13536"/>
                  </a:lnTo>
                  <a:lnTo>
                    <a:pt x="2128" y="13463"/>
                  </a:lnTo>
                  <a:lnTo>
                    <a:pt x="2312" y="13390"/>
                  </a:lnTo>
                  <a:lnTo>
                    <a:pt x="2495" y="13280"/>
                  </a:lnTo>
                  <a:lnTo>
                    <a:pt x="2605" y="13133"/>
                  </a:lnTo>
                  <a:lnTo>
                    <a:pt x="2715" y="12986"/>
                  </a:lnTo>
                  <a:lnTo>
                    <a:pt x="2788" y="12840"/>
                  </a:lnTo>
                  <a:lnTo>
                    <a:pt x="2862" y="12693"/>
                  </a:lnTo>
                  <a:lnTo>
                    <a:pt x="2935" y="12326"/>
                  </a:lnTo>
                  <a:lnTo>
                    <a:pt x="2935" y="11959"/>
                  </a:lnTo>
                  <a:lnTo>
                    <a:pt x="2862" y="11592"/>
                  </a:lnTo>
                  <a:lnTo>
                    <a:pt x="2788" y="11226"/>
                  </a:lnTo>
                  <a:lnTo>
                    <a:pt x="2678" y="10895"/>
                  </a:lnTo>
                  <a:lnTo>
                    <a:pt x="2055" y="9061"/>
                  </a:lnTo>
                  <a:lnTo>
                    <a:pt x="1981" y="8951"/>
                  </a:lnTo>
                  <a:lnTo>
                    <a:pt x="1871" y="8878"/>
                  </a:lnTo>
                  <a:lnTo>
                    <a:pt x="1761" y="8805"/>
                  </a:lnTo>
                  <a:lnTo>
                    <a:pt x="1651" y="8768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89" name="Google Shape;312;p5">
              <a:extLst>
                <a:ext uri="{FF2B5EF4-FFF2-40B4-BE49-F238E27FC236}">
                  <a16:creationId xmlns:a16="http://schemas.microsoft.com/office/drawing/2014/main" id="{F5A60277-3B49-45CE-BF82-8E40751369E0}"/>
                </a:ext>
              </a:extLst>
            </p:cNvPr>
            <p:cNvSpPr/>
            <p:nvPr/>
          </p:nvSpPr>
          <p:spPr>
            <a:xfrm>
              <a:off x="6351100" y="3281600"/>
              <a:ext cx="366850" cy="361350"/>
            </a:xfrm>
            <a:custGeom>
              <a:avLst/>
              <a:gdLst/>
              <a:ahLst/>
              <a:cxnLst/>
              <a:rect l="l" t="t" r="r" b="b"/>
              <a:pathLst>
                <a:path w="14674" h="14454" extrusionOk="0">
                  <a:moveTo>
                    <a:pt x="7887" y="3779"/>
                  </a:moveTo>
                  <a:lnTo>
                    <a:pt x="7961" y="3816"/>
                  </a:lnTo>
                  <a:lnTo>
                    <a:pt x="8071" y="3889"/>
                  </a:lnTo>
                  <a:lnTo>
                    <a:pt x="8218" y="4072"/>
                  </a:lnTo>
                  <a:lnTo>
                    <a:pt x="8291" y="4292"/>
                  </a:lnTo>
                  <a:lnTo>
                    <a:pt x="8364" y="4513"/>
                  </a:lnTo>
                  <a:lnTo>
                    <a:pt x="8401" y="4696"/>
                  </a:lnTo>
                  <a:lnTo>
                    <a:pt x="8401" y="4916"/>
                  </a:lnTo>
                  <a:lnTo>
                    <a:pt x="8401" y="5099"/>
                  </a:lnTo>
                  <a:lnTo>
                    <a:pt x="8291" y="5283"/>
                  </a:lnTo>
                  <a:lnTo>
                    <a:pt x="8144" y="4659"/>
                  </a:lnTo>
                  <a:lnTo>
                    <a:pt x="8034" y="4219"/>
                  </a:lnTo>
                  <a:lnTo>
                    <a:pt x="7961" y="3999"/>
                  </a:lnTo>
                  <a:lnTo>
                    <a:pt x="7887" y="3779"/>
                  </a:lnTo>
                  <a:close/>
                  <a:moveTo>
                    <a:pt x="4329" y="5063"/>
                  </a:moveTo>
                  <a:lnTo>
                    <a:pt x="4476" y="5209"/>
                  </a:lnTo>
                  <a:lnTo>
                    <a:pt x="4586" y="5356"/>
                  </a:lnTo>
                  <a:lnTo>
                    <a:pt x="4696" y="5503"/>
                  </a:lnTo>
                  <a:lnTo>
                    <a:pt x="4769" y="5686"/>
                  </a:lnTo>
                  <a:lnTo>
                    <a:pt x="4769" y="5870"/>
                  </a:lnTo>
                  <a:lnTo>
                    <a:pt x="4769" y="6053"/>
                  </a:lnTo>
                  <a:lnTo>
                    <a:pt x="4659" y="6126"/>
                  </a:lnTo>
                  <a:lnTo>
                    <a:pt x="4549" y="6237"/>
                  </a:lnTo>
                  <a:lnTo>
                    <a:pt x="4439" y="5980"/>
                  </a:lnTo>
                  <a:lnTo>
                    <a:pt x="4329" y="5686"/>
                  </a:lnTo>
                  <a:lnTo>
                    <a:pt x="4293" y="5393"/>
                  </a:lnTo>
                  <a:lnTo>
                    <a:pt x="4293" y="5209"/>
                  </a:lnTo>
                  <a:lnTo>
                    <a:pt x="4293" y="5136"/>
                  </a:lnTo>
                  <a:lnTo>
                    <a:pt x="4329" y="5063"/>
                  </a:lnTo>
                  <a:close/>
                  <a:moveTo>
                    <a:pt x="6604" y="7594"/>
                  </a:moveTo>
                  <a:lnTo>
                    <a:pt x="6714" y="7667"/>
                  </a:lnTo>
                  <a:lnTo>
                    <a:pt x="6787" y="7814"/>
                  </a:lnTo>
                  <a:lnTo>
                    <a:pt x="6934" y="8071"/>
                  </a:lnTo>
                  <a:lnTo>
                    <a:pt x="7337" y="8694"/>
                  </a:lnTo>
                  <a:lnTo>
                    <a:pt x="7117" y="8878"/>
                  </a:lnTo>
                  <a:lnTo>
                    <a:pt x="7080" y="8768"/>
                  </a:lnTo>
                  <a:lnTo>
                    <a:pt x="6860" y="8474"/>
                  </a:lnTo>
                  <a:lnTo>
                    <a:pt x="6677" y="8144"/>
                  </a:lnTo>
                  <a:lnTo>
                    <a:pt x="6567" y="7887"/>
                  </a:lnTo>
                  <a:lnTo>
                    <a:pt x="6420" y="7667"/>
                  </a:lnTo>
                  <a:lnTo>
                    <a:pt x="6604" y="7594"/>
                  </a:lnTo>
                  <a:close/>
                  <a:moveTo>
                    <a:pt x="5283" y="8107"/>
                  </a:moveTo>
                  <a:lnTo>
                    <a:pt x="5356" y="8144"/>
                  </a:lnTo>
                  <a:lnTo>
                    <a:pt x="5833" y="9428"/>
                  </a:lnTo>
                  <a:lnTo>
                    <a:pt x="5650" y="9501"/>
                  </a:lnTo>
                  <a:lnTo>
                    <a:pt x="5686" y="9318"/>
                  </a:lnTo>
                  <a:lnTo>
                    <a:pt x="5650" y="9208"/>
                  </a:lnTo>
                  <a:lnTo>
                    <a:pt x="5613" y="9061"/>
                  </a:lnTo>
                  <a:lnTo>
                    <a:pt x="5503" y="8768"/>
                  </a:lnTo>
                  <a:lnTo>
                    <a:pt x="5246" y="8107"/>
                  </a:lnTo>
                  <a:close/>
                  <a:moveTo>
                    <a:pt x="7337" y="9905"/>
                  </a:moveTo>
                  <a:lnTo>
                    <a:pt x="7337" y="10235"/>
                  </a:lnTo>
                  <a:lnTo>
                    <a:pt x="7190" y="9978"/>
                  </a:lnTo>
                  <a:lnTo>
                    <a:pt x="7337" y="9905"/>
                  </a:lnTo>
                  <a:close/>
                  <a:moveTo>
                    <a:pt x="9721" y="9061"/>
                  </a:moveTo>
                  <a:lnTo>
                    <a:pt x="9832" y="9281"/>
                  </a:lnTo>
                  <a:lnTo>
                    <a:pt x="9942" y="9501"/>
                  </a:lnTo>
                  <a:lnTo>
                    <a:pt x="10052" y="9685"/>
                  </a:lnTo>
                  <a:lnTo>
                    <a:pt x="10162" y="9868"/>
                  </a:lnTo>
                  <a:lnTo>
                    <a:pt x="10198" y="10015"/>
                  </a:lnTo>
                  <a:lnTo>
                    <a:pt x="10198" y="10161"/>
                  </a:lnTo>
                  <a:lnTo>
                    <a:pt x="10198" y="10308"/>
                  </a:lnTo>
                  <a:lnTo>
                    <a:pt x="10125" y="10455"/>
                  </a:lnTo>
                  <a:lnTo>
                    <a:pt x="10052" y="10345"/>
                  </a:lnTo>
                  <a:lnTo>
                    <a:pt x="9978" y="10308"/>
                  </a:lnTo>
                  <a:lnTo>
                    <a:pt x="9758" y="9758"/>
                  </a:lnTo>
                  <a:lnTo>
                    <a:pt x="9685" y="9464"/>
                  </a:lnTo>
                  <a:lnTo>
                    <a:pt x="9575" y="9171"/>
                  </a:lnTo>
                  <a:lnTo>
                    <a:pt x="9648" y="9134"/>
                  </a:lnTo>
                  <a:lnTo>
                    <a:pt x="9721" y="9061"/>
                  </a:lnTo>
                  <a:close/>
                  <a:moveTo>
                    <a:pt x="7667" y="9758"/>
                  </a:moveTo>
                  <a:lnTo>
                    <a:pt x="7777" y="9795"/>
                  </a:lnTo>
                  <a:lnTo>
                    <a:pt x="7924" y="9868"/>
                  </a:lnTo>
                  <a:lnTo>
                    <a:pt x="8071" y="10015"/>
                  </a:lnTo>
                  <a:lnTo>
                    <a:pt x="8181" y="10235"/>
                  </a:lnTo>
                  <a:lnTo>
                    <a:pt x="8291" y="10638"/>
                  </a:lnTo>
                  <a:lnTo>
                    <a:pt x="8328" y="10822"/>
                  </a:lnTo>
                  <a:lnTo>
                    <a:pt x="8328" y="10968"/>
                  </a:lnTo>
                  <a:lnTo>
                    <a:pt x="8291" y="11115"/>
                  </a:lnTo>
                  <a:lnTo>
                    <a:pt x="8181" y="11189"/>
                  </a:lnTo>
                  <a:lnTo>
                    <a:pt x="8181" y="11115"/>
                  </a:lnTo>
                  <a:lnTo>
                    <a:pt x="8144" y="11005"/>
                  </a:lnTo>
                  <a:lnTo>
                    <a:pt x="8071" y="10968"/>
                  </a:lnTo>
                  <a:lnTo>
                    <a:pt x="7997" y="10895"/>
                  </a:lnTo>
                  <a:lnTo>
                    <a:pt x="7887" y="10675"/>
                  </a:lnTo>
                  <a:lnTo>
                    <a:pt x="7814" y="10382"/>
                  </a:lnTo>
                  <a:lnTo>
                    <a:pt x="7741" y="9831"/>
                  </a:lnTo>
                  <a:lnTo>
                    <a:pt x="7667" y="9758"/>
                  </a:lnTo>
                  <a:close/>
                  <a:moveTo>
                    <a:pt x="10162" y="1321"/>
                  </a:moveTo>
                  <a:lnTo>
                    <a:pt x="10198" y="1541"/>
                  </a:lnTo>
                  <a:lnTo>
                    <a:pt x="10272" y="1725"/>
                  </a:lnTo>
                  <a:lnTo>
                    <a:pt x="10455" y="2092"/>
                  </a:lnTo>
                  <a:lnTo>
                    <a:pt x="10932" y="3229"/>
                  </a:lnTo>
                  <a:lnTo>
                    <a:pt x="10969" y="3302"/>
                  </a:lnTo>
                  <a:lnTo>
                    <a:pt x="10749" y="3375"/>
                  </a:lnTo>
                  <a:lnTo>
                    <a:pt x="10528" y="3449"/>
                  </a:lnTo>
                  <a:lnTo>
                    <a:pt x="9758" y="3742"/>
                  </a:lnTo>
                  <a:lnTo>
                    <a:pt x="8988" y="4146"/>
                  </a:lnTo>
                  <a:lnTo>
                    <a:pt x="8841" y="4219"/>
                  </a:lnTo>
                  <a:lnTo>
                    <a:pt x="8731" y="4329"/>
                  </a:lnTo>
                  <a:lnTo>
                    <a:pt x="8658" y="4072"/>
                  </a:lnTo>
                  <a:lnTo>
                    <a:pt x="8511" y="3816"/>
                  </a:lnTo>
                  <a:lnTo>
                    <a:pt x="8364" y="3595"/>
                  </a:lnTo>
                  <a:lnTo>
                    <a:pt x="8254" y="3522"/>
                  </a:lnTo>
                  <a:lnTo>
                    <a:pt x="8144" y="3449"/>
                  </a:lnTo>
                  <a:lnTo>
                    <a:pt x="7997" y="3412"/>
                  </a:lnTo>
                  <a:lnTo>
                    <a:pt x="7851" y="3375"/>
                  </a:lnTo>
                  <a:lnTo>
                    <a:pt x="7777" y="3375"/>
                  </a:lnTo>
                  <a:lnTo>
                    <a:pt x="7704" y="3412"/>
                  </a:lnTo>
                  <a:lnTo>
                    <a:pt x="7667" y="3485"/>
                  </a:lnTo>
                  <a:lnTo>
                    <a:pt x="7667" y="3559"/>
                  </a:lnTo>
                  <a:lnTo>
                    <a:pt x="7484" y="3595"/>
                  </a:lnTo>
                  <a:lnTo>
                    <a:pt x="7337" y="3706"/>
                  </a:lnTo>
                  <a:lnTo>
                    <a:pt x="7190" y="3852"/>
                  </a:lnTo>
                  <a:lnTo>
                    <a:pt x="7044" y="3999"/>
                  </a:lnTo>
                  <a:lnTo>
                    <a:pt x="7007" y="4109"/>
                  </a:lnTo>
                  <a:lnTo>
                    <a:pt x="7044" y="4219"/>
                  </a:lnTo>
                  <a:lnTo>
                    <a:pt x="7264" y="4696"/>
                  </a:lnTo>
                  <a:lnTo>
                    <a:pt x="7080" y="4769"/>
                  </a:lnTo>
                  <a:lnTo>
                    <a:pt x="6310" y="5026"/>
                  </a:lnTo>
                  <a:lnTo>
                    <a:pt x="5576" y="5283"/>
                  </a:lnTo>
                  <a:lnTo>
                    <a:pt x="5320" y="5356"/>
                  </a:lnTo>
                  <a:lnTo>
                    <a:pt x="5210" y="5393"/>
                  </a:lnTo>
                  <a:lnTo>
                    <a:pt x="5136" y="5466"/>
                  </a:lnTo>
                  <a:lnTo>
                    <a:pt x="5100" y="5356"/>
                  </a:lnTo>
                  <a:lnTo>
                    <a:pt x="4916" y="5063"/>
                  </a:lnTo>
                  <a:lnTo>
                    <a:pt x="4806" y="4879"/>
                  </a:lnTo>
                  <a:lnTo>
                    <a:pt x="4659" y="4733"/>
                  </a:lnTo>
                  <a:lnTo>
                    <a:pt x="4513" y="4623"/>
                  </a:lnTo>
                  <a:lnTo>
                    <a:pt x="4329" y="4549"/>
                  </a:lnTo>
                  <a:lnTo>
                    <a:pt x="4183" y="4513"/>
                  </a:lnTo>
                  <a:lnTo>
                    <a:pt x="4036" y="4586"/>
                  </a:lnTo>
                  <a:lnTo>
                    <a:pt x="3852" y="4586"/>
                  </a:lnTo>
                  <a:lnTo>
                    <a:pt x="3779" y="4623"/>
                  </a:lnTo>
                  <a:lnTo>
                    <a:pt x="3742" y="4696"/>
                  </a:lnTo>
                  <a:lnTo>
                    <a:pt x="3706" y="4989"/>
                  </a:lnTo>
                  <a:lnTo>
                    <a:pt x="3706" y="5283"/>
                  </a:lnTo>
                  <a:lnTo>
                    <a:pt x="3742" y="5576"/>
                  </a:lnTo>
                  <a:lnTo>
                    <a:pt x="3816" y="5870"/>
                  </a:lnTo>
                  <a:lnTo>
                    <a:pt x="3596" y="5833"/>
                  </a:lnTo>
                  <a:lnTo>
                    <a:pt x="3376" y="5870"/>
                  </a:lnTo>
                  <a:lnTo>
                    <a:pt x="2972" y="6016"/>
                  </a:lnTo>
                  <a:lnTo>
                    <a:pt x="2422" y="6163"/>
                  </a:lnTo>
                  <a:lnTo>
                    <a:pt x="2165" y="6273"/>
                  </a:lnTo>
                  <a:lnTo>
                    <a:pt x="2055" y="6347"/>
                  </a:lnTo>
                  <a:lnTo>
                    <a:pt x="1945" y="6457"/>
                  </a:lnTo>
                  <a:lnTo>
                    <a:pt x="1945" y="6530"/>
                  </a:lnTo>
                  <a:lnTo>
                    <a:pt x="1982" y="6567"/>
                  </a:lnTo>
                  <a:lnTo>
                    <a:pt x="2238" y="6603"/>
                  </a:lnTo>
                  <a:lnTo>
                    <a:pt x="2459" y="6567"/>
                  </a:lnTo>
                  <a:lnTo>
                    <a:pt x="2972" y="6457"/>
                  </a:lnTo>
                  <a:lnTo>
                    <a:pt x="3449" y="6347"/>
                  </a:lnTo>
                  <a:lnTo>
                    <a:pt x="3706" y="6237"/>
                  </a:lnTo>
                  <a:lnTo>
                    <a:pt x="3816" y="6163"/>
                  </a:lnTo>
                  <a:lnTo>
                    <a:pt x="3889" y="6090"/>
                  </a:lnTo>
                  <a:lnTo>
                    <a:pt x="4073" y="6383"/>
                  </a:lnTo>
                  <a:lnTo>
                    <a:pt x="4256" y="6677"/>
                  </a:lnTo>
                  <a:lnTo>
                    <a:pt x="4293" y="6713"/>
                  </a:lnTo>
                  <a:lnTo>
                    <a:pt x="4366" y="6823"/>
                  </a:lnTo>
                  <a:lnTo>
                    <a:pt x="4549" y="6970"/>
                  </a:lnTo>
                  <a:lnTo>
                    <a:pt x="4659" y="7007"/>
                  </a:lnTo>
                  <a:lnTo>
                    <a:pt x="4733" y="7044"/>
                  </a:lnTo>
                  <a:lnTo>
                    <a:pt x="4806" y="7007"/>
                  </a:lnTo>
                  <a:lnTo>
                    <a:pt x="4879" y="6933"/>
                  </a:lnTo>
                  <a:lnTo>
                    <a:pt x="5063" y="6640"/>
                  </a:lnTo>
                  <a:lnTo>
                    <a:pt x="5173" y="6347"/>
                  </a:lnTo>
                  <a:lnTo>
                    <a:pt x="5210" y="6053"/>
                  </a:lnTo>
                  <a:lnTo>
                    <a:pt x="5210" y="5760"/>
                  </a:lnTo>
                  <a:lnTo>
                    <a:pt x="5320" y="5760"/>
                  </a:lnTo>
                  <a:lnTo>
                    <a:pt x="5430" y="5723"/>
                  </a:lnTo>
                  <a:lnTo>
                    <a:pt x="5686" y="5650"/>
                  </a:lnTo>
                  <a:lnTo>
                    <a:pt x="6457" y="5430"/>
                  </a:lnTo>
                  <a:lnTo>
                    <a:pt x="7190" y="5173"/>
                  </a:lnTo>
                  <a:lnTo>
                    <a:pt x="7447" y="5063"/>
                  </a:lnTo>
                  <a:lnTo>
                    <a:pt x="7631" y="5430"/>
                  </a:lnTo>
                  <a:lnTo>
                    <a:pt x="7704" y="5613"/>
                  </a:lnTo>
                  <a:lnTo>
                    <a:pt x="7814" y="5760"/>
                  </a:lnTo>
                  <a:lnTo>
                    <a:pt x="7924" y="5833"/>
                  </a:lnTo>
                  <a:lnTo>
                    <a:pt x="8218" y="5833"/>
                  </a:lnTo>
                  <a:lnTo>
                    <a:pt x="8328" y="5760"/>
                  </a:lnTo>
                  <a:lnTo>
                    <a:pt x="8548" y="5576"/>
                  </a:lnTo>
                  <a:lnTo>
                    <a:pt x="8731" y="5356"/>
                  </a:lnTo>
                  <a:lnTo>
                    <a:pt x="8804" y="5173"/>
                  </a:lnTo>
                  <a:lnTo>
                    <a:pt x="8841" y="4989"/>
                  </a:lnTo>
                  <a:lnTo>
                    <a:pt x="8841" y="4806"/>
                  </a:lnTo>
                  <a:lnTo>
                    <a:pt x="8804" y="4586"/>
                  </a:lnTo>
                  <a:lnTo>
                    <a:pt x="8914" y="4586"/>
                  </a:lnTo>
                  <a:lnTo>
                    <a:pt x="9061" y="4513"/>
                  </a:lnTo>
                  <a:lnTo>
                    <a:pt x="9942" y="4109"/>
                  </a:lnTo>
                  <a:lnTo>
                    <a:pt x="10639" y="3852"/>
                  </a:lnTo>
                  <a:lnTo>
                    <a:pt x="10895" y="3742"/>
                  </a:lnTo>
                  <a:lnTo>
                    <a:pt x="11115" y="3669"/>
                  </a:lnTo>
                  <a:lnTo>
                    <a:pt x="11519" y="4586"/>
                  </a:lnTo>
                  <a:lnTo>
                    <a:pt x="11849" y="5540"/>
                  </a:lnTo>
                  <a:lnTo>
                    <a:pt x="12069" y="6237"/>
                  </a:lnTo>
                  <a:lnTo>
                    <a:pt x="12032" y="6347"/>
                  </a:lnTo>
                  <a:lnTo>
                    <a:pt x="11996" y="6457"/>
                  </a:lnTo>
                  <a:lnTo>
                    <a:pt x="11959" y="6457"/>
                  </a:lnTo>
                  <a:lnTo>
                    <a:pt x="11592" y="6603"/>
                  </a:lnTo>
                  <a:lnTo>
                    <a:pt x="10969" y="6787"/>
                  </a:lnTo>
                  <a:lnTo>
                    <a:pt x="9685" y="7227"/>
                  </a:lnTo>
                  <a:lnTo>
                    <a:pt x="8438" y="7630"/>
                  </a:lnTo>
                  <a:lnTo>
                    <a:pt x="7887" y="7777"/>
                  </a:lnTo>
                  <a:lnTo>
                    <a:pt x="7631" y="7924"/>
                  </a:lnTo>
                  <a:lnTo>
                    <a:pt x="7521" y="7997"/>
                  </a:lnTo>
                  <a:lnTo>
                    <a:pt x="7447" y="8107"/>
                  </a:lnTo>
                  <a:lnTo>
                    <a:pt x="7447" y="8144"/>
                  </a:lnTo>
                  <a:lnTo>
                    <a:pt x="7631" y="8181"/>
                  </a:lnTo>
                  <a:lnTo>
                    <a:pt x="7997" y="8181"/>
                  </a:lnTo>
                  <a:lnTo>
                    <a:pt x="8181" y="8107"/>
                  </a:lnTo>
                  <a:lnTo>
                    <a:pt x="8914" y="7887"/>
                  </a:lnTo>
                  <a:lnTo>
                    <a:pt x="10565" y="7374"/>
                  </a:lnTo>
                  <a:lnTo>
                    <a:pt x="12216" y="6860"/>
                  </a:lnTo>
                  <a:lnTo>
                    <a:pt x="12289" y="6823"/>
                  </a:lnTo>
                  <a:lnTo>
                    <a:pt x="12546" y="7777"/>
                  </a:lnTo>
                  <a:lnTo>
                    <a:pt x="12766" y="8474"/>
                  </a:lnTo>
                  <a:lnTo>
                    <a:pt x="12729" y="8511"/>
                  </a:lnTo>
                  <a:lnTo>
                    <a:pt x="12693" y="8584"/>
                  </a:lnTo>
                  <a:lnTo>
                    <a:pt x="11629" y="8988"/>
                  </a:lnTo>
                  <a:lnTo>
                    <a:pt x="11042" y="9208"/>
                  </a:lnTo>
                  <a:lnTo>
                    <a:pt x="10859" y="9281"/>
                  </a:lnTo>
                  <a:lnTo>
                    <a:pt x="10749" y="9391"/>
                  </a:lnTo>
                  <a:lnTo>
                    <a:pt x="10455" y="9575"/>
                  </a:lnTo>
                  <a:lnTo>
                    <a:pt x="10455" y="9611"/>
                  </a:lnTo>
                  <a:lnTo>
                    <a:pt x="10418" y="9501"/>
                  </a:lnTo>
                  <a:lnTo>
                    <a:pt x="10198" y="9024"/>
                  </a:lnTo>
                  <a:lnTo>
                    <a:pt x="10052" y="8804"/>
                  </a:lnTo>
                  <a:lnTo>
                    <a:pt x="9942" y="8731"/>
                  </a:lnTo>
                  <a:lnTo>
                    <a:pt x="9832" y="8694"/>
                  </a:lnTo>
                  <a:lnTo>
                    <a:pt x="9758" y="8694"/>
                  </a:lnTo>
                  <a:lnTo>
                    <a:pt x="9721" y="8768"/>
                  </a:lnTo>
                  <a:lnTo>
                    <a:pt x="9685" y="8841"/>
                  </a:lnTo>
                  <a:lnTo>
                    <a:pt x="9501" y="8841"/>
                  </a:lnTo>
                  <a:lnTo>
                    <a:pt x="9355" y="8804"/>
                  </a:lnTo>
                  <a:lnTo>
                    <a:pt x="9208" y="8841"/>
                  </a:lnTo>
                  <a:lnTo>
                    <a:pt x="9061" y="8878"/>
                  </a:lnTo>
                  <a:lnTo>
                    <a:pt x="8988" y="8988"/>
                  </a:lnTo>
                  <a:lnTo>
                    <a:pt x="8914" y="9098"/>
                  </a:lnTo>
                  <a:lnTo>
                    <a:pt x="8914" y="9208"/>
                  </a:lnTo>
                  <a:lnTo>
                    <a:pt x="9025" y="9611"/>
                  </a:lnTo>
                  <a:lnTo>
                    <a:pt x="9135" y="10051"/>
                  </a:lnTo>
                  <a:lnTo>
                    <a:pt x="8694" y="10161"/>
                  </a:lnTo>
                  <a:lnTo>
                    <a:pt x="8658" y="10198"/>
                  </a:lnTo>
                  <a:lnTo>
                    <a:pt x="8621" y="10235"/>
                  </a:lnTo>
                  <a:lnTo>
                    <a:pt x="8584" y="10345"/>
                  </a:lnTo>
                  <a:lnTo>
                    <a:pt x="8511" y="10125"/>
                  </a:lnTo>
                  <a:lnTo>
                    <a:pt x="8401" y="9905"/>
                  </a:lnTo>
                  <a:lnTo>
                    <a:pt x="8254" y="9685"/>
                  </a:lnTo>
                  <a:lnTo>
                    <a:pt x="8034" y="9501"/>
                  </a:lnTo>
                  <a:lnTo>
                    <a:pt x="7777" y="9391"/>
                  </a:lnTo>
                  <a:lnTo>
                    <a:pt x="7557" y="9391"/>
                  </a:lnTo>
                  <a:lnTo>
                    <a:pt x="7411" y="9428"/>
                  </a:lnTo>
                  <a:lnTo>
                    <a:pt x="7300" y="9464"/>
                  </a:lnTo>
                  <a:lnTo>
                    <a:pt x="7190" y="9538"/>
                  </a:lnTo>
                  <a:lnTo>
                    <a:pt x="7080" y="9611"/>
                  </a:lnTo>
                  <a:lnTo>
                    <a:pt x="7044" y="9721"/>
                  </a:lnTo>
                  <a:lnTo>
                    <a:pt x="7007" y="9868"/>
                  </a:lnTo>
                  <a:lnTo>
                    <a:pt x="7044" y="9941"/>
                  </a:lnTo>
                  <a:lnTo>
                    <a:pt x="7117" y="9978"/>
                  </a:lnTo>
                  <a:lnTo>
                    <a:pt x="7044" y="10235"/>
                  </a:lnTo>
                  <a:lnTo>
                    <a:pt x="7080" y="10492"/>
                  </a:lnTo>
                  <a:lnTo>
                    <a:pt x="4806" y="11152"/>
                  </a:lnTo>
                  <a:lnTo>
                    <a:pt x="4219" y="11335"/>
                  </a:lnTo>
                  <a:lnTo>
                    <a:pt x="3632" y="11519"/>
                  </a:lnTo>
                  <a:lnTo>
                    <a:pt x="3449" y="11629"/>
                  </a:lnTo>
                  <a:lnTo>
                    <a:pt x="3192" y="10602"/>
                  </a:lnTo>
                  <a:lnTo>
                    <a:pt x="2862" y="9611"/>
                  </a:lnTo>
                  <a:lnTo>
                    <a:pt x="3339" y="9538"/>
                  </a:lnTo>
                  <a:lnTo>
                    <a:pt x="3816" y="9428"/>
                  </a:lnTo>
                  <a:lnTo>
                    <a:pt x="4769" y="9134"/>
                  </a:lnTo>
                  <a:lnTo>
                    <a:pt x="4843" y="9318"/>
                  </a:lnTo>
                  <a:lnTo>
                    <a:pt x="4953" y="9501"/>
                  </a:lnTo>
                  <a:lnTo>
                    <a:pt x="5063" y="9685"/>
                  </a:lnTo>
                  <a:lnTo>
                    <a:pt x="5246" y="9831"/>
                  </a:lnTo>
                  <a:lnTo>
                    <a:pt x="5356" y="9868"/>
                  </a:lnTo>
                  <a:lnTo>
                    <a:pt x="5466" y="9905"/>
                  </a:lnTo>
                  <a:lnTo>
                    <a:pt x="5613" y="9905"/>
                  </a:lnTo>
                  <a:lnTo>
                    <a:pt x="5723" y="9868"/>
                  </a:lnTo>
                  <a:lnTo>
                    <a:pt x="5980" y="9758"/>
                  </a:lnTo>
                  <a:lnTo>
                    <a:pt x="6163" y="9648"/>
                  </a:lnTo>
                  <a:lnTo>
                    <a:pt x="6237" y="9538"/>
                  </a:lnTo>
                  <a:lnTo>
                    <a:pt x="6273" y="9501"/>
                  </a:lnTo>
                  <a:lnTo>
                    <a:pt x="6237" y="9428"/>
                  </a:lnTo>
                  <a:lnTo>
                    <a:pt x="5980" y="8731"/>
                  </a:lnTo>
                  <a:lnTo>
                    <a:pt x="6200" y="8731"/>
                  </a:lnTo>
                  <a:lnTo>
                    <a:pt x="6383" y="8658"/>
                  </a:lnTo>
                  <a:lnTo>
                    <a:pt x="6604" y="9244"/>
                  </a:lnTo>
                  <a:lnTo>
                    <a:pt x="6677" y="9318"/>
                  </a:lnTo>
                  <a:lnTo>
                    <a:pt x="6714" y="9354"/>
                  </a:lnTo>
                  <a:lnTo>
                    <a:pt x="6787" y="9354"/>
                  </a:lnTo>
                  <a:lnTo>
                    <a:pt x="7044" y="9318"/>
                  </a:lnTo>
                  <a:lnTo>
                    <a:pt x="7300" y="9208"/>
                  </a:lnTo>
                  <a:lnTo>
                    <a:pt x="7521" y="9061"/>
                  </a:lnTo>
                  <a:lnTo>
                    <a:pt x="7704" y="8878"/>
                  </a:lnTo>
                  <a:lnTo>
                    <a:pt x="7741" y="8841"/>
                  </a:lnTo>
                  <a:lnTo>
                    <a:pt x="7777" y="8768"/>
                  </a:lnTo>
                  <a:lnTo>
                    <a:pt x="7741" y="8658"/>
                  </a:lnTo>
                  <a:lnTo>
                    <a:pt x="7264" y="7887"/>
                  </a:lnTo>
                  <a:lnTo>
                    <a:pt x="7080" y="7520"/>
                  </a:lnTo>
                  <a:lnTo>
                    <a:pt x="6970" y="7337"/>
                  </a:lnTo>
                  <a:lnTo>
                    <a:pt x="6824" y="7227"/>
                  </a:lnTo>
                  <a:lnTo>
                    <a:pt x="6640" y="7154"/>
                  </a:lnTo>
                  <a:lnTo>
                    <a:pt x="6457" y="7190"/>
                  </a:lnTo>
                  <a:lnTo>
                    <a:pt x="6383" y="7227"/>
                  </a:lnTo>
                  <a:lnTo>
                    <a:pt x="6310" y="7264"/>
                  </a:lnTo>
                  <a:lnTo>
                    <a:pt x="6237" y="7337"/>
                  </a:lnTo>
                  <a:lnTo>
                    <a:pt x="6200" y="7410"/>
                  </a:lnTo>
                  <a:lnTo>
                    <a:pt x="6017" y="7447"/>
                  </a:lnTo>
                  <a:lnTo>
                    <a:pt x="5980" y="7484"/>
                  </a:lnTo>
                  <a:lnTo>
                    <a:pt x="5943" y="7520"/>
                  </a:lnTo>
                  <a:lnTo>
                    <a:pt x="5907" y="7594"/>
                  </a:lnTo>
                  <a:lnTo>
                    <a:pt x="5907" y="7667"/>
                  </a:lnTo>
                  <a:lnTo>
                    <a:pt x="6200" y="8291"/>
                  </a:lnTo>
                  <a:lnTo>
                    <a:pt x="6163" y="8364"/>
                  </a:lnTo>
                  <a:lnTo>
                    <a:pt x="6127" y="8401"/>
                  </a:lnTo>
                  <a:lnTo>
                    <a:pt x="6090" y="8401"/>
                  </a:lnTo>
                  <a:lnTo>
                    <a:pt x="6053" y="8437"/>
                  </a:lnTo>
                  <a:lnTo>
                    <a:pt x="5943" y="8474"/>
                  </a:lnTo>
                  <a:lnTo>
                    <a:pt x="5907" y="8511"/>
                  </a:lnTo>
                  <a:lnTo>
                    <a:pt x="5613" y="7814"/>
                  </a:lnTo>
                  <a:lnTo>
                    <a:pt x="5576" y="7777"/>
                  </a:lnTo>
                  <a:lnTo>
                    <a:pt x="5540" y="7704"/>
                  </a:lnTo>
                  <a:lnTo>
                    <a:pt x="5393" y="7704"/>
                  </a:lnTo>
                  <a:lnTo>
                    <a:pt x="5356" y="7667"/>
                  </a:lnTo>
                  <a:lnTo>
                    <a:pt x="5173" y="7667"/>
                  </a:lnTo>
                  <a:lnTo>
                    <a:pt x="4990" y="7704"/>
                  </a:lnTo>
                  <a:lnTo>
                    <a:pt x="4843" y="7814"/>
                  </a:lnTo>
                  <a:lnTo>
                    <a:pt x="4733" y="7961"/>
                  </a:lnTo>
                  <a:lnTo>
                    <a:pt x="4659" y="8144"/>
                  </a:lnTo>
                  <a:lnTo>
                    <a:pt x="4623" y="8327"/>
                  </a:lnTo>
                  <a:lnTo>
                    <a:pt x="4623" y="8511"/>
                  </a:lnTo>
                  <a:lnTo>
                    <a:pt x="4623" y="8694"/>
                  </a:lnTo>
                  <a:lnTo>
                    <a:pt x="3669" y="8951"/>
                  </a:lnTo>
                  <a:lnTo>
                    <a:pt x="3229" y="9134"/>
                  </a:lnTo>
                  <a:lnTo>
                    <a:pt x="2752" y="9318"/>
                  </a:lnTo>
                  <a:lnTo>
                    <a:pt x="2348" y="7997"/>
                  </a:lnTo>
                  <a:lnTo>
                    <a:pt x="1908" y="6677"/>
                  </a:lnTo>
                  <a:lnTo>
                    <a:pt x="1541" y="5356"/>
                  </a:lnTo>
                  <a:lnTo>
                    <a:pt x="1395" y="4696"/>
                  </a:lnTo>
                  <a:lnTo>
                    <a:pt x="1285" y="3999"/>
                  </a:lnTo>
                  <a:lnTo>
                    <a:pt x="1505" y="3962"/>
                  </a:lnTo>
                  <a:lnTo>
                    <a:pt x="1725" y="3926"/>
                  </a:lnTo>
                  <a:lnTo>
                    <a:pt x="2165" y="3816"/>
                  </a:lnTo>
                  <a:lnTo>
                    <a:pt x="3302" y="3485"/>
                  </a:lnTo>
                  <a:lnTo>
                    <a:pt x="5760" y="2825"/>
                  </a:lnTo>
                  <a:lnTo>
                    <a:pt x="6934" y="2495"/>
                  </a:lnTo>
                  <a:lnTo>
                    <a:pt x="8071" y="2092"/>
                  </a:lnTo>
                  <a:lnTo>
                    <a:pt x="9135" y="1725"/>
                  </a:lnTo>
                  <a:lnTo>
                    <a:pt x="9758" y="1505"/>
                  </a:lnTo>
                  <a:lnTo>
                    <a:pt x="9978" y="1395"/>
                  </a:lnTo>
                  <a:lnTo>
                    <a:pt x="10088" y="1358"/>
                  </a:lnTo>
                  <a:lnTo>
                    <a:pt x="10162" y="1321"/>
                  </a:lnTo>
                  <a:close/>
                  <a:moveTo>
                    <a:pt x="12876" y="8988"/>
                  </a:moveTo>
                  <a:lnTo>
                    <a:pt x="13023" y="9575"/>
                  </a:lnTo>
                  <a:lnTo>
                    <a:pt x="13096" y="9905"/>
                  </a:lnTo>
                  <a:lnTo>
                    <a:pt x="13206" y="10198"/>
                  </a:lnTo>
                  <a:lnTo>
                    <a:pt x="12619" y="10271"/>
                  </a:lnTo>
                  <a:lnTo>
                    <a:pt x="12069" y="10418"/>
                  </a:lnTo>
                  <a:lnTo>
                    <a:pt x="11519" y="10565"/>
                  </a:lnTo>
                  <a:lnTo>
                    <a:pt x="10969" y="10748"/>
                  </a:lnTo>
                  <a:lnTo>
                    <a:pt x="9685" y="11225"/>
                  </a:lnTo>
                  <a:lnTo>
                    <a:pt x="8438" y="11702"/>
                  </a:lnTo>
                  <a:lnTo>
                    <a:pt x="5980" y="12619"/>
                  </a:lnTo>
                  <a:lnTo>
                    <a:pt x="4879" y="13023"/>
                  </a:lnTo>
                  <a:lnTo>
                    <a:pt x="4329" y="13243"/>
                  </a:lnTo>
                  <a:lnTo>
                    <a:pt x="3816" y="13499"/>
                  </a:lnTo>
                  <a:lnTo>
                    <a:pt x="3669" y="12692"/>
                  </a:lnTo>
                  <a:lnTo>
                    <a:pt x="3522" y="11885"/>
                  </a:lnTo>
                  <a:lnTo>
                    <a:pt x="3742" y="11885"/>
                  </a:lnTo>
                  <a:lnTo>
                    <a:pt x="3999" y="11812"/>
                  </a:lnTo>
                  <a:lnTo>
                    <a:pt x="5173" y="11482"/>
                  </a:lnTo>
                  <a:lnTo>
                    <a:pt x="7190" y="10932"/>
                  </a:lnTo>
                  <a:lnTo>
                    <a:pt x="7374" y="11335"/>
                  </a:lnTo>
                  <a:lnTo>
                    <a:pt x="7594" y="11702"/>
                  </a:lnTo>
                  <a:lnTo>
                    <a:pt x="7631" y="11775"/>
                  </a:lnTo>
                  <a:lnTo>
                    <a:pt x="7814" y="11775"/>
                  </a:lnTo>
                  <a:lnTo>
                    <a:pt x="7887" y="11702"/>
                  </a:lnTo>
                  <a:lnTo>
                    <a:pt x="7961" y="11629"/>
                  </a:lnTo>
                  <a:lnTo>
                    <a:pt x="8107" y="11592"/>
                  </a:lnTo>
                  <a:lnTo>
                    <a:pt x="8401" y="11519"/>
                  </a:lnTo>
                  <a:lnTo>
                    <a:pt x="8474" y="11445"/>
                  </a:lnTo>
                  <a:lnTo>
                    <a:pt x="8548" y="11372"/>
                  </a:lnTo>
                  <a:lnTo>
                    <a:pt x="8658" y="11189"/>
                  </a:lnTo>
                  <a:lnTo>
                    <a:pt x="8694" y="11005"/>
                  </a:lnTo>
                  <a:lnTo>
                    <a:pt x="8694" y="10785"/>
                  </a:lnTo>
                  <a:lnTo>
                    <a:pt x="8658" y="10602"/>
                  </a:lnTo>
                  <a:lnTo>
                    <a:pt x="8621" y="10418"/>
                  </a:lnTo>
                  <a:lnTo>
                    <a:pt x="8658" y="10492"/>
                  </a:lnTo>
                  <a:lnTo>
                    <a:pt x="8768" y="10528"/>
                  </a:lnTo>
                  <a:lnTo>
                    <a:pt x="9025" y="10492"/>
                  </a:lnTo>
                  <a:lnTo>
                    <a:pt x="9281" y="10418"/>
                  </a:lnTo>
                  <a:lnTo>
                    <a:pt x="9428" y="10638"/>
                  </a:lnTo>
                  <a:lnTo>
                    <a:pt x="9611" y="10822"/>
                  </a:lnTo>
                  <a:lnTo>
                    <a:pt x="9758" y="10895"/>
                  </a:lnTo>
                  <a:lnTo>
                    <a:pt x="9942" y="10932"/>
                  </a:lnTo>
                  <a:lnTo>
                    <a:pt x="10088" y="10932"/>
                  </a:lnTo>
                  <a:lnTo>
                    <a:pt x="10235" y="10858"/>
                  </a:lnTo>
                  <a:lnTo>
                    <a:pt x="10382" y="10785"/>
                  </a:lnTo>
                  <a:lnTo>
                    <a:pt x="10492" y="10638"/>
                  </a:lnTo>
                  <a:lnTo>
                    <a:pt x="10565" y="10492"/>
                  </a:lnTo>
                  <a:lnTo>
                    <a:pt x="10602" y="10345"/>
                  </a:lnTo>
                  <a:lnTo>
                    <a:pt x="10639" y="10161"/>
                  </a:lnTo>
                  <a:lnTo>
                    <a:pt x="10602" y="9978"/>
                  </a:lnTo>
                  <a:lnTo>
                    <a:pt x="10492" y="9648"/>
                  </a:lnTo>
                  <a:lnTo>
                    <a:pt x="10749" y="9648"/>
                  </a:lnTo>
                  <a:lnTo>
                    <a:pt x="11005" y="9611"/>
                  </a:lnTo>
                  <a:lnTo>
                    <a:pt x="11629" y="9428"/>
                  </a:lnTo>
                  <a:lnTo>
                    <a:pt x="12876" y="8988"/>
                  </a:lnTo>
                  <a:close/>
                  <a:moveTo>
                    <a:pt x="13206" y="10675"/>
                  </a:moveTo>
                  <a:lnTo>
                    <a:pt x="13096" y="10712"/>
                  </a:lnTo>
                  <a:lnTo>
                    <a:pt x="11592" y="11262"/>
                  </a:lnTo>
                  <a:lnTo>
                    <a:pt x="8731" y="12362"/>
                  </a:lnTo>
                  <a:lnTo>
                    <a:pt x="7300" y="12876"/>
                  </a:lnTo>
                  <a:lnTo>
                    <a:pt x="6604" y="13133"/>
                  </a:lnTo>
                  <a:lnTo>
                    <a:pt x="5870" y="13316"/>
                  </a:lnTo>
                  <a:lnTo>
                    <a:pt x="4696" y="13573"/>
                  </a:lnTo>
                  <a:lnTo>
                    <a:pt x="5393" y="13279"/>
                  </a:lnTo>
                  <a:lnTo>
                    <a:pt x="6090" y="13023"/>
                  </a:lnTo>
                  <a:lnTo>
                    <a:pt x="8438" y="12179"/>
                  </a:lnTo>
                  <a:lnTo>
                    <a:pt x="9611" y="11702"/>
                  </a:lnTo>
                  <a:lnTo>
                    <a:pt x="10822" y="11299"/>
                  </a:lnTo>
                  <a:lnTo>
                    <a:pt x="11409" y="11078"/>
                  </a:lnTo>
                  <a:lnTo>
                    <a:pt x="11996" y="10895"/>
                  </a:lnTo>
                  <a:lnTo>
                    <a:pt x="12619" y="10748"/>
                  </a:lnTo>
                  <a:lnTo>
                    <a:pt x="13206" y="10675"/>
                  </a:lnTo>
                  <a:close/>
                  <a:moveTo>
                    <a:pt x="10492" y="478"/>
                  </a:moveTo>
                  <a:lnTo>
                    <a:pt x="10712" y="1064"/>
                  </a:lnTo>
                  <a:lnTo>
                    <a:pt x="10969" y="1688"/>
                  </a:lnTo>
                  <a:lnTo>
                    <a:pt x="11482" y="2862"/>
                  </a:lnTo>
                  <a:lnTo>
                    <a:pt x="11996" y="4182"/>
                  </a:lnTo>
                  <a:lnTo>
                    <a:pt x="12473" y="5466"/>
                  </a:lnTo>
                  <a:lnTo>
                    <a:pt x="12876" y="6713"/>
                  </a:lnTo>
                  <a:lnTo>
                    <a:pt x="13280" y="7924"/>
                  </a:lnTo>
                  <a:lnTo>
                    <a:pt x="13683" y="9171"/>
                  </a:lnTo>
                  <a:lnTo>
                    <a:pt x="14013" y="10418"/>
                  </a:lnTo>
                  <a:lnTo>
                    <a:pt x="13793" y="10418"/>
                  </a:lnTo>
                  <a:lnTo>
                    <a:pt x="13573" y="10492"/>
                  </a:lnTo>
                  <a:lnTo>
                    <a:pt x="13573" y="10418"/>
                  </a:lnTo>
                  <a:lnTo>
                    <a:pt x="13573" y="10308"/>
                  </a:lnTo>
                  <a:lnTo>
                    <a:pt x="13646" y="10235"/>
                  </a:lnTo>
                  <a:lnTo>
                    <a:pt x="13646" y="10125"/>
                  </a:lnTo>
                  <a:lnTo>
                    <a:pt x="13610" y="9831"/>
                  </a:lnTo>
                  <a:lnTo>
                    <a:pt x="13610" y="9758"/>
                  </a:lnTo>
                  <a:lnTo>
                    <a:pt x="13610" y="9721"/>
                  </a:lnTo>
                  <a:lnTo>
                    <a:pt x="13426" y="9024"/>
                  </a:lnTo>
                  <a:lnTo>
                    <a:pt x="13096" y="7777"/>
                  </a:lnTo>
                  <a:lnTo>
                    <a:pt x="12693" y="6603"/>
                  </a:lnTo>
                  <a:lnTo>
                    <a:pt x="12289" y="5430"/>
                  </a:lnTo>
                  <a:lnTo>
                    <a:pt x="11849" y="4256"/>
                  </a:lnTo>
                  <a:lnTo>
                    <a:pt x="11372" y="3119"/>
                  </a:lnTo>
                  <a:lnTo>
                    <a:pt x="10859" y="1981"/>
                  </a:lnTo>
                  <a:lnTo>
                    <a:pt x="10675" y="1651"/>
                  </a:lnTo>
                  <a:lnTo>
                    <a:pt x="10492" y="1358"/>
                  </a:lnTo>
                  <a:lnTo>
                    <a:pt x="10602" y="1285"/>
                  </a:lnTo>
                  <a:lnTo>
                    <a:pt x="10639" y="1174"/>
                  </a:lnTo>
                  <a:lnTo>
                    <a:pt x="10602" y="1064"/>
                  </a:lnTo>
                  <a:lnTo>
                    <a:pt x="10565" y="991"/>
                  </a:lnTo>
                  <a:lnTo>
                    <a:pt x="10528" y="954"/>
                  </a:lnTo>
                  <a:lnTo>
                    <a:pt x="10455" y="918"/>
                  </a:lnTo>
                  <a:lnTo>
                    <a:pt x="10272" y="881"/>
                  </a:lnTo>
                  <a:lnTo>
                    <a:pt x="10088" y="918"/>
                  </a:lnTo>
                  <a:lnTo>
                    <a:pt x="9391" y="1138"/>
                  </a:lnTo>
                  <a:lnTo>
                    <a:pt x="8658" y="1431"/>
                  </a:lnTo>
                  <a:lnTo>
                    <a:pt x="7924" y="1688"/>
                  </a:lnTo>
                  <a:lnTo>
                    <a:pt x="7190" y="1945"/>
                  </a:lnTo>
                  <a:lnTo>
                    <a:pt x="5650" y="2422"/>
                  </a:lnTo>
                  <a:lnTo>
                    <a:pt x="4109" y="2862"/>
                  </a:lnTo>
                  <a:lnTo>
                    <a:pt x="2569" y="3265"/>
                  </a:lnTo>
                  <a:lnTo>
                    <a:pt x="1762" y="3485"/>
                  </a:lnTo>
                  <a:lnTo>
                    <a:pt x="1358" y="3632"/>
                  </a:lnTo>
                  <a:lnTo>
                    <a:pt x="1175" y="3706"/>
                  </a:lnTo>
                  <a:lnTo>
                    <a:pt x="1028" y="3816"/>
                  </a:lnTo>
                  <a:lnTo>
                    <a:pt x="991" y="3816"/>
                  </a:lnTo>
                  <a:lnTo>
                    <a:pt x="955" y="3889"/>
                  </a:lnTo>
                  <a:lnTo>
                    <a:pt x="918" y="3962"/>
                  </a:lnTo>
                  <a:lnTo>
                    <a:pt x="991" y="4586"/>
                  </a:lnTo>
                  <a:lnTo>
                    <a:pt x="1101" y="5209"/>
                  </a:lnTo>
                  <a:lnTo>
                    <a:pt x="1248" y="5796"/>
                  </a:lnTo>
                  <a:lnTo>
                    <a:pt x="1395" y="6420"/>
                  </a:lnTo>
                  <a:lnTo>
                    <a:pt x="1725" y="7594"/>
                  </a:lnTo>
                  <a:lnTo>
                    <a:pt x="2128" y="8768"/>
                  </a:lnTo>
                  <a:lnTo>
                    <a:pt x="2532" y="9978"/>
                  </a:lnTo>
                  <a:lnTo>
                    <a:pt x="2899" y="11152"/>
                  </a:lnTo>
                  <a:lnTo>
                    <a:pt x="3045" y="11739"/>
                  </a:lnTo>
                  <a:lnTo>
                    <a:pt x="3192" y="12362"/>
                  </a:lnTo>
                  <a:lnTo>
                    <a:pt x="3302" y="12949"/>
                  </a:lnTo>
                  <a:lnTo>
                    <a:pt x="3412" y="13573"/>
                  </a:lnTo>
                  <a:lnTo>
                    <a:pt x="3412" y="13683"/>
                  </a:lnTo>
                  <a:lnTo>
                    <a:pt x="3486" y="13720"/>
                  </a:lnTo>
                  <a:lnTo>
                    <a:pt x="3559" y="13756"/>
                  </a:lnTo>
                  <a:lnTo>
                    <a:pt x="3632" y="13793"/>
                  </a:lnTo>
                  <a:lnTo>
                    <a:pt x="3669" y="13830"/>
                  </a:lnTo>
                  <a:lnTo>
                    <a:pt x="3742" y="13830"/>
                  </a:lnTo>
                  <a:lnTo>
                    <a:pt x="4036" y="13756"/>
                  </a:lnTo>
                  <a:lnTo>
                    <a:pt x="3706" y="13903"/>
                  </a:lnTo>
                  <a:lnTo>
                    <a:pt x="3412" y="14086"/>
                  </a:lnTo>
                  <a:lnTo>
                    <a:pt x="2569" y="11115"/>
                  </a:lnTo>
                  <a:lnTo>
                    <a:pt x="2128" y="9611"/>
                  </a:lnTo>
                  <a:lnTo>
                    <a:pt x="1725" y="8144"/>
                  </a:lnTo>
                  <a:lnTo>
                    <a:pt x="955" y="5136"/>
                  </a:lnTo>
                  <a:lnTo>
                    <a:pt x="808" y="4439"/>
                  </a:lnTo>
                  <a:lnTo>
                    <a:pt x="661" y="3999"/>
                  </a:lnTo>
                  <a:lnTo>
                    <a:pt x="588" y="3779"/>
                  </a:lnTo>
                  <a:lnTo>
                    <a:pt x="478" y="3632"/>
                  </a:lnTo>
                  <a:lnTo>
                    <a:pt x="1065" y="3522"/>
                  </a:lnTo>
                  <a:lnTo>
                    <a:pt x="1652" y="3412"/>
                  </a:lnTo>
                  <a:lnTo>
                    <a:pt x="2825" y="3045"/>
                  </a:lnTo>
                  <a:lnTo>
                    <a:pt x="4183" y="2642"/>
                  </a:lnTo>
                  <a:lnTo>
                    <a:pt x="5503" y="2202"/>
                  </a:lnTo>
                  <a:lnTo>
                    <a:pt x="8034" y="1358"/>
                  </a:lnTo>
                  <a:lnTo>
                    <a:pt x="9281" y="918"/>
                  </a:lnTo>
                  <a:lnTo>
                    <a:pt x="9905" y="734"/>
                  </a:lnTo>
                  <a:lnTo>
                    <a:pt x="10198" y="624"/>
                  </a:lnTo>
                  <a:lnTo>
                    <a:pt x="10492" y="478"/>
                  </a:lnTo>
                  <a:close/>
                  <a:moveTo>
                    <a:pt x="10455" y="1"/>
                  </a:moveTo>
                  <a:lnTo>
                    <a:pt x="10162" y="37"/>
                  </a:lnTo>
                  <a:lnTo>
                    <a:pt x="9832" y="147"/>
                  </a:lnTo>
                  <a:lnTo>
                    <a:pt x="9245" y="367"/>
                  </a:lnTo>
                  <a:lnTo>
                    <a:pt x="7997" y="808"/>
                  </a:lnTo>
                  <a:lnTo>
                    <a:pt x="5503" y="1651"/>
                  </a:lnTo>
                  <a:lnTo>
                    <a:pt x="2935" y="2495"/>
                  </a:lnTo>
                  <a:lnTo>
                    <a:pt x="1615" y="2899"/>
                  </a:lnTo>
                  <a:lnTo>
                    <a:pt x="918" y="3082"/>
                  </a:lnTo>
                  <a:lnTo>
                    <a:pt x="258" y="3339"/>
                  </a:lnTo>
                  <a:lnTo>
                    <a:pt x="184" y="3412"/>
                  </a:lnTo>
                  <a:lnTo>
                    <a:pt x="148" y="3522"/>
                  </a:lnTo>
                  <a:lnTo>
                    <a:pt x="38" y="3559"/>
                  </a:lnTo>
                  <a:lnTo>
                    <a:pt x="1" y="3595"/>
                  </a:lnTo>
                  <a:lnTo>
                    <a:pt x="1" y="3632"/>
                  </a:lnTo>
                  <a:lnTo>
                    <a:pt x="38" y="3779"/>
                  </a:lnTo>
                  <a:lnTo>
                    <a:pt x="111" y="3926"/>
                  </a:lnTo>
                  <a:lnTo>
                    <a:pt x="184" y="4036"/>
                  </a:lnTo>
                  <a:lnTo>
                    <a:pt x="221" y="4146"/>
                  </a:lnTo>
                  <a:lnTo>
                    <a:pt x="294" y="4366"/>
                  </a:lnTo>
                  <a:lnTo>
                    <a:pt x="588" y="5796"/>
                  </a:lnTo>
                  <a:lnTo>
                    <a:pt x="955" y="7227"/>
                  </a:lnTo>
                  <a:lnTo>
                    <a:pt x="1285" y="8658"/>
                  </a:lnTo>
                  <a:lnTo>
                    <a:pt x="2055" y="11482"/>
                  </a:lnTo>
                  <a:lnTo>
                    <a:pt x="2459" y="12876"/>
                  </a:lnTo>
                  <a:lnTo>
                    <a:pt x="2899" y="14233"/>
                  </a:lnTo>
                  <a:lnTo>
                    <a:pt x="2935" y="14380"/>
                  </a:lnTo>
                  <a:lnTo>
                    <a:pt x="3045" y="14416"/>
                  </a:lnTo>
                  <a:lnTo>
                    <a:pt x="3155" y="14453"/>
                  </a:lnTo>
                  <a:lnTo>
                    <a:pt x="3302" y="14416"/>
                  </a:lnTo>
                  <a:lnTo>
                    <a:pt x="3596" y="14343"/>
                  </a:lnTo>
                  <a:lnTo>
                    <a:pt x="3889" y="14270"/>
                  </a:lnTo>
                  <a:lnTo>
                    <a:pt x="4513" y="14086"/>
                  </a:lnTo>
                  <a:lnTo>
                    <a:pt x="5980" y="13793"/>
                  </a:lnTo>
                  <a:lnTo>
                    <a:pt x="6714" y="13610"/>
                  </a:lnTo>
                  <a:lnTo>
                    <a:pt x="7447" y="13353"/>
                  </a:lnTo>
                  <a:lnTo>
                    <a:pt x="8878" y="12839"/>
                  </a:lnTo>
                  <a:lnTo>
                    <a:pt x="11739" y="11775"/>
                  </a:lnTo>
                  <a:lnTo>
                    <a:pt x="13133" y="11225"/>
                  </a:lnTo>
                  <a:lnTo>
                    <a:pt x="13646" y="11078"/>
                  </a:lnTo>
                  <a:lnTo>
                    <a:pt x="13903" y="10968"/>
                  </a:lnTo>
                  <a:lnTo>
                    <a:pt x="14160" y="10822"/>
                  </a:lnTo>
                  <a:lnTo>
                    <a:pt x="14197" y="10932"/>
                  </a:lnTo>
                  <a:lnTo>
                    <a:pt x="14270" y="10968"/>
                  </a:lnTo>
                  <a:lnTo>
                    <a:pt x="14380" y="11005"/>
                  </a:lnTo>
                  <a:lnTo>
                    <a:pt x="14490" y="11005"/>
                  </a:lnTo>
                  <a:lnTo>
                    <a:pt x="14563" y="10932"/>
                  </a:lnTo>
                  <a:lnTo>
                    <a:pt x="14637" y="10895"/>
                  </a:lnTo>
                  <a:lnTo>
                    <a:pt x="14674" y="10785"/>
                  </a:lnTo>
                  <a:lnTo>
                    <a:pt x="14637" y="10675"/>
                  </a:lnTo>
                  <a:lnTo>
                    <a:pt x="14270" y="9318"/>
                  </a:lnTo>
                  <a:lnTo>
                    <a:pt x="13867" y="7997"/>
                  </a:lnTo>
                  <a:lnTo>
                    <a:pt x="13426" y="6640"/>
                  </a:lnTo>
                  <a:lnTo>
                    <a:pt x="12949" y="5356"/>
                  </a:lnTo>
                  <a:lnTo>
                    <a:pt x="12473" y="4036"/>
                  </a:lnTo>
                  <a:lnTo>
                    <a:pt x="11922" y="2752"/>
                  </a:lnTo>
                  <a:lnTo>
                    <a:pt x="11409" y="1468"/>
                  </a:lnTo>
                  <a:lnTo>
                    <a:pt x="11115" y="881"/>
                  </a:lnTo>
                  <a:lnTo>
                    <a:pt x="10785" y="257"/>
                  </a:lnTo>
                  <a:lnTo>
                    <a:pt x="10749" y="221"/>
                  </a:lnTo>
                  <a:lnTo>
                    <a:pt x="10675" y="184"/>
                  </a:lnTo>
                  <a:lnTo>
                    <a:pt x="10639" y="111"/>
                  </a:lnTo>
                  <a:lnTo>
                    <a:pt x="10602" y="74"/>
                  </a:lnTo>
                  <a:lnTo>
                    <a:pt x="10528" y="37"/>
                  </a:lnTo>
                  <a:lnTo>
                    <a:pt x="10455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0" name="Google Shape;313;p5">
              <a:extLst>
                <a:ext uri="{FF2B5EF4-FFF2-40B4-BE49-F238E27FC236}">
                  <a16:creationId xmlns:a16="http://schemas.microsoft.com/office/drawing/2014/main" id="{40DE02EA-FE0E-4C3C-BC4C-05E6C8659792}"/>
                </a:ext>
              </a:extLst>
            </p:cNvPr>
            <p:cNvSpPr/>
            <p:nvPr/>
          </p:nvSpPr>
          <p:spPr>
            <a:xfrm>
              <a:off x="6316250" y="3040425"/>
              <a:ext cx="137600" cy="122000"/>
            </a:xfrm>
            <a:custGeom>
              <a:avLst/>
              <a:gdLst/>
              <a:ahLst/>
              <a:cxnLst/>
              <a:rect l="l" t="t" r="r" b="b"/>
              <a:pathLst>
                <a:path w="5504" h="4880" extrusionOk="0">
                  <a:moveTo>
                    <a:pt x="5173" y="0"/>
                  </a:moveTo>
                  <a:lnTo>
                    <a:pt x="5063" y="37"/>
                  </a:lnTo>
                  <a:lnTo>
                    <a:pt x="4990" y="110"/>
                  </a:lnTo>
                  <a:lnTo>
                    <a:pt x="4770" y="404"/>
                  </a:lnTo>
                  <a:lnTo>
                    <a:pt x="4513" y="624"/>
                  </a:lnTo>
                  <a:lnTo>
                    <a:pt x="4219" y="844"/>
                  </a:lnTo>
                  <a:lnTo>
                    <a:pt x="3926" y="991"/>
                  </a:lnTo>
                  <a:lnTo>
                    <a:pt x="3742" y="1064"/>
                  </a:lnTo>
                  <a:lnTo>
                    <a:pt x="3559" y="1101"/>
                  </a:lnTo>
                  <a:lnTo>
                    <a:pt x="3229" y="1101"/>
                  </a:lnTo>
                  <a:lnTo>
                    <a:pt x="2862" y="1028"/>
                  </a:lnTo>
                  <a:lnTo>
                    <a:pt x="2532" y="917"/>
                  </a:lnTo>
                  <a:lnTo>
                    <a:pt x="2239" y="807"/>
                  </a:lnTo>
                  <a:lnTo>
                    <a:pt x="1908" y="734"/>
                  </a:lnTo>
                  <a:lnTo>
                    <a:pt x="1578" y="661"/>
                  </a:lnTo>
                  <a:lnTo>
                    <a:pt x="1248" y="624"/>
                  </a:lnTo>
                  <a:lnTo>
                    <a:pt x="918" y="661"/>
                  </a:lnTo>
                  <a:lnTo>
                    <a:pt x="625" y="771"/>
                  </a:lnTo>
                  <a:lnTo>
                    <a:pt x="478" y="844"/>
                  </a:lnTo>
                  <a:lnTo>
                    <a:pt x="368" y="954"/>
                  </a:lnTo>
                  <a:lnTo>
                    <a:pt x="258" y="1064"/>
                  </a:lnTo>
                  <a:lnTo>
                    <a:pt x="148" y="1211"/>
                  </a:lnTo>
                  <a:lnTo>
                    <a:pt x="111" y="1284"/>
                  </a:lnTo>
                  <a:lnTo>
                    <a:pt x="111" y="1321"/>
                  </a:lnTo>
                  <a:lnTo>
                    <a:pt x="148" y="1431"/>
                  </a:lnTo>
                  <a:lnTo>
                    <a:pt x="258" y="1468"/>
                  </a:lnTo>
                  <a:lnTo>
                    <a:pt x="368" y="1468"/>
                  </a:lnTo>
                  <a:lnTo>
                    <a:pt x="698" y="1284"/>
                  </a:lnTo>
                  <a:lnTo>
                    <a:pt x="1028" y="1174"/>
                  </a:lnTo>
                  <a:lnTo>
                    <a:pt x="1028" y="2531"/>
                  </a:lnTo>
                  <a:lnTo>
                    <a:pt x="955" y="3228"/>
                  </a:lnTo>
                  <a:lnTo>
                    <a:pt x="881" y="3925"/>
                  </a:lnTo>
                  <a:lnTo>
                    <a:pt x="698" y="3852"/>
                  </a:lnTo>
                  <a:lnTo>
                    <a:pt x="551" y="3742"/>
                  </a:lnTo>
                  <a:lnTo>
                    <a:pt x="368" y="3632"/>
                  </a:lnTo>
                  <a:lnTo>
                    <a:pt x="184" y="3522"/>
                  </a:lnTo>
                  <a:lnTo>
                    <a:pt x="111" y="3522"/>
                  </a:lnTo>
                  <a:lnTo>
                    <a:pt x="38" y="3595"/>
                  </a:lnTo>
                  <a:lnTo>
                    <a:pt x="1" y="3669"/>
                  </a:lnTo>
                  <a:lnTo>
                    <a:pt x="1" y="3779"/>
                  </a:lnTo>
                  <a:lnTo>
                    <a:pt x="38" y="3962"/>
                  </a:lnTo>
                  <a:lnTo>
                    <a:pt x="148" y="4145"/>
                  </a:lnTo>
                  <a:lnTo>
                    <a:pt x="294" y="4256"/>
                  </a:lnTo>
                  <a:lnTo>
                    <a:pt x="514" y="4402"/>
                  </a:lnTo>
                  <a:lnTo>
                    <a:pt x="735" y="4476"/>
                  </a:lnTo>
                  <a:lnTo>
                    <a:pt x="1175" y="4476"/>
                  </a:lnTo>
                  <a:lnTo>
                    <a:pt x="1248" y="4439"/>
                  </a:lnTo>
                  <a:lnTo>
                    <a:pt x="1321" y="4402"/>
                  </a:lnTo>
                  <a:lnTo>
                    <a:pt x="1395" y="4256"/>
                  </a:lnTo>
                  <a:lnTo>
                    <a:pt x="1505" y="3485"/>
                  </a:lnTo>
                  <a:lnTo>
                    <a:pt x="1578" y="2715"/>
                  </a:lnTo>
                  <a:lnTo>
                    <a:pt x="1578" y="1908"/>
                  </a:lnTo>
                  <a:lnTo>
                    <a:pt x="1542" y="1504"/>
                  </a:lnTo>
                  <a:lnTo>
                    <a:pt x="1505" y="1138"/>
                  </a:lnTo>
                  <a:lnTo>
                    <a:pt x="1762" y="1174"/>
                  </a:lnTo>
                  <a:lnTo>
                    <a:pt x="2128" y="1321"/>
                  </a:lnTo>
                  <a:lnTo>
                    <a:pt x="2459" y="1431"/>
                  </a:lnTo>
                  <a:lnTo>
                    <a:pt x="2825" y="1578"/>
                  </a:lnTo>
                  <a:lnTo>
                    <a:pt x="3192" y="1651"/>
                  </a:lnTo>
                  <a:lnTo>
                    <a:pt x="3486" y="1651"/>
                  </a:lnTo>
                  <a:lnTo>
                    <a:pt x="3449" y="2531"/>
                  </a:lnTo>
                  <a:lnTo>
                    <a:pt x="3412" y="3449"/>
                  </a:lnTo>
                  <a:lnTo>
                    <a:pt x="3412" y="3999"/>
                  </a:lnTo>
                  <a:lnTo>
                    <a:pt x="3412" y="4256"/>
                  </a:lnTo>
                  <a:lnTo>
                    <a:pt x="3412" y="4366"/>
                  </a:lnTo>
                  <a:lnTo>
                    <a:pt x="3412" y="4402"/>
                  </a:lnTo>
                  <a:lnTo>
                    <a:pt x="3449" y="4402"/>
                  </a:lnTo>
                  <a:lnTo>
                    <a:pt x="3412" y="4476"/>
                  </a:lnTo>
                  <a:lnTo>
                    <a:pt x="3376" y="4512"/>
                  </a:lnTo>
                  <a:lnTo>
                    <a:pt x="3376" y="4659"/>
                  </a:lnTo>
                  <a:lnTo>
                    <a:pt x="3376" y="4696"/>
                  </a:lnTo>
                  <a:lnTo>
                    <a:pt x="3412" y="4806"/>
                  </a:lnTo>
                  <a:lnTo>
                    <a:pt x="3522" y="4879"/>
                  </a:lnTo>
                  <a:lnTo>
                    <a:pt x="3632" y="4879"/>
                  </a:lnTo>
                  <a:lnTo>
                    <a:pt x="3742" y="4842"/>
                  </a:lnTo>
                  <a:lnTo>
                    <a:pt x="3853" y="4732"/>
                  </a:lnTo>
                  <a:lnTo>
                    <a:pt x="3926" y="4586"/>
                  </a:lnTo>
                  <a:lnTo>
                    <a:pt x="3926" y="4439"/>
                  </a:lnTo>
                  <a:lnTo>
                    <a:pt x="3926" y="4256"/>
                  </a:lnTo>
                  <a:lnTo>
                    <a:pt x="3963" y="3045"/>
                  </a:lnTo>
                  <a:lnTo>
                    <a:pt x="3963" y="1871"/>
                  </a:lnTo>
                  <a:lnTo>
                    <a:pt x="3963" y="1541"/>
                  </a:lnTo>
                  <a:lnTo>
                    <a:pt x="4366" y="1394"/>
                  </a:lnTo>
                  <a:lnTo>
                    <a:pt x="4733" y="1138"/>
                  </a:lnTo>
                  <a:lnTo>
                    <a:pt x="5063" y="844"/>
                  </a:lnTo>
                  <a:lnTo>
                    <a:pt x="5320" y="551"/>
                  </a:lnTo>
                  <a:lnTo>
                    <a:pt x="5467" y="367"/>
                  </a:lnTo>
                  <a:lnTo>
                    <a:pt x="5503" y="257"/>
                  </a:lnTo>
                  <a:lnTo>
                    <a:pt x="5503" y="184"/>
                  </a:lnTo>
                  <a:lnTo>
                    <a:pt x="5430" y="74"/>
                  </a:lnTo>
                  <a:lnTo>
                    <a:pt x="5356" y="37"/>
                  </a:lnTo>
                  <a:lnTo>
                    <a:pt x="5283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1" name="Google Shape;314;p5">
              <a:extLst>
                <a:ext uri="{FF2B5EF4-FFF2-40B4-BE49-F238E27FC236}">
                  <a16:creationId xmlns:a16="http://schemas.microsoft.com/office/drawing/2014/main" id="{356D8788-7A1B-4C2A-AB56-A60B0AE15624}"/>
                </a:ext>
              </a:extLst>
            </p:cNvPr>
            <p:cNvSpPr/>
            <p:nvPr/>
          </p:nvSpPr>
          <p:spPr>
            <a:xfrm>
              <a:off x="6879325" y="4294925"/>
              <a:ext cx="344825" cy="254975"/>
            </a:xfrm>
            <a:custGeom>
              <a:avLst/>
              <a:gdLst/>
              <a:ahLst/>
              <a:cxnLst/>
              <a:rect l="l" t="t" r="r" b="b"/>
              <a:pathLst>
                <a:path w="13793" h="10199" extrusionOk="0">
                  <a:moveTo>
                    <a:pt x="5649" y="2128"/>
                  </a:moveTo>
                  <a:lnTo>
                    <a:pt x="5503" y="2165"/>
                  </a:lnTo>
                  <a:lnTo>
                    <a:pt x="5356" y="2238"/>
                  </a:lnTo>
                  <a:lnTo>
                    <a:pt x="5209" y="2312"/>
                  </a:lnTo>
                  <a:lnTo>
                    <a:pt x="5099" y="2422"/>
                  </a:lnTo>
                  <a:lnTo>
                    <a:pt x="4989" y="2532"/>
                  </a:lnTo>
                  <a:lnTo>
                    <a:pt x="4916" y="2642"/>
                  </a:lnTo>
                  <a:lnTo>
                    <a:pt x="4879" y="2788"/>
                  </a:lnTo>
                  <a:lnTo>
                    <a:pt x="4842" y="2935"/>
                  </a:lnTo>
                  <a:lnTo>
                    <a:pt x="4842" y="3119"/>
                  </a:lnTo>
                  <a:lnTo>
                    <a:pt x="4879" y="3265"/>
                  </a:lnTo>
                  <a:lnTo>
                    <a:pt x="4916" y="3375"/>
                  </a:lnTo>
                  <a:lnTo>
                    <a:pt x="5026" y="3485"/>
                  </a:lnTo>
                  <a:lnTo>
                    <a:pt x="5136" y="3522"/>
                  </a:lnTo>
                  <a:lnTo>
                    <a:pt x="5209" y="3522"/>
                  </a:lnTo>
                  <a:lnTo>
                    <a:pt x="5319" y="3449"/>
                  </a:lnTo>
                  <a:lnTo>
                    <a:pt x="5356" y="3375"/>
                  </a:lnTo>
                  <a:lnTo>
                    <a:pt x="5393" y="3119"/>
                  </a:lnTo>
                  <a:lnTo>
                    <a:pt x="5393" y="2899"/>
                  </a:lnTo>
                  <a:lnTo>
                    <a:pt x="5429" y="3045"/>
                  </a:lnTo>
                  <a:lnTo>
                    <a:pt x="5466" y="3229"/>
                  </a:lnTo>
                  <a:lnTo>
                    <a:pt x="5503" y="3632"/>
                  </a:lnTo>
                  <a:lnTo>
                    <a:pt x="5576" y="3926"/>
                  </a:lnTo>
                  <a:lnTo>
                    <a:pt x="5613" y="4072"/>
                  </a:lnTo>
                  <a:lnTo>
                    <a:pt x="5723" y="4219"/>
                  </a:lnTo>
                  <a:lnTo>
                    <a:pt x="5796" y="4256"/>
                  </a:lnTo>
                  <a:lnTo>
                    <a:pt x="5833" y="4256"/>
                  </a:lnTo>
                  <a:lnTo>
                    <a:pt x="5906" y="4219"/>
                  </a:lnTo>
                  <a:lnTo>
                    <a:pt x="5943" y="4146"/>
                  </a:lnTo>
                  <a:lnTo>
                    <a:pt x="5980" y="4036"/>
                  </a:lnTo>
                  <a:lnTo>
                    <a:pt x="5980" y="3926"/>
                  </a:lnTo>
                  <a:lnTo>
                    <a:pt x="5943" y="3669"/>
                  </a:lnTo>
                  <a:lnTo>
                    <a:pt x="5833" y="3082"/>
                  </a:lnTo>
                  <a:lnTo>
                    <a:pt x="5759" y="2825"/>
                  </a:lnTo>
                  <a:lnTo>
                    <a:pt x="5686" y="2715"/>
                  </a:lnTo>
                  <a:lnTo>
                    <a:pt x="5613" y="2642"/>
                  </a:lnTo>
                  <a:lnTo>
                    <a:pt x="5723" y="2605"/>
                  </a:lnTo>
                  <a:lnTo>
                    <a:pt x="6016" y="2605"/>
                  </a:lnTo>
                  <a:lnTo>
                    <a:pt x="6163" y="2642"/>
                  </a:lnTo>
                  <a:lnTo>
                    <a:pt x="6310" y="3045"/>
                  </a:lnTo>
                  <a:lnTo>
                    <a:pt x="6456" y="3522"/>
                  </a:lnTo>
                  <a:lnTo>
                    <a:pt x="6603" y="3999"/>
                  </a:lnTo>
                  <a:lnTo>
                    <a:pt x="6640" y="4072"/>
                  </a:lnTo>
                  <a:lnTo>
                    <a:pt x="6677" y="4109"/>
                  </a:lnTo>
                  <a:lnTo>
                    <a:pt x="6750" y="4146"/>
                  </a:lnTo>
                  <a:lnTo>
                    <a:pt x="6823" y="4109"/>
                  </a:lnTo>
                  <a:lnTo>
                    <a:pt x="6897" y="4072"/>
                  </a:lnTo>
                  <a:lnTo>
                    <a:pt x="6970" y="4036"/>
                  </a:lnTo>
                  <a:lnTo>
                    <a:pt x="7007" y="3926"/>
                  </a:lnTo>
                  <a:lnTo>
                    <a:pt x="7007" y="3852"/>
                  </a:lnTo>
                  <a:lnTo>
                    <a:pt x="6860" y="3412"/>
                  </a:lnTo>
                  <a:lnTo>
                    <a:pt x="6750" y="3009"/>
                  </a:lnTo>
                  <a:lnTo>
                    <a:pt x="6677" y="2862"/>
                  </a:lnTo>
                  <a:lnTo>
                    <a:pt x="6970" y="3045"/>
                  </a:lnTo>
                  <a:lnTo>
                    <a:pt x="7227" y="3229"/>
                  </a:lnTo>
                  <a:lnTo>
                    <a:pt x="7227" y="3449"/>
                  </a:lnTo>
                  <a:lnTo>
                    <a:pt x="7263" y="3669"/>
                  </a:lnTo>
                  <a:lnTo>
                    <a:pt x="7410" y="4072"/>
                  </a:lnTo>
                  <a:lnTo>
                    <a:pt x="7484" y="4146"/>
                  </a:lnTo>
                  <a:lnTo>
                    <a:pt x="7520" y="4182"/>
                  </a:lnTo>
                  <a:lnTo>
                    <a:pt x="7667" y="4182"/>
                  </a:lnTo>
                  <a:lnTo>
                    <a:pt x="7740" y="4146"/>
                  </a:lnTo>
                  <a:lnTo>
                    <a:pt x="7777" y="4109"/>
                  </a:lnTo>
                  <a:lnTo>
                    <a:pt x="7814" y="4036"/>
                  </a:lnTo>
                  <a:lnTo>
                    <a:pt x="7777" y="3926"/>
                  </a:lnTo>
                  <a:lnTo>
                    <a:pt x="7704" y="3669"/>
                  </a:lnTo>
                  <a:lnTo>
                    <a:pt x="8034" y="3962"/>
                  </a:lnTo>
                  <a:lnTo>
                    <a:pt x="8070" y="3999"/>
                  </a:lnTo>
                  <a:lnTo>
                    <a:pt x="8107" y="3999"/>
                  </a:lnTo>
                  <a:lnTo>
                    <a:pt x="8144" y="3962"/>
                  </a:lnTo>
                  <a:lnTo>
                    <a:pt x="8144" y="3926"/>
                  </a:lnTo>
                  <a:lnTo>
                    <a:pt x="8144" y="3742"/>
                  </a:lnTo>
                  <a:lnTo>
                    <a:pt x="8107" y="3595"/>
                  </a:lnTo>
                  <a:lnTo>
                    <a:pt x="7960" y="3302"/>
                  </a:lnTo>
                  <a:lnTo>
                    <a:pt x="7740" y="3009"/>
                  </a:lnTo>
                  <a:lnTo>
                    <a:pt x="7484" y="2788"/>
                  </a:lnTo>
                  <a:lnTo>
                    <a:pt x="7190" y="2568"/>
                  </a:lnTo>
                  <a:lnTo>
                    <a:pt x="6897" y="2422"/>
                  </a:lnTo>
                  <a:lnTo>
                    <a:pt x="6566" y="2275"/>
                  </a:lnTo>
                  <a:lnTo>
                    <a:pt x="6273" y="2165"/>
                  </a:lnTo>
                  <a:lnTo>
                    <a:pt x="5943" y="2128"/>
                  </a:lnTo>
                  <a:close/>
                  <a:moveTo>
                    <a:pt x="12215" y="3485"/>
                  </a:moveTo>
                  <a:lnTo>
                    <a:pt x="12142" y="3522"/>
                  </a:lnTo>
                  <a:lnTo>
                    <a:pt x="12142" y="3559"/>
                  </a:lnTo>
                  <a:lnTo>
                    <a:pt x="12142" y="3742"/>
                  </a:lnTo>
                  <a:lnTo>
                    <a:pt x="12142" y="3926"/>
                  </a:lnTo>
                  <a:lnTo>
                    <a:pt x="12252" y="4292"/>
                  </a:lnTo>
                  <a:lnTo>
                    <a:pt x="12436" y="4769"/>
                  </a:lnTo>
                  <a:lnTo>
                    <a:pt x="12582" y="5136"/>
                  </a:lnTo>
                  <a:lnTo>
                    <a:pt x="12546" y="5209"/>
                  </a:lnTo>
                  <a:lnTo>
                    <a:pt x="12546" y="5320"/>
                  </a:lnTo>
                  <a:lnTo>
                    <a:pt x="12582" y="5356"/>
                  </a:lnTo>
                  <a:lnTo>
                    <a:pt x="12582" y="5430"/>
                  </a:lnTo>
                  <a:lnTo>
                    <a:pt x="11885" y="5613"/>
                  </a:lnTo>
                  <a:lnTo>
                    <a:pt x="11885" y="5430"/>
                  </a:lnTo>
                  <a:lnTo>
                    <a:pt x="11849" y="5246"/>
                  </a:lnTo>
                  <a:lnTo>
                    <a:pt x="11702" y="4843"/>
                  </a:lnTo>
                  <a:lnTo>
                    <a:pt x="11629" y="4549"/>
                  </a:lnTo>
                  <a:lnTo>
                    <a:pt x="11482" y="4256"/>
                  </a:lnTo>
                  <a:lnTo>
                    <a:pt x="11335" y="3999"/>
                  </a:lnTo>
                  <a:lnTo>
                    <a:pt x="11115" y="3742"/>
                  </a:lnTo>
                  <a:lnTo>
                    <a:pt x="11005" y="3742"/>
                  </a:lnTo>
                  <a:lnTo>
                    <a:pt x="10968" y="3779"/>
                  </a:lnTo>
                  <a:lnTo>
                    <a:pt x="10932" y="3852"/>
                  </a:lnTo>
                  <a:lnTo>
                    <a:pt x="10968" y="4109"/>
                  </a:lnTo>
                  <a:lnTo>
                    <a:pt x="11078" y="4366"/>
                  </a:lnTo>
                  <a:lnTo>
                    <a:pt x="11262" y="4879"/>
                  </a:lnTo>
                  <a:lnTo>
                    <a:pt x="11372" y="5320"/>
                  </a:lnTo>
                  <a:lnTo>
                    <a:pt x="11445" y="5540"/>
                  </a:lnTo>
                  <a:lnTo>
                    <a:pt x="11555" y="5686"/>
                  </a:lnTo>
                  <a:lnTo>
                    <a:pt x="11482" y="5723"/>
                  </a:lnTo>
                  <a:lnTo>
                    <a:pt x="11372" y="5723"/>
                  </a:lnTo>
                  <a:lnTo>
                    <a:pt x="11262" y="5686"/>
                  </a:lnTo>
                  <a:lnTo>
                    <a:pt x="11152" y="5650"/>
                  </a:lnTo>
                  <a:lnTo>
                    <a:pt x="11078" y="5576"/>
                  </a:lnTo>
                  <a:lnTo>
                    <a:pt x="10895" y="5393"/>
                  </a:lnTo>
                  <a:lnTo>
                    <a:pt x="10785" y="5209"/>
                  </a:lnTo>
                  <a:lnTo>
                    <a:pt x="10712" y="5173"/>
                  </a:lnTo>
                  <a:lnTo>
                    <a:pt x="10675" y="4916"/>
                  </a:lnTo>
                  <a:lnTo>
                    <a:pt x="10601" y="4696"/>
                  </a:lnTo>
                  <a:lnTo>
                    <a:pt x="10418" y="4292"/>
                  </a:lnTo>
                  <a:lnTo>
                    <a:pt x="10381" y="4256"/>
                  </a:lnTo>
                  <a:lnTo>
                    <a:pt x="10345" y="4219"/>
                  </a:lnTo>
                  <a:lnTo>
                    <a:pt x="10198" y="4219"/>
                  </a:lnTo>
                  <a:lnTo>
                    <a:pt x="10125" y="4292"/>
                  </a:lnTo>
                  <a:lnTo>
                    <a:pt x="10088" y="4366"/>
                  </a:lnTo>
                  <a:lnTo>
                    <a:pt x="10088" y="4402"/>
                  </a:lnTo>
                  <a:lnTo>
                    <a:pt x="10125" y="4659"/>
                  </a:lnTo>
                  <a:lnTo>
                    <a:pt x="10051" y="4623"/>
                  </a:lnTo>
                  <a:lnTo>
                    <a:pt x="9941" y="4586"/>
                  </a:lnTo>
                  <a:lnTo>
                    <a:pt x="9868" y="4623"/>
                  </a:lnTo>
                  <a:lnTo>
                    <a:pt x="9794" y="4696"/>
                  </a:lnTo>
                  <a:lnTo>
                    <a:pt x="9721" y="4806"/>
                  </a:lnTo>
                  <a:lnTo>
                    <a:pt x="9684" y="4916"/>
                  </a:lnTo>
                  <a:lnTo>
                    <a:pt x="9721" y="5026"/>
                  </a:lnTo>
                  <a:lnTo>
                    <a:pt x="9758" y="5099"/>
                  </a:lnTo>
                  <a:lnTo>
                    <a:pt x="9905" y="5246"/>
                  </a:lnTo>
                  <a:lnTo>
                    <a:pt x="10125" y="5356"/>
                  </a:lnTo>
                  <a:lnTo>
                    <a:pt x="10271" y="5430"/>
                  </a:lnTo>
                  <a:lnTo>
                    <a:pt x="10345" y="5540"/>
                  </a:lnTo>
                  <a:lnTo>
                    <a:pt x="10528" y="5796"/>
                  </a:lnTo>
                  <a:lnTo>
                    <a:pt x="10712" y="5980"/>
                  </a:lnTo>
                  <a:lnTo>
                    <a:pt x="10932" y="6163"/>
                  </a:lnTo>
                  <a:lnTo>
                    <a:pt x="11078" y="6200"/>
                  </a:lnTo>
                  <a:lnTo>
                    <a:pt x="11225" y="6237"/>
                  </a:lnTo>
                  <a:lnTo>
                    <a:pt x="11519" y="6237"/>
                  </a:lnTo>
                  <a:lnTo>
                    <a:pt x="11849" y="6163"/>
                  </a:lnTo>
                  <a:lnTo>
                    <a:pt x="12142" y="6090"/>
                  </a:lnTo>
                  <a:lnTo>
                    <a:pt x="12986" y="5833"/>
                  </a:lnTo>
                  <a:lnTo>
                    <a:pt x="13353" y="5686"/>
                  </a:lnTo>
                  <a:lnTo>
                    <a:pt x="13536" y="5613"/>
                  </a:lnTo>
                  <a:lnTo>
                    <a:pt x="13719" y="5540"/>
                  </a:lnTo>
                  <a:lnTo>
                    <a:pt x="13793" y="5466"/>
                  </a:lnTo>
                  <a:lnTo>
                    <a:pt x="13793" y="5356"/>
                  </a:lnTo>
                  <a:lnTo>
                    <a:pt x="13756" y="5283"/>
                  </a:lnTo>
                  <a:lnTo>
                    <a:pt x="13646" y="5246"/>
                  </a:lnTo>
                  <a:lnTo>
                    <a:pt x="13353" y="5246"/>
                  </a:lnTo>
                  <a:lnTo>
                    <a:pt x="13059" y="5320"/>
                  </a:lnTo>
                  <a:lnTo>
                    <a:pt x="13059" y="5099"/>
                  </a:lnTo>
                  <a:lnTo>
                    <a:pt x="12986" y="4879"/>
                  </a:lnTo>
                  <a:lnTo>
                    <a:pt x="12839" y="4513"/>
                  </a:lnTo>
                  <a:lnTo>
                    <a:pt x="12619" y="3962"/>
                  </a:lnTo>
                  <a:lnTo>
                    <a:pt x="12509" y="3706"/>
                  </a:lnTo>
                  <a:lnTo>
                    <a:pt x="12326" y="3485"/>
                  </a:lnTo>
                  <a:close/>
                  <a:moveTo>
                    <a:pt x="12069" y="1"/>
                  </a:moveTo>
                  <a:lnTo>
                    <a:pt x="11702" y="37"/>
                  </a:lnTo>
                  <a:lnTo>
                    <a:pt x="11335" y="147"/>
                  </a:lnTo>
                  <a:lnTo>
                    <a:pt x="10638" y="368"/>
                  </a:lnTo>
                  <a:lnTo>
                    <a:pt x="9905" y="588"/>
                  </a:lnTo>
                  <a:lnTo>
                    <a:pt x="9538" y="698"/>
                  </a:lnTo>
                  <a:lnTo>
                    <a:pt x="9171" y="844"/>
                  </a:lnTo>
                  <a:lnTo>
                    <a:pt x="8914" y="1028"/>
                  </a:lnTo>
                  <a:lnTo>
                    <a:pt x="8694" y="1211"/>
                  </a:lnTo>
                  <a:lnTo>
                    <a:pt x="8547" y="1431"/>
                  </a:lnTo>
                  <a:lnTo>
                    <a:pt x="8437" y="1688"/>
                  </a:lnTo>
                  <a:lnTo>
                    <a:pt x="8401" y="1945"/>
                  </a:lnTo>
                  <a:lnTo>
                    <a:pt x="8401" y="2238"/>
                  </a:lnTo>
                  <a:lnTo>
                    <a:pt x="8401" y="2532"/>
                  </a:lnTo>
                  <a:lnTo>
                    <a:pt x="8474" y="2825"/>
                  </a:lnTo>
                  <a:lnTo>
                    <a:pt x="8804" y="4402"/>
                  </a:lnTo>
                  <a:lnTo>
                    <a:pt x="8951" y="5173"/>
                  </a:lnTo>
                  <a:lnTo>
                    <a:pt x="9098" y="5980"/>
                  </a:lnTo>
                  <a:lnTo>
                    <a:pt x="9134" y="6347"/>
                  </a:lnTo>
                  <a:lnTo>
                    <a:pt x="9134" y="6713"/>
                  </a:lnTo>
                  <a:lnTo>
                    <a:pt x="8914" y="6126"/>
                  </a:lnTo>
                  <a:lnTo>
                    <a:pt x="8841" y="5796"/>
                  </a:lnTo>
                  <a:lnTo>
                    <a:pt x="8731" y="5430"/>
                  </a:lnTo>
                  <a:lnTo>
                    <a:pt x="8657" y="5246"/>
                  </a:lnTo>
                  <a:lnTo>
                    <a:pt x="8547" y="5099"/>
                  </a:lnTo>
                  <a:lnTo>
                    <a:pt x="8437" y="4953"/>
                  </a:lnTo>
                  <a:lnTo>
                    <a:pt x="8327" y="4879"/>
                  </a:lnTo>
                  <a:lnTo>
                    <a:pt x="8254" y="4879"/>
                  </a:lnTo>
                  <a:lnTo>
                    <a:pt x="8217" y="4916"/>
                  </a:lnTo>
                  <a:lnTo>
                    <a:pt x="8180" y="5026"/>
                  </a:lnTo>
                  <a:lnTo>
                    <a:pt x="8180" y="5136"/>
                  </a:lnTo>
                  <a:lnTo>
                    <a:pt x="8217" y="5393"/>
                  </a:lnTo>
                  <a:lnTo>
                    <a:pt x="8364" y="5906"/>
                  </a:lnTo>
                  <a:lnTo>
                    <a:pt x="8584" y="6567"/>
                  </a:lnTo>
                  <a:lnTo>
                    <a:pt x="8767" y="7227"/>
                  </a:lnTo>
                  <a:lnTo>
                    <a:pt x="8731" y="7374"/>
                  </a:lnTo>
                  <a:lnTo>
                    <a:pt x="8731" y="7447"/>
                  </a:lnTo>
                  <a:lnTo>
                    <a:pt x="8731" y="7520"/>
                  </a:lnTo>
                  <a:lnTo>
                    <a:pt x="8804" y="7594"/>
                  </a:lnTo>
                  <a:lnTo>
                    <a:pt x="8694" y="7740"/>
                  </a:lnTo>
                  <a:lnTo>
                    <a:pt x="8547" y="7887"/>
                  </a:lnTo>
                  <a:lnTo>
                    <a:pt x="8401" y="7997"/>
                  </a:lnTo>
                  <a:lnTo>
                    <a:pt x="8180" y="8107"/>
                  </a:lnTo>
                  <a:lnTo>
                    <a:pt x="8144" y="8034"/>
                  </a:lnTo>
                  <a:lnTo>
                    <a:pt x="8144" y="7997"/>
                  </a:lnTo>
                  <a:lnTo>
                    <a:pt x="8070" y="7961"/>
                  </a:lnTo>
                  <a:lnTo>
                    <a:pt x="7630" y="6530"/>
                  </a:lnTo>
                  <a:lnTo>
                    <a:pt x="7337" y="5650"/>
                  </a:lnTo>
                  <a:lnTo>
                    <a:pt x="7153" y="5283"/>
                  </a:lnTo>
                  <a:lnTo>
                    <a:pt x="7080" y="5026"/>
                  </a:lnTo>
                  <a:lnTo>
                    <a:pt x="7080" y="4953"/>
                  </a:lnTo>
                  <a:lnTo>
                    <a:pt x="7080" y="4879"/>
                  </a:lnTo>
                  <a:lnTo>
                    <a:pt x="7117" y="4806"/>
                  </a:lnTo>
                  <a:lnTo>
                    <a:pt x="7153" y="4733"/>
                  </a:lnTo>
                  <a:lnTo>
                    <a:pt x="7117" y="4659"/>
                  </a:lnTo>
                  <a:lnTo>
                    <a:pt x="7080" y="4623"/>
                  </a:lnTo>
                  <a:lnTo>
                    <a:pt x="6860" y="4476"/>
                  </a:lnTo>
                  <a:lnTo>
                    <a:pt x="6750" y="4439"/>
                  </a:lnTo>
                  <a:lnTo>
                    <a:pt x="6640" y="4476"/>
                  </a:lnTo>
                  <a:lnTo>
                    <a:pt x="6603" y="4549"/>
                  </a:lnTo>
                  <a:lnTo>
                    <a:pt x="6603" y="4623"/>
                  </a:lnTo>
                  <a:lnTo>
                    <a:pt x="6640" y="4659"/>
                  </a:lnTo>
                  <a:lnTo>
                    <a:pt x="6677" y="4769"/>
                  </a:lnTo>
                  <a:lnTo>
                    <a:pt x="6640" y="4879"/>
                  </a:lnTo>
                  <a:lnTo>
                    <a:pt x="6640" y="5063"/>
                  </a:lnTo>
                  <a:lnTo>
                    <a:pt x="6713" y="5320"/>
                  </a:lnTo>
                  <a:lnTo>
                    <a:pt x="6787" y="5576"/>
                  </a:lnTo>
                  <a:lnTo>
                    <a:pt x="6970" y="6090"/>
                  </a:lnTo>
                  <a:lnTo>
                    <a:pt x="7667" y="8254"/>
                  </a:lnTo>
                  <a:lnTo>
                    <a:pt x="7300" y="8254"/>
                  </a:lnTo>
                  <a:lnTo>
                    <a:pt x="6970" y="8181"/>
                  </a:lnTo>
                  <a:lnTo>
                    <a:pt x="6970" y="8107"/>
                  </a:lnTo>
                  <a:lnTo>
                    <a:pt x="6970" y="8034"/>
                  </a:lnTo>
                  <a:lnTo>
                    <a:pt x="6897" y="7997"/>
                  </a:lnTo>
                  <a:lnTo>
                    <a:pt x="6530" y="6383"/>
                  </a:lnTo>
                  <a:lnTo>
                    <a:pt x="6310" y="5503"/>
                  </a:lnTo>
                  <a:lnTo>
                    <a:pt x="6200" y="5099"/>
                  </a:lnTo>
                  <a:lnTo>
                    <a:pt x="6090" y="4916"/>
                  </a:lnTo>
                  <a:lnTo>
                    <a:pt x="5980" y="4733"/>
                  </a:lnTo>
                  <a:lnTo>
                    <a:pt x="5943" y="4696"/>
                  </a:lnTo>
                  <a:lnTo>
                    <a:pt x="5906" y="4696"/>
                  </a:lnTo>
                  <a:lnTo>
                    <a:pt x="5833" y="4733"/>
                  </a:lnTo>
                  <a:lnTo>
                    <a:pt x="5833" y="4769"/>
                  </a:lnTo>
                  <a:lnTo>
                    <a:pt x="5796" y="4989"/>
                  </a:lnTo>
                  <a:lnTo>
                    <a:pt x="5796" y="5173"/>
                  </a:lnTo>
                  <a:lnTo>
                    <a:pt x="5870" y="5576"/>
                  </a:lnTo>
                  <a:lnTo>
                    <a:pt x="6053" y="6383"/>
                  </a:lnTo>
                  <a:lnTo>
                    <a:pt x="6420" y="7887"/>
                  </a:lnTo>
                  <a:lnTo>
                    <a:pt x="6420" y="7887"/>
                  </a:lnTo>
                  <a:lnTo>
                    <a:pt x="6163" y="7740"/>
                  </a:lnTo>
                  <a:lnTo>
                    <a:pt x="5980" y="7520"/>
                  </a:lnTo>
                  <a:lnTo>
                    <a:pt x="5759" y="7227"/>
                  </a:lnTo>
                  <a:lnTo>
                    <a:pt x="5576" y="6897"/>
                  </a:lnTo>
                  <a:lnTo>
                    <a:pt x="5466" y="6567"/>
                  </a:lnTo>
                  <a:lnTo>
                    <a:pt x="5393" y="6237"/>
                  </a:lnTo>
                  <a:lnTo>
                    <a:pt x="5246" y="5540"/>
                  </a:lnTo>
                  <a:lnTo>
                    <a:pt x="5173" y="5209"/>
                  </a:lnTo>
                  <a:lnTo>
                    <a:pt x="5063" y="4879"/>
                  </a:lnTo>
                  <a:lnTo>
                    <a:pt x="4916" y="4586"/>
                  </a:lnTo>
                  <a:lnTo>
                    <a:pt x="4732" y="4366"/>
                  </a:lnTo>
                  <a:lnTo>
                    <a:pt x="4512" y="4146"/>
                  </a:lnTo>
                  <a:lnTo>
                    <a:pt x="4292" y="3962"/>
                  </a:lnTo>
                  <a:lnTo>
                    <a:pt x="4035" y="3816"/>
                  </a:lnTo>
                  <a:lnTo>
                    <a:pt x="3779" y="3706"/>
                  </a:lnTo>
                  <a:lnTo>
                    <a:pt x="3485" y="3595"/>
                  </a:lnTo>
                  <a:lnTo>
                    <a:pt x="3192" y="3522"/>
                  </a:lnTo>
                  <a:lnTo>
                    <a:pt x="2862" y="3449"/>
                  </a:lnTo>
                  <a:lnTo>
                    <a:pt x="2128" y="3449"/>
                  </a:lnTo>
                  <a:lnTo>
                    <a:pt x="1798" y="3522"/>
                  </a:lnTo>
                  <a:lnTo>
                    <a:pt x="1101" y="3669"/>
                  </a:lnTo>
                  <a:lnTo>
                    <a:pt x="404" y="3889"/>
                  </a:lnTo>
                  <a:lnTo>
                    <a:pt x="184" y="3962"/>
                  </a:lnTo>
                  <a:lnTo>
                    <a:pt x="74" y="4036"/>
                  </a:lnTo>
                  <a:lnTo>
                    <a:pt x="0" y="4109"/>
                  </a:lnTo>
                  <a:lnTo>
                    <a:pt x="0" y="4182"/>
                  </a:lnTo>
                  <a:lnTo>
                    <a:pt x="0" y="4219"/>
                  </a:lnTo>
                  <a:lnTo>
                    <a:pt x="0" y="4402"/>
                  </a:lnTo>
                  <a:lnTo>
                    <a:pt x="37" y="4439"/>
                  </a:lnTo>
                  <a:lnTo>
                    <a:pt x="74" y="4513"/>
                  </a:lnTo>
                  <a:lnTo>
                    <a:pt x="257" y="4586"/>
                  </a:lnTo>
                  <a:lnTo>
                    <a:pt x="404" y="4586"/>
                  </a:lnTo>
                  <a:lnTo>
                    <a:pt x="514" y="4513"/>
                  </a:lnTo>
                  <a:lnTo>
                    <a:pt x="624" y="4439"/>
                  </a:lnTo>
                  <a:lnTo>
                    <a:pt x="881" y="4329"/>
                  </a:lnTo>
                  <a:lnTo>
                    <a:pt x="881" y="4366"/>
                  </a:lnTo>
                  <a:lnTo>
                    <a:pt x="881" y="4549"/>
                  </a:lnTo>
                  <a:lnTo>
                    <a:pt x="881" y="4696"/>
                  </a:lnTo>
                  <a:lnTo>
                    <a:pt x="954" y="5026"/>
                  </a:lnTo>
                  <a:lnTo>
                    <a:pt x="1211" y="5686"/>
                  </a:lnTo>
                  <a:lnTo>
                    <a:pt x="1468" y="6493"/>
                  </a:lnTo>
                  <a:lnTo>
                    <a:pt x="1761" y="7300"/>
                  </a:lnTo>
                  <a:lnTo>
                    <a:pt x="1798" y="7374"/>
                  </a:lnTo>
                  <a:lnTo>
                    <a:pt x="1871" y="7447"/>
                  </a:lnTo>
                  <a:lnTo>
                    <a:pt x="2055" y="7447"/>
                  </a:lnTo>
                  <a:lnTo>
                    <a:pt x="2128" y="7410"/>
                  </a:lnTo>
                  <a:lnTo>
                    <a:pt x="2165" y="7337"/>
                  </a:lnTo>
                  <a:lnTo>
                    <a:pt x="2201" y="7227"/>
                  </a:lnTo>
                  <a:lnTo>
                    <a:pt x="2201" y="7154"/>
                  </a:lnTo>
                  <a:lnTo>
                    <a:pt x="1945" y="6383"/>
                  </a:lnTo>
                  <a:lnTo>
                    <a:pt x="1688" y="5650"/>
                  </a:lnTo>
                  <a:lnTo>
                    <a:pt x="1468" y="4989"/>
                  </a:lnTo>
                  <a:lnTo>
                    <a:pt x="1321" y="4696"/>
                  </a:lnTo>
                  <a:lnTo>
                    <a:pt x="1138" y="4402"/>
                  </a:lnTo>
                  <a:lnTo>
                    <a:pt x="1211" y="4329"/>
                  </a:lnTo>
                  <a:lnTo>
                    <a:pt x="1248" y="4329"/>
                  </a:lnTo>
                  <a:lnTo>
                    <a:pt x="1248" y="4292"/>
                  </a:lnTo>
                  <a:lnTo>
                    <a:pt x="1211" y="4292"/>
                  </a:lnTo>
                  <a:lnTo>
                    <a:pt x="1174" y="4256"/>
                  </a:lnTo>
                  <a:lnTo>
                    <a:pt x="1138" y="4256"/>
                  </a:lnTo>
                  <a:lnTo>
                    <a:pt x="1504" y="4182"/>
                  </a:lnTo>
                  <a:lnTo>
                    <a:pt x="1871" y="4109"/>
                  </a:lnTo>
                  <a:lnTo>
                    <a:pt x="1945" y="4256"/>
                  </a:lnTo>
                  <a:lnTo>
                    <a:pt x="2055" y="4439"/>
                  </a:lnTo>
                  <a:lnTo>
                    <a:pt x="2238" y="4879"/>
                  </a:lnTo>
                  <a:lnTo>
                    <a:pt x="2421" y="5320"/>
                  </a:lnTo>
                  <a:lnTo>
                    <a:pt x="2495" y="5760"/>
                  </a:lnTo>
                  <a:lnTo>
                    <a:pt x="2605" y="6200"/>
                  </a:lnTo>
                  <a:lnTo>
                    <a:pt x="2715" y="6420"/>
                  </a:lnTo>
                  <a:lnTo>
                    <a:pt x="2788" y="6603"/>
                  </a:lnTo>
                  <a:lnTo>
                    <a:pt x="2935" y="6787"/>
                  </a:lnTo>
                  <a:lnTo>
                    <a:pt x="3082" y="6933"/>
                  </a:lnTo>
                  <a:lnTo>
                    <a:pt x="3228" y="6970"/>
                  </a:lnTo>
                  <a:lnTo>
                    <a:pt x="3302" y="6933"/>
                  </a:lnTo>
                  <a:lnTo>
                    <a:pt x="3375" y="6860"/>
                  </a:lnTo>
                  <a:lnTo>
                    <a:pt x="3375" y="6750"/>
                  </a:lnTo>
                  <a:lnTo>
                    <a:pt x="3302" y="6530"/>
                  </a:lnTo>
                  <a:lnTo>
                    <a:pt x="3192" y="6347"/>
                  </a:lnTo>
                  <a:lnTo>
                    <a:pt x="3082" y="6126"/>
                  </a:lnTo>
                  <a:lnTo>
                    <a:pt x="3008" y="5943"/>
                  </a:lnTo>
                  <a:lnTo>
                    <a:pt x="2898" y="5503"/>
                  </a:lnTo>
                  <a:lnTo>
                    <a:pt x="2788" y="5063"/>
                  </a:lnTo>
                  <a:lnTo>
                    <a:pt x="2605" y="4549"/>
                  </a:lnTo>
                  <a:lnTo>
                    <a:pt x="2458" y="4292"/>
                  </a:lnTo>
                  <a:lnTo>
                    <a:pt x="2311" y="4036"/>
                  </a:lnTo>
                  <a:lnTo>
                    <a:pt x="2752" y="4036"/>
                  </a:lnTo>
                  <a:lnTo>
                    <a:pt x="3192" y="4109"/>
                  </a:lnTo>
                  <a:lnTo>
                    <a:pt x="3192" y="4219"/>
                  </a:lnTo>
                  <a:lnTo>
                    <a:pt x="3228" y="4366"/>
                  </a:lnTo>
                  <a:lnTo>
                    <a:pt x="3302" y="4623"/>
                  </a:lnTo>
                  <a:lnTo>
                    <a:pt x="3522" y="5063"/>
                  </a:lnTo>
                  <a:lnTo>
                    <a:pt x="3779" y="5833"/>
                  </a:lnTo>
                  <a:lnTo>
                    <a:pt x="3852" y="5943"/>
                  </a:lnTo>
                  <a:lnTo>
                    <a:pt x="3889" y="6016"/>
                  </a:lnTo>
                  <a:lnTo>
                    <a:pt x="3962" y="6090"/>
                  </a:lnTo>
                  <a:lnTo>
                    <a:pt x="4109" y="6126"/>
                  </a:lnTo>
                  <a:lnTo>
                    <a:pt x="4146" y="6090"/>
                  </a:lnTo>
                  <a:lnTo>
                    <a:pt x="4219" y="6053"/>
                  </a:lnTo>
                  <a:lnTo>
                    <a:pt x="4292" y="5943"/>
                  </a:lnTo>
                  <a:lnTo>
                    <a:pt x="4292" y="5796"/>
                  </a:lnTo>
                  <a:lnTo>
                    <a:pt x="4256" y="5686"/>
                  </a:lnTo>
                  <a:lnTo>
                    <a:pt x="4182" y="5540"/>
                  </a:lnTo>
                  <a:lnTo>
                    <a:pt x="3852" y="4659"/>
                  </a:lnTo>
                  <a:lnTo>
                    <a:pt x="3669" y="4292"/>
                  </a:lnTo>
                  <a:lnTo>
                    <a:pt x="4035" y="4513"/>
                  </a:lnTo>
                  <a:lnTo>
                    <a:pt x="4182" y="4623"/>
                  </a:lnTo>
                  <a:lnTo>
                    <a:pt x="4329" y="4769"/>
                  </a:lnTo>
                  <a:lnTo>
                    <a:pt x="4439" y="4953"/>
                  </a:lnTo>
                  <a:lnTo>
                    <a:pt x="4512" y="5136"/>
                  </a:lnTo>
                  <a:lnTo>
                    <a:pt x="4659" y="5540"/>
                  </a:lnTo>
                  <a:lnTo>
                    <a:pt x="4806" y="6347"/>
                  </a:lnTo>
                  <a:lnTo>
                    <a:pt x="4842" y="6640"/>
                  </a:lnTo>
                  <a:lnTo>
                    <a:pt x="4952" y="6933"/>
                  </a:lnTo>
                  <a:lnTo>
                    <a:pt x="5063" y="7190"/>
                  </a:lnTo>
                  <a:lnTo>
                    <a:pt x="5209" y="7447"/>
                  </a:lnTo>
                  <a:lnTo>
                    <a:pt x="5393" y="7704"/>
                  </a:lnTo>
                  <a:lnTo>
                    <a:pt x="5576" y="7924"/>
                  </a:lnTo>
                  <a:lnTo>
                    <a:pt x="5759" y="8144"/>
                  </a:lnTo>
                  <a:lnTo>
                    <a:pt x="5980" y="8327"/>
                  </a:lnTo>
                  <a:lnTo>
                    <a:pt x="6236" y="8474"/>
                  </a:lnTo>
                  <a:lnTo>
                    <a:pt x="6493" y="8621"/>
                  </a:lnTo>
                  <a:lnTo>
                    <a:pt x="6750" y="8694"/>
                  </a:lnTo>
                  <a:lnTo>
                    <a:pt x="7043" y="8768"/>
                  </a:lnTo>
                  <a:lnTo>
                    <a:pt x="7300" y="8804"/>
                  </a:lnTo>
                  <a:lnTo>
                    <a:pt x="7924" y="8804"/>
                  </a:lnTo>
                  <a:lnTo>
                    <a:pt x="8217" y="8694"/>
                  </a:lnTo>
                  <a:lnTo>
                    <a:pt x="8511" y="8621"/>
                  </a:lnTo>
                  <a:lnTo>
                    <a:pt x="8731" y="8474"/>
                  </a:lnTo>
                  <a:lnTo>
                    <a:pt x="8951" y="8291"/>
                  </a:lnTo>
                  <a:lnTo>
                    <a:pt x="9171" y="8107"/>
                  </a:lnTo>
                  <a:lnTo>
                    <a:pt x="9354" y="7887"/>
                  </a:lnTo>
                  <a:lnTo>
                    <a:pt x="9464" y="7667"/>
                  </a:lnTo>
                  <a:lnTo>
                    <a:pt x="9611" y="7410"/>
                  </a:lnTo>
                  <a:lnTo>
                    <a:pt x="9684" y="7117"/>
                  </a:lnTo>
                  <a:lnTo>
                    <a:pt x="9721" y="6787"/>
                  </a:lnTo>
                  <a:lnTo>
                    <a:pt x="9758" y="6457"/>
                  </a:lnTo>
                  <a:lnTo>
                    <a:pt x="9721" y="6090"/>
                  </a:lnTo>
                  <a:lnTo>
                    <a:pt x="9684" y="5760"/>
                  </a:lnTo>
                  <a:lnTo>
                    <a:pt x="9538" y="5063"/>
                  </a:lnTo>
                  <a:lnTo>
                    <a:pt x="9354" y="4366"/>
                  </a:lnTo>
                  <a:lnTo>
                    <a:pt x="9024" y="2788"/>
                  </a:lnTo>
                  <a:lnTo>
                    <a:pt x="8951" y="2422"/>
                  </a:lnTo>
                  <a:lnTo>
                    <a:pt x="8951" y="2238"/>
                  </a:lnTo>
                  <a:lnTo>
                    <a:pt x="8951" y="2055"/>
                  </a:lnTo>
                  <a:lnTo>
                    <a:pt x="9024" y="2348"/>
                  </a:lnTo>
                  <a:lnTo>
                    <a:pt x="9098" y="2568"/>
                  </a:lnTo>
                  <a:lnTo>
                    <a:pt x="9244" y="2788"/>
                  </a:lnTo>
                  <a:lnTo>
                    <a:pt x="9391" y="3009"/>
                  </a:lnTo>
                  <a:lnTo>
                    <a:pt x="9501" y="3082"/>
                  </a:lnTo>
                  <a:lnTo>
                    <a:pt x="9611" y="3119"/>
                  </a:lnTo>
                  <a:lnTo>
                    <a:pt x="9684" y="3119"/>
                  </a:lnTo>
                  <a:lnTo>
                    <a:pt x="9758" y="3082"/>
                  </a:lnTo>
                  <a:lnTo>
                    <a:pt x="9794" y="3045"/>
                  </a:lnTo>
                  <a:lnTo>
                    <a:pt x="9831" y="2972"/>
                  </a:lnTo>
                  <a:lnTo>
                    <a:pt x="9758" y="2788"/>
                  </a:lnTo>
                  <a:lnTo>
                    <a:pt x="9648" y="2605"/>
                  </a:lnTo>
                  <a:lnTo>
                    <a:pt x="9464" y="2275"/>
                  </a:lnTo>
                  <a:lnTo>
                    <a:pt x="9318" y="1908"/>
                  </a:lnTo>
                  <a:lnTo>
                    <a:pt x="9244" y="1725"/>
                  </a:lnTo>
                  <a:lnTo>
                    <a:pt x="9134" y="1541"/>
                  </a:lnTo>
                  <a:lnTo>
                    <a:pt x="9171" y="1505"/>
                  </a:lnTo>
                  <a:lnTo>
                    <a:pt x="9354" y="1358"/>
                  </a:lnTo>
                  <a:lnTo>
                    <a:pt x="9538" y="1248"/>
                  </a:lnTo>
                  <a:lnTo>
                    <a:pt x="9978" y="1101"/>
                  </a:lnTo>
                  <a:lnTo>
                    <a:pt x="10051" y="1395"/>
                  </a:lnTo>
                  <a:lnTo>
                    <a:pt x="10125" y="1688"/>
                  </a:lnTo>
                  <a:lnTo>
                    <a:pt x="10345" y="2238"/>
                  </a:lnTo>
                  <a:lnTo>
                    <a:pt x="10418" y="2495"/>
                  </a:lnTo>
                  <a:lnTo>
                    <a:pt x="10491" y="2825"/>
                  </a:lnTo>
                  <a:lnTo>
                    <a:pt x="10565" y="2972"/>
                  </a:lnTo>
                  <a:lnTo>
                    <a:pt x="10638" y="3082"/>
                  </a:lnTo>
                  <a:lnTo>
                    <a:pt x="10748" y="3192"/>
                  </a:lnTo>
                  <a:lnTo>
                    <a:pt x="10858" y="3229"/>
                  </a:lnTo>
                  <a:lnTo>
                    <a:pt x="10968" y="3229"/>
                  </a:lnTo>
                  <a:lnTo>
                    <a:pt x="11042" y="3192"/>
                  </a:lnTo>
                  <a:lnTo>
                    <a:pt x="11115" y="3119"/>
                  </a:lnTo>
                  <a:lnTo>
                    <a:pt x="11115" y="3009"/>
                  </a:lnTo>
                  <a:lnTo>
                    <a:pt x="11115" y="2972"/>
                  </a:lnTo>
                  <a:lnTo>
                    <a:pt x="11078" y="2899"/>
                  </a:lnTo>
                  <a:lnTo>
                    <a:pt x="11005" y="2825"/>
                  </a:lnTo>
                  <a:lnTo>
                    <a:pt x="10932" y="2642"/>
                  </a:lnTo>
                  <a:lnTo>
                    <a:pt x="10895" y="2458"/>
                  </a:lnTo>
                  <a:lnTo>
                    <a:pt x="10675" y="1835"/>
                  </a:lnTo>
                  <a:lnTo>
                    <a:pt x="10528" y="1395"/>
                  </a:lnTo>
                  <a:lnTo>
                    <a:pt x="10418" y="1174"/>
                  </a:lnTo>
                  <a:lnTo>
                    <a:pt x="10308" y="991"/>
                  </a:lnTo>
                  <a:lnTo>
                    <a:pt x="10455" y="918"/>
                  </a:lnTo>
                  <a:lnTo>
                    <a:pt x="11005" y="734"/>
                  </a:lnTo>
                  <a:lnTo>
                    <a:pt x="11152" y="1174"/>
                  </a:lnTo>
                  <a:lnTo>
                    <a:pt x="11298" y="1615"/>
                  </a:lnTo>
                  <a:lnTo>
                    <a:pt x="11555" y="2348"/>
                  </a:lnTo>
                  <a:lnTo>
                    <a:pt x="11702" y="2678"/>
                  </a:lnTo>
                  <a:lnTo>
                    <a:pt x="11775" y="2788"/>
                  </a:lnTo>
                  <a:lnTo>
                    <a:pt x="11922" y="2899"/>
                  </a:lnTo>
                  <a:lnTo>
                    <a:pt x="11959" y="2935"/>
                  </a:lnTo>
                  <a:lnTo>
                    <a:pt x="12032" y="2899"/>
                  </a:lnTo>
                  <a:lnTo>
                    <a:pt x="12069" y="2899"/>
                  </a:lnTo>
                  <a:lnTo>
                    <a:pt x="12105" y="2825"/>
                  </a:lnTo>
                  <a:lnTo>
                    <a:pt x="12142" y="2715"/>
                  </a:lnTo>
                  <a:lnTo>
                    <a:pt x="12142" y="2568"/>
                  </a:lnTo>
                  <a:lnTo>
                    <a:pt x="12069" y="2275"/>
                  </a:lnTo>
                  <a:lnTo>
                    <a:pt x="11812" y="1688"/>
                  </a:lnTo>
                  <a:lnTo>
                    <a:pt x="11592" y="1101"/>
                  </a:lnTo>
                  <a:lnTo>
                    <a:pt x="11445" y="698"/>
                  </a:lnTo>
                  <a:lnTo>
                    <a:pt x="11372" y="588"/>
                  </a:lnTo>
                  <a:lnTo>
                    <a:pt x="11665" y="441"/>
                  </a:lnTo>
                  <a:lnTo>
                    <a:pt x="11922" y="294"/>
                  </a:lnTo>
                  <a:lnTo>
                    <a:pt x="12105" y="147"/>
                  </a:lnTo>
                  <a:lnTo>
                    <a:pt x="12142" y="111"/>
                  </a:lnTo>
                  <a:lnTo>
                    <a:pt x="12142" y="74"/>
                  </a:lnTo>
                  <a:lnTo>
                    <a:pt x="12105" y="37"/>
                  </a:lnTo>
                  <a:lnTo>
                    <a:pt x="12069" y="1"/>
                  </a:lnTo>
                  <a:close/>
                  <a:moveTo>
                    <a:pt x="4072" y="7080"/>
                  </a:moveTo>
                  <a:lnTo>
                    <a:pt x="4035" y="7117"/>
                  </a:lnTo>
                  <a:lnTo>
                    <a:pt x="3999" y="7154"/>
                  </a:lnTo>
                  <a:lnTo>
                    <a:pt x="3999" y="7337"/>
                  </a:lnTo>
                  <a:lnTo>
                    <a:pt x="3999" y="7557"/>
                  </a:lnTo>
                  <a:lnTo>
                    <a:pt x="4072" y="7961"/>
                  </a:lnTo>
                  <a:lnTo>
                    <a:pt x="4219" y="8327"/>
                  </a:lnTo>
                  <a:lnTo>
                    <a:pt x="4366" y="8731"/>
                  </a:lnTo>
                  <a:lnTo>
                    <a:pt x="4439" y="8804"/>
                  </a:lnTo>
                  <a:lnTo>
                    <a:pt x="4182" y="8988"/>
                  </a:lnTo>
                  <a:lnTo>
                    <a:pt x="3889" y="9098"/>
                  </a:lnTo>
                  <a:lnTo>
                    <a:pt x="3852" y="8951"/>
                  </a:lnTo>
                  <a:lnTo>
                    <a:pt x="3815" y="8804"/>
                  </a:lnTo>
                  <a:lnTo>
                    <a:pt x="3669" y="8511"/>
                  </a:lnTo>
                  <a:lnTo>
                    <a:pt x="3522" y="8071"/>
                  </a:lnTo>
                  <a:lnTo>
                    <a:pt x="3449" y="7887"/>
                  </a:lnTo>
                  <a:lnTo>
                    <a:pt x="3339" y="7667"/>
                  </a:lnTo>
                  <a:lnTo>
                    <a:pt x="3228" y="7630"/>
                  </a:lnTo>
                  <a:lnTo>
                    <a:pt x="3155" y="7630"/>
                  </a:lnTo>
                  <a:lnTo>
                    <a:pt x="3045" y="7704"/>
                  </a:lnTo>
                  <a:lnTo>
                    <a:pt x="3045" y="7777"/>
                  </a:lnTo>
                  <a:lnTo>
                    <a:pt x="3082" y="7997"/>
                  </a:lnTo>
                  <a:lnTo>
                    <a:pt x="3118" y="8217"/>
                  </a:lnTo>
                  <a:lnTo>
                    <a:pt x="3265" y="8658"/>
                  </a:lnTo>
                  <a:lnTo>
                    <a:pt x="3339" y="8951"/>
                  </a:lnTo>
                  <a:lnTo>
                    <a:pt x="3412" y="9098"/>
                  </a:lnTo>
                  <a:lnTo>
                    <a:pt x="3485" y="9244"/>
                  </a:lnTo>
                  <a:lnTo>
                    <a:pt x="2825" y="9428"/>
                  </a:lnTo>
                  <a:lnTo>
                    <a:pt x="2788" y="9281"/>
                  </a:lnTo>
                  <a:lnTo>
                    <a:pt x="2642" y="8768"/>
                  </a:lnTo>
                  <a:lnTo>
                    <a:pt x="2532" y="8547"/>
                  </a:lnTo>
                  <a:lnTo>
                    <a:pt x="2385" y="8327"/>
                  </a:lnTo>
                  <a:lnTo>
                    <a:pt x="2385" y="8254"/>
                  </a:lnTo>
                  <a:lnTo>
                    <a:pt x="2385" y="8217"/>
                  </a:lnTo>
                  <a:lnTo>
                    <a:pt x="2421" y="8181"/>
                  </a:lnTo>
                  <a:lnTo>
                    <a:pt x="2421" y="8144"/>
                  </a:lnTo>
                  <a:lnTo>
                    <a:pt x="2421" y="8107"/>
                  </a:lnTo>
                  <a:lnTo>
                    <a:pt x="2385" y="8107"/>
                  </a:lnTo>
                  <a:lnTo>
                    <a:pt x="2275" y="8144"/>
                  </a:lnTo>
                  <a:lnTo>
                    <a:pt x="2128" y="8144"/>
                  </a:lnTo>
                  <a:lnTo>
                    <a:pt x="2055" y="8181"/>
                  </a:lnTo>
                  <a:lnTo>
                    <a:pt x="2018" y="8254"/>
                  </a:lnTo>
                  <a:lnTo>
                    <a:pt x="1981" y="8327"/>
                  </a:lnTo>
                  <a:lnTo>
                    <a:pt x="1981" y="8401"/>
                  </a:lnTo>
                  <a:lnTo>
                    <a:pt x="2165" y="8841"/>
                  </a:lnTo>
                  <a:lnTo>
                    <a:pt x="2348" y="9318"/>
                  </a:lnTo>
                  <a:lnTo>
                    <a:pt x="2385" y="9575"/>
                  </a:lnTo>
                  <a:lnTo>
                    <a:pt x="1945" y="9685"/>
                  </a:lnTo>
                  <a:lnTo>
                    <a:pt x="1871" y="9721"/>
                  </a:lnTo>
                  <a:lnTo>
                    <a:pt x="1798" y="9795"/>
                  </a:lnTo>
                  <a:lnTo>
                    <a:pt x="1798" y="9868"/>
                  </a:lnTo>
                  <a:lnTo>
                    <a:pt x="1761" y="9941"/>
                  </a:lnTo>
                  <a:lnTo>
                    <a:pt x="1798" y="10015"/>
                  </a:lnTo>
                  <a:lnTo>
                    <a:pt x="1835" y="10088"/>
                  </a:lnTo>
                  <a:lnTo>
                    <a:pt x="1908" y="10161"/>
                  </a:lnTo>
                  <a:lnTo>
                    <a:pt x="1981" y="10198"/>
                  </a:lnTo>
                  <a:lnTo>
                    <a:pt x="2275" y="10198"/>
                  </a:lnTo>
                  <a:lnTo>
                    <a:pt x="2385" y="10125"/>
                  </a:lnTo>
                  <a:lnTo>
                    <a:pt x="2495" y="10088"/>
                  </a:lnTo>
                  <a:lnTo>
                    <a:pt x="2532" y="10051"/>
                  </a:lnTo>
                  <a:lnTo>
                    <a:pt x="2568" y="10088"/>
                  </a:lnTo>
                  <a:lnTo>
                    <a:pt x="2605" y="10125"/>
                  </a:lnTo>
                  <a:lnTo>
                    <a:pt x="2678" y="10125"/>
                  </a:lnTo>
                  <a:lnTo>
                    <a:pt x="2788" y="10088"/>
                  </a:lnTo>
                  <a:lnTo>
                    <a:pt x="2825" y="9978"/>
                  </a:lnTo>
                  <a:lnTo>
                    <a:pt x="3265" y="9868"/>
                  </a:lnTo>
                  <a:lnTo>
                    <a:pt x="3742" y="9721"/>
                  </a:lnTo>
                  <a:lnTo>
                    <a:pt x="4146" y="9575"/>
                  </a:lnTo>
                  <a:lnTo>
                    <a:pt x="4549" y="9354"/>
                  </a:lnTo>
                  <a:lnTo>
                    <a:pt x="4732" y="9208"/>
                  </a:lnTo>
                  <a:lnTo>
                    <a:pt x="4879" y="9061"/>
                  </a:lnTo>
                  <a:lnTo>
                    <a:pt x="5026" y="8841"/>
                  </a:lnTo>
                  <a:lnTo>
                    <a:pt x="5136" y="8621"/>
                  </a:lnTo>
                  <a:lnTo>
                    <a:pt x="5209" y="8401"/>
                  </a:lnTo>
                  <a:lnTo>
                    <a:pt x="5173" y="8181"/>
                  </a:lnTo>
                  <a:lnTo>
                    <a:pt x="5099" y="7997"/>
                  </a:lnTo>
                  <a:lnTo>
                    <a:pt x="5026" y="7887"/>
                  </a:lnTo>
                  <a:lnTo>
                    <a:pt x="4952" y="7814"/>
                  </a:lnTo>
                  <a:lnTo>
                    <a:pt x="4842" y="7814"/>
                  </a:lnTo>
                  <a:lnTo>
                    <a:pt x="4806" y="7851"/>
                  </a:lnTo>
                  <a:lnTo>
                    <a:pt x="4806" y="7887"/>
                  </a:lnTo>
                  <a:lnTo>
                    <a:pt x="4732" y="8327"/>
                  </a:lnTo>
                  <a:lnTo>
                    <a:pt x="4512" y="7667"/>
                  </a:lnTo>
                  <a:lnTo>
                    <a:pt x="4366" y="7374"/>
                  </a:lnTo>
                  <a:lnTo>
                    <a:pt x="4182" y="7117"/>
                  </a:lnTo>
                  <a:lnTo>
                    <a:pt x="4146" y="708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2" name="Google Shape;315;p5">
              <a:extLst>
                <a:ext uri="{FF2B5EF4-FFF2-40B4-BE49-F238E27FC236}">
                  <a16:creationId xmlns:a16="http://schemas.microsoft.com/office/drawing/2014/main" id="{56346FC5-C5CE-42C6-8BE5-2277EF5215CF}"/>
                </a:ext>
              </a:extLst>
            </p:cNvPr>
            <p:cNvSpPr/>
            <p:nvPr/>
          </p:nvSpPr>
          <p:spPr>
            <a:xfrm>
              <a:off x="6114500" y="2324225"/>
              <a:ext cx="158675" cy="329225"/>
            </a:xfrm>
            <a:custGeom>
              <a:avLst/>
              <a:gdLst/>
              <a:ahLst/>
              <a:cxnLst/>
              <a:rect l="l" t="t" r="r" b="b"/>
              <a:pathLst>
                <a:path w="6347" h="13169" extrusionOk="0">
                  <a:moveTo>
                    <a:pt x="588" y="330"/>
                  </a:moveTo>
                  <a:lnTo>
                    <a:pt x="808" y="367"/>
                  </a:lnTo>
                  <a:lnTo>
                    <a:pt x="1028" y="440"/>
                  </a:lnTo>
                  <a:lnTo>
                    <a:pt x="1211" y="550"/>
                  </a:lnTo>
                  <a:lnTo>
                    <a:pt x="1395" y="734"/>
                  </a:lnTo>
                  <a:lnTo>
                    <a:pt x="1578" y="917"/>
                  </a:lnTo>
                  <a:lnTo>
                    <a:pt x="1688" y="1101"/>
                  </a:lnTo>
                  <a:lnTo>
                    <a:pt x="1798" y="1321"/>
                  </a:lnTo>
                  <a:lnTo>
                    <a:pt x="1908" y="1541"/>
                  </a:lnTo>
                  <a:lnTo>
                    <a:pt x="1982" y="1761"/>
                  </a:lnTo>
                  <a:lnTo>
                    <a:pt x="2018" y="2018"/>
                  </a:lnTo>
                  <a:lnTo>
                    <a:pt x="2018" y="2458"/>
                  </a:lnTo>
                  <a:lnTo>
                    <a:pt x="2018" y="2495"/>
                  </a:lnTo>
                  <a:lnTo>
                    <a:pt x="1982" y="2421"/>
                  </a:lnTo>
                  <a:lnTo>
                    <a:pt x="1762" y="1944"/>
                  </a:lnTo>
                  <a:lnTo>
                    <a:pt x="1615" y="1724"/>
                  </a:lnTo>
                  <a:lnTo>
                    <a:pt x="1432" y="1504"/>
                  </a:lnTo>
                  <a:lnTo>
                    <a:pt x="1395" y="1467"/>
                  </a:lnTo>
                  <a:lnTo>
                    <a:pt x="1322" y="1467"/>
                  </a:lnTo>
                  <a:lnTo>
                    <a:pt x="1285" y="1504"/>
                  </a:lnTo>
                  <a:lnTo>
                    <a:pt x="1285" y="1578"/>
                  </a:lnTo>
                  <a:lnTo>
                    <a:pt x="1322" y="1834"/>
                  </a:lnTo>
                  <a:lnTo>
                    <a:pt x="1395" y="2128"/>
                  </a:lnTo>
                  <a:lnTo>
                    <a:pt x="1615" y="2641"/>
                  </a:lnTo>
                  <a:lnTo>
                    <a:pt x="1725" y="2935"/>
                  </a:lnTo>
                  <a:lnTo>
                    <a:pt x="1615" y="2861"/>
                  </a:lnTo>
                  <a:lnTo>
                    <a:pt x="1468" y="2715"/>
                  </a:lnTo>
                  <a:lnTo>
                    <a:pt x="1248" y="2348"/>
                  </a:lnTo>
                  <a:lnTo>
                    <a:pt x="1065" y="1981"/>
                  </a:lnTo>
                  <a:lnTo>
                    <a:pt x="955" y="1724"/>
                  </a:lnTo>
                  <a:lnTo>
                    <a:pt x="845" y="1394"/>
                  </a:lnTo>
                  <a:lnTo>
                    <a:pt x="735" y="1027"/>
                  </a:lnTo>
                  <a:lnTo>
                    <a:pt x="661" y="697"/>
                  </a:lnTo>
                  <a:lnTo>
                    <a:pt x="588" y="330"/>
                  </a:lnTo>
                  <a:close/>
                  <a:moveTo>
                    <a:pt x="3706" y="2825"/>
                  </a:moveTo>
                  <a:lnTo>
                    <a:pt x="3926" y="2861"/>
                  </a:lnTo>
                  <a:lnTo>
                    <a:pt x="4109" y="2935"/>
                  </a:lnTo>
                  <a:lnTo>
                    <a:pt x="4733" y="3118"/>
                  </a:lnTo>
                  <a:lnTo>
                    <a:pt x="4990" y="3228"/>
                  </a:lnTo>
                  <a:lnTo>
                    <a:pt x="5283" y="3375"/>
                  </a:lnTo>
                  <a:lnTo>
                    <a:pt x="5503" y="3522"/>
                  </a:lnTo>
                  <a:lnTo>
                    <a:pt x="5687" y="3668"/>
                  </a:lnTo>
                  <a:lnTo>
                    <a:pt x="5687" y="3668"/>
                  </a:lnTo>
                  <a:lnTo>
                    <a:pt x="5540" y="3632"/>
                  </a:lnTo>
                  <a:lnTo>
                    <a:pt x="5467" y="3632"/>
                  </a:lnTo>
                  <a:lnTo>
                    <a:pt x="5393" y="3705"/>
                  </a:lnTo>
                  <a:lnTo>
                    <a:pt x="5356" y="3778"/>
                  </a:lnTo>
                  <a:lnTo>
                    <a:pt x="5393" y="3888"/>
                  </a:lnTo>
                  <a:lnTo>
                    <a:pt x="5026" y="4035"/>
                  </a:lnTo>
                  <a:lnTo>
                    <a:pt x="4660" y="4109"/>
                  </a:lnTo>
                  <a:lnTo>
                    <a:pt x="4293" y="4182"/>
                  </a:lnTo>
                  <a:lnTo>
                    <a:pt x="3889" y="4182"/>
                  </a:lnTo>
                  <a:lnTo>
                    <a:pt x="3449" y="4109"/>
                  </a:lnTo>
                  <a:lnTo>
                    <a:pt x="3046" y="3999"/>
                  </a:lnTo>
                  <a:lnTo>
                    <a:pt x="2862" y="3925"/>
                  </a:lnTo>
                  <a:lnTo>
                    <a:pt x="2642" y="3815"/>
                  </a:lnTo>
                  <a:lnTo>
                    <a:pt x="2459" y="3668"/>
                  </a:lnTo>
                  <a:lnTo>
                    <a:pt x="2349" y="3595"/>
                  </a:lnTo>
                  <a:lnTo>
                    <a:pt x="2312" y="3522"/>
                  </a:lnTo>
                  <a:lnTo>
                    <a:pt x="2532" y="3668"/>
                  </a:lnTo>
                  <a:lnTo>
                    <a:pt x="2789" y="3815"/>
                  </a:lnTo>
                  <a:lnTo>
                    <a:pt x="3046" y="3888"/>
                  </a:lnTo>
                  <a:lnTo>
                    <a:pt x="3339" y="3999"/>
                  </a:lnTo>
                  <a:lnTo>
                    <a:pt x="3596" y="4035"/>
                  </a:lnTo>
                  <a:lnTo>
                    <a:pt x="3889" y="4109"/>
                  </a:lnTo>
                  <a:lnTo>
                    <a:pt x="4073" y="4109"/>
                  </a:lnTo>
                  <a:lnTo>
                    <a:pt x="4183" y="4072"/>
                  </a:lnTo>
                  <a:lnTo>
                    <a:pt x="4329" y="4035"/>
                  </a:lnTo>
                  <a:lnTo>
                    <a:pt x="4439" y="3962"/>
                  </a:lnTo>
                  <a:lnTo>
                    <a:pt x="4476" y="3888"/>
                  </a:lnTo>
                  <a:lnTo>
                    <a:pt x="4439" y="3778"/>
                  </a:lnTo>
                  <a:lnTo>
                    <a:pt x="4329" y="3705"/>
                  </a:lnTo>
                  <a:lnTo>
                    <a:pt x="4219" y="3632"/>
                  </a:lnTo>
                  <a:lnTo>
                    <a:pt x="3963" y="3595"/>
                  </a:lnTo>
                  <a:lnTo>
                    <a:pt x="3706" y="3558"/>
                  </a:lnTo>
                  <a:lnTo>
                    <a:pt x="3449" y="3522"/>
                  </a:lnTo>
                  <a:lnTo>
                    <a:pt x="2715" y="3338"/>
                  </a:lnTo>
                  <a:lnTo>
                    <a:pt x="2862" y="3228"/>
                  </a:lnTo>
                  <a:lnTo>
                    <a:pt x="3082" y="3081"/>
                  </a:lnTo>
                  <a:lnTo>
                    <a:pt x="3302" y="2935"/>
                  </a:lnTo>
                  <a:lnTo>
                    <a:pt x="3486" y="2861"/>
                  </a:lnTo>
                  <a:lnTo>
                    <a:pt x="3706" y="2825"/>
                  </a:lnTo>
                  <a:close/>
                  <a:moveTo>
                    <a:pt x="1285" y="5686"/>
                  </a:moveTo>
                  <a:lnTo>
                    <a:pt x="1725" y="5723"/>
                  </a:lnTo>
                  <a:lnTo>
                    <a:pt x="1762" y="5723"/>
                  </a:lnTo>
                  <a:lnTo>
                    <a:pt x="1835" y="5869"/>
                  </a:lnTo>
                  <a:lnTo>
                    <a:pt x="1908" y="5943"/>
                  </a:lnTo>
                  <a:lnTo>
                    <a:pt x="2018" y="5943"/>
                  </a:lnTo>
                  <a:lnTo>
                    <a:pt x="2129" y="5869"/>
                  </a:lnTo>
                  <a:lnTo>
                    <a:pt x="2165" y="5759"/>
                  </a:lnTo>
                  <a:lnTo>
                    <a:pt x="2642" y="5796"/>
                  </a:lnTo>
                  <a:lnTo>
                    <a:pt x="3082" y="5796"/>
                  </a:lnTo>
                  <a:lnTo>
                    <a:pt x="3339" y="5833"/>
                  </a:lnTo>
                  <a:lnTo>
                    <a:pt x="3522" y="5869"/>
                  </a:lnTo>
                  <a:lnTo>
                    <a:pt x="3522" y="6016"/>
                  </a:lnTo>
                  <a:lnTo>
                    <a:pt x="3376" y="5979"/>
                  </a:lnTo>
                  <a:lnTo>
                    <a:pt x="3266" y="6016"/>
                  </a:lnTo>
                  <a:lnTo>
                    <a:pt x="3119" y="6089"/>
                  </a:lnTo>
                  <a:lnTo>
                    <a:pt x="3082" y="6163"/>
                  </a:lnTo>
                  <a:lnTo>
                    <a:pt x="3082" y="6236"/>
                  </a:lnTo>
                  <a:lnTo>
                    <a:pt x="2752" y="6236"/>
                  </a:lnTo>
                  <a:lnTo>
                    <a:pt x="1322" y="6163"/>
                  </a:lnTo>
                  <a:lnTo>
                    <a:pt x="808" y="6089"/>
                  </a:lnTo>
                  <a:lnTo>
                    <a:pt x="515" y="6053"/>
                  </a:lnTo>
                  <a:lnTo>
                    <a:pt x="258" y="6089"/>
                  </a:lnTo>
                  <a:lnTo>
                    <a:pt x="368" y="5943"/>
                  </a:lnTo>
                  <a:lnTo>
                    <a:pt x="515" y="5833"/>
                  </a:lnTo>
                  <a:lnTo>
                    <a:pt x="661" y="5723"/>
                  </a:lnTo>
                  <a:lnTo>
                    <a:pt x="808" y="5686"/>
                  </a:lnTo>
                  <a:close/>
                  <a:moveTo>
                    <a:pt x="2239" y="6676"/>
                  </a:moveTo>
                  <a:lnTo>
                    <a:pt x="3009" y="6713"/>
                  </a:lnTo>
                  <a:lnTo>
                    <a:pt x="3156" y="6750"/>
                  </a:lnTo>
                  <a:lnTo>
                    <a:pt x="3156" y="7997"/>
                  </a:lnTo>
                  <a:lnTo>
                    <a:pt x="3119" y="9244"/>
                  </a:lnTo>
                  <a:lnTo>
                    <a:pt x="2422" y="9354"/>
                  </a:lnTo>
                  <a:lnTo>
                    <a:pt x="2422" y="8951"/>
                  </a:lnTo>
                  <a:lnTo>
                    <a:pt x="2312" y="7630"/>
                  </a:lnTo>
                  <a:lnTo>
                    <a:pt x="2275" y="6933"/>
                  </a:lnTo>
                  <a:lnTo>
                    <a:pt x="2239" y="6676"/>
                  </a:lnTo>
                  <a:close/>
                  <a:moveTo>
                    <a:pt x="1065" y="6566"/>
                  </a:moveTo>
                  <a:lnTo>
                    <a:pt x="1872" y="6676"/>
                  </a:lnTo>
                  <a:lnTo>
                    <a:pt x="1835" y="6786"/>
                  </a:lnTo>
                  <a:lnTo>
                    <a:pt x="1835" y="6933"/>
                  </a:lnTo>
                  <a:lnTo>
                    <a:pt x="1872" y="7226"/>
                  </a:lnTo>
                  <a:lnTo>
                    <a:pt x="1945" y="8804"/>
                  </a:lnTo>
                  <a:lnTo>
                    <a:pt x="1982" y="9391"/>
                  </a:lnTo>
                  <a:lnTo>
                    <a:pt x="1542" y="9391"/>
                  </a:lnTo>
                  <a:lnTo>
                    <a:pt x="1101" y="9427"/>
                  </a:lnTo>
                  <a:lnTo>
                    <a:pt x="1028" y="8254"/>
                  </a:lnTo>
                  <a:lnTo>
                    <a:pt x="955" y="7410"/>
                  </a:lnTo>
                  <a:lnTo>
                    <a:pt x="918" y="6970"/>
                  </a:lnTo>
                  <a:lnTo>
                    <a:pt x="808" y="6566"/>
                  </a:lnTo>
                  <a:close/>
                  <a:moveTo>
                    <a:pt x="3082" y="9721"/>
                  </a:moveTo>
                  <a:lnTo>
                    <a:pt x="3009" y="10454"/>
                  </a:lnTo>
                  <a:lnTo>
                    <a:pt x="2972" y="10454"/>
                  </a:lnTo>
                  <a:lnTo>
                    <a:pt x="2862" y="10418"/>
                  </a:lnTo>
                  <a:lnTo>
                    <a:pt x="2752" y="10418"/>
                  </a:lnTo>
                  <a:lnTo>
                    <a:pt x="2605" y="10454"/>
                  </a:lnTo>
                  <a:lnTo>
                    <a:pt x="2495" y="10528"/>
                  </a:lnTo>
                  <a:lnTo>
                    <a:pt x="2495" y="10418"/>
                  </a:lnTo>
                  <a:lnTo>
                    <a:pt x="2459" y="9831"/>
                  </a:lnTo>
                  <a:lnTo>
                    <a:pt x="2789" y="9794"/>
                  </a:lnTo>
                  <a:lnTo>
                    <a:pt x="3082" y="9721"/>
                  </a:lnTo>
                  <a:close/>
                  <a:moveTo>
                    <a:pt x="1138" y="9758"/>
                  </a:moveTo>
                  <a:lnTo>
                    <a:pt x="1358" y="9831"/>
                  </a:lnTo>
                  <a:lnTo>
                    <a:pt x="1542" y="9831"/>
                  </a:lnTo>
                  <a:lnTo>
                    <a:pt x="1982" y="9868"/>
                  </a:lnTo>
                  <a:lnTo>
                    <a:pt x="2018" y="10088"/>
                  </a:lnTo>
                  <a:lnTo>
                    <a:pt x="1982" y="10124"/>
                  </a:lnTo>
                  <a:lnTo>
                    <a:pt x="1688" y="10088"/>
                  </a:lnTo>
                  <a:lnTo>
                    <a:pt x="1615" y="10124"/>
                  </a:lnTo>
                  <a:lnTo>
                    <a:pt x="1542" y="10161"/>
                  </a:lnTo>
                  <a:lnTo>
                    <a:pt x="1542" y="10234"/>
                  </a:lnTo>
                  <a:lnTo>
                    <a:pt x="1578" y="10308"/>
                  </a:lnTo>
                  <a:lnTo>
                    <a:pt x="1725" y="10454"/>
                  </a:lnTo>
                  <a:lnTo>
                    <a:pt x="1945" y="10491"/>
                  </a:lnTo>
                  <a:lnTo>
                    <a:pt x="2018" y="10491"/>
                  </a:lnTo>
                  <a:lnTo>
                    <a:pt x="2018" y="10748"/>
                  </a:lnTo>
                  <a:lnTo>
                    <a:pt x="1798" y="10785"/>
                  </a:lnTo>
                  <a:lnTo>
                    <a:pt x="1798" y="10748"/>
                  </a:lnTo>
                  <a:lnTo>
                    <a:pt x="1762" y="10748"/>
                  </a:lnTo>
                  <a:lnTo>
                    <a:pt x="1688" y="10785"/>
                  </a:lnTo>
                  <a:lnTo>
                    <a:pt x="1615" y="10821"/>
                  </a:lnTo>
                  <a:lnTo>
                    <a:pt x="1542" y="10895"/>
                  </a:lnTo>
                  <a:lnTo>
                    <a:pt x="1505" y="11005"/>
                  </a:lnTo>
                  <a:lnTo>
                    <a:pt x="1542" y="11078"/>
                  </a:lnTo>
                  <a:lnTo>
                    <a:pt x="1652" y="11151"/>
                  </a:lnTo>
                  <a:lnTo>
                    <a:pt x="2055" y="11151"/>
                  </a:lnTo>
                  <a:lnTo>
                    <a:pt x="2129" y="11408"/>
                  </a:lnTo>
                  <a:lnTo>
                    <a:pt x="2239" y="11592"/>
                  </a:lnTo>
                  <a:lnTo>
                    <a:pt x="2275" y="11628"/>
                  </a:lnTo>
                  <a:lnTo>
                    <a:pt x="2349" y="11628"/>
                  </a:lnTo>
                  <a:lnTo>
                    <a:pt x="2422" y="11592"/>
                  </a:lnTo>
                  <a:lnTo>
                    <a:pt x="2459" y="11555"/>
                  </a:lnTo>
                  <a:lnTo>
                    <a:pt x="2532" y="11371"/>
                  </a:lnTo>
                  <a:lnTo>
                    <a:pt x="2569" y="11188"/>
                  </a:lnTo>
                  <a:lnTo>
                    <a:pt x="2569" y="11005"/>
                  </a:lnTo>
                  <a:lnTo>
                    <a:pt x="2532" y="10785"/>
                  </a:lnTo>
                  <a:lnTo>
                    <a:pt x="2679" y="10821"/>
                  </a:lnTo>
                  <a:lnTo>
                    <a:pt x="3009" y="10821"/>
                  </a:lnTo>
                  <a:lnTo>
                    <a:pt x="2936" y="11408"/>
                  </a:lnTo>
                  <a:lnTo>
                    <a:pt x="2862" y="11812"/>
                  </a:lnTo>
                  <a:lnTo>
                    <a:pt x="2825" y="11995"/>
                  </a:lnTo>
                  <a:lnTo>
                    <a:pt x="2752" y="12178"/>
                  </a:lnTo>
                  <a:lnTo>
                    <a:pt x="2642" y="12362"/>
                  </a:lnTo>
                  <a:lnTo>
                    <a:pt x="2532" y="12472"/>
                  </a:lnTo>
                  <a:lnTo>
                    <a:pt x="2349" y="12582"/>
                  </a:lnTo>
                  <a:lnTo>
                    <a:pt x="2129" y="12619"/>
                  </a:lnTo>
                  <a:lnTo>
                    <a:pt x="1945" y="12619"/>
                  </a:lnTo>
                  <a:lnTo>
                    <a:pt x="1798" y="12582"/>
                  </a:lnTo>
                  <a:lnTo>
                    <a:pt x="1652" y="12472"/>
                  </a:lnTo>
                  <a:lnTo>
                    <a:pt x="1505" y="12362"/>
                  </a:lnTo>
                  <a:lnTo>
                    <a:pt x="1432" y="12215"/>
                  </a:lnTo>
                  <a:lnTo>
                    <a:pt x="1322" y="12068"/>
                  </a:lnTo>
                  <a:lnTo>
                    <a:pt x="1211" y="11738"/>
                  </a:lnTo>
                  <a:lnTo>
                    <a:pt x="1138" y="11335"/>
                  </a:lnTo>
                  <a:lnTo>
                    <a:pt x="1138" y="10858"/>
                  </a:lnTo>
                  <a:lnTo>
                    <a:pt x="1138" y="10014"/>
                  </a:lnTo>
                  <a:lnTo>
                    <a:pt x="1138" y="9758"/>
                  </a:lnTo>
                  <a:close/>
                  <a:moveTo>
                    <a:pt x="625" y="0"/>
                  </a:moveTo>
                  <a:lnTo>
                    <a:pt x="478" y="37"/>
                  </a:lnTo>
                  <a:lnTo>
                    <a:pt x="331" y="110"/>
                  </a:lnTo>
                  <a:lnTo>
                    <a:pt x="294" y="184"/>
                  </a:lnTo>
                  <a:lnTo>
                    <a:pt x="294" y="220"/>
                  </a:lnTo>
                  <a:lnTo>
                    <a:pt x="294" y="294"/>
                  </a:lnTo>
                  <a:lnTo>
                    <a:pt x="331" y="330"/>
                  </a:lnTo>
                  <a:lnTo>
                    <a:pt x="294" y="587"/>
                  </a:lnTo>
                  <a:lnTo>
                    <a:pt x="294" y="844"/>
                  </a:lnTo>
                  <a:lnTo>
                    <a:pt x="331" y="1101"/>
                  </a:lnTo>
                  <a:lnTo>
                    <a:pt x="368" y="1321"/>
                  </a:lnTo>
                  <a:lnTo>
                    <a:pt x="551" y="1834"/>
                  </a:lnTo>
                  <a:lnTo>
                    <a:pt x="735" y="2274"/>
                  </a:lnTo>
                  <a:lnTo>
                    <a:pt x="918" y="2641"/>
                  </a:lnTo>
                  <a:lnTo>
                    <a:pt x="1175" y="3008"/>
                  </a:lnTo>
                  <a:lnTo>
                    <a:pt x="1322" y="3155"/>
                  </a:lnTo>
                  <a:lnTo>
                    <a:pt x="1505" y="3265"/>
                  </a:lnTo>
                  <a:lnTo>
                    <a:pt x="1652" y="3375"/>
                  </a:lnTo>
                  <a:lnTo>
                    <a:pt x="1872" y="3375"/>
                  </a:lnTo>
                  <a:lnTo>
                    <a:pt x="1798" y="3815"/>
                  </a:lnTo>
                  <a:lnTo>
                    <a:pt x="1725" y="4365"/>
                  </a:lnTo>
                  <a:lnTo>
                    <a:pt x="1725" y="4659"/>
                  </a:lnTo>
                  <a:lnTo>
                    <a:pt x="1762" y="4806"/>
                  </a:lnTo>
                  <a:lnTo>
                    <a:pt x="1798" y="4916"/>
                  </a:lnTo>
                  <a:lnTo>
                    <a:pt x="1762" y="5319"/>
                  </a:lnTo>
                  <a:lnTo>
                    <a:pt x="1615" y="5319"/>
                  </a:lnTo>
                  <a:lnTo>
                    <a:pt x="1138" y="5282"/>
                  </a:lnTo>
                  <a:lnTo>
                    <a:pt x="918" y="5246"/>
                  </a:lnTo>
                  <a:lnTo>
                    <a:pt x="698" y="5282"/>
                  </a:lnTo>
                  <a:lnTo>
                    <a:pt x="404" y="5392"/>
                  </a:lnTo>
                  <a:lnTo>
                    <a:pt x="294" y="5466"/>
                  </a:lnTo>
                  <a:lnTo>
                    <a:pt x="184" y="5576"/>
                  </a:lnTo>
                  <a:lnTo>
                    <a:pt x="111" y="5686"/>
                  </a:lnTo>
                  <a:lnTo>
                    <a:pt x="74" y="5796"/>
                  </a:lnTo>
                  <a:lnTo>
                    <a:pt x="38" y="5943"/>
                  </a:lnTo>
                  <a:lnTo>
                    <a:pt x="1" y="6089"/>
                  </a:lnTo>
                  <a:lnTo>
                    <a:pt x="38" y="6163"/>
                  </a:lnTo>
                  <a:lnTo>
                    <a:pt x="111" y="6199"/>
                  </a:lnTo>
                  <a:lnTo>
                    <a:pt x="38" y="6273"/>
                  </a:lnTo>
                  <a:lnTo>
                    <a:pt x="38" y="6346"/>
                  </a:lnTo>
                  <a:lnTo>
                    <a:pt x="38" y="6456"/>
                  </a:lnTo>
                  <a:lnTo>
                    <a:pt x="111" y="6530"/>
                  </a:lnTo>
                  <a:lnTo>
                    <a:pt x="184" y="6566"/>
                  </a:lnTo>
                  <a:lnTo>
                    <a:pt x="294" y="6566"/>
                  </a:lnTo>
                  <a:lnTo>
                    <a:pt x="368" y="6493"/>
                  </a:lnTo>
                  <a:lnTo>
                    <a:pt x="441" y="6493"/>
                  </a:lnTo>
                  <a:lnTo>
                    <a:pt x="441" y="6530"/>
                  </a:lnTo>
                  <a:lnTo>
                    <a:pt x="441" y="6786"/>
                  </a:lnTo>
                  <a:lnTo>
                    <a:pt x="441" y="7080"/>
                  </a:lnTo>
                  <a:lnTo>
                    <a:pt x="515" y="7593"/>
                  </a:lnTo>
                  <a:lnTo>
                    <a:pt x="588" y="8657"/>
                  </a:lnTo>
                  <a:lnTo>
                    <a:pt x="625" y="9721"/>
                  </a:lnTo>
                  <a:lnTo>
                    <a:pt x="625" y="10785"/>
                  </a:lnTo>
                  <a:lnTo>
                    <a:pt x="661" y="11225"/>
                  </a:lnTo>
                  <a:lnTo>
                    <a:pt x="698" y="11665"/>
                  </a:lnTo>
                  <a:lnTo>
                    <a:pt x="808" y="12105"/>
                  </a:lnTo>
                  <a:lnTo>
                    <a:pt x="881" y="12289"/>
                  </a:lnTo>
                  <a:lnTo>
                    <a:pt x="991" y="12509"/>
                  </a:lnTo>
                  <a:lnTo>
                    <a:pt x="1065" y="12655"/>
                  </a:lnTo>
                  <a:lnTo>
                    <a:pt x="1175" y="12765"/>
                  </a:lnTo>
                  <a:lnTo>
                    <a:pt x="1322" y="12912"/>
                  </a:lnTo>
                  <a:lnTo>
                    <a:pt x="1468" y="12985"/>
                  </a:lnTo>
                  <a:lnTo>
                    <a:pt x="1615" y="13059"/>
                  </a:lnTo>
                  <a:lnTo>
                    <a:pt x="1798" y="13096"/>
                  </a:lnTo>
                  <a:lnTo>
                    <a:pt x="1945" y="13132"/>
                  </a:lnTo>
                  <a:lnTo>
                    <a:pt x="2129" y="13169"/>
                  </a:lnTo>
                  <a:lnTo>
                    <a:pt x="2349" y="13132"/>
                  </a:lnTo>
                  <a:lnTo>
                    <a:pt x="2569" y="13096"/>
                  </a:lnTo>
                  <a:lnTo>
                    <a:pt x="2752" y="12985"/>
                  </a:lnTo>
                  <a:lnTo>
                    <a:pt x="2899" y="12875"/>
                  </a:lnTo>
                  <a:lnTo>
                    <a:pt x="3009" y="12765"/>
                  </a:lnTo>
                  <a:lnTo>
                    <a:pt x="3119" y="12582"/>
                  </a:lnTo>
                  <a:lnTo>
                    <a:pt x="3302" y="12215"/>
                  </a:lnTo>
                  <a:lnTo>
                    <a:pt x="3412" y="11812"/>
                  </a:lnTo>
                  <a:lnTo>
                    <a:pt x="3449" y="11408"/>
                  </a:lnTo>
                  <a:lnTo>
                    <a:pt x="3522" y="10601"/>
                  </a:lnTo>
                  <a:lnTo>
                    <a:pt x="3632" y="9647"/>
                  </a:lnTo>
                  <a:lnTo>
                    <a:pt x="3669" y="8657"/>
                  </a:lnTo>
                  <a:lnTo>
                    <a:pt x="3669" y="7667"/>
                  </a:lnTo>
                  <a:lnTo>
                    <a:pt x="3669" y="6676"/>
                  </a:lnTo>
                  <a:lnTo>
                    <a:pt x="3743" y="6603"/>
                  </a:lnTo>
                  <a:lnTo>
                    <a:pt x="3779" y="6530"/>
                  </a:lnTo>
                  <a:lnTo>
                    <a:pt x="3779" y="6456"/>
                  </a:lnTo>
                  <a:lnTo>
                    <a:pt x="3889" y="6273"/>
                  </a:lnTo>
                  <a:lnTo>
                    <a:pt x="3963" y="6053"/>
                  </a:lnTo>
                  <a:lnTo>
                    <a:pt x="3999" y="5833"/>
                  </a:lnTo>
                  <a:lnTo>
                    <a:pt x="3963" y="5723"/>
                  </a:lnTo>
                  <a:lnTo>
                    <a:pt x="3926" y="5612"/>
                  </a:lnTo>
                  <a:lnTo>
                    <a:pt x="3816" y="5502"/>
                  </a:lnTo>
                  <a:lnTo>
                    <a:pt x="3669" y="5429"/>
                  </a:lnTo>
                  <a:lnTo>
                    <a:pt x="3486" y="5392"/>
                  </a:lnTo>
                  <a:lnTo>
                    <a:pt x="3266" y="5356"/>
                  </a:lnTo>
                  <a:lnTo>
                    <a:pt x="2532" y="5356"/>
                  </a:lnTo>
                  <a:lnTo>
                    <a:pt x="2165" y="5319"/>
                  </a:lnTo>
                  <a:lnTo>
                    <a:pt x="2092" y="4806"/>
                  </a:lnTo>
                  <a:lnTo>
                    <a:pt x="2165" y="4585"/>
                  </a:lnTo>
                  <a:lnTo>
                    <a:pt x="2165" y="4365"/>
                  </a:lnTo>
                  <a:lnTo>
                    <a:pt x="2202" y="3962"/>
                  </a:lnTo>
                  <a:lnTo>
                    <a:pt x="2459" y="4145"/>
                  </a:lnTo>
                  <a:lnTo>
                    <a:pt x="2715" y="4292"/>
                  </a:lnTo>
                  <a:lnTo>
                    <a:pt x="2972" y="4402"/>
                  </a:lnTo>
                  <a:lnTo>
                    <a:pt x="3266" y="4475"/>
                  </a:lnTo>
                  <a:lnTo>
                    <a:pt x="3522" y="4549"/>
                  </a:lnTo>
                  <a:lnTo>
                    <a:pt x="3816" y="4585"/>
                  </a:lnTo>
                  <a:lnTo>
                    <a:pt x="4403" y="4585"/>
                  </a:lnTo>
                  <a:lnTo>
                    <a:pt x="4660" y="4549"/>
                  </a:lnTo>
                  <a:lnTo>
                    <a:pt x="4953" y="4475"/>
                  </a:lnTo>
                  <a:lnTo>
                    <a:pt x="5210" y="4402"/>
                  </a:lnTo>
                  <a:lnTo>
                    <a:pt x="5503" y="4292"/>
                  </a:lnTo>
                  <a:lnTo>
                    <a:pt x="5760" y="4182"/>
                  </a:lnTo>
                  <a:lnTo>
                    <a:pt x="5833" y="4109"/>
                  </a:lnTo>
                  <a:lnTo>
                    <a:pt x="5833" y="3999"/>
                  </a:lnTo>
                  <a:lnTo>
                    <a:pt x="5833" y="3888"/>
                  </a:lnTo>
                  <a:lnTo>
                    <a:pt x="5797" y="3778"/>
                  </a:lnTo>
                  <a:lnTo>
                    <a:pt x="5797" y="3778"/>
                  </a:lnTo>
                  <a:lnTo>
                    <a:pt x="5833" y="3815"/>
                  </a:lnTo>
                  <a:lnTo>
                    <a:pt x="5980" y="3962"/>
                  </a:lnTo>
                  <a:lnTo>
                    <a:pt x="6053" y="3999"/>
                  </a:lnTo>
                  <a:lnTo>
                    <a:pt x="6200" y="4035"/>
                  </a:lnTo>
                  <a:lnTo>
                    <a:pt x="6237" y="4035"/>
                  </a:lnTo>
                  <a:lnTo>
                    <a:pt x="6274" y="3999"/>
                  </a:lnTo>
                  <a:lnTo>
                    <a:pt x="6347" y="3888"/>
                  </a:lnTo>
                  <a:lnTo>
                    <a:pt x="6310" y="3742"/>
                  </a:lnTo>
                  <a:lnTo>
                    <a:pt x="6274" y="3632"/>
                  </a:lnTo>
                  <a:lnTo>
                    <a:pt x="6200" y="3522"/>
                  </a:lnTo>
                  <a:lnTo>
                    <a:pt x="6090" y="3375"/>
                  </a:lnTo>
                  <a:lnTo>
                    <a:pt x="5833" y="3192"/>
                  </a:lnTo>
                  <a:lnTo>
                    <a:pt x="5613" y="3045"/>
                  </a:lnTo>
                  <a:lnTo>
                    <a:pt x="5283" y="2861"/>
                  </a:lnTo>
                  <a:lnTo>
                    <a:pt x="4953" y="2715"/>
                  </a:lnTo>
                  <a:lnTo>
                    <a:pt x="4256" y="2495"/>
                  </a:lnTo>
                  <a:lnTo>
                    <a:pt x="3926" y="2421"/>
                  </a:lnTo>
                  <a:lnTo>
                    <a:pt x="3596" y="2385"/>
                  </a:lnTo>
                  <a:lnTo>
                    <a:pt x="3302" y="2458"/>
                  </a:lnTo>
                  <a:lnTo>
                    <a:pt x="2972" y="2605"/>
                  </a:lnTo>
                  <a:lnTo>
                    <a:pt x="2679" y="2788"/>
                  </a:lnTo>
                  <a:lnTo>
                    <a:pt x="2349" y="3081"/>
                  </a:lnTo>
                  <a:lnTo>
                    <a:pt x="2349" y="3045"/>
                  </a:lnTo>
                  <a:lnTo>
                    <a:pt x="2385" y="2788"/>
                  </a:lnTo>
                  <a:lnTo>
                    <a:pt x="2459" y="2568"/>
                  </a:lnTo>
                  <a:lnTo>
                    <a:pt x="2495" y="2458"/>
                  </a:lnTo>
                  <a:lnTo>
                    <a:pt x="2495" y="2311"/>
                  </a:lnTo>
                  <a:lnTo>
                    <a:pt x="2495" y="2201"/>
                  </a:lnTo>
                  <a:lnTo>
                    <a:pt x="2422" y="2128"/>
                  </a:lnTo>
                  <a:lnTo>
                    <a:pt x="2385" y="1871"/>
                  </a:lnTo>
                  <a:lnTo>
                    <a:pt x="2312" y="1614"/>
                  </a:lnTo>
                  <a:lnTo>
                    <a:pt x="2129" y="1137"/>
                  </a:lnTo>
                  <a:lnTo>
                    <a:pt x="2018" y="917"/>
                  </a:lnTo>
                  <a:lnTo>
                    <a:pt x="1835" y="661"/>
                  </a:lnTo>
                  <a:lnTo>
                    <a:pt x="1652" y="440"/>
                  </a:lnTo>
                  <a:lnTo>
                    <a:pt x="1395" y="220"/>
                  </a:lnTo>
                  <a:lnTo>
                    <a:pt x="1138" y="74"/>
                  </a:lnTo>
                  <a:lnTo>
                    <a:pt x="881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3" name="Google Shape;316;p5">
              <a:extLst>
                <a:ext uri="{FF2B5EF4-FFF2-40B4-BE49-F238E27FC236}">
                  <a16:creationId xmlns:a16="http://schemas.microsoft.com/office/drawing/2014/main" id="{9BC3C194-F9B8-4E24-B7F2-37E5FDE2FD9D}"/>
                </a:ext>
              </a:extLst>
            </p:cNvPr>
            <p:cNvSpPr/>
            <p:nvPr/>
          </p:nvSpPr>
          <p:spPr>
            <a:xfrm>
              <a:off x="6335525" y="1405350"/>
              <a:ext cx="442025" cy="375100"/>
            </a:xfrm>
            <a:custGeom>
              <a:avLst/>
              <a:gdLst/>
              <a:ahLst/>
              <a:cxnLst/>
              <a:rect l="l" t="t" r="r" b="b"/>
              <a:pathLst>
                <a:path w="17681" h="15004" extrusionOk="0">
                  <a:moveTo>
                    <a:pt x="6823" y="1981"/>
                  </a:moveTo>
                  <a:lnTo>
                    <a:pt x="6676" y="2018"/>
                  </a:lnTo>
                  <a:lnTo>
                    <a:pt x="6566" y="2055"/>
                  </a:lnTo>
                  <a:lnTo>
                    <a:pt x="6493" y="2201"/>
                  </a:lnTo>
                  <a:lnTo>
                    <a:pt x="6420" y="2385"/>
                  </a:lnTo>
                  <a:lnTo>
                    <a:pt x="6383" y="2531"/>
                  </a:lnTo>
                  <a:lnTo>
                    <a:pt x="6383" y="2641"/>
                  </a:lnTo>
                  <a:lnTo>
                    <a:pt x="6420" y="2752"/>
                  </a:lnTo>
                  <a:lnTo>
                    <a:pt x="6493" y="2825"/>
                  </a:lnTo>
                  <a:lnTo>
                    <a:pt x="6566" y="2862"/>
                  </a:lnTo>
                  <a:lnTo>
                    <a:pt x="6713" y="2862"/>
                  </a:lnTo>
                  <a:lnTo>
                    <a:pt x="6860" y="2825"/>
                  </a:lnTo>
                  <a:lnTo>
                    <a:pt x="6933" y="2752"/>
                  </a:lnTo>
                  <a:lnTo>
                    <a:pt x="7006" y="2641"/>
                  </a:lnTo>
                  <a:lnTo>
                    <a:pt x="7080" y="2531"/>
                  </a:lnTo>
                  <a:lnTo>
                    <a:pt x="7080" y="2421"/>
                  </a:lnTo>
                  <a:lnTo>
                    <a:pt x="7080" y="2275"/>
                  </a:lnTo>
                  <a:lnTo>
                    <a:pt x="7006" y="2165"/>
                  </a:lnTo>
                  <a:lnTo>
                    <a:pt x="6933" y="2055"/>
                  </a:lnTo>
                  <a:lnTo>
                    <a:pt x="6823" y="1981"/>
                  </a:lnTo>
                  <a:close/>
                  <a:moveTo>
                    <a:pt x="5282" y="2641"/>
                  </a:moveTo>
                  <a:lnTo>
                    <a:pt x="5209" y="2678"/>
                  </a:lnTo>
                  <a:lnTo>
                    <a:pt x="5136" y="2715"/>
                  </a:lnTo>
                  <a:lnTo>
                    <a:pt x="5062" y="2788"/>
                  </a:lnTo>
                  <a:lnTo>
                    <a:pt x="5062" y="2898"/>
                  </a:lnTo>
                  <a:lnTo>
                    <a:pt x="5062" y="2935"/>
                  </a:lnTo>
                  <a:lnTo>
                    <a:pt x="4989" y="2972"/>
                  </a:lnTo>
                  <a:lnTo>
                    <a:pt x="4952" y="3045"/>
                  </a:lnTo>
                  <a:lnTo>
                    <a:pt x="4952" y="3118"/>
                  </a:lnTo>
                  <a:lnTo>
                    <a:pt x="4952" y="3228"/>
                  </a:lnTo>
                  <a:lnTo>
                    <a:pt x="5026" y="3338"/>
                  </a:lnTo>
                  <a:lnTo>
                    <a:pt x="5099" y="3412"/>
                  </a:lnTo>
                  <a:lnTo>
                    <a:pt x="5319" y="3412"/>
                  </a:lnTo>
                  <a:lnTo>
                    <a:pt x="5429" y="3338"/>
                  </a:lnTo>
                  <a:lnTo>
                    <a:pt x="5502" y="3265"/>
                  </a:lnTo>
                  <a:lnTo>
                    <a:pt x="5576" y="3155"/>
                  </a:lnTo>
                  <a:lnTo>
                    <a:pt x="5613" y="3008"/>
                  </a:lnTo>
                  <a:lnTo>
                    <a:pt x="5576" y="2862"/>
                  </a:lnTo>
                  <a:lnTo>
                    <a:pt x="5502" y="2752"/>
                  </a:lnTo>
                  <a:lnTo>
                    <a:pt x="5392" y="2678"/>
                  </a:lnTo>
                  <a:lnTo>
                    <a:pt x="5282" y="2641"/>
                  </a:lnTo>
                  <a:close/>
                  <a:moveTo>
                    <a:pt x="6786" y="3559"/>
                  </a:moveTo>
                  <a:lnTo>
                    <a:pt x="6640" y="3595"/>
                  </a:lnTo>
                  <a:lnTo>
                    <a:pt x="6493" y="3705"/>
                  </a:lnTo>
                  <a:lnTo>
                    <a:pt x="6383" y="3815"/>
                  </a:lnTo>
                  <a:lnTo>
                    <a:pt x="6309" y="3962"/>
                  </a:lnTo>
                  <a:lnTo>
                    <a:pt x="6273" y="4109"/>
                  </a:lnTo>
                  <a:lnTo>
                    <a:pt x="6273" y="4255"/>
                  </a:lnTo>
                  <a:lnTo>
                    <a:pt x="6273" y="4366"/>
                  </a:lnTo>
                  <a:lnTo>
                    <a:pt x="6383" y="4439"/>
                  </a:lnTo>
                  <a:lnTo>
                    <a:pt x="6493" y="4476"/>
                  </a:lnTo>
                  <a:lnTo>
                    <a:pt x="6603" y="4439"/>
                  </a:lnTo>
                  <a:lnTo>
                    <a:pt x="6750" y="4329"/>
                  </a:lnTo>
                  <a:lnTo>
                    <a:pt x="6860" y="4329"/>
                  </a:lnTo>
                  <a:lnTo>
                    <a:pt x="6970" y="4292"/>
                  </a:lnTo>
                  <a:lnTo>
                    <a:pt x="7080" y="4182"/>
                  </a:lnTo>
                  <a:lnTo>
                    <a:pt x="7153" y="4035"/>
                  </a:lnTo>
                  <a:lnTo>
                    <a:pt x="7153" y="3852"/>
                  </a:lnTo>
                  <a:lnTo>
                    <a:pt x="7080" y="3705"/>
                  </a:lnTo>
                  <a:lnTo>
                    <a:pt x="7043" y="3632"/>
                  </a:lnTo>
                  <a:lnTo>
                    <a:pt x="6970" y="3595"/>
                  </a:lnTo>
                  <a:lnTo>
                    <a:pt x="6786" y="3559"/>
                  </a:lnTo>
                  <a:close/>
                  <a:moveTo>
                    <a:pt x="4806" y="5979"/>
                  </a:moveTo>
                  <a:lnTo>
                    <a:pt x="4622" y="6090"/>
                  </a:lnTo>
                  <a:lnTo>
                    <a:pt x="4439" y="6200"/>
                  </a:lnTo>
                  <a:lnTo>
                    <a:pt x="4402" y="6236"/>
                  </a:lnTo>
                  <a:lnTo>
                    <a:pt x="4329" y="6310"/>
                  </a:lnTo>
                  <a:lnTo>
                    <a:pt x="4255" y="6383"/>
                  </a:lnTo>
                  <a:lnTo>
                    <a:pt x="4219" y="6493"/>
                  </a:lnTo>
                  <a:lnTo>
                    <a:pt x="4219" y="6566"/>
                  </a:lnTo>
                  <a:lnTo>
                    <a:pt x="4255" y="6713"/>
                  </a:lnTo>
                  <a:lnTo>
                    <a:pt x="4329" y="6860"/>
                  </a:lnTo>
                  <a:lnTo>
                    <a:pt x="4365" y="6897"/>
                  </a:lnTo>
                  <a:lnTo>
                    <a:pt x="4475" y="6970"/>
                  </a:lnTo>
                  <a:lnTo>
                    <a:pt x="4585" y="7007"/>
                  </a:lnTo>
                  <a:lnTo>
                    <a:pt x="4696" y="7043"/>
                  </a:lnTo>
                  <a:lnTo>
                    <a:pt x="4842" y="7007"/>
                  </a:lnTo>
                  <a:lnTo>
                    <a:pt x="4952" y="6970"/>
                  </a:lnTo>
                  <a:lnTo>
                    <a:pt x="5026" y="6897"/>
                  </a:lnTo>
                  <a:lnTo>
                    <a:pt x="5209" y="6750"/>
                  </a:lnTo>
                  <a:lnTo>
                    <a:pt x="5282" y="6640"/>
                  </a:lnTo>
                  <a:lnTo>
                    <a:pt x="5319" y="6493"/>
                  </a:lnTo>
                  <a:lnTo>
                    <a:pt x="5356" y="6346"/>
                  </a:lnTo>
                  <a:lnTo>
                    <a:pt x="5356" y="6236"/>
                  </a:lnTo>
                  <a:lnTo>
                    <a:pt x="5282" y="6126"/>
                  </a:lnTo>
                  <a:lnTo>
                    <a:pt x="5209" y="6053"/>
                  </a:lnTo>
                  <a:lnTo>
                    <a:pt x="5136" y="5979"/>
                  </a:lnTo>
                  <a:close/>
                  <a:moveTo>
                    <a:pt x="4219" y="4916"/>
                  </a:moveTo>
                  <a:lnTo>
                    <a:pt x="4219" y="5062"/>
                  </a:lnTo>
                  <a:lnTo>
                    <a:pt x="4255" y="5136"/>
                  </a:lnTo>
                  <a:lnTo>
                    <a:pt x="4292" y="5173"/>
                  </a:lnTo>
                  <a:lnTo>
                    <a:pt x="4439" y="5209"/>
                  </a:lnTo>
                  <a:lnTo>
                    <a:pt x="4549" y="5173"/>
                  </a:lnTo>
                  <a:lnTo>
                    <a:pt x="4585" y="5136"/>
                  </a:lnTo>
                  <a:lnTo>
                    <a:pt x="4622" y="5062"/>
                  </a:lnTo>
                  <a:lnTo>
                    <a:pt x="4659" y="5026"/>
                  </a:lnTo>
                  <a:lnTo>
                    <a:pt x="4989" y="5136"/>
                  </a:lnTo>
                  <a:lnTo>
                    <a:pt x="5319" y="5209"/>
                  </a:lnTo>
                  <a:lnTo>
                    <a:pt x="5392" y="5319"/>
                  </a:lnTo>
                  <a:lnTo>
                    <a:pt x="5466" y="5429"/>
                  </a:lnTo>
                  <a:lnTo>
                    <a:pt x="5686" y="5613"/>
                  </a:lnTo>
                  <a:lnTo>
                    <a:pt x="5869" y="5833"/>
                  </a:lnTo>
                  <a:lnTo>
                    <a:pt x="5979" y="6053"/>
                  </a:lnTo>
                  <a:lnTo>
                    <a:pt x="6016" y="6273"/>
                  </a:lnTo>
                  <a:lnTo>
                    <a:pt x="5979" y="6530"/>
                  </a:lnTo>
                  <a:lnTo>
                    <a:pt x="5943" y="6676"/>
                  </a:lnTo>
                  <a:lnTo>
                    <a:pt x="5869" y="6823"/>
                  </a:lnTo>
                  <a:lnTo>
                    <a:pt x="5686" y="7080"/>
                  </a:lnTo>
                  <a:lnTo>
                    <a:pt x="5466" y="7227"/>
                  </a:lnTo>
                  <a:lnTo>
                    <a:pt x="5209" y="7373"/>
                  </a:lnTo>
                  <a:lnTo>
                    <a:pt x="4916" y="7447"/>
                  </a:lnTo>
                  <a:lnTo>
                    <a:pt x="4622" y="7483"/>
                  </a:lnTo>
                  <a:lnTo>
                    <a:pt x="4329" y="7520"/>
                  </a:lnTo>
                  <a:lnTo>
                    <a:pt x="4035" y="7483"/>
                  </a:lnTo>
                  <a:lnTo>
                    <a:pt x="3778" y="7447"/>
                  </a:lnTo>
                  <a:lnTo>
                    <a:pt x="3485" y="7337"/>
                  </a:lnTo>
                  <a:lnTo>
                    <a:pt x="3338" y="7227"/>
                  </a:lnTo>
                  <a:lnTo>
                    <a:pt x="3228" y="7080"/>
                  </a:lnTo>
                  <a:lnTo>
                    <a:pt x="3155" y="6897"/>
                  </a:lnTo>
                  <a:lnTo>
                    <a:pt x="3118" y="6713"/>
                  </a:lnTo>
                  <a:lnTo>
                    <a:pt x="3082" y="6383"/>
                  </a:lnTo>
                  <a:lnTo>
                    <a:pt x="3155" y="6090"/>
                  </a:lnTo>
                  <a:lnTo>
                    <a:pt x="3228" y="5796"/>
                  </a:lnTo>
                  <a:lnTo>
                    <a:pt x="3375" y="5539"/>
                  </a:lnTo>
                  <a:lnTo>
                    <a:pt x="3558" y="5319"/>
                  </a:lnTo>
                  <a:lnTo>
                    <a:pt x="3742" y="5173"/>
                  </a:lnTo>
                  <a:lnTo>
                    <a:pt x="3962" y="5026"/>
                  </a:lnTo>
                  <a:lnTo>
                    <a:pt x="4219" y="4916"/>
                  </a:lnTo>
                  <a:close/>
                  <a:moveTo>
                    <a:pt x="11628" y="7190"/>
                  </a:moveTo>
                  <a:lnTo>
                    <a:pt x="11958" y="7263"/>
                  </a:lnTo>
                  <a:lnTo>
                    <a:pt x="12252" y="7263"/>
                  </a:lnTo>
                  <a:lnTo>
                    <a:pt x="12362" y="7227"/>
                  </a:lnTo>
                  <a:lnTo>
                    <a:pt x="12435" y="7447"/>
                  </a:lnTo>
                  <a:lnTo>
                    <a:pt x="12509" y="7704"/>
                  </a:lnTo>
                  <a:lnTo>
                    <a:pt x="12509" y="7814"/>
                  </a:lnTo>
                  <a:lnTo>
                    <a:pt x="12472" y="7814"/>
                  </a:lnTo>
                  <a:lnTo>
                    <a:pt x="12399" y="7850"/>
                  </a:lnTo>
                  <a:lnTo>
                    <a:pt x="12399" y="7887"/>
                  </a:lnTo>
                  <a:lnTo>
                    <a:pt x="12252" y="7814"/>
                  </a:lnTo>
                  <a:lnTo>
                    <a:pt x="11738" y="7557"/>
                  </a:lnTo>
                  <a:lnTo>
                    <a:pt x="11702" y="7483"/>
                  </a:lnTo>
                  <a:lnTo>
                    <a:pt x="11628" y="7373"/>
                  </a:lnTo>
                  <a:lnTo>
                    <a:pt x="11628" y="7190"/>
                  </a:lnTo>
                  <a:close/>
                  <a:moveTo>
                    <a:pt x="4329" y="4402"/>
                  </a:moveTo>
                  <a:lnTo>
                    <a:pt x="4255" y="4476"/>
                  </a:lnTo>
                  <a:lnTo>
                    <a:pt x="4035" y="4512"/>
                  </a:lnTo>
                  <a:lnTo>
                    <a:pt x="3815" y="4622"/>
                  </a:lnTo>
                  <a:lnTo>
                    <a:pt x="3632" y="4732"/>
                  </a:lnTo>
                  <a:lnTo>
                    <a:pt x="3448" y="4842"/>
                  </a:lnTo>
                  <a:lnTo>
                    <a:pt x="3265" y="4989"/>
                  </a:lnTo>
                  <a:lnTo>
                    <a:pt x="3082" y="5173"/>
                  </a:lnTo>
                  <a:lnTo>
                    <a:pt x="2971" y="5356"/>
                  </a:lnTo>
                  <a:lnTo>
                    <a:pt x="2825" y="5576"/>
                  </a:lnTo>
                  <a:lnTo>
                    <a:pt x="2715" y="5906"/>
                  </a:lnTo>
                  <a:lnTo>
                    <a:pt x="2641" y="6236"/>
                  </a:lnTo>
                  <a:lnTo>
                    <a:pt x="2641" y="6603"/>
                  </a:lnTo>
                  <a:lnTo>
                    <a:pt x="2678" y="6933"/>
                  </a:lnTo>
                  <a:lnTo>
                    <a:pt x="2825" y="7263"/>
                  </a:lnTo>
                  <a:lnTo>
                    <a:pt x="3008" y="7520"/>
                  </a:lnTo>
                  <a:lnTo>
                    <a:pt x="3118" y="7667"/>
                  </a:lnTo>
                  <a:lnTo>
                    <a:pt x="3265" y="7740"/>
                  </a:lnTo>
                  <a:lnTo>
                    <a:pt x="3412" y="7850"/>
                  </a:lnTo>
                  <a:lnTo>
                    <a:pt x="3595" y="7887"/>
                  </a:lnTo>
                  <a:lnTo>
                    <a:pt x="3962" y="7997"/>
                  </a:lnTo>
                  <a:lnTo>
                    <a:pt x="4292" y="8034"/>
                  </a:lnTo>
                  <a:lnTo>
                    <a:pt x="4659" y="7997"/>
                  </a:lnTo>
                  <a:lnTo>
                    <a:pt x="5026" y="7960"/>
                  </a:lnTo>
                  <a:lnTo>
                    <a:pt x="5356" y="7850"/>
                  </a:lnTo>
                  <a:lnTo>
                    <a:pt x="5686" y="7704"/>
                  </a:lnTo>
                  <a:lnTo>
                    <a:pt x="5979" y="7483"/>
                  </a:lnTo>
                  <a:lnTo>
                    <a:pt x="6236" y="7227"/>
                  </a:lnTo>
                  <a:lnTo>
                    <a:pt x="6383" y="6933"/>
                  </a:lnTo>
                  <a:lnTo>
                    <a:pt x="6456" y="6640"/>
                  </a:lnTo>
                  <a:lnTo>
                    <a:pt x="6530" y="6346"/>
                  </a:lnTo>
                  <a:lnTo>
                    <a:pt x="6493" y="6016"/>
                  </a:lnTo>
                  <a:lnTo>
                    <a:pt x="6420" y="5759"/>
                  </a:lnTo>
                  <a:lnTo>
                    <a:pt x="6273" y="5503"/>
                  </a:lnTo>
                  <a:lnTo>
                    <a:pt x="6163" y="5393"/>
                  </a:lnTo>
                  <a:lnTo>
                    <a:pt x="5979" y="5246"/>
                  </a:lnTo>
                  <a:lnTo>
                    <a:pt x="5833" y="5099"/>
                  </a:lnTo>
                  <a:lnTo>
                    <a:pt x="5796" y="5026"/>
                  </a:lnTo>
                  <a:lnTo>
                    <a:pt x="5796" y="4952"/>
                  </a:lnTo>
                  <a:lnTo>
                    <a:pt x="5759" y="4879"/>
                  </a:lnTo>
                  <a:lnTo>
                    <a:pt x="5723" y="4806"/>
                  </a:lnTo>
                  <a:lnTo>
                    <a:pt x="5649" y="4732"/>
                  </a:lnTo>
                  <a:lnTo>
                    <a:pt x="5539" y="4696"/>
                  </a:lnTo>
                  <a:lnTo>
                    <a:pt x="5209" y="4659"/>
                  </a:lnTo>
                  <a:lnTo>
                    <a:pt x="5136" y="4586"/>
                  </a:lnTo>
                  <a:lnTo>
                    <a:pt x="5136" y="4512"/>
                  </a:lnTo>
                  <a:lnTo>
                    <a:pt x="5062" y="4439"/>
                  </a:lnTo>
                  <a:lnTo>
                    <a:pt x="4585" y="4439"/>
                  </a:lnTo>
                  <a:lnTo>
                    <a:pt x="4475" y="4402"/>
                  </a:lnTo>
                  <a:close/>
                  <a:moveTo>
                    <a:pt x="1761" y="7447"/>
                  </a:moveTo>
                  <a:lnTo>
                    <a:pt x="1908" y="7483"/>
                  </a:lnTo>
                  <a:lnTo>
                    <a:pt x="2054" y="7520"/>
                  </a:lnTo>
                  <a:lnTo>
                    <a:pt x="2164" y="7630"/>
                  </a:lnTo>
                  <a:lnTo>
                    <a:pt x="2275" y="7740"/>
                  </a:lnTo>
                  <a:lnTo>
                    <a:pt x="2348" y="7887"/>
                  </a:lnTo>
                  <a:lnTo>
                    <a:pt x="2348" y="8070"/>
                  </a:lnTo>
                  <a:lnTo>
                    <a:pt x="2348" y="8107"/>
                  </a:lnTo>
                  <a:lnTo>
                    <a:pt x="2311" y="8144"/>
                  </a:lnTo>
                  <a:lnTo>
                    <a:pt x="2238" y="8144"/>
                  </a:lnTo>
                  <a:lnTo>
                    <a:pt x="2128" y="8070"/>
                  </a:lnTo>
                  <a:lnTo>
                    <a:pt x="2018" y="7960"/>
                  </a:lnTo>
                  <a:lnTo>
                    <a:pt x="1908" y="7814"/>
                  </a:lnTo>
                  <a:lnTo>
                    <a:pt x="1724" y="7520"/>
                  </a:lnTo>
                  <a:lnTo>
                    <a:pt x="1651" y="7447"/>
                  </a:lnTo>
                  <a:close/>
                  <a:moveTo>
                    <a:pt x="14233" y="7630"/>
                  </a:moveTo>
                  <a:lnTo>
                    <a:pt x="14159" y="7667"/>
                  </a:lnTo>
                  <a:lnTo>
                    <a:pt x="14123" y="7740"/>
                  </a:lnTo>
                  <a:lnTo>
                    <a:pt x="14013" y="7960"/>
                  </a:lnTo>
                  <a:lnTo>
                    <a:pt x="14013" y="8070"/>
                  </a:lnTo>
                  <a:lnTo>
                    <a:pt x="14049" y="8180"/>
                  </a:lnTo>
                  <a:lnTo>
                    <a:pt x="14086" y="8254"/>
                  </a:lnTo>
                  <a:lnTo>
                    <a:pt x="14159" y="8290"/>
                  </a:lnTo>
                  <a:lnTo>
                    <a:pt x="14306" y="8290"/>
                  </a:lnTo>
                  <a:lnTo>
                    <a:pt x="14416" y="8254"/>
                  </a:lnTo>
                  <a:lnTo>
                    <a:pt x="14453" y="8180"/>
                  </a:lnTo>
                  <a:lnTo>
                    <a:pt x="14490" y="8107"/>
                  </a:lnTo>
                  <a:lnTo>
                    <a:pt x="14490" y="7997"/>
                  </a:lnTo>
                  <a:lnTo>
                    <a:pt x="14490" y="7924"/>
                  </a:lnTo>
                  <a:lnTo>
                    <a:pt x="14490" y="7777"/>
                  </a:lnTo>
                  <a:lnTo>
                    <a:pt x="14453" y="7704"/>
                  </a:lnTo>
                  <a:lnTo>
                    <a:pt x="14416" y="7667"/>
                  </a:lnTo>
                  <a:lnTo>
                    <a:pt x="14306" y="7630"/>
                  </a:lnTo>
                  <a:close/>
                  <a:moveTo>
                    <a:pt x="7410" y="6236"/>
                  </a:moveTo>
                  <a:lnTo>
                    <a:pt x="7300" y="6310"/>
                  </a:lnTo>
                  <a:lnTo>
                    <a:pt x="7227" y="6346"/>
                  </a:lnTo>
                  <a:lnTo>
                    <a:pt x="7190" y="6420"/>
                  </a:lnTo>
                  <a:lnTo>
                    <a:pt x="7153" y="6566"/>
                  </a:lnTo>
                  <a:lnTo>
                    <a:pt x="7153" y="6750"/>
                  </a:lnTo>
                  <a:lnTo>
                    <a:pt x="7190" y="6933"/>
                  </a:lnTo>
                  <a:lnTo>
                    <a:pt x="7227" y="7007"/>
                  </a:lnTo>
                  <a:lnTo>
                    <a:pt x="7300" y="7080"/>
                  </a:lnTo>
                  <a:lnTo>
                    <a:pt x="7667" y="7153"/>
                  </a:lnTo>
                  <a:lnTo>
                    <a:pt x="7410" y="7373"/>
                  </a:lnTo>
                  <a:lnTo>
                    <a:pt x="7263" y="7520"/>
                  </a:lnTo>
                  <a:lnTo>
                    <a:pt x="7190" y="7593"/>
                  </a:lnTo>
                  <a:lnTo>
                    <a:pt x="7153" y="7704"/>
                  </a:lnTo>
                  <a:lnTo>
                    <a:pt x="7153" y="7887"/>
                  </a:lnTo>
                  <a:lnTo>
                    <a:pt x="7227" y="8070"/>
                  </a:lnTo>
                  <a:lnTo>
                    <a:pt x="7337" y="8180"/>
                  </a:lnTo>
                  <a:lnTo>
                    <a:pt x="7483" y="8290"/>
                  </a:lnTo>
                  <a:lnTo>
                    <a:pt x="7520" y="8400"/>
                  </a:lnTo>
                  <a:lnTo>
                    <a:pt x="7557" y="8474"/>
                  </a:lnTo>
                  <a:lnTo>
                    <a:pt x="7593" y="8511"/>
                  </a:lnTo>
                  <a:lnTo>
                    <a:pt x="7740" y="8511"/>
                  </a:lnTo>
                  <a:lnTo>
                    <a:pt x="7813" y="8437"/>
                  </a:lnTo>
                  <a:lnTo>
                    <a:pt x="7850" y="8364"/>
                  </a:lnTo>
                  <a:lnTo>
                    <a:pt x="7923" y="8217"/>
                  </a:lnTo>
                  <a:lnTo>
                    <a:pt x="7923" y="8144"/>
                  </a:lnTo>
                  <a:lnTo>
                    <a:pt x="7887" y="8070"/>
                  </a:lnTo>
                  <a:lnTo>
                    <a:pt x="7850" y="7997"/>
                  </a:lnTo>
                  <a:lnTo>
                    <a:pt x="7777" y="7960"/>
                  </a:lnTo>
                  <a:lnTo>
                    <a:pt x="7667" y="7924"/>
                  </a:lnTo>
                  <a:lnTo>
                    <a:pt x="7630" y="7887"/>
                  </a:lnTo>
                  <a:lnTo>
                    <a:pt x="7630" y="7814"/>
                  </a:lnTo>
                  <a:lnTo>
                    <a:pt x="7630" y="7777"/>
                  </a:lnTo>
                  <a:lnTo>
                    <a:pt x="7703" y="7667"/>
                  </a:lnTo>
                  <a:lnTo>
                    <a:pt x="7850" y="7593"/>
                  </a:lnTo>
                  <a:lnTo>
                    <a:pt x="7997" y="7410"/>
                  </a:lnTo>
                  <a:lnTo>
                    <a:pt x="8107" y="7190"/>
                  </a:lnTo>
                  <a:lnTo>
                    <a:pt x="8107" y="7080"/>
                  </a:lnTo>
                  <a:lnTo>
                    <a:pt x="8070" y="6970"/>
                  </a:lnTo>
                  <a:lnTo>
                    <a:pt x="8034" y="6897"/>
                  </a:lnTo>
                  <a:lnTo>
                    <a:pt x="7960" y="6823"/>
                  </a:lnTo>
                  <a:lnTo>
                    <a:pt x="7740" y="6750"/>
                  </a:lnTo>
                  <a:lnTo>
                    <a:pt x="7520" y="6713"/>
                  </a:lnTo>
                  <a:lnTo>
                    <a:pt x="7557" y="6566"/>
                  </a:lnTo>
                  <a:lnTo>
                    <a:pt x="7593" y="6493"/>
                  </a:lnTo>
                  <a:lnTo>
                    <a:pt x="7667" y="6456"/>
                  </a:lnTo>
                  <a:lnTo>
                    <a:pt x="7703" y="6383"/>
                  </a:lnTo>
                  <a:lnTo>
                    <a:pt x="7667" y="6310"/>
                  </a:lnTo>
                  <a:lnTo>
                    <a:pt x="7593" y="6236"/>
                  </a:lnTo>
                  <a:close/>
                  <a:moveTo>
                    <a:pt x="1651" y="6897"/>
                  </a:moveTo>
                  <a:lnTo>
                    <a:pt x="1578" y="6933"/>
                  </a:lnTo>
                  <a:lnTo>
                    <a:pt x="1541" y="7007"/>
                  </a:lnTo>
                  <a:lnTo>
                    <a:pt x="1504" y="7080"/>
                  </a:lnTo>
                  <a:lnTo>
                    <a:pt x="1504" y="7227"/>
                  </a:lnTo>
                  <a:lnTo>
                    <a:pt x="1541" y="7300"/>
                  </a:lnTo>
                  <a:lnTo>
                    <a:pt x="1578" y="7373"/>
                  </a:lnTo>
                  <a:lnTo>
                    <a:pt x="1541" y="7410"/>
                  </a:lnTo>
                  <a:lnTo>
                    <a:pt x="1504" y="7410"/>
                  </a:lnTo>
                  <a:lnTo>
                    <a:pt x="1468" y="7483"/>
                  </a:lnTo>
                  <a:lnTo>
                    <a:pt x="1431" y="7557"/>
                  </a:lnTo>
                  <a:lnTo>
                    <a:pt x="1468" y="7814"/>
                  </a:lnTo>
                  <a:lnTo>
                    <a:pt x="1578" y="8034"/>
                  </a:lnTo>
                  <a:lnTo>
                    <a:pt x="1724" y="8254"/>
                  </a:lnTo>
                  <a:lnTo>
                    <a:pt x="1908" y="8437"/>
                  </a:lnTo>
                  <a:lnTo>
                    <a:pt x="2128" y="8547"/>
                  </a:lnTo>
                  <a:lnTo>
                    <a:pt x="2238" y="8584"/>
                  </a:lnTo>
                  <a:lnTo>
                    <a:pt x="2348" y="8621"/>
                  </a:lnTo>
                  <a:lnTo>
                    <a:pt x="2458" y="8621"/>
                  </a:lnTo>
                  <a:lnTo>
                    <a:pt x="2568" y="8547"/>
                  </a:lnTo>
                  <a:lnTo>
                    <a:pt x="2641" y="8474"/>
                  </a:lnTo>
                  <a:lnTo>
                    <a:pt x="2715" y="8364"/>
                  </a:lnTo>
                  <a:lnTo>
                    <a:pt x="2788" y="8144"/>
                  </a:lnTo>
                  <a:lnTo>
                    <a:pt x="2788" y="7960"/>
                  </a:lnTo>
                  <a:lnTo>
                    <a:pt x="2751" y="7740"/>
                  </a:lnTo>
                  <a:lnTo>
                    <a:pt x="2678" y="7557"/>
                  </a:lnTo>
                  <a:lnTo>
                    <a:pt x="2531" y="7373"/>
                  </a:lnTo>
                  <a:lnTo>
                    <a:pt x="2385" y="7227"/>
                  </a:lnTo>
                  <a:lnTo>
                    <a:pt x="2201" y="7117"/>
                  </a:lnTo>
                  <a:lnTo>
                    <a:pt x="1981" y="7043"/>
                  </a:lnTo>
                  <a:lnTo>
                    <a:pt x="1908" y="6933"/>
                  </a:lnTo>
                  <a:lnTo>
                    <a:pt x="1834" y="6897"/>
                  </a:lnTo>
                  <a:close/>
                  <a:moveTo>
                    <a:pt x="14306" y="7227"/>
                  </a:moveTo>
                  <a:lnTo>
                    <a:pt x="14453" y="7263"/>
                  </a:lnTo>
                  <a:lnTo>
                    <a:pt x="14563" y="7300"/>
                  </a:lnTo>
                  <a:lnTo>
                    <a:pt x="14636" y="7410"/>
                  </a:lnTo>
                  <a:lnTo>
                    <a:pt x="14673" y="7520"/>
                  </a:lnTo>
                  <a:lnTo>
                    <a:pt x="14673" y="7667"/>
                  </a:lnTo>
                  <a:lnTo>
                    <a:pt x="14673" y="7814"/>
                  </a:lnTo>
                  <a:lnTo>
                    <a:pt x="14600" y="8070"/>
                  </a:lnTo>
                  <a:lnTo>
                    <a:pt x="14490" y="8290"/>
                  </a:lnTo>
                  <a:lnTo>
                    <a:pt x="14343" y="8511"/>
                  </a:lnTo>
                  <a:lnTo>
                    <a:pt x="14269" y="8584"/>
                  </a:lnTo>
                  <a:lnTo>
                    <a:pt x="14196" y="8621"/>
                  </a:lnTo>
                  <a:lnTo>
                    <a:pt x="14123" y="8621"/>
                  </a:lnTo>
                  <a:lnTo>
                    <a:pt x="14049" y="8584"/>
                  </a:lnTo>
                  <a:lnTo>
                    <a:pt x="14013" y="8547"/>
                  </a:lnTo>
                  <a:lnTo>
                    <a:pt x="13976" y="8474"/>
                  </a:lnTo>
                  <a:lnTo>
                    <a:pt x="13903" y="8290"/>
                  </a:lnTo>
                  <a:lnTo>
                    <a:pt x="13939" y="8034"/>
                  </a:lnTo>
                  <a:lnTo>
                    <a:pt x="13976" y="7777"/>
                  </a:lnTo>
                  <a:lnTo>
                    <a:pt x="14086" y="7263"/>
                  </a:lnTo>
                  <a:lnTo>
                    <a:pt x="14306" y="7227"/>
                  </a:lnTo>
                  <a:close/>
                  <a:moveTo>
                    <a:pt x="14233" y="6750"/>
                  </a:moveTo>
                  <a:lnTo>
                    <a:pt x="14123" y="6786"/>
                  </a:lnTo>
                  <a:lnTo>
                    <a:pt x="13866" y="6786"/>
                  </a:lnTo>
                  <a:lnTo>
                    <a:pt x="13829" y="6823"/>
                  </a:lnTo>
                  <a:lnTo>
                    <a:pt x="13756" y="6933"/>
                  </a:lnTo>
                  <a:lnTo>
                    <a:pt x="13609" y="7373"/>
                  </a:lnTo>
                  <a:lnTo>
                    <a:pt x="13499" y="7850"/>
                  </a:lnTo>
                  <a:lnTo>
                    <a:pt x="13462" y="8107"/>
                  </a:lnTo>
                  <a:lnTo>
                    <a:pt x="13462" y="8327"/>
                  </a:lnTo>
                  <a:lnTo>
                    <a:pt x="13499" y="8584"/>
                  </a:lnTo>
                  <a:lnTo>
                    <a:pt x="13572" y="8804"/>
                  </a:lnTo>
                  <a:lnTo>
                    <a:pt x="13683" y="8914"/>
                  </a:lnTo>
                  <a:lnTo>
                    <a:pt x="13829" y="9024"/>
                  </a:lnTo>
                  <a:lnTo>
                    <a:pt x="13976" y="9097"/>
                  </a:lnTo>
                  <a:lnTo>
                    <a:pt x="14123" y="9134"/>
                  </a:lnTo>
                  <a:lnTo>
                    <a:pt x="14343" y="9097"/>
                  </a:lnTo>
                  <a:lnTo>
                    <a:pt x="14490" y="9024"/>
                  </a:lnTo>
                  <a:lnTo>
                    <a:pt x="14600" y="8877"/>
                  </a:lnTo>
                  <a:lnTo>
                    <a:pt x="14746" y="8731"/>
                  </a:lnTo>
                  <a:lnTo>
                    <a:pt x="14966" y="8400"/>
                  </a:lnTo>
                  <a:lnTo>
                    <a:pt x="15076" y="8180"/>
                  </a:lnTo>
                  <a:lnTo>
                    <a:pt x="15113" y="7997"/>
                  </a:lnTo>
                  <a:lnTo>
                    <a:pt x="15150" y="7814"/>
                  </a:lnTo>
                  <a:lnTo>
                    <a:pt x="15150" y="7593"/>
                  </a:lnTo>
                  <a:lnTo>
                    <a:pt x="15113" y="7410"/>
                  </a:lnTo>
                  <a:lnTo>
                    <a:pt x="15040" y="7190"/>
                  </a:lnTo>
                  <a:lnTo>
                    <a:pt x="15003" y="7080"/>
                  </a:lnTo>
                  <a:lnTo>
                    <a:pt x="14893" y="7007"/>
                  </a:lnTo>
                  <a:lnTo>
                    <a:pt x="14673" y="6823"/>
                  </a:lnTo>
                  <a:lnTo>
                    <a:pt x="14526" y="6786"/>
                  </a:lnTo>
                  <a:lnTo>
                    <a:pt x="14379" y="6750"/>
                  </a:lnTo>
                  <a:close/>
                  <a:moveTo>
                    <a:pt x="6273" y="7887"/>
                  </a:moveTo>
                  <a:lnTo>
                    <a:pt x="6199" y="7924"/>
                  </a:lnTo>
                  <a:lnTo>
                    <a:pt x="6126" y="7997"/>
                  </a:lnTo>
                  <a:lnTo>
                    <a:pt x="5979" y="8107"/>
                  </a:lnTo>
                  <a:lnTo>
                    <a:pt x="5869" y="8290"/>
                  </a:lnTo>
                  <a:lnTo>
                    <a:pt x="5796" y="8474"/>
                  </a:lnTo>
                  <a:lnTo>
                    <a:pt x="5796" y="8584"/>
                  </a:lnTo>
                  <a:lnTo>
                    <a:pt x="5833" y="8657"/>
                  </a:lnTo>
                  <a:lnTo>
                    <a:pt x="5906" y="8694"/>
                  </a:lnTo>
                  <a:lnTo>
                    <a:pt x="6236" y="8694"/>
                  </a:lnTo>
                  <a:lnTo>
                    <a:pt x="6420" y="8767"/>
                  </a:lnTo>
                  <a:lnTo>
                    <a:pt x="6199" y="9024"/>
                  </a:lnTo>
                  <a:lnTo>
                    <a:pt x="6199" y="9061"/>
                  </a:lnTo>
                  <a:lnTo>
                    <a:pt x="6199" y="9134"/>
                  </a:lnTo>
                  <a:lnTo>
                    <a:pt x="6236" y="9244"/>
                  </a:lnTo>
                  <a:lnTo>
                    <a:pt x="6346" y="9354"/>
                  </a:lnTo>
                  <a:lnTo>
                    <a:pt x="6456" y="9391"/>
                  </a:lnTo>
                  <a:lnTo>
                    <a:pt x="6713" y="9391"/>
                  </a:lnTo>
                  <a:lnTo>
                    <a:pt x="6786" y="9318"/>
                  </a:lnTo>
                  <a:lnTo>
                    <a:pt x="6860" y="9207"/>
                  </a:lnTo>
                  <a:lnTo>
                    <a:pt x="6823" y="9097"/>
                  </a:lnTo>
                  <a:lnTo>
                    <a:pt x="6750" y="9024"/>
                  </a:lnTo>
                  <a:lnTo>
                    <a:pt x="6860" y="8951"/>
                  </a:lnTo>
                  <a:lnTo>
                    <a:pt x="6933" y="8877"/>
                  </a:lnTo>
                  <a:lnTo>
                    <a:pt x="6933" y="8804"/>
                  </a:lnTo>
                  <a:lnTo>
                    <a:pt x="6933" y="8731"/>
                  </a:lnTo>
                  <a:lnTo>
                    <a:pt x="6896" y="8621"/>
                  </a:lnTo>
                  <a:lnTo>
                    <a:pt x="6750" y="8511"/>
                  </a:lnTo>
                  <a:lnTo>
                    <a:pt x="6603" y="8437"/>
                  </a:lnTo>
                  <a:lnTo>
                    <a:pt x="6456" y="8364"/>
                  </a:lnTo>
                  <a:lnTo>
                    <a:pt x="6273" y="8327"/>
                  </a:lnTo>
                  <a:lnTo>
                    <a:pt x="6346" y="8180"/>
                  </a:lnTo>
                  <a:lnTo>
                    <a:pt x="6420" y="8034"/>
                  </a:lnTo>
                  <a:lnTo>
                    <a:pt x="6420" y="7960"/>
                  </a:lnTo>
                  <a:lnTo>
                    <a:pt x="6383" y="7924"/>
                  </a:lnTo>
                  <a:lnTo>
                    <a:pt x="6346" y="7924"/>
                  </a:lnTo>
                  <a:lnTo>
                    <a:pt x="6273" y="7887"/>
                  </a:lnTo>
                  <a:close/>
                  <a:moveTo>
                    <a:pt x="7630" y="551"/>
                  </a:moveTo>
                  <a:lnTo>
                    <a:pt x="7777" y="587"/>
                  </a:lnTo>
                  <a:lnTo>
                    <a:pt x="7923" y="661"/>
                  </a:lnTo>
                  <a:lnTo>
                    <a:pt x="8437" y="1101"/>
                  </a:lnTo>
                  <a:lnTo>
                    <a:pt x="8657" y="1321"/>
                  </a:lnTo>
                  <a:lnTo>
                    <a:pt x="8877" y="1578"/>
                  </a:lnTo>
                  <a:lnTo>
                    <a:pt x="9061" y="1834"/>
                  </a:lnTo>
                  <a:lnTo>
                    <a:pt x="9207" y="2128"/>
                  </a:lnTo>
                  <a:lnTo>
                    <a:pt x="9281" y="2421"/>
                  </a:lnTo>
                  <a:lnTo>
                    <a:pt x="9317" y="2752"/>
                  </a:lnTo>
                  <a:lnTo>
                    <a:pt x="9281" y="3082"/>
                  </a:lnTo>
                  <a:lnTo>
                    <a:pt x="9244" y="3375"/>
                  </a:lnTo>
                  <a:lnTo>
                    <a:pt x="9024" y="3962"/>
                  </a:lnTo>
                  <a:lnTo>
                    <a:pt x="8804" y="4512"/>
                  </a:lnTo>
                  <a:lnTo>
                    <a:pt x="8584" y="5099"/>
                  </a:lnTo>
                  <a:lnTo>
                    <a:pt x="8547" y="5356"/>
                  </a:lnTo>
                  <a:lnTo>
                    <a:pt x="8510" y="5613"/>
                  </a:lnTo>
                  <a:lnTo>
                    <a:pt x="8510" y="5869"/>
                  </a:lnTo>
                  <a:lnTo>
                    <a:pt x="8547" y="6163"/>
                  </a:lnTo>
                  <a:lnTo>
                    <a:pt x="8584" y="6310"/>
                  </a:lnTo>
                  <a:lnTo>
                    <a:pt x="8657" y="6493"/>
                  </a:lnTo>
                  <a:lnTo>
                    <a:pt x="8804" y="6823"/>
                  </a:lnTo>
                  <a:lnTo>
                    <a:pt x="8987" y="7117"/>
                  </a:lnTo>
                  <a:lnTo>
                    <a:pt x="9134" y="7447"/>
                  </a:lnTo>
                  <a:lnTo>
                    <a:pt x="9207" y="7777"/>
                  </a:lnTo>
                  <a:lnTo>
                    <a:pt x="9244" y="8144"/>
                  </a:lnTo>
                  <a:lnTo>
                    <a:pt x="9207" y="8474"/>
                  </a:lnTo>
                  <a:lnTo>
                    <a:pt x="9097" y="8804"/>
                  </a:lnTo>
                  <a:lnTo>
                    <a:pt x="8951" y="9134"/>
                  </a:lnTo>
                  <a:lnTo>
                    <a:pt x="8767" y="9428"/>
                  </a:lnTo>
                  <a:lnTo>
                    <a:pt x="8510" y="9684"/>
                  </a:lnTo>
                  <a:lnTo>
                    <a:pt x="8254" y="9904"/>
                  </a:lnTo>
                  <a:lnTo>
                    <a:pt x="7960" y="10051"/>
                  </a:lnTo>
                  <a:lnTo>
                    <a:pt x="7667" y="10198"/>
                  </a:lnTo>
                  <a:lnTo>
                    <a:pt x="7373" y="10308"/>
                  </a:lnTo>
                  <a:lnTo>
                    <a:pt x="7043" y="10345"/>
                  </a:lnTo>
                  <a:lnTo>
                    <a:pt x="6676" y="10418"/>
                  </a:lnTo>
                  <a:lnTo>
                    <a:pt x="6493" y="10381"/>
                  </a:lnTo>
                  <a:lnTo>
                    <a:pt x="6309" y="10345"/>
                  </a:lnTo>
                  <a:lnTo>
                    <a:pt x="6163" y="10235"/>
                  </a:lnTo>
                  <a:lnTo>
                    <a:pt x="6016" y="10088"/>
                  </a:lnTo>
                  <a:lnTo>
                    <a:pt x="5906" y="9941"/>
                  </a:lnTo>
                  <a:lnTo>
                    <a:pt x="5759" y="9831"/>
                  </a:lnTo>
                  <a:lnTo>
                    <a:pt x="5649" y="9758"/>
                  </a:lnTo>
                  <a:lnTo>
                    <a:pt x="5502" y="9684"/>
                  </a:lnTo>
                  <a:lnTo>
                    <a:pt x="5209" y="9611"/>
                  </a:lnTo>
                  <a:lnTo>
                    <a:pt x="4916" y="9611"/>
                  </a:lnTo>
                  <a:lnTo>
                    <a:pt x="4622" y="9684"/>
                  </a:lnTo>
                  <a:lnTo>
                    <a:pt x="3999" y="9868"/>
                  </a:lnTo>
                  <a:lnTo>
                    <a:pt x="3705" y="9978"/>
                  </a:lnTo>
                  <a:lnTo>
                    <a:pt x="3412" y="10051"/>
                  </a:lnTo>
                  <a:lnTo>
                    <a:pt x="3118" y="10088"/>
                  </a:lnTo>
                  <a:lnTo>
                    <a:pt x="2825" y="10051"/>
                  </a:lnTo>
                  <a:lnTo>
                    <a:pt x="2495" y="10014"/>
                  </a:lnTo>
                  <a:lnTo>
                    <a:pt x="2201" y="9904"/>
                  </a:lnTo>
                  <a:lnTo>
                    <a:pt x="1944" y="9794"/>
                  </a:lnTo>
                  <a:lnTo>
                    <a:pt x="1651" y="9648"/>
                  </a:lnTo>
                  <a:lnTo>
                    <a:pt x="1394" y="9464"/>
                  </a:lnTo>
                  <a:lnTo>
                    <a:pt x="1174" y="9281"/>
                  </a:lnTo>
                  <a:lnTo>
                    <a:pt x="954" y="8987"/>
                  </a:lnTo>
                  <a:lnTo>
                    <a:pt x="771" y="8694"/>
                  </a:lnTo>
                  <a:lnTo>
                    <a:pt x="624" y="8364"/>
                  </a:lnTo>
                  <a:lnTo>
                    <a:pt x="550" y="8034"/>
                  </a:lnTo>
                  <a:lnTo>
                    <a:pt x="514" y="7667"/>
                  </a:lnTo>
                  <a:lnTo>
                    <a:pt x="514" y="7337"/>
                  </a:lnTo>
                  <a:lnTo>
                    <a:pt x="587" y="6970"/>
                  </a:lnTo>
                  <a:lnTo>
                    <a:pt x="661" y="6640"/>
                  </a:lnTo>
                  <a:lnTo>
                    <a:pt x="807" y="6310"/>
                  </a:lnTo>
                  <a:lnTo>
                    <a:pt x="991" y="6016"/>
                  </a:lnTo>
                  <a:lnTo>
                    <a:pt x="1211" y="5759"/>
                  </a:lnTo>
                  <a:lnTo>
                    <a:pt x="1468" y="5539"/>
                  </a:lnTo>
                  <a:lnTo>
                    <a:pt x="2018" y="5099"/>
                  </a:lnTo>
                  <a:lnTo>
                    <a:pt x="2568" y="4622"/>
                  </a:lnTo>
                  <a:lnTo>
                    <a:pt x="2788" y="4366"/>
                  </a:lnTo>
                  <a:lnTo>
                    <a:pt x="2971" y="4109"/>
                  </a:lnTo>
                  <a:lnTo>
                    <a:pt x="3082" y="3815"/>
                  </a:lnTo>
                  <a:lnTo>
                    <a:pt x="3192" y="3485"/>
                  </a:lnTo>
                  <a:lnTo>
                    <a:pt x="3265" y="3118"/>
                  </a:lnTo>
                  <a:lnTo>
                    <a:pt x="3302" y="2715"/>
                  </a:lnTo>
                  <a:lnTo>
                    <a:pt x="3375" y="2348"/>
                  </a:lnTo>
                  <a:lnTo>
                    <a:pt x="3448" y="2165"/>
                  </a:lnTo>
                  <a:lnTo>
                    <a:pt x="3558" y="1981"/>
                  </a:lnTo>
                  <a:lnTo>
                    <a:pt x="3705" y="1798"/>
                  </a:lnTo>
                  <a:lnTo>
                    <a:pt x="3852" y="1651"/>
                  </a:lnTo>
                  <a:lnTo>
                    <a:pt x="4072" y="1541"/>
                  </a:lnTo>
                  <a:lnTo>
                    <a:pt x="4292" y="1468"/>
                  </a:lnTo>
                  <a:lnTo>
                    <a:pt x="4512" y="1431"/>
                  </a:lnTo>
                  <a:lnTo>
                    <a:pt x="4769" y="1394"/>
                  </a:lnTo>
                  <a:lnTo>
                    <a:pt x="4989" y="1394"/>
                  </a:lnTo>
                  <a:lnTo>
                    <a:pt x="5209" y="1468"/>
                  </a:lnTo>
                  <a:lnTo>
                    <a:pt x="4952" y="1688"/>
                  </a:lnTo>
                  <a:lnTo>
                    <a:pt x="4916" y="1761"/>
                  </a:lnTo>
                  <a:lnTo>
                    <a:pt x="4879" y="1834"/>
                  </a:lnTo>
                  <a:lnTo>
                    <a:pt x="4916" y="1981"/>
                  </a:lnTo>
                  <a:lnTo>
                    <a:pt x="4989" y="2091"/>
                  </a:lnTo>
                  <a:lnTo>
                    <a:pt x="5062" y="2128"/>
                  </a:lnTo>
                  <a:lnTo>
                    <a:pt x="5136" y="2128"/>
                  </a:lnTo>
                  <a:lnTo>
                    <a:pt x="5319" y="2091"/>
                  </a:lnTo>
                  <a:lnTo>
                    <a:pt x="5429" y="2018"/>
                  </a:lnTo>
                  <a:lnTo>
                    <a:pt x="5539" y="1945"/>
                  </a:lnTo>
                  <a:lnTo>
                    <a:pt x="5613" y="1798"/>
                  </a:lnTo>
                  <a:lnTo>
                    <a:pt x="5759" y="1651"/>
                  </a:lnTo>
                  <a:lnTo>
                    <a:pt x="5833" y="1614"/>
                  </a:lnTo>
                  <a:lnTo>
                    <a:pt x="5869" y="1578"/>
                  </a:lnTo>
                  <a:lnTo>
                    <a:pt x="6420" y="1138"/>
                  </a:lnTo>
                  <a:lnTo>
                    <a:pt x="7006" y="771"/>
                  </a:lnTo>
                  <a:lnTo>
                    <a:pt x="7337" y="624"/>
                  </a:lnTo>
                  <a:lnTo>
                    <a:pt x="7483" y="551"/>
                  </a:lnTo>
                  <a:close/>
                  <a:moveTo>
                    <a:pt x="10821" y="9281"/>
                  </a:moveTo>
                  <a:lnTo>
                    <a:pt x="10968" y="9538"/>
                  </a:lnTo>
                  <a:lnTo>
                    <a:pt x="11115" y="9758"/>
                  </a:lnTo>
                  <a:lnTo>
                    <a:pt x="11335" y="9978"/>
                  </a:lnTo>
                  <a:lnTo>
                    <a:pt x="11592" y="10161"/>
                  </a:lnTo>
                  <a:lnTo>
                    <a:pt x="11408" y="10418"/>
                  </a:lnTo>
                  <a:lnTo>
                    <a:pt x="11188" y="10198"/>
                  </a:lnTo>
                  <a:lnTo>
                    <a:pt x="10968" y="9978"/>
                  </a:lnTo>
                  <a:lnTo>
                    <a:pt x="10711" y="9831"/>
                  </a:lnTo>
                  <a:lnTo>
                    <a:pt x="10455" y="9648"/>
                  </a:lnTo>
                  <a:lnTo>
                    <a:pt x="10601" y="9464"/>
                  </a:lnTo>
                  <a:lnTo>
                    <a:pt x="10821" y="9281"/>
                  </a:lnTo>
                  <a:close/>
                  <a:moveTo>
                    <a:pt x="13903" y="9941"/>
                  </a:moveTo>
                  <a:lnTo>
                    <a:pt x="13829" y="9978"/>
                  </a:lnTo>
                  <a:lnTo>
                    <a:pt x="13756" y="10014"/>
                  </a:lnTo>
                  <a:lnTo>
                    <a:pt x="13719" y="10014"/>
                  </a:lnTo>
                  <a:lnTo>
                    <a:pt x="13719" y="10051"/>
                  </a:lnTo>
                  <a:lnTo>
                    <a:pt x="13646" y="10161"/>
                  </a:lnTo>
                  <a:lnTo>
                    <a:pt x="13609" y="10271"/>
                  </a:lnTo>
                  <a:lnTo>
                    <a:pt x="13646" y="10418"/>
                  </a:lnTo>
                  <a:lnTo>
                    <a:pt x="13719" y="10565"/>
                  </a:lnTo>
                  <a:lnTo>
                    <a:pt x="13829" y="10638"/>
                  </a:lnTo>
                  <a:lnTo>
                    <a:pt x="13939" y="10675"/>
                  </a:lnTo>
                  <a:lnTo>
                    <a:pt x="14049" y="10638"/>
                  </a:lnTo>
                  <a:lnTo>
                    <a:pt x="14159" y="10601"/>
                  </a:lnTo>
                  <a:lnTo>
                    <a:pt x="14269" y="10491"/>
                  </a:lnTo>
                  <a:lnTo>
                    <a:pt x="14343" y="10418"/>
                  </a:lnTo>
                  <a:lnTo>
                    <a:pt x="14379" y="10308"/>
                  </a:lnTo>
                  <a:lnTo>
                    <a:pt x="14379" y="10271"/>
                  </a:lnTo>
                  <a:lnTo>
                    <a:pt x="14379" y="10198"/>
                  </a:lnTo>
                  <a:lnTo>
                    <a:pt x="14306" y="10124"/>
                  </a:lnTo>
                  <a:lnTo>
                    <a:pt x="14233" y="10051"/>
                  </a:lnTo>
                  <a:lnTo>
                    <a:pt x="14159" y="10014"/>
                  </a:lnTo>
                  <a:lnTo>
                    <a:pt x="14086" y="9978"/>
                  </a:lnTo>
                  <a:lnTo>
                    <a:pt x="13939" y="9941"/>
                  </a:lnTo>
                  <a:close/>
                  <a:moveTo>
                    <a:pt x="7593" y="0"/>
                  </a:moveTo>
                  <a:lnTo>
                    <a:pt x="7447" y="37"/>
                  </a:lnTo>
                  <a:lnTo>
                    <a:pt x="7190" y="110"/>
                  </a:lnTo>
                  <a:lnTo>
                    <a:pt x="6970" y="221"/>
                  </a:lnTo>
                  <a:lnTo>
                    <a:pt x="6566" y="441"/>
                  </a:lnTo>
                  <a:lnTo>
                    <a:pt x="6199" y="697"/>
                  </a:lnTo>
                  <a:lnTo>
                    <a:pt x="5502" y="1211"/>
                  </a:lnTo>
                  <a:lnTo>
                    <a:pt x="5209" y="1064"/>
                  </a:lnTo>
                  <a:lnTo>
                    <a:pt x="4916" y="991"/>
                  </a:lnTo>
                  <a:lnTo>
                    <a:pt x="4585" y="991"/>
                  </a:lnTo>
                  <a:lnTo>
                    <a:pt x="4255" y="1027"/>
                  </a:lnTo>
                  <a:lnTo>
                    <a:pt x="3999" y="1101"/>
                  </a:lnTo>
                  <a:lnTo>
                    <a:pt x="3778" y="1211"/>
                  </a:lnTo>
                  <a:lnTo>
                    <a:pt x="3595" y="1358"/>
                  </a:lnTo>
                  <a:lnTo>
                    <a:pt x="3412" y="1504"/>
                  </a:lnTo>
                  <a:lnTo>
                    <a:pt x="3228" y="1688"/>
                  </a:lnTo>
                  <a:lnTo>
                    <a:pt x="3118" y="1908"/>
                  </a:lnTo>
                  <a:lnTo>
                    <a:pt x="3008" y="2128"/>
                  </a:lnTo>
                  <a:lnTo>
                    <a:pt x="2935" y="2348"/>
                  </a:lnTo>
                  <a:lnTo>
                    <a:pt x="2861" y="2678"/>
                  </a:lnTo>
                  <a:lnTo>
                    <a:pt x="2788" y="3008"/>
                  </a:lnTo>
                  <a:lnTo>
                    <a:pt x="2751" y="3338"/>
                  </a:lnTo>
                  <a:lnTo>
                    <a:pt x="2641" y="3669"/>
                  </a:lnTo>
                  <a:lnTo>
                    <a:pt x="2605" y="3852"/>
                  </a:lnTo>
                  <a:lnTo>
                    <a:pt x="2495" y="3999"/>
                  </a:lnTo>
                  <a:lnTo>
                    <a:pt x="2275" y="4255"/>
                  </a:lnTo>
                  <a:lnTo>
                    <a:pt x="2018" y="4476"/>
                  </a:lnTo>
                  <a:lnTo>
                    <a:pt x="1761" y="4696"/>
                  </a:lnTo>
                  <a:lnTo>
                    <a:pt x="1284" y="5062"/>
                  </a:lnTo>
                  <a:lnTo>
                    <a:pt x="844" y="5466"/>
                  </a:lnTo>
                  <a:lnTo>
                    <a:pt x="661" y="5649"/>
                  </a:lnTo>
                  <a:lnTo>
                    <a:pt x="514" y="5906"/>
                  </a:lnTo>
                  <a:lnTo>
                    <a:pt x="367" y="6126"/>
                  </a:lnTo>
                  <a:lnTo>
                    <a:pt x="220" y="6420"/>
                  </a:lnTo>
                  <a:lnTo>
                    <a:pt x="110" y="6713"/>
                  </a:lnTo>
                  <a:lnTo>
                    <a:pt x="37" y="7007"/>
                  </a:lnTo>
                  <a:lnTo>
                    <a:pt x="0" y="7263"/>
                  </a:lnTo>
                  <a:lnTo>
                    <a:pt x="0" y="7557"/>
                  </a:lnTo>
                  <a:lnTo>
                    <a:pt x="37" y="7850"/>
                  </a:lnTo>
                  <a:lnTo>
                    <a:pt x="74" y="8144"/>
                  </a:lnTo>
                  <a:lnTo>
                    <a:pt x="147" y="8400"/>
                  </a:lnTo>
                  <a:lnTo>
                    <a:pt x="220" y="8657"/>
                  </a:lnTo>
                  <a:lnTo>
                    <a:pt x="367" y="8914"/>
                  </a:lnTo>
                  <a:lnTo>
                    <a:pt x="514" y="9171"/>
                  </a:lnTo>
                  <a:lnTo>
                    <a:pt x="661" y="9391"/>
                  </a:lnTo>
                  <a:lnTo>
                    <a:pt x="844" y="9611"/>
                  </a:lnTo>
                  <a:lnTo>
                    <a:pt x="1064" y="9831"/>
                  </a:lnTo>
                  <a:lnTo>
                    <a:pt x="1284" y="10014"/>
                  </a:lnTo>
                  <a:lnTo>
                    <a:pt x="1541" y="10161"/>
                  </a:lnTo>
                  <a:lnTo>
                    <a:pt x="1798" y="10308"/>
                  </a:lnTo>
                  <a:lnTo>
                    <a:pt x="2054" y="10381"/>
                  </a:lnTo>
                  <a:lnTo>
                    <a:pt x="2348" y="10491"/>
                  </a:lnTo>
                  <a:lnTo>
                    <a:pt x="2641" y="10528"/>
                  </a:lnTo>
                  <a:lnTo>
                    <a:pt x="2898" y="10565"/>
                  </a:lnTo>
                  <a:lnTo>
                    <a:pt x="3192" y="10565"/>
                  </a:lnTo>
                  <a:lnTo>
                    <a:pt x="3485" y="10528"/>
                  </a:lnTo>
                  <a:lnTo>
                    <a:pt x="3742" y="10491"/>
                  </a:lnTo>
                  <a:lnTo>
                    <a:pt x="4035" y="10418"/>
                  </a:lnTo>
                  <a:lnTo>
                    <a:pt x="4365" y="10271"/>
                  </a:lnTo>
                  <a:lnTo>
                    <a:pt x="4696" y="10161"/>
                  </a:lnTo>
                  <a:lnTo>
                    <a:pt x="4879" y="10124"/>
                  </a:lnTo>
                  <a:lnTo>
                    <a:pt x="5209" y="10124"/>
                  </a:lnTo>
                  <a:lnTo>
                    <a:pt x="5392" y="10161"/>
                  </a:lnTo>
                  <a:lnTo>
                    <a:pt x="5502" y="10271"/>
                  </a:lnTo>
                  <a:lnTo>
                    <a:pt x="5613" y="10381"/>
                  </a:lnTo>
                  <a:lnTo>
                    <a:pt x="5833" y="10601"/>
                  </a:lnTo>
                  <a:lnTo>
                    <a:pt x="5979" y="10711"/>
                  </a:lnTo>
                  <a:lnTo>
                    <a:pt x="6089" y="10785"/>
                  </a:lnTo>
                  <a:lnTo>
                    <a:pt x="6273" y="10858"/>
                  </a:lnTo>
                  <a:lnTo>
                    <a:pt x="6420" y="10895"/>
                  </a:lnTo>
                  <a:lnTo>
                    <a:pt x="6933" y="10895"/>
                  </a:lnTo>
                  <a:lnTo>
                    <a:pt x="7227" y="10858"/>
                  </a:lnTo>
                  <a:lnTo>
                    <a:pt x="7483" y="10821"/>
                  </a:lnTo>
                  <a:lnTo>
                    <a:pt x="7740" y="10748"/>
                  </a:lnTo>
                  <a:lnTo>
                    <a:pt x="7997" y="10638"/>
                  </a:lnTo>
                  <a:lnTo>
                    <a:pt x="8217" y="10528"/>
                  </a:lnTo>
                  <a:lnTo>
                    <a:pt x="8437" y="10381"/>
                  </a:lnTo>
                  <a:lnTo>
                    <a:pt x="8657" y="10198"/>
                  </a:lnTo>
                  <a:lnTo>
                    <a:pt x="8877" y="10014"/>
                  </a:lnTo>
                  <a:lnTo>
                    <a:pt x="9061" y="9831"/>
                  </a:lnTo>
                  <a:lnTo>
                    <a:pt x="9207" y="9611"/>
                  </a:lnTo>
                  <a:lnTo>
                    <a:pt x="9354" y="9391"/>
                  </a:lnTo>
                  <a:lnTo>
                    <a:pt x="9501" y="9171"/>
                  </a:lnTo>
                  <a:lnTo>
                    <a:pt x="9574" y="8914"/>
                  </a:lnTo>
                  <a:lnTo>
                    <a:pt x="9684" y="8694"/>
                  </a:lnTo>
                  <a:lnTo>
                    <a:pt x="9721" y="8400"/>
                  </a:lnTo>
                  <a:lnTo>
                    <a:pt x="9721" y="8144"/>
                  </a:lnTo>
                  <a:lnTo>
                    <a:pt x="9721" y="7887"/>
                  </a:lnTo>
                  <a:lnTo>
                    <a:pt x="9684" y="7630"/>
                  </a:lnTo>
                  <a:lnTo>
                    <a:pt x="9611" y="7373"/>
                  </a:lnTo>
                  <a:lnTo>
                    <a:pt x="9537" y="7117"/>
                  </a:lnTo>
                  <a:lnTo>
                    <a:pt x="9281" y="6640"/>
                  </a:lnTo>
                  <a:lnTo>
                    <a:pt x="9171" y="6383"/>
                  </a:lnTo>
                  <a:lnTo>
                    <a:pt x="9061" y="6090"/>
                  </a:lnTo>
                  <a:lnTo>
                    <a:pt x="9061" y="5833"/>
                  </a:lnTo>
                  <a:lnTo>
                    <a:pt x="9061" y="5576"/>
                  </a:lnTo>
                  <a:lnTo>
                    <a:pt x="9097" y="5319"/>
                  </a:lnTo>
                  <a:lnTo>
                    <a:pt x="9134" y="5062"/>
                  </a:lnTo>
                  <a:lnTo>
                    <a:pt x="9317" y="4512"/>
                  </a:lnTo>
                  <a:lnTo>
                    <a:pt x="9501" y="4035"/>
                  </a:lnTo>
                  <a:lnTo>
                    <a:pt x="9684" y="3559"/>
                  </a:lnTo>
                  <a:lnTo>
                    <a:pt x="9794" y="3082"/>
                  </a:lnTo>
                  <a:lnTo>
                    <a:pt x="9831" y="2825"/>
                  </a:lnTo>
                  <a:lnTo>
                    <a:pt x="9831" y="2568"/>
                  </a:lnTo>
                  <a:lnTo>
                    <a:pt x="9794" y="2311"/>
                  </a:lnTo>
                  <a:lnTo>
                    <a:pt x="9721" y="2055"/>
                  </a:lnTo>
                  <a:lnTo>
                    <a:pt x="9611" y="1834"/>
                  </a:lnTo>
                  <a:lnTo>
                    <a:pt x="9501" y="1578"/>
                  </a:lnTo>
                  <a:lnTo>
                    <a:pt x="9354" y="1358"/>
                  </a:lnTo>
                  <a:lnTo>
                    <a:pt x="9207" y="1174"/>
                  </a:lnTo>
                  <a:lnTo>
                    <a:pt x="8841" y="771"/>
                  </a:lnTo>
                  <a:lnTo>
                    <a:pt x="8400" y="404"/>
                  </a:lnTo>
                  <a:lnTo>
                    <a:pt x="7960" y="110"/>
                  </a:lnTo>
                  <a:lnTo>
                    <a:pt x="7850" y="37"/>
                  </a:lnTo>
                  <a:lnTo>
                    <a:pt x="7703" y="0"/>
                  </a:lnTo>
                  <a:close/>
                  <a:moveTo>
                    <a:pt x="12912" y="10675"/>
                  </a:moveTo>
                  <a:lnTo>
                    <a:pt x="12839" y="10711"/>
                  </a:lnTo>
                  <a:lnTo>
                    <a:pt x="12765" y="10785"/>
                  </a:lnTo>
                  <a:lnTo>
                    <a:pt x="12729" y="10858"/>
                  </a:lnTo>
                  <a:lnTo>
                    <a:pt x="12729" y="11005"/>
                  </a:lnTo>
                  <a:lnTo>
                    <a:pt x="12765" y="11115"/>
                  </a:lnTo>
                  <a:lnTo>
                    <a:pt x="12876" y="11225"/>
                  </a:lnTo>
                  <a:lnTo>
                    <a:pt x="13022" y="11262"/>
                  </a:lnTo>
                  <a:lnTo>
                    <a:pt x="13132" y="11225"/>
                  </a:lnTo>
                  <a:lnTo>
                    <a:pt x="13242" y="11115"/>
                  </a:lnTo>
                  <a:lnTo>
                    <a:pt x="13279" y="11005"/>
                  </a:lnTo>
                  <a:lnTo>
                    <a:pt x="13279" y="10858"/>
                  </a:lnTo>
                  <a:lnTo>
                    <a:pt x="13242" y="10785"/>
                  </a:lnTo>
                  <a:lnTo>
                    <a:pt x="13169" y="10711"/>
                  </a:lnTo>
                  <a:lnTo>
                    <a:pt x="13096" y="10675"/>
                  </a:lnTo>
                  <a:close/>
                  <a:moveTo>
                    <a:pt x="13572" y="11262"/>
                  </a:moveTo>
                  <a:lnTo>
                    <a:pt x="13499" y="11298"/>
                  </a:lnTo>
                  <a:lnTo>
                    <a:pt x="13462" y="11372"/>
                  </a:lnTo>
                  <a:lnTo>
                    <a:pt x="13389" y="11408"/>
                  </a:lnTo>
                  <a:lnTo>
                    <a:pt x="13316" y="11445"/>
                  </a:lnTo>
                  <a:lnTo>
                    <a:pt x="13242" y="11555"/>
                  </a:lnTo>
                  <a:lnTo>
                    <a:pt x="13242" y="11702"/>
                  </a:lnTo>
                  <a:lnTo>
                    <a:pt x="13242" y="11775"/>
                  </a:lnTo>
                  <a:lnTo>
                    <a:pt x="13279" y="11849"/>
                  </a:lnTo>
                  <a:lnTo>
                    <a:pt x="13352" y="11959"/>
                  </a:lnTo>
                  <a:lnTo>
                    <a:pt x="13609" y="11959"/>
                  </a:lnTo>
                  <a:lnTo>
                    <a:pt x="13719" y="11922"/>
                  </a:lnTo>
                  <a:lnTo>
                    <a:pt x="13829" y="11849"/>
                  </a:lnTo>
                  <a:lnTo>
                    <a:pt x="13866" y="11738"/>
                  </a:lnTo>
                  <a:lnTo>
                    <a:pt x="13939" y="11628"/>
                  </a:lnTo>
                  <a:lnTo>
                    <a:pt x="13939" y="11555"/>
                  </a:lnTo>
                  <a:lnTo>
                    <a:pt x="13939" y="11518"/>
                  </a:lnTo>
                  <a:lnTo>
                    <a:pt x="13903" y="11445"/>
                  </a:lnTo>
                  <a:lnTo>
                    <a:pt x="13866" y="11372"/>
                  </a:lnTo>
                  <a:lnTo>
                    <a:pt x="13829" y="11298"/>
                  </a:lnTo>
                  <a:lnTo>
                    <a:pt x="13719" y="11262"/>
                  </a:lnTo>
                  <a:close/>
                  <a:moveTo>
                    <a:pt x="12215" y="11555"/>
                  </a:moveTo>
                  <a:lnTo>
                    <a:pt x="12142" y="11592"/>
                  </a:lnTo>
                  <a:lnTo>
                    <a:pt x="12069" y="11702"/>
                  </a:lnTo>
                  <a:lnTo>
                    <a:pt x="12032" y="11812"/>
                  </a:lnTo>
                  <a:lnTo>
                    <a:pt x="12032" y="11959"/>
                  </a:lnTo>
                  <a:lnTo>
                    <a:pt x="12032" y="12069"/>
                  </a:lnTo>
                  <a:lnTo>
                    <a:pt x="12105" y="12362"/>
                  </a:lnTo>
                  <a:lnTo>
                    <a:pt x="12252" y="12582"/>
                  </a:lnTo>
                  <a:lnTo>
                    <a:pt x="12325" y="12619"/>
                  </a:lnTo>
                  <a:lnTo>
                    <a:pt x="12399" y="12656"/>
                  </a:lnTo>
                  <a:lnTo>
                    <a:pt x="12509" y="12656"/>
                  </a:lnTo>
                  <a:lnTo>
                    <a:pt x="12582" y="12582"/>
                  </a:lnTo>
                  <a:lnTo>
                    <a:pt x="12619" y="12545"/>
                  </a:lnTo>
                  <a:lnTo>
                    <a:pt x="12692" y="12545"/>
                  </a:lnTo>
                  <a:lnTo>
                    <a:pt x="12802" y="12619"/>
                  </a:lnTo>
                  <a:lnTo>
                    <a:pt x="12876" y="12619"/>
                  </a:lnTo>
                  <a:lnTo>
                    <a:pt x="12949" y="12582"/>
                  </a:lnTo>
                  <a:lnTo>
                    <a:pt x="12986" y="12545"/>
                  </a:lnTo>
                  <a:lnTo>
                    <a:pt x="13022" y="12435"/>
                  </a:lnTo>
                  <a:lnTo>
                    <a:pt x="12986" y="12325"/>
                  </a:lnTo>
                  <a:lnTo>
                    <a:pt x="12912" y="12215"/>
                  </a:lnTo>
                  <a:lnTo>
                    <a:pt x="12802" y="12179"/>
                  </a:lnTo>
                  <a:lnTo>
                    <a:pt x="12655" y="12142"/>
                  </a:lnTo>
                  <a:lnTo>
                    <a:pt x="12545" y="12142"/>
                  </a:lnTo>
                  <a:lnTo>
                    <a:pt x="12472" y="12179"/>
                  </a:lnTo>
                  <a:lnTo>
                    <a:pt x="12399" y="12032"/>
                  </a:lnTo>
                  <a:lnTo>
                    <a:pt x="12399" y="11849"/>
                  </a:lnTo>
                  <a:lnTo>
                    <a:pt x="12399" y="11665"/>
                  </a:lnTo>
                  <a:lnTo>
                    <a:pt x="12362" y="11592"/>
                  </a:lnTo>
                  <a:lnTo>
                    <a:pt x="12289" y="11555"/>
                  </a:lnTo>
                  <a:close/>
                  <a:moveTo>
                    <a:pt x="14049" y="5466"/>
                  </a:moveTo>
                  <a:lnTo>
                    <a:pt x="14196" y="5503"/>
                  </a:lnTo>
                  <a:lnTo>
                    <a:pt x="14490" y="5649"/>
                  </a:lnTo>
                  <a:lnTo>
                    <a:pt x="14673" y="5723"/>
                  </a:lnTo>
                  <a:lnTo>
                    <a:pt x="14930" y="5906"/>
                  </a:lnTo>
                  <a:lnTo>
                    <a:pt x="15150" y="6090"/>
                  </a:lnTo>
                  <a:lnTo>
                    <a:pt x="15370" y="6310"/>
                  </a:lnTo>
                  <a:lnTo>
                    <a:pt x="15590" y="6566"/>
                  </a:lnTo>
                  <a:lnTo>
                    <a:pt x="15773" y="6860"/>
                  </a:lnTo>
                  <a:lnTo>
                    <a:pt x="15883" y="7190"/>
                  </a:lnTo>
                  <a:lnTo>
                    <a:pt x="15993" y="7520"/>
                  </a:lnTo>
                  <a:lnTo>
                    <a:pt x="16067" y="7850"/>
                  </a:lnTo>
                  <a:lnTo>
                    <a:pt x="16104" y="8217"/>
                  </a:lnTo>
                  <a:lnTo>
                    <a:pt x="16104" y="8547"/>
                  </a:lnTo>
                  <a:lnTo>
                    <a:pt x="16067" y="9244"/>
                  </a:lnTo>
                  <a:lnTo>
                    <a:pt x="15957" y="9941"/>
                  </a:lnTo>
                  <a:lnTo>
                    <a:pt x="15773" y="10601"/>
                  </a:lnTo>
                  <a:lnTo>
                    <a:pt x="15517" y="11225"/>
                  </a:lnTo>
                  <a:lnTo>
                    <a:pt x="15370" y="11555"/>
                  </a:lnTo>
                  <a:lnTo>
                    <a:pt x="15186" y="11849"/>
                  </a:lnTo>
                  <a:lnTo>
                    <a:pt x="15003" y="12105"/>
                  </a:lnTo>
                  <a:lnTo>
                    <a:pt x="14783" y="12362"/>
                  </a:lnTo>
                  <a:lnTo>
                    <a:pt x="14526" y="12619"/>
                  </a:lnTo>
                  <a:lnTo>
                    <a:pt x="14269" y="12839"/>
                  </a:lnTo>
                  <a:lnTo>
                    <a:pt x="14013" y="13022"/>
                  </a:lnTo>
                  <a:lnTo>
                    <a:pt x="13719" y="13169"/>
                  </a:lnTo>
                  <a:lnTo>
                    <a:pt x="13389" y="13316"/>
                  </a:lnTo>
                  <a:lnTo>
                    <a:pt x="13059" y="13463"/>
                  </a:lnTo>
                  <a:lnTo>
                    <a:pt x="12802" y="13499"/>
                  </a:lnTo>
                  <a:lnTo>
                    <a:pt x="12509" y="13536"/>
                  </a:lnTo>
                  <a:lnTo>
                    <a:pt x="12325" y="13499"/>
                  </a:lnTo>
                  <a:lnTo>
                    <a:pt x="12179" y="13426"/>
                  </a:lnTo>
                  <a:lnTo>
                    <a:pt x="12032" y="13279"/>
                  </a:lnTo>
                  <a:lnTo>
                    <a:pt x="11922" y="13169"/>
                  </a:lnTo>
                  <a:lnTo>
                    <a:pt x="11482" y="12692"/>
                  </a:lnTo>
                  <a:lnTo>
                    <a:pt x="11298" y="12435"/>
                  </a:lnTo>
                  <a:lnTo>
                    <a:pt x="11225" y="12289"/>
                  </a:lnTo>
                  <a:lnTo>
                    <a:pt x="11188" y="12105"/>
                  </a:lnTo>
                  <a:lnTo>
                    <a:pt x="11188" y="11922"/>
                  </a:lnTo>
                  <a:lnTo>
                    <a:pt x="11262" y="11738"/>
                  </a:lnTo>
                  <a:lnTo>
                    <a:pt x="11445" y="11408"/>
                  </a:lnTo>
                  <a:lnTo>
                    <a:pt x="11812" y="10785"/>
                  </a:lnTo>
                  <a:lnTo>
                    <a:pt x="12142" y="10161"/>
                  </a:lnTo>
                  <a:lnTo>
                    <a:pt x="12472" y="9501"/>
                  </a:lnTo>
                  <a:lnTo>
                    <a:pt x="12765" y="8877"/>
                  </a:lnTo>
                  <a:lnTo>
                    <a:pt x="12876" y="8547"/>
                  </a:lnTo>
                  <a:lnTo>
                    <a:pt x="12949" y="8217"/>
                  </a:lnTo>
                  <a:lnTo>
                    <a:pt x="12986" y="7887"/>
                  </a:lnTo>
                  <a:lnTo>
                    <a:pt x="12949" y="7593"/>
                  </a:lnTo>
                  <a:lnTo>
                    <a:pt x="12876" y="7263"/>
                  </a:lnTo>
                  <a:lnTo>
                    <a:pt x="12765" y="6970"/>
                  </a:lnTo>
                  <a:lnTo>
                    <a:pt x="12729" y="6750"/>
                  </a:lnTo>
                  <a:lnTo>
                    <a:pt x="12692" y="6566"/>
                  </a:lnTo>
                  <a:lnTo>
                    <a:pt x="12729" y="6346"/>
                  </a:lnTo>
                  <a:lnTo>
                    <a:pt x="12802" y="6200"/>
                  </a:lnTo>
                  <a:lnTo>
                    <a:pt x="12876" y="6016"/>
                  </a:lnTo>
                  <a:lnTo>
                    <a:pt x="12986" y="5869"/>
                  </a:lnTo>
                  <a:lnTo>
                    <a:pt x="13132" y="5723"/>
                  </a:lnTo>
                  <a:lnTo>
                    <a:pt x="13279" y="5613"/>
                  </a:lnTo>
                  <a:lnTo>
                    <a:pt x="13316" y="5686"/>
                  </a:lnTo>
                  <a:lnTo>
                    <a:pt x="13389" y="5723"/>
                  </a:lnTo>
                  <a:lnTo>
                    <a:pt x="13536" y="5759"/>
                  </a:lnTo>
                  <a:lnTo>
                    <a:pt x="13646" y="5686"/>
                  </a:lnTo>
                  <a:lnTo>
                    <a:pt x="13719" y="5649"/>
                  </a:lnTo>
                  <a:lnTo>
                    <a:pt x="13756" y="5576"/>
                  </a:lnTo>
                  <a:lnTo>
                    <a:pt x="13829" y="5503"/>
                  </a:lnTo>
                  <a:lnTo>
                    <a:pt x="13939" y="5466"/>
                  </a:lnTo>
                  <a:close/>
                  <a:moveTo>
                    <a:pt x="13646" y="3852"/>
                  </a:moveTo>
                  <a:lnTo>
                    <a:pt x="13609" y="3925"/>
                  </a:lnTo>
                  <a:lnTo>
                    <a:pt x="13499" y="4182"/>
                  </a:lnTo>
                  <a:lnTo>
                    <a:pt x="13462" y="4476"/>
                  </a:lnTo>
                  <a:lnTo>
                    <a:pt x="13462" y="4732"/>
                  </a:lnTo>
                  <a:lnTo>
                    <a:pt x="13499" y="5026"/>
                  </a:lnTo>
                  <a:lnTo>
                    <a:pt x="13316" y="5099"/>
                  </a:lnTo>
                  <a:lnTo>
                    <a:pt x="13132" y="5173"/>
                  </a:lnTo>
                  <a:lnTo>
                    <a:pt x="13022" y="4769"/>
                  </a:lnTo>
                  <a:lnTo>
                    <a:pt x="12839" y="4439"/>
                  </a:lnTo>
                  <a:lnTo>
                    <a:pt x="12802" y="4402"/>
                  </a:lnTo>
                  <a:lnTo>
                    <a:pt x="12729" y="4402"/>
                  </a:lnTo>
                  <a:lnTo>
                    <a:pt x="12692" y="4439"/>
                  </a:lnTo>
                  <a:lnTo>
                    <a:pt x="12692" y="4476"/>
                  </a:lnTo>
                  <a:lnTo>
                    <a:pt x="12655" y="4732"/>
                  </a:lnTo>
                  <a:lnTo>
                    <a:pt x="12692" y="4952"/>
                  </a:lnTo>
                  <a:lnTo>
                    <a:pt x="12802" y="5429"/>
                  </a:lnTo>
                  <a:lnTo>
                    <a:pt x="12582" y="5649"/>
                  </a:lnTo>
                  <a:lnTo>
                    <a:pt x="12399" y="5466"/>
                  </a:lnTo>
                  <a:lnTo>
                    <a:pt x="12142" y="5173"/>
                  </a:lnTo>
                  <a:lnTo>
                    <a:pt x="12105" y="5136"/>
                  </a:lnTo>
                  <a:lnTo>
                    <a:pt x="12032" y="5173"/>
                  </a:lnTo>
                  <a:lnTo>
                    <a:pt x="11995" y="5209"/>
                  </a:lnTo>
                  <a:lnTo>
                    <a:pt x="11995" y="5283"/>
                  </a:lnTo>
                  <a:lnTo>
                    <a:pt x="12032" y="5466"/>
                  </a:lnTo>
                  <a:lnTo>
                    <a:pt x="12142" y="5649"/>
                  </a:lnTo>
                  <a:lnTo>
                    <a:pt x="12252" y="5796"/>
                  </a:lnTo>
                  <a:lnTo>
                    <a:pt x="12435" y="5906"/>
                  </a:lnTo>
                  <a:lnTo>
                    <a:pt x="12399" y="6016"/>
                  </a:lnTo>
                  <a:lnTo>
                    <a:pt x="12362" y="6053"/>
                  </a:lnTo>
                  <a:lnTo>
                    <a:pt x="12142" y="6016"/>
                  </a:lnTo>
                  <a:lnTo>
                    <a:pt x="11738" y="5833"/>
                  </a:lnTo>
                  <a:lnTo>
                    <a:pt x="11665" y="5686"/>
                  </a:lnTo>
                  <a:lnTo>
                    <a:pt x="11628" y="5649"/>
                  </a:lnTo>
                  <a:lnTo>
                    <a:pt x="11592" y="5686"/>
                  </a:lnTo>
                  <a:lnTo>
                    <a:pt x="11555" y="5833"/>
                  </a:lnTo>
                  <a:lnTo>
                    <a:pt x="11518" y="5906"/>
                  </a:lnTo>
                  <a:lnTo>
                    <a:pt x="11518" y="5979"/>
                  </a:lnTo>
                  <a:lnTo>
                    <a:pt x="11555" y="6053"/>
                  </a:lnTo>
                  <a:lnTo>
                    <a:pt x="11628" y="6126"/>
                  </a:lnTo>
                  <a:lnTo>
                    <a:pt x="11775" y="6236"/>
                  </a:lnTo>
                  <a:lnTo>
                    <a:pt x="11995" y="6346"/>
                  </a:lnTo>
                  <a:lnTo>
                    <a:pt x="12289" y="6456"/>
                  </a:lnTo>
                  <a:lnTo>
                    <a:pt x="12252" y="6676"/>
                  </a:lnTo>
                  <a:lnTo>
                    <a:pt x="12289" y="6897"/>
                  </a:lnTo>
                  <a:lnTo>
                    <a:pt x="11555" y="6897"/>
                  </a:lnTo>
                  <a:lnTo>
                    <a:pt x="11445" y="6933"/>
                  </a:lnTo>
                  <a:lnTo>
                    <a:pt x="11408" y="7007"/>
                  </a:lnTo>
                  <a:lnTo>
                    <a:pt x="11408" y="7153"/>
                  </a:lnTo>
                  <a:lnTo>
                    <a:pt x="11408" y="7337"/>
                  </a:lnTo>
                  <a:lnTo>
                    <a:pt x="11482" y="7483"/>
                  </a:lnTo>
                  <a:lnTo>
                    <a:pt x="11555" y="7593"/>
                  </a:lnTo>
                  <a:lnTo>
                    <a:pt x="11592" y="7630"/>
                  </a:lnTo>
                  <a:lnTo>
                    <a:pt x="11922" y="7960"/>
                  </a:lnTo>
                  <a:lnTo>
                    <a:pt x="12142" y="8107"/>
                  </a:lnTo>
                  <a:lnTo>
                    <a:pt x="12252" y="8180"/>
                  </a:lnTo>
                  <a:lnTo>
                    <a:pt x="12362" y="8217"/>
                  </a:lnTo>
                  <a:lnTo>
                    <a:pt x="12472" y="8217"/>
                  </a:lnTo>
                  <a:lnTo>
                    <a:pt x="12362" y="8547"/>
                  </a:lnTo>
                  <a:lnTo>
                    <a:pt x="12252" y="8804"/>
                  </a:lnTo>
                  <a:lnTo>
                    <a:pt x="12215" y="8841"/>
                  </a:lnTo>
                  <a:lnTo>
                    <a:pt x="12179" y="8877"/>
                  </a:lnTo>
                  <a:lnTo>
                    <a:pt x="11812" y="8731"/>
                  </a:lnTo>
                  <a:lnTo>
                    <a:pt x="11555" y="8584"/>
                  </a:lnTo>
                  <a:lnTo>
                    <a:pt x="11335" y="8364"/>
                  </a:lnTo>
                  <a:lnTo>
                    <a:pt x="11225" y="8364"/>
                  </a:lnTo>
                  <a:lnTo>
                    <a:pt x="11188" y="8437"/>
                  </a:lnTo>
                  <a:lnTo>
                    <a:pt x="11188" y="8511"/>
                  </a:lnTo>
                  <a:lnTo>
                    <a:pt x="11335" y="8731"/>
                  </a:lnTo>
                  <a:lnTo>
                    <a:pt x="11555" y="8951"/>
                  </a:lnTo>
                  <a:lnTo>
                    <a:pt x="11812" y="9134"/>
                  </a:lnTo>
                  <a:lnTo>
                    <a:pt x="12069" y="9244"/>
                  </a:lnTo>
                  <a:lnTo>
                    <a:pt x="11848" y="9648"/>
                  </a:lnTo>
                  <a:lnTo>
                    <a:pt x="11738" y="9648"/>
                  </a:lnTo>
                  <a:lnTo>
                    <a:pt x="11665" y="9721"/>
                  </a:lnTo>
                  <a:lnTo>
                    <a:pt x="11262" y="9428"/>
                  </a:lnTo>
                  <a:lnTo>
                    <a:pt x="10895" y="9134"/>
                  </a:lnTo>
                  <a:lnTo>
                    <a:pt x="10858" y="9097"/>
                  </a:lnTo>
                  <a:lnTo>
                    <a:pt x="10821" y="9134"/>
                  </a:lnTo>
                  <a:lnTo>
                    <a:pt x="10601" y="9391"/>
                  </a:lnTo>
                  <a:lnTo>
                    <a:pt x="10381" y="9648"/>
                  </a:lnTo>
                  <a:lnTo>
                    <a:pt x="10308" y="9648"/>
                  </a:lnTo>
                  <a:lnTo>
                    <a:pt x="10234" y="9684"/>
                  </a:lnTo>
                  <a:lnTo>
                    <a:pt x="10198" y="9758"/>
                  </a:lnTo>
                  <a:lnTo>
                    <a:pt x="10234" y="9831"/>
                  </a:lnTo>
                  <a:lnTo>
                    <a:pt x="10748" y="10308"/>
                  </a:lnTo>
                  <a:lnTo>
                    <a:pt x="11188" y="10821"/>
                  </a:lnTo>
                  <a:lnTo>
                    <a:pt x="10968" y="11262"/>
                  </a:lnTo>
                  <a:lnTo>
                    <a:pt x="10785" y="11152"/>
                  </a:lnTo>
                  <a:lnTo>
                    <a:pt x="10601" y="11078"/>
                  </a:lnTo>
                  <a:lnTo>
                    <a:pt x="10381" y="11042"/>
                  </a:lnTo>
                  <a:lnTo>
                    <a:pt x="10308" y="11005"/>
                  </a:lnTo>
                  <a:lnTo>
                    <a:pt x="10198" y="10968"/>
                  </a:lnTo>
                  <a:lnTo>
                    <a:pt x="10161" y="10931"/>
                  </a:lnTo>
                  <a:lnTo>
                    <a:pt x="10088" y="10931"/>
                  </a:lnTo>
                  <a:lnTo>
                    <a:pt x="9978" y="10968"/>
                  </a:lnTo>
                  <a:lnTo>
                    <a:pt x="9941" y="11078"/>
                  </a:lnTo>
                  <a:lnTo>
                    <a:pt x="9941" y="11152"/>
                  </a:lnTo>
                  <a:lnTo>
                    <a:pt x="9978" y="11188"/>
                  </a:lnTo>
                  <a:lnTo>
                    <a:pt x="10124" y="11335"/>
                  </a:lnTo>
                  <a:lnTo>
                    <a:pt x="10308" y="11445"/>
                  </a:lnTo>
                  <a:lnTo>
                    <a:pt x="10565" y="11555"/>
                  </a:lnTo>
                  <a:lnTo>
                    <a:pt x="10675" y="11592"/>
                  </a:lnTo>
                  <a:lnTo>
                    <a:pt x="10785" y="11592"/>
                  </a:lnTo>
                  <a:lnTo>
                    <a:pt x="10748" y="11775"/>
                  </a:lnTo>
                  <a:lnTo>
                    <a:pt x="10711" y="11959"/>
                  </a:lnTo>
                  <a:lnTo>
                    <a:pt x="10675" y="12179"/>
                  </a:lnTo>
                  <a:lnTo>
                    <a:pt x="10711" y="12362"/>
                  </a:lnTo>
                  <a:lnTo>
                    <a:pt x="10785" y="12582"/>
                  </a:lnTo>
                  <a:lnTo>
                    <a:pt x="10638" y="12692"/>
                  </a:lnTo>
                  <a:lnTo>
                    <a:pt x="10455" y="12876"/>
                  </a:lnTo>
                  <a:lnTo>
                    <a:pt x="10381" y="12949"/>
                  </a:lnTo>
                  <a:lnTo>
                    <a:pt x="10308" y="12949"/>
                  </a:lnTo>
                  <a:lnTo>
                    <a:pt x="10271" y="12986"/>
                  </a:lnTo>
                  <a:lnTo>
                    <a:pt x="10234" y="13059"/>
                  </a:lnTo>
                  <a:lnTo>
                    <a:pt x="10234" y="13169"/>
                  </a:lnTo>
                  <a:lnTo>
                    <a:pt x="10271" y="13206"/>
                  </a:lnTo>
                  <a:lnTo>
                    <a:pt x="10308" y="13242"/>
                  </a:lnTo>
                  <a:lnTo>
                    <a:pt x="10455" y="13242"/>
                  </a:lnTo>
                  <a:lnTo>
                    <a:pt x="10565" y="13206"/>
                  </a:lnTo>
                  <a:lnTo>
                    <a:pt x="10748" y="13059"/>
                  </a:lnTo>
                  <a:lnTo>
                    <a:pt x="11005" y="12912"/>
                  </a:lnTo>
                  <a:lnTo>
                    <a:pt x="11408" y="13352"/>
                  </a:lnTo>
                  <a:lnTo>
                    <a:pt x="11482" y="13426"/>
                  </a:lnTo>
                  <a:lnTo>
                    <a:pt x="11335" y="13609"/>
                  </a:lnTo>
                  <a:lnTo>
                    <a:pt x="11262" y="13829"/>
                  </a:lnTo>
                  <a:lnTo>
                    <a:pt x="11188" y="13829"/>
                  </a:lnTo>
                  <a:lnTo>
                    <a:pt x="11115" y="13866"/>
                  </a:lnTo>
                  <a:lnTo>
                    <a:pt x="11005" y="13939"/>
                  </a:lnTo>
                  <a:lnTo>
                    <a:pt x="10968" y="14013"/>
                  </a:lnTo>
                  <a:lnTo>
                    <a:pt x="11005" y="14123"/>
                  </a:lnTo>
                  <a:lnTo>
                    <a:pt x="11041" y="14233"/>
                  </a:lnTo>
                  <a:lnTo>
                    <a:pt x="11151" y="14306"/>
                  </a:lnTo>
                  <a:lnTo>
                    <a:pt x="11262" y="14343"/>
                  </a:lnTo>
                  <a:lnTo>
                    <a:pt x="11372" y="14343"/>
                  </a:lnTo>
                  <a:lnTo>
                    <a:pt x="11482" y="14270"/>
                  </a:lnTo>
                  <a:lnTo>
                    <a:pt x="11555" y="14196"/>
                  </a:lnTo>
                  <a:lnTo>
                    <a:pt x="11628" y="14086"/>
                  </a:lnTo>
                  <a:lnTo>
                    <a:pt x="11665" y="13976"/>
                  </a:lnTo>
                  <a:lnTo>
                    <a:pt x="11665" y="13866"/>
                  </a:lnTo>
                  <a:lnTo>
                    <a:pt x="11738" y="13719"/>
                  </a:lnTo>
                  <a:lnTo>
                    <a:pt x="11848" y="13829"/>
                  </a:lnTo>
                  <a:lnTo>
                    <a:pt x="11995" y="13903"/>
                  </a:lnTo>
                  <a:lnTo>
                    <a:pt x="12142" y="13976"/>
                  </a:lnTo>
                  <a:lnTo>
                    <a:pt x="12325" y="14013"/>
                  </a:lnTo>
                  <a:lnTo>
                    <a:pt x="12362" y="14049"/>
                  </a:lnTo>
                  <a:lnTo>
                    <a:pt x="12252" y="14270"/>
                  </a:lnTo>
                  <a:lnTo>
                    <a:pt x="12179" y="14453"/>
                  </a:lnTo>
                  <a:lnTo>
                    <a:pt x="12105" y="14563"/>
                  </a:lnTo>
                  <a:lnTo>
                    <a:pt x="11995" y="14600"/>
                  </a:lnTo>
                  <a:lnTo>
                    <a:pt x="11958" y="14600"/>
                  </a:lnTo>
                  <a:lnTo>
                    <a:pt x="11885" y="14636"/>
                  </a:lnTo>
                  <a:lnTo>
                    <a:pt x="11848" y="14746"/>
                  </a:lnTo>
                  <a:lnTo>
                    <a:pt x="11848" y="14856"/>
                  </a:lnTo>
                  <a:lnTo>
                    <a:pt x="11922" y="14930"/>
                  </a:lnTo>
                  <a:lnTo>
                    <a:pt x="11995" y="15003"/>
                  </a:lnTo>
                  <a:lnTo>
                    <a:pt x="12069" y="15003"/>
                  </a:lnTo>
                  <a:lnTo>
                    <a:pt x="12215" y="14966"/>
                  </a:lnTo>
                  <a:lnTo>
                    <a:pt x="12362" y="14856"/>
                  </a:lnTo>
                  <a:lnTo>
                    <a:pt x="12472" y="14746"/>
                  </a:lnTo>
                  <a:lnTo>
                    <a:pt x="12545" y="14563"/>
                  </a:lnTo>
                  <a:lnTo>
                    <a:pt x="12619" y="14416"/>
                  </a:lnTo>
                  <a:lnTo>
                    <a:pt x="12692" y="14049"/>
                  </a:lnTo>
                  <a:lnTo>
                    <a:pt x="13132" y="13976"/>
                  </a:lnTo>
                  <a:lnTo>
                    <a:pt x="13536" y="13829"/>
                  </a:lnTo>
                  <a:lnTo>
                    <a:pt x="13279" y="14526"/>
                  </a:lnTo>
                  <a:lnTo>
                    <a:pt x="13206" y="14710"/>
                  </a:lnTo>
                  <a:lnTo>
                    <a:pt x="13206" y="14820"/>
                  </a:lnTo>
                  <a:lnTo>
                    <a:pt x="13242" y="14856"/>
                  </a:lnTo>
                  <a:lnTo>
                    <a:pt x="13279" y="14930"/>
                  </a:lnTo>
                  <a:lnTo>
                    <a:pt x="13352" y="14966"/>
                  </a:lnTo>
                  <a:lnTo>
                    <a:pt x="13426" y="14966"/>
                  </a:lnTo>
                  <a:lnTo>
                    <a:pt x="13499" y="14930"/>
                  </a:lnTo>
                  <a:lnTo>
                    <a:pt x="13572" y="14893"/>
                  </a:lnTo>
                  <a:lnTo>
                    <a:pt x="13609" y="14820"/>
                  </a:lnTo>
                  <a:lnTo>
                    <a:pt x="13719" y="14563"/>
                  </a:lnTo>
                  <a:lnTo>
                    <a:pt x="13793" y="14270"/>
                  </a:lnTo>
                  <a:lnTo>
                    <a:pt x="13829" y="13976"/>
                  </a:lnTo>
                  <a:lnTo>
                    <a:pt x="13829" y="13719"/>
                  </a:lnTo>
                  <a:lnTo>
                    <a:pt x="14269" y="13463"/>
                  </a:lnTo>
                  <a:lnTo>
                    <a:pt x="14306" y="13939"/>
                  </a:lnTo>
                  <a:lnTo>
                    <a:pt x="14343" y="14049"/>
                  </a:lnTo>
                  <a:lnTo>
                    <a:pt x="14379" y="14123"/>
                  </a:lnTo>
                  <a:lnTo>
                    <a:pt x="14379" y="14159"/>
                  </a:lnTo>
                  <a:lnTo>
                    <a:pt x="14416" y="14270"/>
                  </a:lnTo>
                  <a:lnTo>
                    <a:pt x="14490" y="14343"/>
                  </a:lnTo>
                  <a:lnTo>
                    <a:pt x="14673" y="14343"/>
                  </a:lnTo>
                  <a:lnTo>
                    <a:pt x="14673" y="14306"/>
                  </a:lnTo>
                  <a:lnTo>
                    <a:pt x="14746" y="14233"/>
                  </a:lnTo>
                  <a:lnTo>
                    <a:pt x="14783" y="14159"/>
                  </a:lnTo>
                  <a:lnTo>
                    <a:pt x="14710" y="13903"/>
                  </a:lnTo>
                  <a:lnTo>
                    <a:pt x="14673" y="13646"/>
                  </a:lnTo>
                  <a:lnTo>
                    <a:pt x="14563" y="13279"/>
                  </a:lnTo>
                  <a:lnTo>
                    <a:pt x="15003" y="12876"/>
                  </a:lnTo>
                  <a:lnTo>
                    <a:pt x="15113" y="13022"/>
                  </a:lnTo>
                  <a:lnTo>
                    <a:pt x="15223" y="13132"/>
                  </a:lnTo>
                  <a:lnTo>
                    <a:pt x="15370" y="13352"/>
                  </a:lnTo>
                  <a:lnTo>
                    <a:pt x="15480" y="13463"/>
                  </a:lnTo>
                  <a:lnTo>
                    <a:pt x="15590" y="13536"/>
                  </a:lnTo>
                  <a:lnTo>
                    <a:pt x="15663" y="13536"/>
                  </a:lnTo>
                  <a:lnTo>
                    <a:pt x="15737" y="13463"/>
                  </a:lnTo>
                  <a:lnTo>
                    <a:pt x="15773" y="13389"/>
                  </a:lnTo>
                  <a:lnTo>
                    <a:pt x="15773" y="13316"/>
                  </a:lnTo>
                  <a:lnTo>
                    <a:pt x="15737" y="13132"/>
                  </a:lnTo>
                  <a:lnTo>
                    <a:pt x="15627" y="12986"/>
                  </a:lnTo>
                  <a:lnTo>
                    <a:pt x="15480" y="12876"/>
                  </a:lnTo>
                  <a:lnTo>
                    <a:pt x="15370" y="12729"/>
                  </a:lnTo>
                  <a:lnTo>
                    <a:pt x="15260" y="12582"/>
                  </a:lnTo>
                  <a:lnTo>
                    <a:pt x="15480" y="12289"/>
                  </a:lnTo>
                  <a:lnTo>
                    <a:pt x="15700" y="11995"/>
                  </a:lnTo>
                  <a:lnTo>
                    <a:pt x="15773" y="12069"/>
                  </a:lnTo>
                  <a:lnTo>
                    <a:pt x="15993" y="12215"/>
                  </a:lnTo>
                  <a:lnTo>
                    <a:pt x="16177" y="12399"/>
                  </a:lnTo>
                  <a:lnTo>
                    <a:pt x="16250" y="12435"/>
                  </a:lnTo>
                  <a:lnTo>
                    <a:pt x="16397" y="12435"/>
                  </a:lnTo>
                  <a:lnTo>
                    <a:pt x="16434" y="12399"/>
                  </a:lnTo>
                  <a:lnTo>
                    <a:pt x="16470" y="12325"/>
                  </a:lnTo>
                  <a:lnTo>
                    <a:pt x="16507" y="12252"/>
                  </a:lnTo>
                  <a:lnTo>
                    <a:pt x="16507" y="12179"/>
                  </a:lnTo>
                  <a:lnTo>
                    <a:pt x="16434" y="12105"/>
                  </a:lnTo>
                  <a:lnTo>
                    <a:pt x="16250" y="11922"/>
                  </a:lnTo>
                  <a:lnTo>
                    <a:pt x="16030" y="11775"/>
                  </a:lnTo>
                  <a:lnTo>
                    <a:pt x="15883" y="11702"/>
                  </a:lnTo>
                  <a:lnTo>
                    <a:pt x="16140" y="11115"/>
                  </a:lnTo>
                  <a:lnTo>
                    <a:pt x="16324" y="11225"/>
                  </a:lnTo>
                  <a:lnTo>
                    <a:pt x="16617" y="11335"/>
                  </a:lnTo>
                  <a:lnTo>
                    <a:pt x="16984" y="11408"/>
                  </a:lnTo>
                  <a:lnTo>
                    <a:pt x="17057" y="11408"/>
                  </a:lnTo>
                  <a:lnTo>
                    <a:pt x="17094" y="11372"/>
                  </a:lnTo>
                  <a:lnTo>
                    <a:pt x="17131" y="11298"/>
                  </a:lnTo>
                  <a:lnTo>
                    <a:pt x="17167" y="11225"/>
                  </a:lnTo>
                  <a:lnTo>
                    <a:pt x="17167" y="11152"/>
                  </a:lnTo>
                  <a:lnTo>
                    <a:pt x="17131" y="11078"/>
                  </a:lnTo>
                  <a:lnTo>
                    <a:pt x="17094" y="11042"/>
                  </a:lnTo>
                  <a:lnTo>
                    <a:pt x="17021" y="11005"/>
                  </a:lnTo>
                  <a:lnTo>
                    <a:pt x="16764" y="10968"/>
                  </a:lnTo>
                  <a:lnTo>
                    <a:pt x="16544" y="10895"/>
                  </a:lnTo>
                  <a:lnTo>
                    <a:pt x="16250" y="10821"/>
                  </a:lnTo>
                  <a:lnTo>
                    <a:pt x="16397" y="10345"/>
                  </a:lnTo>
                  <a:lnTo>
                    <a:pt x="16507" y="9831"/>
                  </a:lnTo>
                  <a:lnTo>
                    <a:pt x="16727" y="9941"/>
                  </a:lnTo>
                  <a:lnTo>
                    <a:pt x="16984" y="9978"/>
                  </a:lnTo>
                  <a:lnTo>
                    <a:pt x="17131" y="10014"/>
                  </a:lnTo>
                  <a:lnTo>
                    <a:pt x="17277" y="10014"/>
                  </a:lnTo>
                  <a:lnTo>
                    <a:pt x="17424" y="9978"/>
                  </a:lnTo>
                  <a:lnTo>
                    <a:pt x="17461" y="9904"/>
                  </a:lnTo>
                  <a:lnTo>
                    <a:pt x="17497" y="9831"/>
                  </a:lnTo>
                  <a:lnTo>
                    <a:pt x="17497" y="9794"/>
                  </a:lnTo>
                  <a:lnTo>
                    <a:pt x="17497" y="9721"/>
                  </a:lnTo>
                  <a:lnTo>
                    <a:pt x="17387" y="9648"/>
                  </a:lnTo>
                  <a:lnTo>
                    <a:pt x="17277" y="9611"/>
                  </a:lnTo>
                  <a:lnTo>
                    <a:pt x="17167" y="9574"/>
                  </a:lnTo>
                  <a:lnTo>
                    <a:pt x="16544" y="9501"/>
                  </a:lnTo>
                  <a:lnTo>
                    <a:pt x="16544" y="9464"/>
                  </a:lnTo>
                  <a:lnTo>
                    <a:pt x="16580" y="8987"/>
                  </a:lnTo>
                  <a:lnTo>
                    <a:pt x="16617" y="8511"/>
                  </a:lnTo>
                  <a:lnTo>
                    <a:pt x="16800" y="8584"/>
                  </a:lnTo>
                  <a:lnTo>
                    <a:pt x="17021" y="8621"/>
                  </a:lnTo>
                  <a:lnTo>
                    <a:pt x="17204" y="8657"/>
                  </a:lnTo>
                  <a:lnTo>
                    <a:pt x="17424" y="8621"/>
                  </a:lnTo>
                  <a:lnTo>
                    <a:pt x="17571" y="8584"/>
                  </a:lnTo>
                  <a:lnTo>
                    <a:pt x="17644" y="8511"/>
                  </a:lnTo>
                  <a:lnTo>
                    <a:pt x="17681" y="8437"/>
                  </a:lnTo>
                  <a:lnTo>
                    <a:pt x="17681" y="8364"/>
                  </a:lnTo>
                  <a:lnTo>
                    <a:pt x="17644" y="8290"/>
                  </a:lnTo>
                  <a:lnTo>
                    <a:pt x="17534" y="8217"/>
                  </a:lnTo>
                  <a:lnTo>
                    <a:pt x="17387" y="8217"/>
                  </a:lnTo>
                  <a:lnTo>
                    <a:pt x="17094" y="8254"/>
                  </a:lnTo>
                  <a:lnTo>
                    <a:pt x="16617" y="8217"/>
                  </a:lnTo>
                  <a:lnTo>
                    <a:pt x="16580" y="7814"/>
                  </a:lnTo>
                  <a:lnTo>
                    <a:pt x="16507" y="7410"/>
                  </a:lnTo>
                  <a:lnTo>
                    <a:pt x="16507" y="7410"/>
                  </a:lnTo>
                  <a:lnTo>
                    <a:pt x="16690" y="7447"/>
                  </a:lnTo>
                  <a:lnTo>
                    <a:pt x="16874" y="7447"/>
                  </a:lnTo>
                  <a:lnTo>
                    <a:pt x="17021" y="7410"/>
                  </a:lnTo>
                  <a:lnTo>
                    <a:pt x="17204" y="7337"/>
                  </a:lnTo>
                  <a:lnTo>
                    <a:pt x="17351" y="7263"/>
                  </a:lnTo>
                  <a:lnTo>
                    <a:pt x="17387" y="7190"/>
                  </a:lnTo>
                  <a:lnTo>
                    <a:pt x="17424" y="7117"/>
                  </a:lnTo>
                  <a:lnTo>
                    <a:pt x="17424" y="7043"/>
                  </a:lnTo>
                  <a:lnTo>
                    <a:pt x="17424" y="7007"/>
                  </a:lnTo>
                  <a:lnTo>
                    <a:pt x="17351" y="6933"/>
                  </a:lnTo>
                  <a:lnTo>
                    <a:pt x="17314" y="6897"/>
                  </a:lnTo>
                  <a:lnTo>
                    <a:pt x="17131" y="6897"/>
                  </a:lnTo>
                  <a:lnTo>
                    <a:pt x="16947" y="6970"/>
                  </a:lnTo>
                  <a:lnTo>
                    <a:pt x="16764" y="7007"/>
                  </a:lnTo>
                  <a:lnTo>
                    <a:pt x="16397" y="7080"/>
                  </a:lnTo>
                  <a:lnTo>
                    <a:pt x="16324" y="6897"/>
                  </a:lnTo>
                  <a:lnTo>
                    <a:pt x="16140" y="6493"/>
                  </a:lnTo>
                  <a:lnTo>
                    <a:pt x="16397" y="6420"/>
                  </a:lnTo>
                  <a:lnTo>
                    <a:pt x="16764" y="6273"/>
                  </a:lnTo>
                  <a:lnTo>
                    <a:pt x="16947" y="6200"/>
                  </a:lnTo>
                  <a:lnTo>
                    <a:pt x="17094" y="6090"/>
                  </a:lnTo>
                  <a:lnTo>
                    <a:pt x="17131" y="6053"/>
                  </a:lnTo>
                  <a:lnTo>
                    <a:pt x="17131" y="5979"/>
                  </a:lnTo>
                  <a:lnTo>
                    <a:pt x="17131" y="5906"/>
                  </a:lnTo>
                  <a:lnTo>
                    <a:pt x="17021" y="5833"/>
                  </a:lnTo>
                  <a:lnTo>
                    <a:pt x="16910" y="5796"/>
                  </a:lnTo>
                  <a:lnTo>
                    <a:pt x="16764" y="5833"/>
                  </a:lnTo>
                  <a:lnTo>
                    <a:pt x="16580" y="5906"/>
                  </a:lnTo>
                  <a:lnTo>
                    <a:pt x="16250" y="6090"/>
                  </a:lnTo>
                  <a:lnTo>
                    <a:pt x="16104" y="6163"/>
                  </a:lnTo>
                  <a:lnTo>
                    <a:pt x="15957" y="6236"/>
                  </a:lnTo>
                  <a:lnTo>
                    <a:pt x="15957" y="6200"/>
                  </a:lnTo>
                  <a:lnTo>
                    <a:pt x="15957" y="6163"/>
                  </a:lnTo>
                  <a:lnTo>
                    <a:pt x="15920" y="6163"/>
                  </a:lnTo>
                  <a:lnTo>
                    <a:pt x="15590" y="5796"/>
                  </a:lnTo>
                  <a:lnTo>
                    <a:pt x="15920" y="5503"/>
                  </a:lnTo>
                  <a:lnTo>
                    <a:pt x="16250" y="5173"/>
                  </a:lnTo>
                  <a:lnTo>
                    <a:pt x="16287" y="5099"/>
                  </a:lnTo>
                  <a:lnTo>
                    <a:pt x="16324" y="4989"/>
                  </a:lnTo>
                  <a:lnTo>
                    <a:pt x="16287" y="4916"/>
                  </a:lnTo>
                  <a:lnTo>
                    <a:pt x="16250" y="4879"/>
                  </a:lnTo>
                  <a:lnTo>
                    <a:pt x="16177" y="4806"/>
                  </a:lnTo>
                  <a:lnTo>
                    <a:pt x="16030" y="4806"/>
                  </a:lnTo>
                  <a:lnTo>
                    <a:pt x="15957" y="4842"/>
                  </a:lnTo>
                  <a:lnTo>
                    <a:pt x="15627" y="5209"/>
                  </a:lnTo>
                  <a:lnTo>
                    <a:pt x="15333" y="5576"/>
                  </a:lnTo>
                  <a:lnTo>
                    <a:pt x="15076" y="5393"/>
                  </a:lnTo>
                  <a:lnTo>
                    <a:pt x="14820" y="5246"/>
                  </a:lnTo>
                  <a:lnTo>
                    <a:pt x="14673" y="5173"/>
                  </a:lnTo>
                  <a:lnTo>
                    <a:pt x="14746" y="5026"/>
                  </a:lnTo>
                  <a:lnTo>
                    <a:pt x="14966" y="4659"/>
                  </a:lnTo>
                  <a:lnTo>
                    <a:pt x="15003" y="4586"/>
                  </a:lnTo>
                  <a:lnTo>
                    <a:pt x="15003" y="4512"/>
                  </a:lnTo>
                  <a:lnTo>
                    <a:pt x="14930" y="4402"/>
                  </a:lnTo>
                  <a:lnTo>
                    <a:pt x="14856" y="4366"/>
                  </a:lnTo>
                  <a:lnTo>
                    <a:pt x="14746" y="4366"/>
                  </a:lnTo>
                  <a:lnTo>
                    <a:pt x="14673" y="4439"/>
                  </a:lnTo>
                  <a:lnTo>
                    <a:pt x="14526" y="4622"/>
                  </a:lnTo>
                  <a:lnTo>
                    <a:pt x="14416" y="4842"/>
                  </a:lnTo>
                  <a:lnTo>
                    <a:pt x="14343" y="5026"/>
                  </a:lnTo>
                  <a:lnTo>
                    <a:pt x="14159" y="4989"/>
                  </a:lnTo>
                  <a:lnTo>
                    <a:pt x="13939" y="4989"/>
                  </a:lnTo>
                  <a:lnTo>
                    <a:pt x="13903" y="4732"/>
                  </a:lnTo>
                  <a:lnTo>
                    <a:pt x="13866" y="4476"/>
                  </a:lnTo>
                  <a:lnTo>
                    <a:pt x="13829" y="3962"/>
                  </a:lnTo>
                  <a:lnTo>
                    <a:pt x="13829" y="3889"/>
                  </a:lnTo>
                  <a:lnTo>
                    <a:pt x="13756" y="385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4" name="Google Shape;317;p5">
              <a:extLst>
                <a:ext uri="{FF2B5EF4-FFF2-40B4-BE49-F238E27FC236}">
                  <a16:creationId xmlns:a16="http://schemas.microsoft.com/office/drawing/2014/main" id="{3894D0C1-0B5D-4DEA-B729-E8498EE85E6C}"/>
                </a:ext>
              </a:extLst>
            </p:cNvPr>
            <p:cNvSpPr/>
            <p:nvPr/>
          </p:nvSpPr>
          <p:spPr>
            <a:xfrm>
              <a:off x="6059500" y="3516375"/>
              <a:ext cx="268700" cy="232025"/>
            </a:xfrm>
            <a:custGeom>
              <a:avLst/>
              <a:gdLst/>
              <a:ahLst/>
              <a:cxnLst/>
              <a:rect l="l" t="t" r="r" b="b"/>
              <a:pathLst>
                <a:path w="10748" h="9281" extrusionOk="0">
                  <a:moveTo>
                    <a:pt x="4072" y="550"/>
                  </a:moveTo>
                  <a:lnTo>
                    <a:pt x="4329" y="587"/>
                  </a:lnTo>
                  <a:lnTo>
                    <a:pt x="4585" y="697"/>
                  </a:lnTo>
                  <a:lnTo>
                    <a:pt x="4842" y="844"/>
                  </a:lnTo>
                  <a:lnTo>
                    <a:pt x="5025" y="1064"/>
                  </a:lnTo>
                  <a:lnTo>
                    <a:pt x="5136" y="1211"/>
                  </a:lnTo>
                  <a:lnTo>
                    <a:pt x="5209" y="1394"/>
                  </a:lnTo>
                  <a:lnTo>
                    <a:pt x="5246" y="1541"/>
                  </a:lnTo>
                  <a:lnTo>
                    <a:pt x="5282" y="1724"/>
                  </a:lnTo>
                  <a:lnTo>
                    <a:pt x="5282" y="2091"/>
                  </a:lnTo>
                  <a:lnTo>
                    <a:pt x="5246" y="2458"/>
                  </a:lnTo>
                  <a:lnTo>
                    <a:pt x="5209" y="2641"/>
                  </a:lnTo>
                  <a:lnTo>
                    <a:pt x="4695" y="1761"/>
                  </a:lnTo>
                  <a:lnTo>
                    <a:pt x="4072" y="550"/>
                  </a:lnTo>
                  <a:close/>
                  <a:moveTo>
                    <a:pt x="1357" y="3008"/>
                  </a:moveTo>
                  <a:lnTo>
                    <a:pt x="1504" y="3265"/>
                  </a:lnTo>
                  <a:lnTo>
                    <a:pt x="1614" y="3558"/>
                  </a:lnTo>
                  <a:lnTo>
                    <a:pt x="1797" y="3852"/>
                  </a:lnTo>
                  <a:lnTo>
                    <a:pt x="1467" y="3778"/>
                  </a:lnTo>
                  <a:lnTo>
                    <a:pt x="1137" y="3742"/>
                  </a:lnTo>
                  <a:lnTo>
                    <a:pt x="1321" y="3118"/>
                  </a:lnTo>
                  <a:lnTo>
                    <a:pt x="1357" y="3008"/>
                  </a:lnTo>
                  <a:close/>
                  <a:moveTo>
                    <a:pt x="3815" y="550"/>
                  </a:moveTo>
                  <a:lnTo>
                    <a:pt x="4072" y="1174"/>
                  </a:lnTo>
                  <a:lnTo>
                    <a:pt x="4329" y="1798"/>
                  </a:lnTo>
                  <a:lnTo>
                    <a:pt x="4695" y="2531"/>
                  </a:lnTo>
                  <a:lnTo>
                    <a:pt x="5099" y="3265"/>
                  </a:lnTo>
                  <a:lnTo>
                    <a:pt x="4989" y="3852"/>
                  </a:lnTo>
                  <a:lnTo>
                    <a:pt x="4732" y="3191"/>
                  </a:lnTo>
                  <a:lnTo>
                    <a:pt x="4475" y="2531"/>
                  </a:lnTo>
                  <a:lnTo>
                    <a:pt x="4255" y="1981"/>
                  </a:lnTo>
                  <a:lnTo>
                    <a:pt x="4035" y="1467"/>
                  </a:lnTo>
                  <a:lnTo>
                    <a:pt x="3742" y="880"/>
                  </a:lnTo>
                  <a:lnTo>
                    <a:pt x="3558" y="587"/>
                  </a:lnTo>
                  <a:lnTo>
                    <a:pt x="3815" y="550"/>
                  </a:lnTo>
                  <a:close/>
                  <a:moveTo>
                    <a:pt x="1761" y="1724"/>
                  </a:moveTo>
                  <a:lnTo>
                    <a:pt x="1724" y="1798"/>
                  </a:lnTo>
                  <a:lnTo>
                    <a:pt x="1761" y="1944"/>
                  </a:lnTo>
                  <a:lnTo>
                    <a:pt x="1834" y="2018"/>
                  </a:lnTo>
                  <a:lnTo>
                    <a:pt x="1944" y="2054"/>
                  </a:lnTo>
                  <a:lnTo>
                    <a:pt x="2054" y="2054"/>
                  </a:lnTo>
                  <a:lnTo>
                    <a:pt x="2274" y="2531"/>
                  </a:lnTo>
                  <a:lnTo>
                    <a:pt x="2458" y="2971"/>
                  </a:lnTo>
                  <a:lnTo>
                    <a:pt x="3008" y="4182"/>
                  </a:lnTo>
                  <a:lnTo>
                    <a:pt x="3081" y="4329"/>
                  </a:lnTo>
                  <a:lnTo>
                    <a:pt x="2825" y="4255"/>
                  </a:lnTo>
                  <a:lnTo>
                    <a:pt x="2458" y="4072"/>
                  </a:lnTo>
                  <a:lnTo>
                    <a:pt x="2164" y="3742"/>
                  </a:lnTo>
                  <a:lnTo>
                    <a:pt x="1944" y="3375"/>
                  </a:lnTo>
                  <a:lnTo>
                    <a:pt x="1724" y="2935"/>
                  </a:lnTo>
                  <a:lnTo>
                    <a:pt x="1651" y="2715"/>
                  </a:lnTo>
                  <a:lnTo>
                    <a:pt x="1504" y="2494"/>
                  </a:lnTo>
                  <a:lnTo>
                    <a:pt x="1724" y="1761"/>
                  </a:lnTo>
                  <a:lnTo>
                    <a:pt x="1761" y="1724"/>
                  </a:lnTo>
                  <a:close/>
                  <a:moveTo>
                    <a:pt x="2604" y="1174"/>
                  </a:moveTo>
                  <a:lnTo>
                    <a:pt x="2715" y="1614"/>
                  </a:lnTo>
                  <a:lnTo>
                    <a:pt x="2861" y="2054"/>
                  </a:lnTo>
                  <a:lnTo>
                    <a:pt x="3228" y="2898"/>
                  </a:lnTo>
                  <a:lnTo>
                    <a:pt x="3998" y="4695"/>
                  </a:lnTo>
                  <a:lnTo>
                    <a:pt x="3632" y="4549"/>
                  </a:lnTo>
                  <a:lnTo>
                    <a:pt x="3522" y="4365"/>
                  </a:lnTo>
                  <a:lnTo>
                    <a:pt x="3301" y="3888"/>
                  </a:lnTo>
                  <a:lnTo>
                    <a:pt x="2861" y="2935"/>
                  </a:lnTo>
                  <a:lnTo>
                    <a:pt x="2274" y="1834"/>
                  </a:lnTo>
                  <a:lnTo>
                    <a:pt x="2311" y="1651"/>
                  </a:lnTo>
                  <a:lnTo>
                    <a:pt x="2421" y="1467"/>
                  </a:lnTo>
                  <a:lnTo>
                    <a:pt x="2604" y="1174"/>
                  </a:lnTo>
                  <a:close/>
                  <a:moveTo>
                    <a:pt x="3338" y="660"/>
                  </a:moveTo>
                  <a:lnTo>
                    <a:pt x="3375" y="770"/>
                  </a:lnTo>
                  <a:lnTo>
                    <a:pt x="3668" y="1467"/>
                  </a:lnTo>
                  <a:lnTo>
                    <a:pt x="3962" y="2164"/>
                  </a:lnTo>
                  <a:lnTo>
                    <a:pt x="4182" y="2788"/>
                  </a:lnTo>
                  <a:lnTo>
                    <a:pt x="4402" y="3412"/>
                  </a:lnTo>
                  <a:lnTo>
                    <a:pt x="4769" y="4659"/>
                  </a:lnTo>
                  <a:lnTo>
                    <a:pt x="4732" y="4805"/>
                  </a:lnTo>
                  <a:lnTo>
                    <a:pt x="4659" y="4805"/>
                  </a:lnTo>
                  <a:lnTo>
                    <a:pt x="4549" y="4842"/>
                  </a:lnTo>
                  <a:lnTo>
                    <a:pt x="3668" y="2971"/>
                  </a:lnTo>
                  <a:lnTo>
                    <a:pt x="3191" y="1981"/>
                  </a:lnTo>
                  <a:lnTo>
                    <a:pt x="2971" y="1504"/>
                  </a:lnTo>
                  <a:lnTo>
                    <a:pt x="2788" y="991"/>
                  </a:lnTo>
                  <a:lnTo>
                    <a:pt x="3045" y="807"/>
                  </a:lnTo>
                  <a:lnTo>
                    <a:pt x="3338" y="660"/>
                  </a:lnTo>
                  <a:close/>
                  <a:moveTo>
                    <a:pt x="7703" y="4952"/>
                  </a:moveTo>
                  <a:lnTo>
                    <a:pt x="7960" y="5246"/>
                  </a:lnTo>
                  <a:lnTo>
                    <a:pt x="7960" y="5246"/>
                  </a:lnTo>
                  <a:lnTo>
                    <a:pt x="7887" y="5209"/>
                  </a:lnTo>
                  <a:lnTo>
                    <a:pt x="7593" y="5319"/>
                  </a:lnTo>
                  <a:lnTo>
                    <a:pt x="7300" y="5466"/>
                  </a:lnTo>
                  <a:lnTo>
                    <a:pt x="7190" y="5356"/>
                  </a:lnTo>
                  <a:lnTo>
                    <a:pt x="7080" y="5246"/>
                  </a:lnTo>
                  <a:lnTo>
                    <a:pt x="7373" y="5099"/>
                  </a:lnTo>
                  <a:lnTo>
                    <a:pt x="7703" y="4952"/>
                  </a:lnTo>
                  <a:close/>
                  <a:moveTo>
                    <a:pt x="8070" y="5356"/>
                  </a:moveTo>
                  <a:lnTo>
                    <a:pt x="8180" y="5466"/>
                  </a:lnTo>
                  <a:lnTo>
                    <a:pt x="7923" y="5576"/>
                  </a:lnTo>
                  <a:lnTo>
                    <a:pt x="7923" y="5576"/>
                  </a:lnTo>
                  <a:lnTo>
                    <a:pt x="8033" y="5429"/>
                  </a:lnTo>
                  <a:lnTo>
                    <a:pt x="8070" y="5356"/>
                  </a:lnTo>
                  <a:close/>
                  <a:moveTo>
                    <a:pt x="7556" y="5612"/>
                  </a:moveTo>
                  <a:lnTo>
                    <a:pt x="7483" y="5722"/>
                  </a:lnTo>
                  <a:lnTo>
                    <a:pt x="7483" y="5686"/>
                  </a:lnTo>
                  <a:lnTo>
                    <a:pt x="7556" y="5612"/>
                  </a:lnTo>
                  <a:close/>
                  <a:moveTo>
                    <a:pt x="8327" y="5649"/>
                  </a:moveTo>
                  <a:lnTo>
                    <a:pt x="8327" y="5686"/>
                  </a:lnTo>
                  <a:lnTo>
                    <a:pt x="7850" y="6163"/>
                  </a:lnTo>
                  <a:lnTo>
                    <a:pt x="7740" y="6016"/>
                  </a:lnTo>
                  <a:lnTo>
                    <a:pt x="7997" y="5796"/>
                  </a:lnTo>
                  <a:lnTo>
                    <a:pt x="8327" y="5649"/>
                  </a:lnTo>
                  <a:close/>
                  <a:moveTo>
                    <a:pt x="8437" y="5796"/>
                  </a:moveTo>
                  <a:lnTo>
                    <a:pt x="8584" y="6053"/>
                  </a:lnTo>
                  <a:lnTo>
                    <a:pt x="8143" y="6163"/>
                  </a:lnTo>
                  <a:lnTo>
                    <a:pt x="8437" y="5796"/>
                  </a:lnTo>
                  <a:close/>
                  <a:moveTo>
                    <a:pt x="8437" y="6346"/>
                  </a:moveTo>
                  <a:lnTo>
                    <a:pt x="8180" y="6676"/>
                  </a:lnTo>
                  <a:lnTo>
                    <a:pt x="8107" y="6493"/>
                  </a:lnTo>
                  <a:lnTo>
                    <a:pt x="8437" y="6346"/>
                  </a:lnTo>
                  <a:close/>
                  <a:moveTo>
                    <a:pt x="8767" y="6309"/>
                  </a:moveTo>
                  <a:lnTo>
                    <a:pt x="8840" y="6419"/>
                  </a:lnTo>
                  <a:lnTo>
                    <a:pt x="8547" y="6676"/>
                  </a:lnTo>
                  <a:lnTo>
                    <a:pt x="8767" y="6309"/>
                  </a:lnTo>
                  <a:close/>
                  <a:moveTo>
                    <a:pt x="9024" y="4695"/>
                  </a:moveTo>
                  <a:lnTo>
                    <a:pt x="9244" y="4732"/>
                  </a:lnTo>
                  <a:lnTo>
                    <a:pt x="9464" y="4805"/>
                  </a:lnTo>
                  <a:lnTo>
                    <a:pt x="9647" y="4915"/>
                  </a:lnTo>
                  <a:lnTo>
                    <a:pt x="9831" y="5062"/>
                  </a:lnTo>
                  <a:lnTo>
                    <a:pt x="9904" y="5099"/>
                  </a:lnTo>
                  <a:lnTo>
                    <a:pt x="9941" y="5099"/>
                  </a:lnTo>
                  <a:lnTo>
                    <a:pt x="10051" y="5209"/>
                  </a:lnTo>
                  <a:lnTo>
                    <a:pt x="10161" y="5429"/>
                  </a:lnTo>
                  <a:lnTo>
                    <a:pt x="10198" y="5649"/>
                  </a:lnTo>
                  <a:lnTo>
                    <a:pt x="10234" y="5869"/>
                  </a:lnTo>
                  <a:lnTo>
                    <a:pt x="10198" y="6089"/>
                  </a:lnTo>
                  <a:lnTo>
                    <a:pt x="10161" y="6346"/>
                  </a:lnTo>
                  <a:lnTo>
                    <a:pt x="10088" y="6566"/>
                  </a:lnTo>
                  <a:lnTo>
                    <a:pt x="9941" y="7006"/>
                  </a:lnTo>
                  <a:lnTo>
                    <a:pt x="9904" y="7080"/>
                  </a:lnTo>
                  <a:lnTo>
                    <a:pt x="9647" y="6676"/>
                  </a:lnTo>
                  <a:lnTo>
                    <a:pt x="9024" y="5832"/>
                  </a:lnTo>
                  <a:lnTo>
                    <a:pt x="8620" y="5282"/>
                  </a:lnTo>
                  <a:lnTo>
                    <a:pt x="8400" y="5025"/>
                  </a:lnTo>
                  <a:lnTo>
                    <a:pt x="8143" y="4842"/>
                  </a:lnTo>
                  <a:lnTo>
                    <a:pt x="8584" y="4732"/>
                  </a:lnTo>
                  <a:lnTo>
                    <a:pt x="8804" y="4695"/>
                  </a:lnTo>
                  <a:close/>
                  <a:moveTo>
                    <a:pt x="1064" y="3962"/>
                  </a:moveTo>
                  <a:lnTo>
                    <a:pt x="1357" y="4182"/>
                  </a:lnTo>
                  <a:lnTo>
                    <a:pt x="1651" y="4329"/>
                  </a:lnTo>
                  <a:lnTo>
                    <a:pt x="2348" y="4585"/>
                  </a:lnTo>
                  <a:lnTo>
                    <a:pt x="2458" y="4659"/>
                  </a:lnTo>
                  <a:lnTo>
                    <a:pt x="2494" y="4695"/>
                  </a:lnTo>
                  <a:lnTo>
                    <a:pt x="2568" y="4732"/>
                  </a:lnTo>
                  <a:lnTo>
                    <a:pt x="2641" y="4695"/>
                  </a:lnTo>
                  <a:lnTo>
                    <a:pt x="4329" y="5319"/>
                  </a:lnTo>
                  <a:lnTo>
                    <a:pt x="4329" y="5356"/>
                  </a:lnTo>
                  <a:lnTo>
                    <a:pt x="4292" y="5319"/>
                  </a:lnTo>
                  <a:lnTo>
                    <a:pt x="3888" y="5172"/>
                  </a:lnTo>
                  <a:lnTo>
                    <a:pt x="3705" y="5136"/>
                  </a:lnTo>
                  <a:lnTo>
                    <a:pt x="3485" y="5099"/>
                  </a:lnTo>
                  <a:lnTo>
                    <a:pt x="3448" y="5136"/>
                  </a:lnTo>
                  <a:lnTo>
                    <a:pt x="3411" y="5172"/>
                  </a:lnTo>
                  <a:lnTo>
                    <a:pt x="3448" y="5246"/>
                  </a:lnTo>
                  <a:lnTo>
                    <a:pt x="3595" y="5392"/>
                  </a:lnTo>
                  <a:lnTo>
                    <a:pt x="3852" y="5539"/>
                  </a:lnTo>
                  <a:lnTo>
                    <a:pt x="4108" y="5686"/>
                  </a:lnTo>
                  <a:lnTo>
                    <a:pt x="4402" y="5759"/>
                  </a:lnTo>
                  <a:lnTo>
                    <a:pt x="4365" y="5906"/>
                  </a:lnTo>
                  <a:lnTo>
                    <a:pt x="4035" y="5906"/>
                  </a:lnTo>
                  <a:lnTo>
                    <a:pt x="3742" y="5869"/>
                  </a:lnTo>
                  <a:lnTo>
                    <a:pt x="3411" y="5759"/>
                  </a:lnTo>
                  <a:lnTo>
                    <a:pt x="3228" y="5686"/>
                  </a:lnTo>
                  <a:lnTo>
                    <a:pt x="3191" y="5612"/>
                  </a:lnTo>
                  <a:lnTo>
                    <a:pt x="3155" y="5576"/>
                  </a:lnTo>
                  <a:lnTo>
                    <a:pt x="3118" y="5539"/>
                  </a:lnTo>
                  <a:lnTo>
                    <a:pt x="3081" y="5502"/>
                  </a:lnTo>
                  <a:lnTo>
                    <a:pt x="3045" y="5502"/>
                  </a:lnTo>
                  <a:lnTo>
                    <a:pt x="3008" y="5539"/>
                  </a:lnTo>
                  <a:lnTo>
                    <a:pt x="2971" y="5649"/>
                  </a:lnTo>
                  <a:lnTo>
                    <a:pt x="2971" y="5722"/>
                  </a:lnTo>
                  <a:lnTo>
                    <a:pt x="3008" y="5796"/>
                  </a:lnTo>
                  <a:lnTo>
                    <a:pt x="3045" y="5869"/>
                  </a:lnTo>
                  <a:lnTo>
                    <a:pt x="3191" y="6016"/>
                  </a:lnTo>
                  <a:lnTo>
                    <a:pt x="3338" y="6126"/>
                  </a:lnTo>
                  <a:lnTo>
                    <a:pt x="3522" y="6199"/>
                  </a:lnTo>
                  <a:lnTo>
                    <a:pt x="3742" y="6273"/>
                  </a:lnTo>
                  <a:lnTo>
                    <a:pt x="3962" y="6309"/>
                  </a:lnTo>
                  <a:lnTo>
                    <a:pt x="4182" y="6309"/>
                  </a:lnTo>
                  <a:lnTo>
                    <a:pt x="3962" y="6676"/>
                  </a:lnTo>
                  <a:lnTo>
                    <a:pt x="3742" y="6603"/>
                  </a:lnTo>
                  <a:lnTo>
                    <a:pt x="3228" y="6456"/>
                  </a:lnTo>
                  <a:lnTo>
                    <a:pt x="2971" y="6419"/>
                  </a:lnTo>
                  <a:lnTo>
                    <a:pt x="2715" y="6383"/>
                  </a:lnTo>
                  <a:lnTo>
                    <a:pt x="2641" y="6383"/>
                  </a:lnTo>
                  <a:lnTo>
                    <a:pt x="2641" y="6456"/>
                  </a:lnTo>
                  <a:lnTo>
                    <a:pt x="2641" y="6493"/>
                  </a:lnTo>
                  <a:lnTo>
                    <a:pt x="2678" y="6529"/>
                  </a:lnTo>
                  <a:lnTo>
                    <a:pt x="2861" y="6676"/>
                  </a:lnTo>
                  <a:lnTo>
                    <a:pt x="3081" y="6786"/>
                  </a:lnTo>
                  <a:lnTo>
                    <a:pt x="3522" y="6970"/>
                  </a:lnTo>
                  <a:lnTo>
                    <a:pt x="3742" y="7080"/>
                  </a:lnTo>
                  <a:lnTo>
                    <a:pt x="3632" y="7226"/>
                  </a:lnTo>
                  <a:lnTo>
                    <a:pt x="3522" y="7336"/>
                  </a:lnTo>
                  <a:lnTo>
                    <a:pt x="2935" y="7080"/>
                  </a:lnTo>
                  <a:lnTo>
                    <a:pt x="2311" y="6823"/>
                  </a:lnTo>
                  <a:lnTo>
                    <a:pt x="2238" y="6823"/>
                  </a:lnTo>
                  <a:lnTo>
                    <a:pt x="2201" y="6860"/>
                  </a:lnTo>
                  <a:lnTo>
                    <a:pt x="2201" y="6896"/>
                  </a:lnTo>
                  <a:lnTo>
                    <a:pt x="2201" y="6970"/>
                  </a:lnTo>
                  <a:lnTo>
                    <a:pt x="2458" y="7190"/>
                  </a:lnTo>
                  <a:lnTo>
                    <a:pt x="2678" y="7410"/>
                  </a:lnTo>
                  <a:lnTo>
                    <a:pt x="2971" y="7557"/>
                  </a:lnTo>
                  <a:lnTo>
                    <a:pt x="3265" y="7703"/>
                  </a:lnTo>
                  <a:lnTo>
                    <a:pt x="2971" y="7960"/>
                  </a:lnTo>
                  <a:lnTo>
                    <a:pt x="2641" y="7960"/>
                  </a:lnTo>
                  <a:lnTo>
                    <a:pt x="2311" y="7887"/>
                  </a:lnTo>
                  <a:lnTo>
                    <a:pt x="1981" y="7777"/>
                  </a:lnTo>
                  <a:lnTo>
                    <a:pt x="1871" y="7777"/>
                  </a:lnTo>
                  <a:lnTo>
                    <a:pt x="1834" y="7813"/>
                  </a:lnTo>
                  <a:lnTo>
                    <a:pt x="1797" y="7850"/>
                  </a:lnTo>
                  <a:lnTo>
                    <a:pt x="1797" y="7923"/>
                  </a:lnTo>
                  <a:lnTo>
                    <a:pt x="1834" y="8070"/>
                  </a:lnTo>
                  <a:lnTo>
                    <a:pt x="1944" y="8143"/>
                  </a:lnTo>
                  <a:lnTo>
                    <a:pt x="2091" y="8217"/>
                  </a:lnTo>
                  <a:lnTo>
                    <a:pt x="2238" y="8290"/>
                  </a:lnTo>
                  <a:lnTo>
                    <a:pt x="2348" y="8327"/>
                  </a:lnTo>
                  <a:lnTo>
                    <a:pt x="2164" y="8364"/>
                  </a:lnTo>
                  <a:lnTo>
                    <a:pt x="1944" y="8364"/>
                  </a:lnTo>
                  <a:lnTo>
                    <a:pt x="1761" y="8327"/>
                  </a:lnTo>
                  <a:lnTo>
                    <a:pt x="1541" y="8253"/>
                  </a:lnTo>
                  <a:lnTo>
                    <a:pt x="1247" y="8070"/>
                  </a:lnTo>
                  <a:lnTo>
                    <a:pt x="1027" y="7850"/>
                  </a:lnTo>
                  <a:lnTo>
                    <a:pt x="844" y="7593"/>
                  </a:lnTo>
                  <a:lnTo>
                    <a:pt x="697" y="7300"/>
                  </a:lnTo>
                  <a:lnTo>
                    <a:pt x="624" y="6970"/>
                  </a:lnTo>
                  <a:lnTo>
                    <a:pt x="550" y="6676"/>
                  </a:lnTo>
                  <a:lnTo>
                    <a:pt x="550" y="6346"/>
                  </a:lnTo>
                  <a:lnTo>
                    <a:pt x="550" y="6016"/>
                  </a:lnTo>
                  <a:lnTo>
                    <a:pt x="624" y="5502"/>
                  </a:lnTo>
                  <a:lnTo>
                    <a:pt x="734" y="4989"/>
                  </a:lnTo>
                  <a:lnTo>
                    <a:pt x="1064" y="3962"/>
                  </a:lnTo>
                  <a:close/>
                  <a:moveTo>
                    <a:pt x="6786" y="5429"/>
                  </a:moveTo>
                  <a:lnTo>
                    <a:pt x="6860" y="5649"/>
                  </a:lnTo>
                  <a:lnTo>
                    <a:pt x="6970" y="5832"/>
                  </a:lnTo>
                  <a:lnTo>
                    <a:pt x="7006" y="5906"/>
                  </a:lnTo>
                  <a:lnTo>
                    <a:pt x="7043" y="5979"/>
                  </a:lnTo>
                  <a:lnTo>
                    <a:pt x="7116" y="6016"/>
                  </a:lnTo>
                  <a:lnTo>
                    <a:pt x="7813" y="7006"/>
                  </a:lnTo>
                  <a:lnTo>
                    <a:pt x="8143" y="7520"/>
                  </a:lnTo>
                  <a:lnTo>
                    <a:pt x="8143" y="7667"/>
                  </a:lnTo>
                  <a:lnTo>
                    <a:pt x="8143" y="7740"/>
                  </a:lnTo>
                  <a:lnTo>
                    <a:pt x="8217" y="7813"/>
                  </a:lnTo>
                  <a:lnTo>
                    <a:pt x="8290" y="7850"/>
                  </a:lnTo>
                  <a:lnTo>
                    <a:pt x="8363" y="7850"/>
                  </a:lnTo>
                  <a:lnTo>
                    <a:pt x="8400" y="7813"/>
                  </a:lnTo>
                  <a:lnTo>
                    <a:pt x="8510" y="7887"/>
                  </a:lnTo>
                  <a:lnTo>
                    <a:pt x="8584" y="7923"/>
                  </a:lnTo>
                  <a:lnTo>
                    <a:pt x="8694" y="7960"/>
                  </a:lnTo>
                  <a:lnTo>
                    <a:pt x="8767" y="7923"/>
                  </a:lnTo>
                  <a:lnTo>
                    <a:pt x="8877" y="7997"/>
                  </a:lnTo>
                  <a:lnTo>
                    <a:pt x="8987" y="7997"/>
                  </a:lnTo>
                  <a:lnTo>
                    <a:pt x="9060" y="8033"/>
                  </a:lnTo>
                  <a:lnTo>
                    <a:pt x="9134" y="7997"/>
                  </a:lnTo>
                  <a:lnTo>
                    <a:pt x="9207" y="7923"/>
                  </a:lnTo>
                  <a:lnTo>
                    <a:pt x="9207" y="7813"/>
                  </a:lnTo>
                  <a:lnTo>
                    <a:pt x="9207" y="7740"/>
                  </a:lnTo>
                  <a:lnTo>
                    <a:pt x="9134" y="7667"/>
                  </a:lnTo>
                  <a:lnTo>
                    <a:pt x="9170" y="7557"/>
                  </a:lnTo>
                  <a:lnTo>
                    <a:pt x="9207" y="7483"/>
                  </a:lnTo>
                  <a:lnTo>
                    <a:pt x="9244" y="7410"/>
                  </a:lnTo>
                  <a:lnTo>
                    <a:pt x="9244" y="7373"/>
                  </a:lnTo>
                  <a:lnTo>
                    <a:pt x="9207" y="7300"/>
                  </a:lnTo>
                  <a:lnTo>
                    <a:pt x="9170" y="7263"/>
                  </a:lnTo>
                  <a:lnTo>
                    <a:pt x="9134" y="7226"/>
                  </a:lnTo>
                  <a:lnTo>
                    <a:pt x="8987" y="7226"/>
                  </a:lnTo>
                  <a:lnTo>
                    <a:pt x="8694" y="7336"/>
                  </a:lnTo>
                  <a:lnTo>
                    <a:pt x="8694" y="7300"/>
                  </a:lnTo>
                  <a:lnTo>
                    <a:pt x="8877" y="7153"/>
                  </a:lnTo>
                  <a:lnTo>
                    <a:pt x="9060" y="6970"/>
                  </a:lnTo>
                  <a:lnTo>
                    <a:pt x="9134" y="6860"/>
                  </a:lnTo>
                  <a:lnTo>
                    <a:pt x="9244" y="7043"/>
                  </a:lnTo>
                  <a:lnTo>
                    <a:pt x="9501" y="7446"/>
                  </a:lnTo>
                  <a:lnTo>
                    <a:pt x="9537" y="7593"/>
                  </a:lnTo>
                  <a:lnTo>
                    <a:pt x="9317" y="7887"/>
                  </a:lnTo>
                  <a:lnTo>
                    <a:pt x="9024" y="8143"/>
                  </a:lnTo>
                  <a:lnTo>
                    <a:pt x="8730" y="8364"/>
                  </a:lnTo>
                  <a:lnTo>
                    <a:pt x="8400" y="8547"/>
                  </a:lnTo>
                  <a:lnTo>
                    <a:pt x="8070" y="8657"/>
                  </a:lnTo>
                  <a:lnTo>
                    <a:pt x="7703" y="8694"/>
                  </a:lnTo>
                  <a:lnTo>
                    <a:pt x="7520" y="8694"/>
                  </a:lnTo>
                  <a:lnTo>
                    <a:pt x="7373" y="8657"/>
                  </a:lnTo>
                  <a:lnTo>
                    <a:pt x="7190" y="8620"/>
                  </a:lnTo>
                  <a:lnTo>
                    <a:pt x="7006" y="8547"/>
                  </a:lnTo>
                  <a:lnTo>
                    <a:pt x="6823" y="8437"/>
                  </a:lnTo>
                  <a:lnTo>
                    <a:pt x="6676" y="8290"/>
                  </a:lnTo>
                  <a:lnTo>
                    <a:pt x="6419" y="7997"/>
                  </a:lnTo>
                  <a:lnTo>
                    <a:pt x="6199" y="7667"/>
                  </a:lnTo>
                  <a:lnTo>
                    <a:pt x="6053" y="7300"/>
                  </a:lnTo>
                  <a:lnTo>
                    <a:pt x="6016" y="6896"/>
                  </a:lnTo>
                  <a:lnTo>
                    <a:pt x="6016" y="6676"/>
                  </a:lnTo>
                  <a:lnTo>
                    <a:pt x="6053" y="6493"/>
                  </a:lnTo>
                  <a:lnTo>
                    <a:pt x="6089" y="6309"/>
                  </a:lnTo>
                  <a:lnTo>
                    <a:pt x="6163" y="6126"/>
                  </a:lnTo>
                  <a:lnTo>
                    <a:pt x="6273" y="5943"/>
                  </a:lnTo>
                  <a:lnTo>
                    <a:pt x="6383" y="5759"/>
                  </a:lnTo>
                  <a:lnTo>
                    <a:pt x="6566" y="5576"/>
                  </a:lnTo>
                  <a:lnTo>
                    <a:pt x="6786" y="5429"/>
                  </a:lnTo>
                  <a:close/>
                  <a:moveTo>
                    <a:pt x="3852" y="0"/>
                  </a:moveTo>
                  <a:lnTo>
                    <a:pt x="3522" y="37"/>
                  </a:lnTo>
                  <a:lnTo>
                    <a:pt x="3191" y="110"/>
                  </a:lnTo>
                  <a:lnTo>
                    <a:pt x="2898" y="257"/>
                  </a:lnTo>
                  <a:lnTo>
                    <a:pt x="2604" y="440"/>
                  </a:lnTo>
                  <a:lnTo>
                    <a:pt x="2348" y="660"/>
                  </a:lnTo>
                  <a:lnTo>
                    <a:pt x="2091" y="660"/>
                  </a:lnTo>
                  <a:lnTo>
                    <a:pt x="1871" y="734"/>
                  </a:lnTo>
                  <a:lnTo>
                    <a:pt x="1687" y="880"/>
                  </a:lnTo>
                  <a:lnTo>
                    <a:pt x="1541" y="1064"/>
                  </a:lnTo>
                  <a:lnTo>
                    <a:pt x="1394" y="1284"/>
                  </a:lnTo>
                  <a:lnTo>
                    <a:pt x="1321" y="1504"/>
                  </a:lnTo>
                  <a:lnTo>
                    <a:pt x="1137" y="1944"/>
                  </a:lnTo>
                  <a:lnTo>
                    <a:pt x="660" y="3522"/>
                  </a:lnTo>
                  <a:lnTo>
                    <a:pt x="404" y="4292"/>
                  </a:lnTo>
                  <a:lnTo>
                    <a:pt x="183" y="5062"/>
                  </a:lnTo>
                  <a:lnTo>
                    <a:pt x="37" y="5759"/>
                  </a:lnTo>
                  <a:lnTo>
                    <a:pt x="0" y="6126"/>
                  </a:lnTo>
                  <a:lnTo>
                    <a:pt x="0" y="6456"/>
                  </a:lnTo>
                  <a:lnTo>
                    <a:pt x="0" y="6786"/>
                  </a:lnTo>
                  <a:lnTo>
                    <a:pt x="73" y="7153"/>
                  </a:lnTo>
                  <a:lnTo>
                    <a:pt x="183" y="7483"/>
                  </a:lnTo>
                  <a:lnTo>
                    <a:pt x="330" y="7813"/>
                  </a:lnTo>
                  <a:lnTo>
                    <a:pt x="477" y="8033"/>
                  </a:lnTo>
                  <a:lnTo>
                    <a:pt x="660" y="8253"/>
                  </a:lnTo>
                  <a:lnTo>
                    <a:pt x="880" y="8474"/>
                  </a:lnTo>
                  <a:lnTo>
                    <a:pt x="1101" y="8657"/>
                  </a:lnTo>
                  <a:lnTo>
                    <a:pt x="1357" y="8767"/>
                  </a:lnTo>
                  <a:lnTo>
                    <a:pt x="1651" y="8877"/>
                  </a:lnTo>
                  <a:lnTo>
                    <a:pt x="1908" y="8914"/>
                  </a:lnTo>
                  <a:lnTo>
                    <a:pt x="2201" y="8950"/>
                  </a:lnTo>
                  <a:lnTo>
                    <a:pt x="2458" y="8914"/>
                  </a:lnTo>
                  <a:lnTo>
                    <a:pt x="2678" y="8840"/>
                  </a:lnTo>
                  <a:lnTo>
                    <a:pt x="2898" y="8730"/>
                  </a:lnTo>
                  <a:lnTo>
                    <a:pt x="3081" y="8620"/>
                  </a:lnTo>
                  <a:lnTo>
                    <a:pt x="3448" y="8290"/>
                  </a:lnTo>
                  <a:lnTo>
                    <a:pt x="3778" y="7923"/>
                  </a:lnTo>
                  <a:lnTo>
                    <a:pt x="3815" y="7960"/>
                  </a:lnTo>
                  <a:lnTo>
                    <a:pt x="3925" y="7960"/>
                  </a:lnTo>
                  <a:lnTo>
                    <a:pt x="4035" y="7887"/>
                  </a:lnTo>
                  <a:lnTo>
                    <a:pt x="4108" y="7813"/>
                  </a:lnTo>
                  <a:lnTo>
                    <a:pt x="4108" y="7740"/>
                  </a:lnTo>
                  <a:lnTo>
                    <a:pt x="4072" y="7593"/>
                  </a:lnTo>
                  <a:lnTo>
                    <a:pt x="4182" y="7446"/>
                  </a:lnTo>
                  <a:lnTo>
                    <a:pt x="4512" y="6896"/>
                  </a:lnTo>
                  <a:lnTo>
                    <a:pt x="4769" y="6309"/>
                  </a:lnTo>
                  <a:lnTo>
                    <a:pt x="5025" y="5722"/>
                  </a:lnTo>
                  <a:lnTo>
                    <a:pt x="5209" y="5099"/>
                  </a:lnTo>
                  <a:lnTo>
                    <a:pt x="5246" y="5062"/>
                  </a:lnTo>
                  <a:lnTo>
                    <a:pt x="5282" y="4989"/>
                  </a:lnTo>
                  <a:lnTo>
                    <a:pt x="5282" y="4915"/>
                  </a:lnTo>
                  <a:lnTo>
                    <a:pt x="5466" y="4292"/>
                  </a:lnTo>
                  <a:lnTo>
                    <a:pt x="5612" y="3632"/>
                  </a:lnTo>
                  <a:lnTo>
                    <a:pt x="5722" y="2971"/>
                  </a:lnTo>
                  <a:lnTo>
                    <a:pt x="5796" y="2311"/>
                  </a:lnTo>
                  <a:lnTo>
                    <a:pt x="5832" y="1981"/>
                  </a:lnTo>
                  <a:lnTo>
                    <a:pt x="5796" y="1651"/>
                  </a:lnTo>
                  <a:lnTo>
                    <a:pt x="5759" y="1357"/>
                  </a:lnTo>
                  <a:lnTo>
                    <a:pt x="5649" y="1064"/>
                  </a:lnTo>
                  <a:lnTo>
                    <a:pt x="5539" y="807"/>
                  </a:lnTo>
                  <a:lnTo>
                    <a:pt x="5356" y="587"/>
                  </a:lnTo>
                  <a:lnTo>
                    <a:pt x="5099" y="367"/>
                  </a:lnTo>
                  <a:lnTo>
                    <a:pt x="4842" y="184"/>
                  </a:lnTo>
                  <a:lnTo>
                    <a:pt x="4512" y="73"/>
                  </a:lnTo>
                  <a:lnTo>
                    <a:pt x="4182" y="0"/>
                  </a:lnTo>
                  <a:close/>
                  <a:moveTo>
                    <a:pt x="8730" y="3962"/>
                  </a:moveTo>
                  <a:lnTo>
                    <a:pt x="8584" y="4072"/>
                  </a:lnTo>
                  <a:lnTo>
                    <a:pt x="8437" y="4182"/>
                  </a:lnTo>
                  <a:lnTo>
                    <a:pt x="8327" y="4329"/>
                  </a:lnTo>
                  <a:lnTo>
                    <a:pt x="7887" y="4439"/>
                  </a:lnTo>
                  <a:lnTo>
                    <a:pt x="7336" y="4585"/>
                  </a:lnTo>
                  <a:lnTo>
                    <a:pt x="6786" y="4842"/>
                  </a:lnTo>
                  <a:lnTo>
                    <a:pt x="6566" y="4989"/>
                  </a:lnTo>
                  <a:lnTo>
                    <a:pt x="6309" y="5172"/>
                  </a:lnTo>
                  <a:lnTo>
                    <a:pt x="6089" y="5356"/>
                  </a:lnTo>
                  <a:lnTo>
                    <a:pt x="5906" y="5576"/>
                  </a:lnTo>
                  <a:lnTo>
                    <a:pt x="5759" y="5796"/>
                  </a:lnTo>
                  <a:lnTo>
                    <a:pt x="5612" y="6053"/>
                  </a:lnTo>
                  <a:lnTo>
                    <a:pt x="5539" y="6309"/>
                  </a:lnTo>
                  <a:lnTo>
                    <a:pt x="5502" y="6603"/>
                  </a:lnTo>
                  <a:lnTo>
                    <a:pt x="5466" y="6860"/>
                  </a:lnTo>
                  <a:lnTo>
                    <a:pt x="5502" y="7116"/>
                  </a:lnTo>
                  <a:lnTo>
                    <a:pt x="5539" y="7373"/>
                  </a:lnTo>
                  <a:lnTo>
                    <a:pt x="5612" y="7630"/>
                  </a:lnTo>
                  <a:lnTo>
                    <a:pt x="5722" y="7887"/>
                  </a:lnTo>
                  <a:lnTo>
                    <a:pt x="5869" y="8107"/>
                  </a:lnTo>
                  <a:lnTo>
                    <a:pt x="6016" y="8327"/>
                  </a:lnTo>
                  <a:lnTo>
                    <a:pt x="6199" y="8547"/>
                  </a:lnTo>
                  <a:lnTo>
                    <a:pt x="6419" y="8730"/>
                  </a:lnTo>
                  <a:lnTo>
                    <a:pt x="6639" y="8914"/>
                  </a:lnTo>
                  <a:lnTo>
                    <a:pt x="6860" y="9060"/>
                  </a:lnTo>
                  <a:lnTo>
                    <a:pt x="7116" y="9170"/>
                  </a:lnTo>
                  <a:lnTo>
                    <a:pt x="7410" y="9244"/>
                  </a:lnTo>
                  <a:lnTo>
                    <a:pt x="7703" y="9281"/>
                  </a:lnTo>
                  <a:lnTo>
                    <a:pt x="8033" y="9244"/>
                  </a:lnTo>
                  <a:lnTo>
                    <a:pt x="8327" y="9170"/>
                  </a:lnTo>
                  <a:lnTo>
                    <a:pt x="8620" y="9024"/>
                  </a:lnTo>
                  <a:lnTo>
                    <a:pt x="8877" y="8877"/>
                  </a:lnTo>
                  <a:lnTo>
                    <a:pt x="9391" y="8547"/>
                  </a:lnTo>
                  <a:lnTo>
                    <a:pt x="9611" y="8364"/>
                  </a:lnTo>
                  <a:lnTo>
                    <a:pt x="9794" y="8143"/>
                  </a:lnTo>
                  <a:lnTo>
                    <a:pt x="9977" y="7923"/>
                  </a:lnTo>
                  <a:lnTo>
                    <a:pt x="10161" y="7703"/>
                  </a:lnTo>
                  <a:lnTo>
                    <a:pt x="10418" y="7190"/>
                  </a:lnTo>
                  <a:lnTo>
                    <a:pt x="10638" y="6676"/>
                  </a:lnTo>
                  <a:lnTo>
                    <a:pt x="10711" y="6346"/>
                  </a:lnTo>
                  <a:lnTo>
                    <a:pt x="10748" y="6053"/>
                  </a:lnTo>
                  <a:lnTo>
                    <a:pt x="10748" y="5722"/>
                  </a:lnTo>
                  <a:lnTo>
                    <a:pt x="10711" y="5466"/>
                  </a:lnTo>
                  <a:lnTo>
                    <a:pt x="10601" y="5172"/>
                  </a:lnTo>
                  <a:lnTo>
                    <a:pt x="10454" y="4915"/>
                  </a:lnTo>
                  <a:lnTo>
                    <a:pt x="10271" y="4659"/>
                  </a:lnTo>
                  <a:lnTo>
                    <a:pt x="10051" y="4439"/>
                  </a:lnTo>
                  <a:lnTo>
                    <a:pt x="9794" y="4255"/>
                  </a:lnTo>
                  <a:lnTo>
                    <a:pt x="9537" y="4108"/>
                  </a:lnTo>
                  <a:lnTo>
                    <a:pt x="9244" y="3998"/>
                  </a:lnTo>
                  <a:lnTo>
                    <a:pt x="8950" y="3962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5" name="Google Shape;318;p5">
              <a:extLst>
                <a:ext uri="{FF2B5EF4-FFF2-40B4-BE49-F238E27FC236}">
                  <a16:creationId xmlns:a16="http://schemas.microsoft.com/office/drawing/2014/main" id="{1934CA72-314B-4C3F-8B41-BB80E20AC021}"/>
                </a:ext>
              </a:extLst>
            </p:cNvPr>
            <p:cNvSpPr/>
            <p:nvPr/>
          </p:nvSpPr>
          <p:spPr>
            <a:xfrm>
              <a:off x="6385050" y="4208725"/>
              <a:ext cx="422775" cy="298975"/>
            </a:xfrm>
            <a:custGeom>
              <a:avLst/>
              <a:gdLst/>
              <a:ahLst/>
              <a:cxnLst/>
              <a:rect l="l" t="t" r="r" b="b"/>
              <a:pathLst>
                <a:path w="16911" h="11959" extrusionOk="0">
                  <a:moveTo>
                    <a:pt x="12215" y="8951"/>
                  </a:moveTo>
                  <a:lnTo>
                    <a:pt x="12032" y="9098"/>
                  </a:lnTo>
                  <a:lnTo>
                    <a:pt x="11848" y="9244"/>
                  </a:lnTo>
                  <a:lnTo>
                    <a:pt x="11408" y="9538"/>
                  </a:lnTo>
                  <a:lnTo>
                    <a:pt x="11005" y="9685"/>
                  </a:lnTo>
                  <a:lnTo>
                    <a:pt x="10638" y="9868"/>
                  </a:lnTo>
                  <a:lnTo>
                    <a:pt x="10124" y="10051"/>
                  </a:lnTo>
                  <a:lnTo>
                    <a:pt x="9977" y="10125"/>
                  </a:lnTo>
                  <a:lnTo>
                    <a:pt x="9794" y="10161"/>
                  </a:lnTo>
                  <a:lnTo>
                    <a:pt x="9904" y="9978"/>
                  </a:lnTo>
                  <a:lnTo>
                    <a:pt x="10051" y="9795"/>
                  </a:lnTo>
                  <a:lnTo>
                    <a:pt x="10344" y="9758"/>
                  </a:lnTo>
                  <a:lnTo>
                    <a:pt x="10601" y="9648"/>
                  </a:lnTo>
                  <a:lnTo>
                    <a:pt x="10858" y="9538"/>
                  </a:lnTo>
                  <a:lnTo>
                    <a:pt x="11115" y="9354"/>
                  </a:lnTo>
                  <a:lnTo>
                    <a:pt x="11335" y="9171"/>
                  </a:lnTo>
                  <a:lnTo>
                    <a:pt x="11371" y="9061"/>
                  </a:lnTo>
                  <a:lnTo>
                    <a:pt x="11445" y="9061"/>
                  </a:lnTo>
                  <a:lnTo>
                    <a:pt x="11481" y="9024"/>
                  </a:lnTo>
                  <a:lnTo>
                    <a:pt x="11848" y="8951"/>
                  </a:lnTo>
                  <a:close/>
                  <a:moveTo>
                    <a:pt x="12619" y="8988"/>
                  </a:moveTo>
                  <a:lnTo>
                    <a:pt x="12839" y="9061"/>
                  </a:lnTo>
                  <a:lnTo>
                    <a:pt x="12839" y="9171"/>
                  </a:lnTo>
                  <a:lnTo>
                    <a:pt x="12215" y="9685"/>
                  </a:lnTo>
                  <a:lnTo>
                    <a:pt x="11518" y="10125"/>
                  </a:lnTo>
                  <a:lnTo>
                    <a:pt x="11115" y="10345"/>
                  </a:lnTo>
                  <a:lnTo>
                    <a:pt x="10711" y="10528"/>
                  </a:lnTo>
                  <a:lnTo>
                    <a:pt x="10308" y="10712"/>
                  </a:lnTo>
                  <a:lnTo>
                    <a:pt x="9904" y="10932"/>
                  </a:lnTo>
                  <a:lnTo>
                    <a:pt x="9831" y="10822"/>
                  </a:lnTo>
                  <a:lnTo>
                    <a:pt x="9794" y="10712"/>
                  </a:lnTo>
                  <a:lnTo>
                    <a:pt x="9757" y="10455"/>
                  </a:lnTo>
                  <a:lnTo>
                    <a:pt x="9904" y="10455"/>
                  </a:lnTo>
                  <a:lnTo>
                    <a:pt x="10051" y="10381"/>
                  </a:lnTo>
                  <a:lnTo>
                    <a:pt x="10344" y="10271"/>
                  </a:lnTo>
                  <a:lnTo>
                    <a:pt x="11078" y="10015"/>
                  </a:lnTo>
                  <a:lnTo>
                    <a:pt x="11481" y="9831"/>
                  </a:lnTo>
                  <a:lnTo>
                    <a:pt x="11922" y="9611"/>
                  </a:lnTo>
                  <a:lnTo>
                    <a:pt x="12288" y="9318"/>
                  </a:lnTo>
                  <a:lnTo>
                    <a:pt x="12435" y="9171"/>
                  </a:lnTo>
                  <a:lnTo>
                    <a:pt x="12619" y="8988"/>
                  </a:lnTo>
                  <a:close/>
                  <a:moveTo>
                    <a:pt x="9464" y="514"/>
                  </a:moveTo>
                  <a:lnTo>
                    <a:pt x="9721" y="551"/>
                  </a:lnTo>
                  <a:lnTo>
                    <a:pt x="9941" y="588"/>
                  </a:lnTo>
                  <a:lnTo>
                    <a:pt x="10161" y="661"/>
                  </a:lnTo>
                  <a:lnTo>
                    <a:pt x="10344" y="771"/>
                  </a:lnTo>
                  <a:lnTo>
                    <a:pt x="10491" y="918"/>
                  </a:lnTo>
                  <a:lnTo>
                    <a:pt x="10564" y="1101"/>
                  </a:lnTo>
                  <a:lnTo>
                    <a:pt x="10601" y="1101"/>
                  </a:lnTo>
                  <a:lnTo>
                    <a:pt x="10528" y="1211"/>
                  </a:lnTo>
                  <a:lnTo>
                    <a:pt x="10528" y="1321"/>
                  </a:lnTo>
                  <a:lnTo>
                    <a:pt x="10564" y="1615"/>
                  </a:lnTo>
                  <a:lnTo>
                    <a:pt x="10638" y="1871"/>
                  </a:lnTo>
                  <a:lnTo>
                    <a:pt x="10748" y="2091"/>
                  </a:lnTo>
                  <a:lnTo>
                    <a:pt x="10931" y="2348"/>
                  </a:lnTo>
                  <a:lnTo>
                    <a:pt x="11005" y="2495"/>
                  </a:lnTo>
                  <a:lnTo>
                    <a:pt x="11041" y="2678"/>
                  </a:lnTo>
                  <a:lnTo>
                    <a:pt x="11041" y="2752"/>
                  </a:lnTo>
                  <a:lnTo>
                    <a:pt x="11005" y="2788"/>
                  </a:lnTo>
                  <a:lnTo>
                    <a:pt x="10931" y="2788"/>
                  </a:lnTo>
                  <a:lnTo>
                    <a:pt x="10858" y="2752"/>
                  </a:lnTo>
                  <a:lnTo>
                    <a:pt x="10784" y="2642"/>
                  </a:lnTo>
                  <a:lnTo>
                    <a:pt x="10674" y="2312"/>
                  </a:lnTo>
                  <a:lnTo>
                    <a:pt x="10601" y="2128"/>
                  </a:lnTo>
                  <a:lnTo>
                    <a:pt x="10491" y="1981"/>
                  </a:lnTo>
                  <a:lnTo>
                    <a:pt x="10381" y="1798"/>
                  </a:lnTo>
                  <a:lnTo>
                    <a:pt x="10234" y="1651"/>
                  </a:lnTo>
                  <a:lnTo>
                    <a:pt x="10088" y="1541"/>
                  </a:lnTo>
                  <a:lnTo>
                    <a:pt x="9904" y="1431"/>
                  </a:lnTo>
                  <a:lnTo>
                    <a:pt x="9721" y="1358"/>
                  </a:lnTo>
                  <a:lnTo>
                    <a:pt x="9537" y="1321"/>
                  </a:lnTo>
                  <a:lnTo>
                    <a:pt x="9134" y="1321"/>
                  </a:lnTo>
                  <a:lnTo>
                    <a:pt x="8950" y="1358"/>
                  </a:lnTo>
                  <a:lnTo>
                    <a:pt x="8767" y="1431"/>
                  </a:lnTo>
                  <a:lnTo>
                    <a:pt x="8694" y="1468"/>
                  </a:lnTo>
                  <a:lnTo>
                    <a:pt x="8657" y="1505"/>
                  </a:lnTo>
                  <a:lnTo>
                    <a:pt x="8694" y="1615"/>
                  </a:lnTo>
                  <a:lnTo>
                    <a:pt x="8767" y="1688"/>
                  </a:lnTo>
                  <a:lnTo>
                    <a:pt x="8804" y="1725"/>
                  </a:lnTo>
                  <a:lnTo>
                    <a:pt x="8877" y="1725"/>
                  </a:lnTo>
                  <a:lnTo>
                    <a:pt x="9097" y="1688"/>
                  </a:lnTo>
                  <a:lnTo>
                    <a:pt x="9281" y="1688"/>
                  </a:lnTo>
                  <a:lnTo>
                    <a:pt x="9501" y="1725"/>
                  </a:lnTo>
                  <a:lnTo>
                    <a:pt x="9684" y="1798"/>
                  </a:lnTo>
                  <a:lnTo>
                    <a:pt x="9867" y="1871"/>
                  </a:lnTo>
                  <a:lnTo>
                    <a:pt x="10014" y="2018"/>
                  </a:lnTo>
                  <a:lnTo>
                    <a:pt x="10161" y="2165"/>
                  </a:lnTo>
                  <a:lnTo>
                    <a:pt x="10271" y="2348"/>
                  </a:lnTo>
                  <a:lnTo>
                    <a:pt x="10418" y="2788"/>
                  </a:lnTo>
                  <a:lnTo>
                    <a:pt x="10528" y="2972"/>
                  </a:lnTo>
                  <a:lnTo>
                    <a:pt x="10638" y="3119"/>
                  </a:lnTo>
                  <a:lnTo>
                    <a:pt x="10528" y="3192"/>
                  </a:lnTo>
                  <a:lnTo>
                    <a:pt x="10308" y="3375"/>
                  </a:lnTo>
                  <a:lnTo>
                    <a:pt x="10088" y="3595"/>
                  </a:lnTo>
                  <a:lnTo>
                    <a:pt x="9904" y="3816"/>
                  </a:lnTo>
                  <a:lnTo>
                    <a:pt x="9794" y="4072"/>
                  </a:lnTo>
                  <a:lnTo>
                    <a:pt x="9721" y="4292"/>
                  </a:lnTo>
                  <a:lnTo>
                    <a:pt x="9684" y="4512"/>
                  </a:lnTo>
                  <a:lnTo>
                    <a:pt x="9721" y="4733"/>
                  </a:lnTo>
                  <a:lnTo>
                    <a:pt x="9757" y="4953"/>
                  </a:lnTo>
                  <a:lnTo>
                    <a:pt x="9867" y="5136"/>
                  </a:lnTo>
                  <a:lnTo>
                    <a:pt x="10014" y="5283"/>
                  </a:lnTo>
                  <a:lnTo>
                    <a:pt x="10198" y="5429"/>
                  </a:lnTo>
                  <a:lnTo>
                    <a:pt x="10418" y="5503"/>
                  </a:lnTo>
                  <a:lnTo>
                    <a:pt x="10638" y="5576"/>
                  </a:lnTo>
                  <a:lnTo>
                    <a:pt x="10895" y="5540"/>
                  </a:lnTo>
                  <a:lnTo>
                    <a:pt x="11151" y="5503"/>
                  </a:lnTo>
                  <a:lnTo>
                    <a:pt x="11371" y="5393"/>
                  </a:lnTo>
                  <a:lnTo>
                    <a:pt x="12032" y="5063"/>
                  </a:lnTo>
                  <a:lnTo>
                    <a:pt x="12692" y="4659"/>
                  </a:lnTo>
                  <a:lnTo>
                    <a:pt x="12729" y="4586"/>
                  </a:lnTo>
                  <a:lnTo>
                    <a:pt x="12765" y="4512"/>
                  </a:lnTo>
                  <a:lnTo>
                    <a:pt x="12765" y="4439"/>
                  </a:lnTo>
                  <a:lnTo>
                    <a:pt x="12729" y="4402"/>
                  </a:lnTo>
                  <a:lnTo>
                    <a:pt x="12692" y="4329"/>
                  </a:lnTo>
                  <a:lnTo>
                    <a:pt x="12619" y="4292"/>
                  </a:lnTo>
                  <a:lnTo>
                    <a:pt x="12472" y="4292"/>
                  </a:lnTo>
                  <a:lnTo>
                    <a:pt x="12032" y="4549"/>
                  </a:lnTo>
                  <a:lnTo>
                    <a:pt x="11591" y="4843"/>
                  </a:lnTo>
                  <a:lnTo>
                    <a:pt x="11371" y="4953"/>
                  </a:lnTo>
                  <a:lnTo>
                    <a:pt x="11151" y="5063"/>
                  </a:lnTo>
                  <a:lnTo>
                    <a:pt x="10895" y="5136"/>
                  </a:lnTo>
                  <a:lnTo>
                    <a:pt x="10528" y="5136"/>
                  </a:lnTo>
                  <a:lnTo>
                    <a:pt x="10418" y="5099"/>
                  </a:lnTo>
                  <a:lnTo>
                    <a:pt x="10308" y="5026"/>
                  </a:lnTo>
                  <a:lnTo>
                    <a:pt x="10234" y="4953"/>
                  </a:lnTo>
                  <a:lnTo>
                    <a:pt x="10161" y="4843"/>
                  </a:lnTo>
                  <a:lnTo>
                    <a:pt x="10124" y="4733"/>
                  </a:lnTo>
                  <a:lnTo>
                    <a:pt x="10088" y="4476"/>
                  </a:lnTo>
                  <a:lnTo>
                    <a:pt x="10124" y="4366"/>
                  </a:lnTo>
                  <a:lnTo>
                    <a:pt x="10161" y="4219"/>
                  </a:lnTo>
                  <a:lnTo>
                    <a:pt x="10271" y="3999"/>
                  </a:lnTo>
                  <a:lnTo>
                    <a:pt x="10454" y="3816"/>
                  </a:lnTo>
                  <a:lnTo>
                    <a:pt x="10674" y="3632"/>
                  </a:lnTo>
                  <a:lnTo>
                    <a:pt x="10968" y="3375"/>
                  </a:lnTo>
                  <a:lnTo>
                    <a:pt x="11225" y="3119"/>
                  </a:lnTo>
                  <a:lnTo>
                    <a:pt x="11335" y="2972"/>
                  </a:lnTo>
                  <a:lnTo>
                    <a:pt x="11408" y="2825"/>
                  </a:lnTo>
                  <a:lnTo>
                    <a:pt x="11408" y="2642"/>
                  </a:lnTo>
                  <a:lnTo>
                    <a:pt x="11408" y="2422"/>
                  </a:lnTo>
                  <a:lnTo>
                    <a:pt x="11335" y="2275"/>
                  </a:lnTo>
                  <a:lnTo>
                    <a:pt x="11261" y="2165"/>
                  </a:lnTo>
                  <a:lnTo>
                    <a:pt x="11078" y="1871"/>
                  </a:lnTo>
                  <a:lnTo>
                    <a:pt x="10895" y="1578"/>
                  </a:lnTo>
                  <a:lnTo>
                    <a:pt x="10821" y="1431"/>
                  </a:lnTo>
                  <a:lnTo>
                    <a:pt x="10821" y="1284"/>
                  </a:lnTo>
                  <a:lnTo>
                    <a:pt x="10895" y="1248"/>
                  </a:lnTo>
                  <a:lnTo>
                    <a:pt x="11298" y="1138"/>
                  </a:lnTo>
                  <a:lnTo>
                    <a:pt x="11702" y="1028"/>
                  </a:lnTo>
                  <a:lnTo>
                    <a:pt x="12142" y="954"/>
                  </a:lnTo>
                  <a:lnTo>
                    <a:pt x="12582" y="918"/>
                  </a:lnTo>
                  <a:lnTo>
                    <a:pt x="12802" y="954"/>
                  </a:lnTo>
                  <a:lnTo>
                    <a:pt x="13022" y="1028"/>
                  </a:lnTo>
                  <a:lnTo>
                    <a:pt x="13205" y="1101"/>
                  </a:lnTo>
                  <a:lnTo>
                    <a:pt x="13352" y="1211"/>
                  </a:lnTo>
                  <a:lnTo>
                    <a:pt x="13499" y="1358"/>
                  </a:lnTo>
                  <a:lnTo>
                    <a:pt x="13609" y="1505"/>
                  </a:lnTo>
                  <a:lnTo>
                    <a:pt x="13829" y="1908"/>
                  </a:lnTo>
                  <a:lnTo>
                    <a:pt x="14012" y="2202"/>
                  </a:lnTo>
                  <a:lnTo>
                    <a:pt x="13866" y="2422"/>
                  </a:lnTo>
                  <a:lnTo>
                    <a:pt x="13682" y="2568"/>
                  </a:lnTo>
                  <a:lnTo>
                    <a:pt x="13499" y="2678"/>
                  </a:lnTo>
                  <a:lnTo>
                    <a:pt x="13279" y="2788"/>
                  </a:lnTo>
                  <a:lnTo>
                    <a:pt x="12839" y="2935"/>
                  </a:lnTo>
                  <a:lnTo>
                    <a:pt x="12362" y="3082"/>
                  </a:lnTo>
                  <a:lnTo>
                    <a:pt x="11995" y="3229"/>
                  </a:lnTo>
                  <a:lnTo>
                    <a:pt x="11518" y="3449"/>
                  </a:lnTo>
                  <a:lnTo>
                    <a:pt x="11298" y="3559"/>
                  </a:lnTo>
                  <a:lnTo>
                    <a:pt x="11151" y="3742"/>
                  </a:lnTo>
                  <a:lnTo>
                    <a:pt x="11041" y="3889"/>
                  </a:lnTo>
                  <a:lnTo>
                    <a:pt x="11005" y="3999"/>
                  </a:lnTo>
                  <a:lnTo>
                    <a:pt x="11005" y="4109"/>
                  </a:lnTo>
                  <a:lnTo>
                    <a:pt x="11005" y="4182"/>
                  </a:lnTo>
                  <a:lnTo>
                    <a:pt x="11041" y="4256"/>
                  </a:lnTo>
                  <a:lnTo>
                    <a:pt x="11115" y="4292"/>
                  </a:lnTo>
                  <a:lnTo>
                    <a:pt x="11335" y="4292"/>
                  </a:lnTo>
                  <a:lnTo>
                    <a:pt x="11371" y="4219"/>
                  </a:lnTo>
                  <a:lnTo>
                    <a:pt x="11408" y="4146"/>
                  </a:lnTo>
                  <a:lnTo>
                    <a:pt x="11445" y="4072"/>
                  </a:lnTo>
                  <a:lnTo>
                    <a:pt x="11555" y="3962"/>
                  </a:lnTo>
                  <a:lnTo>
                    <a:pt x="11775" y="3816"/>
                  </a:lnTo>
                  <a:lnTo>
                    <a:pt x="12068" y="3669"/>
                  </a:lnTo>
                  <a:lnTo>
                    <a:pt x="12288" y="3595"/>
                  </a:lnTo>
                  <a:lnTo>
                    <a:pt x="12802" y="3412"/>
                  </a:lnTo>
                  <a:lnTo>
                    <a:pt x="13279" y="3229"/>
                  </a:lnTo>
                  <a:lnTo>
                    <a:pt x="13572" y="3119"/>
                  </a:lnTo>
                  <a:lnTo>
                    <a:pt x="13866" y="2972"/>
                  </a:lnTo>
                  <a:lnTo>
                    <a:pt x="14086" y="2752"/>
                  </a:lnTo>
                  <a:lnTo>
                    <a:pt x="14159" y="2642"/>
                  </a:lnTo>
                  <a:lnTo>
                    <a:pt x="14233" y="2495"/>
                  </a:lnTo>
                  <a:lnTo>
                    <a:pt x="14306" y="2568"/>
                  </a:lnTo>
                  <a:lnTo>
                    <a:pt x="14489" y="2715"/>
                  </a:lnTo>
                  <a:lnTo>
                    <a:pt x="14673" y="2788"/>
                  </a:lnTo>
                  <a:lnTo>
                    <a:pt x="14893" y="2898"/>
                  </a:lnTo>
                  <a:lnTo>
                    <a:pt x="15076" y="3009"/>
                  </a:lnTo>
                  <a:lnTo>
                    <a:pt x="15296" y="3192"/>
                  </a:lnTo>
                  <a:lnTo>
                    <a:pt x="15480" y="3449"/>
                  </a:lnTo>
                  <a:lnTo>
                    <a:pt x="15626" y="3705"/>
                  </a:lnTo>
                  <a:lnTo>
                    <a:pt x="15700" y="3999"/>
                  </a:lnTo>
                  <a:lnTo>
                    <a:pt x="15480" y="4366"/>
                  </a:lnTo>
                  <a:lnTo>
                    <a:pt x="15370" y="4549"/>
                  </a:lnTo>
                  <a:lnTo>
                    <a:pt x="15186" y="4696"/>
                  </a:lnTo>
                  <a:lnTo>
                    <a:pt x="14966" y="4879"/>
                  </a:lnTo>
                  <a:lnTo>
                    <a:pt x="14709" y="5063"/>
                  </a:lnTo>
                  <a:lnTo>
                    <a:pt x="14416" y="5173"/>
                  </a:lnTo>
                  <a:lnTo>
                    <a:pt x="14123" y="5283"/>
                  </a:lnTo>
                  <a:lnTo>
                    <a:pt x="13572" y="5429"/>
                  </a:lnTo>
                  <a:lnTo>
                    <a:pt x="13022" y="5613"/>
                  </a:lnTo>
                  <a:lnTo>
                    <a:pt x="12765" y="5723"/>
                  </a:lnTo>
                  <a:lnTo>
                    <a:pt x="12509" y="5870"/>
                  </a:lnTo>
                  <a:lnTo>
                    <a:pt x="12288" y="6016"/>
                  </a:lnTo>
                  <a:lnTo>
                    <a:pt x="12105" y="6236"/>
                  </a:lnTo>
                  <a:lnTo>
                    <a:pt x="11958" y="6420"/>
                  </a:lnTo>
                  <a:lnTo>
                    <a:pt x="11922" y="6640"/>
                  </a:lnTo>
                  <a:lnTo>
                    <a:pt x="11922" y="6823"/>
                  </a:lnTo>
                  <a:lnTo>
                    <a:pt x="11958" y="7007"/>
                  </a:lnTo>
                  <a:lnTo>
                    <a:pt x="12032" y="7154"/>
                  </a:lnTo>
                  <a:lnTo>
                    <a:pt x="12178" y="7300"/>
                  </a:lnTo>
                  <a:lnTo>
                    <a:pt x="12325" y="7410"/>
                  </a:lnTo>
                  <a:lnTo>
                    <a:pt x="12545" y="7520"/>
                  </a:lnTo>
                  <a:lnTo>
                    <a:pt x="12765" y="7557"/>
                  </a:lnTo>
                  <a:lnTo>
                    <a:pt x="12985" y="7557"/>
                  </a:lnTo>
                  <a:lnTo>
                    <a:pt x="13205" y="7520"/>
                  </a:lnTo>
                  <a:lnTo>
                    <a:pt x="13426" y="7484"/>
                  </a:lnTo>
                  <a:lnTo>
                    <a:pt x="13682" y="7410"/>
                  </a:lnTo>
                  <a:lnTo>
                    <a:pt x="13976" y="7300"/>
                  </a:lnTo>
                  <a:lnTo>
                    <a:pt x="14196" y="7154"/>
                  </a:lnTo>
                  <a:lnTo>
                    <a:pt x="14306" y="7043"/>
                  </a:lnTo>
                  <a:lnTo>
                    <a:pt x="14343" y="6970"/>
                  </a:lnTo>
                  <a:lnTo>
                    <a:pt x="14379" y="6823"/>
                  </a:lnTo>
                  <a:lnTo>
                    <a:pt x="14343" y="6787"/>
                  </a:lnTo>
                  <a:lnTo>
                    <a:pt x="14269" y="6750"/>
                  </a:lnTo>
                  <a:lnTo>
                    <a:pt x="14086" y="6750"/>
                  </a:lnTo>
                  <a:lnTo>
                    <a:pt x="13902" y="6823"/>
                  </a:lnTo>
                  <a:lnTo>
                    <a:pt x="13536" y="6970"/>
                  </a:lnTo>
                  <a:lnTo>
                    <a:pt x="13316" y="7043"/>
                  </a:lnTo>
                  <a:lnTo>
                    <a:pt x="13095" y="7080"/>
                  </a:lnTo>
                  <a:lnTo>
                    <a:pt x="12655" y="7080"/>
                  </a:lnTo>
                  <a:lnTo>
                    <a:pt x="12509" y="7007"/>
                  </a:lnTo>
                  <a:lnTo>
                    <a:pt x="12435" y="6933"/>
                  </a:lnTo>
                  <a:lnTo>
                    <a:pt x="12362" y="6823"/>
                  </a:lnTo>
                  <a:lnTo>
                    <a:pt x="12362" y="6713"/>
                  </a:lnTo>
                  <a:lnTo>
                    <a:pt x="12398" y="6603"/>
                  </a:lnTo>
                  <a:lnTo>
                    <a:pt x="12472" y="6493"/>
                  </a:lnTo>
                  <a:lnTo>
                    <a:pt x="12655" y="6310"/>
                  </a:lnTo>
                  <a:lnTo>
                    <a:pt x="12875" y="6163"/>
                  </a:lnTo>
                  <a:lnTo>
                    <a:pt x="13132" y="6053"/>
                  </a:lnTo>
                  <a:lnTo>
                    <a:pt x="13609" y="5906"/>
                  </a:lnTo>
                  <a:lnTo>
                    <a:pt x="14453" y="5613"/>
                  </a:lnTo>
                  <a:lnTo>
                    <a:pt x="14893" y="5429"/>
                  </a:lnTo>
                  <a:lnTo>
                    <a:pt x="15076" y="5319"/>
                  </a:lnTo>
                  <a:lnTo>
                    <a:pt x="15260" y="5173"/>
                  </a:lnTo>
                  <a:lnTo>
                    <a:pt x="15516" y="4953"/>
                  </a:lnTo>
                  <a:lnTo>
                    <a:pt x="15736" y="4659"/>
                  </a:lnTo>
                  <a:lnTo>
                    <a:pt x="15736" y="4696"/>
                  </a:lnTo>
                  <a:lnTo>
                    <a:pt x="15700" y="4806"/>
                  </a:lnTo>
                  <a:lnTo>
                    <a:pt x="15773" y="4916"/>
                  </a:lnTo>
                  <a:lnTo>
                    <a:pt x="15847" y="4989"/>
                  </a:lnTo>
                  <a:lnTo>
                    <a:pt x="15957" y="5026"/>
                  </a:lnTo>
                  <a:lnTo>
                    <a:pt x="16103" y="5063"/>
                  </a:lnTo>
                  <a:lnTo>
                    <a:pt x="16177" y="5099"/>
                  </a:lnTo>
                  <a:lnTo>
                    <a:pt x="16250" y="5209"/>
                  </a:lnTo>
                  <a:lnTo>
                    <a:pt x="16323" y="5356"/>
                  </a:lnTo>
                  <a:lnTo>
                    <a:pt x="16140" y="5393"/>
                  </a:lnTo>
                  <a:lnTo>
                    <a:pt x="15920" y="5466"/>
                  </a:lnTo>
                  <a:lnTo>
                    <a:pt x="15553" y="5650"/>
                  </a:lnTo>
                  <a:lnTo>
                    <a:pt x="15003" y="5833"/>
                  </a:lnTo>
                  <a:lnTo>
                    <a:pt x="14783" y="5906"/>
                  </a:lnTo>
                  <a:lnTo>
                    <a:pt x="14709" y="5980"/>
                  </a:lnTo>
                  <a:lnTo>
                    <a:pt x="14636" y="6090"/>
                  </a:lnTo>
                  <a:lnTo>
                    <a:pt x="14599" y="6163"/>
                  </a:lnTo>
                  <a:lnTo>
                    <a:pt x="14673" y="6273"/>
                  </a:lnTo>
                  <a:lnTo>
                    <a:pt x="14783" y="6310"/>
                  </a:lnTo>
                  <a:lnTo>
                    <a:pt x="14893" y="6310"/>
                  </a:lnTo>
                  <a:lnTo>
                    <a:pt x="15150" y="6273"/>
                  </a:lnTo>
                  <a:lnTo>
                    <a:pt x="15406" y="6163"/>
                  </a:lnTo>
                  <a:lnTo>
                    <a:pt x="15626" y="6053"/>
                  </a:lnTo>
                  <a:lnTo>
                    <a:pt x="16030" y="5870"/>
                  </a:lnTo>
                  <a:lnTo>
                    <a:pt x="16213" y="5723"/>
                  </a:lnTo>
                  <a:lnTo>
                    <a:pt x="16397" y="5576"/>
                  </a:lnTo>
                  <a:lnTo>
                    <a:pt x="16397" y="5833"/>
                  </a:lnTo>
                  <a:lnTo>
                    <a:pt x="16397" y="6090"/>
                  </a:lnTo>
                  <a:lnTo>
                    <a:pt x="16397" y="6493"/>
                  </a:lnTo>
                  <a:lnTo>
                    <a:pt x="16397" y="6567"/>
                  </a:lnTo>
                  <a:lnTo>
                    <a:pt x="16323" y="6603"/>
                  </a:lnTo>
                  <a:lnTo>
                    <a:pt x="16177" y="6933"/>
                  </a:lnTo>
                  <a:lnTo>
                    <a:pt x="16067" y="7264"/>
                  </a:lnTo>
                  <a:lnTo>
                    <a:pt x="15076" y="7264"/>
                  </a:lnTo>
                  <a:lnTo>
                    <a:pt x="14783" y="7300"/>
                  </a:lnTo>
                  <a:lnTo>
                    <a:pt x="14526" y="7410"/>
                  </a:lnTo>
                  <a:lnTo>
                    <a:pt x="14343" y="7594"/>
                  </a:lnTo>
                  <a:lnTo>
                    <a:pt x="14196" y="7814"/>
                  </a:lnTo>
                  <a:lnTo>
                    <a:pt x="14086" y="8034"/>
                  </a:lnTo>
                  <a:lnTo>
                    <a:pt x="14049" y="8181"/>
                  </a:lnTo>
                  <a:lnTo>
                    <a:pt x="14012" y="8327"/>
                  </a:lnTo>
                  <a:lnTo>
                    <a:pt x="14049" y="8584"/>
                  </a:lnTo>
                  <a:lnTo>
                    <a:pt x="14159" y="8841"/>
                  </a:lnTo>
                  <a:lnTo>
                    <a:pt x="14306" y="9098"/>
                  </a:lnTo>
                  <a:lnTo>
                    <a:pt x="14489" y="9318"/>
                  </a:lnTo>
                  <a:lnTo>
                    <a:pt x="14673" y="9538"/>
                  </a:lnTo>
                  <a:lnTo>
                    <a:pt x="14856" y="9758"/>
                  </a:lnTo>
                  <a:lnTo>
                    <a:pt x="15003" y="9831"/>
                  </a:lnTo>
                  <a:lnTo>
                    <a:pt x="15150" y="9868"/>
                  </a:lnTo>
                  <a:lnTo>
                    <a:pt x="15223" y="9831"/>
                  </a:lnTo>
                  <a:lnTo>
                    <a:pt x="15260" y="9758"/>
                  </a:lnTo>
                  <a:lnTo>
                    <a:pt x="15260" y="9685"/>
                  </a:lnTo>
                  <a:lnTo>
                    <a:pt x="15260" y="9574"/>
                  </a:lnTo>
                  <a:lnTo>
                    <a:pt x="15150" y="9428"/>
                  </a:lnTo>
                  <a:lnTo>
                    <a:pt x="14893" y="9134"/>
                  </a:lnTo>
                  <a:lnTo>
                    <a:pt x="14709" y="8951"/>
                  </a:lnTo>
                  <a:lnTo>
                    <a:pt x="14563" y="8731"/>
                  </a:lnTo>
                  <a:lnTo>
                    <a:pt x="14489" y="8511"/>
                  </a:lnTo>
                  <a:lnTo>
                    <a:pt x="14453" y="8364"/>
                  </a:lnTo>
                  <a:lnTo>
                    <a:pt x="14453" y="8254"/>
                  </a:lnTo>
                  <a:lnTo>
                    <a:pt x="14489" y="8107"/>
                  </a:lnTo>
                  <a:lnTo>
                    <a:pt x="14563" y="7997"/>
                  </a:lnTo>
                  <a:lnTo>
                    <a:pt x="14673" y="7850"/>
                  </a:lnTo>
                  <a:lnTo>
                    <a:pt x="14893" y="7740"/>
                  </a:lnTo>
                  <a:lnTo>
                    <a:pt x="15113" y="7667"/>
                  </a:lnTo>
                  <a:lnTo>
                    <a:pt x="15333" y="7630"/>
                  </a:lnTo>
                  <a:lnTo>
                    <a:pt x="16103" y="7630"/>
                  </a:lnTo>
                  <a:lnTo>
                    <a:pt x="15993" y="7850"/>
                  </a:lnTo>
                  <a:lnTo>
                    <a:pt x="15957" y="7961"/>
                  </a:lnTo>
                  <a:lnTo>
                    <a:pt x="15993" y="8107"/>
                  </a:lnTo>
                  <a:lnTo>
                    <a:pt x="16030" y="8327"/>
                  </a:lnTo>
                  <a:lnTo>
                    <a:pt x="16030" y="8584"/>
                  </a:lnTo>
                  <a:lnTo>
                    <a:pt x="16030" y="8804"/>
                  </a:lnTo>
                  <a:lnTo>
                    <a:pt x="15993" y="9024"/>
                  </a:lnTo>
                  <a:lnTo>
                    <a:pt x="15920" y="8841"/>
                  </a:lnTo>
                  <a:lnTo>
                    <a:pt x="15847" y="8694"/>
                  </a:lnTo>
                  <a:lnTo>
                    <a:pt x="15736" y="8511"/>
                  </a:lnTo>
                  <a:lnTo>
                    <a:pt x="15590" y="8364"/>
                  </a:lnTo>
                  <a:lnTo>
                    <a:pt x="15516" y="8327"/>
                  </a:lnTo>
                  <a:lnTo>
                    <a:pt x="15370" y="8327"/>
                  </a:lnTo>
                  <a:lnTo>
                    <a:pt x="15296" y="8364"/>
                  </a:lnTo>
                  <a:lnTo>
                    <a:pt x="15260" y="8437"/>
                  </a:lnTo>
                  <a:lnTo>
                    <a:pt x="15260" y="8511"/>
                  </a:lnTo>
                  <a:lnTo>
                    <a:pt x="15260" y="8584"/>
                  </a:lnTo>
                  <a:lnTo>
                    <a:pt x="15296" y="8657"/>
                  </a:lnTo>
                  <a:lnTo>
                    <a:pt x="15480" y="8914"/>
                  </a:lnTo>
                  <a:lnTo>
                    <a:pt x="15590" y="9171"/>
                  </a:lnTo>
                  <a:lnTo>
                    <a:pt x="15626" y="9464"/>
                  </a:lnTo>
                  <a:lnTo>
                    <a:pt x="15590" y="9795"/>
                  </a:lnTo>
                  <a:lnTo>
                    <a:pt x="15590" y="9868"/>
                  </a:lnTo>
                  <a:lnTo>
                    <a:pt x="15626" y="9978"/>
                  </a:lnTo>
                  <a:lnTo>
                    <a:pt x="15370" y="10308"/>
                  </a:lnTo>
                  <a:lnTo>
                    <a:pt x="15040" y="10638"/>
                  </a:lnTo>
                  <a:lnTo>
                    <a:pt x="14893" y="10748"/>
                  </a:lnTo>
                  <a:lnTo>
                    <a:pt x="14673" y="10895"/>
                  </a:lnTo>
                  <a:lnTo>
                    <a:pt x="14269" y="11042"/>
                  </a:lnTo>
                  <a:lnTo>
                    <a:pt x="14306" y="10968"/>
                  </a:lnTo>
                  <a:lnTo>
                    <a:pt x="14343" y="10638"/>
                  </a:lnTo>
                  <a:lnTo>
                    <a:pt x="14306" y="10345"/>
                  </a:lnTo>
                  <a:lnTo>
                    <a:pt x="14233" y="10015"/>
                  </a:lnTo>
                  <a:lnTo>
                    <a:pt x="14086" y="9721"/>
                  </a:lnTo>
                  <a:lnTo>
                    <a:pt x="13902" y="9428"/>
                  </a:lnTo>
                  <a:lnTo>
                    <a:pt x="13682" y="9171"/>
                  </a:lnTo>
                  <a:lnTo>
                    <a:pt x="13499" y="9024"/>
                  </a:lnTo>
                  <a:lnTo>
                    <a:pt x="13426" y="8914"/>
                  </a:lnTo>
                  <a:lnTo>
                    <a:pt x="13352" y="8841"/>
                  </a:lnTo>
                  <a:lnTo>
                    <a:pt x="13169" y="8841"/>
                  </a:lnTo>
                  <a:lnTo>
                    <a:pt x="12839" y="8694"/>
                  </a:lnTo>
                  <a:lnTo>
                    <a:pt x="12875" y="8584"/>
                  </a:lnTo>
                  <a:lnTo>
                    <a:pt x="12875" y="8437"/>
                  </a:lnTo>
                  <a:lnTo>
                    <a:pt x="12875" y="8364"/>
                  </a:lnTo>
                  <a:lnTo>
                    <a:pt x="12839" y="8327"/>
                  </a:lnTo>
                  <a:lnTo>
                    <a:pt x="12765" y="8291"/>
                  </a:lnTo>
                  <a:lnTo>
                    <a:pt x="12655" y="8291"/>
                  </a:lnTo>
                  <a:lnTo>
                    <a:pt x="12582" y="8327"/>
                  </a:lnTo>
                  <a:lnTo>
                    <a:pt x="12545" y="8401"/>
                  </a:lnTo>
                  <a:lnTo>
                    <a:pt x="12472" y="8584"/>
                  </a:lnTo>
                  <a:lnTo>
                    <a:pt x="12252" y="8547"/>
                  </a:lnTo>
                  <a:lnTo>
                    <a:pt x="12032" y="8584"/>
                  </a:lnTo>
                  <a:lnTo>
                    <a:pt x="11812" y="8621"/>
                  </a:lnTo>
                  <a:lnTo>
                    <a:pt x="11628" y="8694"/>
                  </a:lnTo>
                  <a:lnTo>
                    <a:pt x="11555" y="8584"/>
                  </a:lnTo>
                  <a:lnTo>
                    <a:pt x="11445" y="8511"/>
                  </a:lnTo>
                  <a:lnTo>
                    <a:pt x="11261" y="8511"/>
                  </a:lnTo>
                  <a:lnTo>
                    <a:pt x="11188" y="8584"/>
                  </a:lnTo>
                  <a:lnTo>
                    <a:pt x="11115" y="8657"/>
                  </a:lnTo>
                  <a:lnTo>
                    <a:pt x="11041" y="8731"/>
                  </a:lnTo>
                  <a:lnTo>
                    <a:pt x="10895" y="8914"/>
                  </a:lnTo>
                  <a:lnTo>
                    <a:pt x="10748" y="9061"/>
                  </a:lnTo>
                  <a:lnTo>
                    <a:pt x="10454" y="9208"/>
                  </a:lnTo>
                  <a:lnTo>
                    <a:pt x="10124" y="9318"/>
                  </a:lnTo>
                  <a:lnTo>
                    <a:pt x="9794" y="9391"/>
                  </a:lnTo>
                  <a:lnTo>
                    <a:pt x="9464" y="9428"/>
                  </a:lnTo>
                  <a:lnTo>
                    <a:pt x="8767" y="9428"/>
                  </a:lnTo>
                  <a:lnTo>
                    <a:pt x="8327" y="9354"/>
                  </a:lnTo>
                  <a:lnTo>
                    <a:pt x="8180" y="9318"/>
                  </a:lnTo>
                  <a:lnTo>
                    <a:pt x="8143" y="9318"/>
                  </a:lnTo>
                  <a:lnTo>
                    <a:pt x="8143" y="9281"/>
                  </a:lnTo>
                  <a:lnTo>
                    <a:pt x="8143" y="9134"/>
                  </a:lnTo>
                  <a:lnTo>
                    <a:pt x="8033" y="9024"/>
                  </a:lnTo>
                  <a:lnTo>
                    <a:pt x="8290" y="8621"/>
                  </a:lnTo>
                  <a:lnTo>
                    <a:pt x="8547" y="8181"/>
                  </a:lnTo>
                  <a:lnTo>
                    <a:pt x="8767" y="7924"/>
                  </a:lnTo>
                  <a:lnTo>
                    <a:pt x="8987" y="7630"/>
                  </a:lnTo>
                  <a:lnTo>
                    <a:pt x="9244" y="7410"/>
                  </a:lnTo>
                  <a:lnTo>
                    <a:pt x="9501" y="7154"/>
                  </a:lnTo>
                  <a:lnTo>
                    <a:pt x="9794" y="6970"/>
                  </a:lnTo>
                  <a:lnTo>
                    <a:pt x="10088" y="6787"/>
                  </a:lnTo>
                  <a:lnTo>
                    <a:pt x="10234" y="6713"/>
                  </a:lnTo>
                  <a:lnTo>
                    <a:pt x="10418" y="6713"/>
                  </a:lnTo>
                  <a:lnTo>
                    <a:pt x="10491" y="6750"/>
                  </a:lnTo>
                  <a:lnTo>
                    <a:pt x="10528" y="6823"/>
                  </a:lnTo>
                  <a:lnTo>
                    <a:pt x="10528" y="6897"/>
                  </a:lnTo>
                  <a:lnTo>
                    <a:pt x="10528" y="7043"/>
                  </a:lnTo>
                  <a:lnTo>
                    <a:pt x="10454" y="7154"/>
                  </a:lnTo>
                  <a:lnTo>
                    <a:pt x="10308" y="7374"/>
                  </a:lnTo>
                  <a:lnTo>
                    <a:pt x="10051" y="7667"/>
                  </a:lnTo>
                  <a:lnTo>
                    <a:pt x="9757" y="7961"/>
                  </a:lnTo>
                  <a:lnTo>
                    <a:pt x="9501" y="8291"/>
                  </a:lnTo>
                  <a:lnTo>
                    <a:pt x="9281" y="8657"/>
                  </a:lnTo>
                  <a:lnTo>
                    <a:pt x="9281" y="8731"/>
                  </a:lnTo>
                  <a:lnTo>
                    <a:pt x="9317" y="8841"/>
                  </a:lnTo>
                  <a:lnTo>
                    <a:pt x="9391" y="8878"/>
                  </a:lnTo>
                  <a:lnTo>
                    <a:pt x="9501" y="8878"/>
                  </a:lnTo>
                  <a:lnTo>
                    <a:pt x="9721" y="8694"/>
                  </a:lnTo>
                  <a:lnTo>
                    <a:pt x="9941" y="8474"/>
                  </a:lnTo>
                  <a:lnTo>
                    <a:pt x="10271" y="7997"/>
                  </a:lnTo>
                  <a:lnTo>
                    <a:pt x="10601" y="7630"/>
                  </a:lnTo>
                  <a:lnTo>
                    <a:pt x="10748" y="7447"/>
                  </a:lnTo>
                  <a:lnTo>
                    <a:pt x="10858" y="7227"/>
                  </a:lnTo>
                  <a:lnTo>
                    <a:pt x="10895" y="7043"/>
                  </a:lnTo>
                  <a:lnTo>
                    <a:pt x="10895" y="6860"/>
                  </a:lnTo>
                  <a:lnTo>
                    <a:pt x="10858" y="6677"/>
                  </a:lnTo>
                  <a:lnTo>
                    <a:pt x="10784" y="6530"/>
                  </a:lnTo>
                  <a:lnTo>
                    <a:pt x="10674" y="6383"/>
                  </a:lnTo>
                  <a:lnTo>
                    <a:pt x="10491" y="6310"/>
                  </a:lnTo>
                  <a:lnTo>
                    <a:pt x="10344" y="6310"/>
                  </a:lnTo>
                  <a:lnTo>
                    <a:pt x="10124" y="6347"/>
                  </a:lnTo>
                  <a:lnTo>
                    <a:pt x="9904" y="6420"/>
                  </a:lnTo>
                  <a:lnTo>
                    <a:pt x="9684" y="6567"/>
                  </a:lnTo>
                  <a:lnTo>
                    <a:pt x="9281" y="6860"/>
                  </a:lnTo>
                  <a:lnTo>
                    <a:pt x="8914" y="7190"/>
                  </a:lnTo>
                  <a:lnTo>
                    <a:pt x="8584" y="7557"/>
                  </a:lnTo>
                  <a:lnTo>
                    <a:pt x="8290" y="7887"/>
                  </a:lnTo>
                  <a:lnTo>
                    <a:pt x="8033" y="8254"/>
                  </a:lnTo>
                  <a:lnTo>
                    <a:pt x="7850" y="8657"/>
                  </a:lnTo>
                  <a:lnTo>
                    <a:pt x="7777" y="8878"/>
                  </a:lnTo>
                  <a:lnTo>
                    <a:pt x="7740" y="9098"/>
                  </a:lnTo>
                  <a:lnTo>
                    <a:pt x="7703" y="9098"/>
                  </a:lnTo>
                  <a:lnTo>
                    <a:pt x="7667" y="9171"/>
                  </a:lnTo>
                  <a:lnTo>
                    <a:pt x="7556" y="9208"/>
                  </a:lnTo>
                  <a:lnTo>
                    <a:pt x="7300" y="9208"/>
                  </a:lnTo>
                  <a:lnTo>
                    <a:pt x="6823" y="9098"/>
                  </a:lnTo>
                  <a:lnTo>
                    <a:pt x="6236" y="9098"/>
                  </a:lnTo>
                  <a:lnTo>
                    <a:pt x="5686" y="9171"/>
                  </a:lnTo>
                  <a:lnTo>
                    <a:pt x="5612" y="9171"/>
                  </a:lnTo>
                  <a:lnTo>
                    <a:pt x="5612" y="8988"/>
                  </a:lnTo>
                  <a:lnTo>
                    <a:pt x="5612" y="8804"/>
                  </a:lnTo>
                  <a:lnTo>
                    <a:pt x="5686" y="8657"/>
                  </a:lnTo>
                  <a:lnTo>
                    <a:pt x="5759" y="8511"/>
                  </a:lnTo>
                  <a:lnTo>
                    <a:pt x="5869" y="8364"/>
                  </a:lnTo>
                  <a:lnTo>
                    <a:pt x="6016" y="8291"/>
                  </a:lnTo>
                  <a:lnTo>
                    <a:pt x="6163" y="8181"/>
                  </a:lnTo>
                  <a:lnTo>
                    <a:pt x="6383" y="8144"/>
                  </a:lnTo>
                  <a:lnTo>
                    <a:pt x="6749" y="8034"/>
                  </a:lnTo>
                  <a:lnTo>
                    <a:pt x="7080" y="7924"/>
                  </a:lnTo>
                  <a:lnTo>
                    <a:pt x="7410" y="7777"/>
                  </a:lnTo>
                  <a:lnTo>
                    <a:pt x="7703" y="7594"/>
                  </a:lnTo>
                  <a:lnTo>
                    <a:pt x="7960" y="7374"/>
                  </a:lnTo>
                  <a:lnTo>
                    <a:pt x="8217" y="7154"/>
                  </a:lnTo>
                  <a:lnTo>
                    <a:pt x="8437" y="6897"/>
                  </a:lnTo>
                  <a:lnTo>
                    <a:pt x="8620" y="6603"/>
                  </a:lnTo>
                  <a:lnTo>
                    <a:pt x="8767" y="6383"/>
                  </a:lnTo>
                  <a:lnTo>
                    <a:pt x="8914" y="6090"/>
                  </a:lnTo>
                  <a:lnTo>
                    <a:pt x="8950" y="5943"/>
                  </a:lnTo>
                  <a:lnTo>
                    <a:pt x="8987" y="5796"/>
                  </a:lnTo>
                  <a:lnTo>
                    <a:pt x="8950" y="5650"/>
                  </a:lnTo>
                  <a:lnTo>
                    <a:pt x="8914" y="5540"/>
                  </a:lnTo>
                  <a:lnTo>
                    <a:pt x="8804" y="5540"/>
                  </a:lnTo>
                  <a:lnTo>
                    <a:pt x="8694" y="5576"/>
                  </a:lnTo>
                  <a:lnTo>
                    <a:pt x="8620" y="5686"/>
                  </a:lnTo>
                  <a:lnTo>
                    <a:pt x="8510" y="5943"/>
                  </a:lnTo>
                  <a:lnTo>
                    <a:pt x="8327" y="6310"/>
                  </a:lnTo>
                  <a:lnTo>
                    <a:pt x="8107" y="6677"/>
                  </a:lnTo>
                  <a:lnTo>
                    <a:pt x="7813" y="7007"/>
                  </a:lnTo>
                  <a:lnTo>
                    <a:pt x="7483" y="7264"/>
                  </a:lnTo>
                  <a:lnTo>
                    <a:pt x="7116" y="7484"/>
                  </a:lnTo>
                  <a:lnTo>
                    <a:pt x="6713" y="7667"/>
                  </a:lnTo>
                  <a:lnTo>
                    <a:pt x="6346" y="7777"/>
                  </a:lnTo>
                  <a:lnTo>
                    <a:pt x="6016" y="7887"/>
                  </a:lnTo>
                  <a:lnTo>
                    <a:pt x="5832" y="7924"/>
                  </a:lnTo>
                  <a:lnTo>
                    <a:pt x="5686" y="8034"/>
                  </a:lnTo>
                  <a:lnTo>
                    <a:pt x="5539" y="8144"/>
                  </a:lnTo>
                  <a:lnTo>
                    <a:pt x="5429" y="8291"/>
                  </a:lnTo>
                  <a:lnTo>
                    <a:pt x="5282" y="8511"/>
                  </a:lnTo>
                  <a:lnTo>
                    <a:pt x="5209" y="8768"/>
                  </a:lnTo>
                  <a:lnTo>
                    <a:pt x="5209" y="9024"/>
                  </a:lnTo>
                  <a:lnTo>
                    <a:pt x="5282" y="9281"/>
                  </a:lnTo>
                  <a:lnTo>
                    <a:pt x="4915" y="9391"/>
                  </a:lnTo>
                  <a:lnTo>
                    <a:pt x="4512" y="9501"/>
                  </a:lnTo>
                  <a:lnTo>
                    <a:pt x="4365" y="9501"/>
                  </a:lnTo>
                  <a:lnTo>
                    <a:pt x="4218" y="9464"/>
                  </a:lnTo>
                  <a:lnTo>
                    <a:pt x="4072" y="9428"/>
                  </a:lnTo>
                  <a:lnTo>
                    <a:pt x="3962" y="9354"/>
                  </a:lnTo>
                  <a:lnTo>
                    <a:pt x="3852" y="9244"/>
                  </a:lnTo>
                  <a:lnTo>
                    <a:pt x="3778" y="9134"/>
                  </a:lnTo>
                  <a:lnTo>
                    <a:pt x="3742" y="9024"/>
                  </a:lnTo>
                  <a:lnTo>
                    <a:pt x="3778" y="8841"/>
                  </a:lnTo>
                  <a:lnTo>
                    <a:pt x="3815" y="8768"/>
                  </a:lnTo>
                  <a:lnTo>
                    <a:pt x="3778" y="8694"/>
                  </a:lnTo>
                  <a:lnTo>
                    <a:pt x="3888" y="8547"/>
                  </a:lnTo>
                  <a:lnTo>
                    <a:pt x="3962" y="8401"/>
                  </a:lnTo>
                  <a:lnTo>
                    <a:pt x="4108" y="8107"/>
                  </a:lnTo>
                  <a:lnTo>
                    <a:pt x="4255" y="7850"/>
                  </a:lnTo>
                  <a:lnTo>
                    <a:pt x="4439" y="7520"/>
                  </a:lnTo>
                  <a:lnTo>
                    <a:pt x="4475" y="7374"/>
                  </a:lnTo>
                  <a:lnTo>
                    <a:pt x="4512" y="7227"/>
                  </a:lnTo>
                  <a:lnTo>
                    <a:pt x="4475" y="7043"/>
                  </a:lnTo>
                  <a:lnTo>
                    <a:pt x="4439" y="6897"/>
                  </a:lnTo>
                  <a:lnTo>
                    <a:pt x="4328" y="6823"/>
                  </a:lnTo>
                  <a:lnTo>
                    <a:pt x="4218" y="6750"/>
                  </a:lnTo>
                  <a:lnTo>
                    <a:pt x="4108" y="6713"/>
                  </a:lnTo>
                  <a:lnTo>
                    <a:pt x="3962" y="6713"/>
                  </a:lnTo>
                  <a:lnTo>
                    <a:pt x="3705" y="6750"/>
                  </a:lnTo>
                  <a:lnTo>
                    <a:pt x="3485" y="6823"/>
                  </a:lnTo>
                  <a:lnTo>
                    <a:pt x="3191" y="7007"/>
                  </a:lnTo>
                  <a:lnTo>
                    <a:pt x="2935" y="7227"/>
                  </a:lnTo>
                  <a:lnTo>
                    <a:pt x="2751" y="7447"/>
                  </a:lnTo>
                  <a:lnTo>
                    <a:pt x="2568" y="7667"/>
                  </a:lnTo>
                  <a:lnTo>
                    <a:pt x="2494" y="7667"/>
                  </a:lnTo>
                  <a:lnTo>
                    <a:pt x="2421" y="7704"/>
                  </a:lnTo>
                  <a:lnTo>
                    <a:pt x="2348" y="7850"/>
                  </a:lnTo>
                  <a:lnTo>
                    <a:pt x="2348" y="7887"/>
                  </a:lnTo>
                  <a:lnTo>
                    <a:pt x="2348" y="7961"/>
                  </a:lnTo>
                  <a:lnTo>
                    <a:pt x="2384" y="8034"/>
                  </a:lnTo>
                  <a:lnTo>
                    <a:pt x="2458" y="8071"/>
                  </a:lnTo>
                  <a:lnTo>
                    <a:pt x="2568" y="8107"/>
                  </a:lnTo>
                  <a:lnTo>
                    <a:pt x="2678" y="8107"/>
                  </a:lnTo>
                  <a:lnTo>
                    <a:pt x="2788" y="8071"/>
                  </a:lnTo>
                  <a:lnTo>
                    <a:pt x="2861" y="7997"/>
                  </a:lnTo>
                  <a:lnTo>
                    <a:pt x="3191" y="7630"/>
                  </a:lnTo>
                  <a:lnTo>
                    <a:pt x="3338" y="7447"/>
                  </a:lnTo>
                  <a:lnTo>
                    <a:pt x="3521" y="7300"/>
                  </a:lnTo>
                  <a:lnTo>
                    <a:pt x="3742" y="7227"/>
                  </a:lnTo>
                  <a:lnTo>
                    <a:pt x="3962" y="7154"/>
                  </a:lnTo>
                  <a:lnTo>
                    <a:pt x="4035" y="7154"/>
                  </a:lnTo>
                  <a:lnTo>
                    <a:pt x="4035" y="7190"/>
                  </a:lnTo>
                  <a:lnTo>
                    <a:pt x="4035" y="7300"/>
                  </a:lnTo>
                  <a:lnTo>
                    <a:pt x="3925" y="7557"/>
                  </a:lnTo>
                  <a:lnTo>
                    <a:pt x="3668" y="8034"/>
                  </a:lnTo>
                  <a:lnTo>
                    <a:pt x="3558" y="8327"/>
                  </a:lnTo>
                  <a:lnTo>
                    <a:pt x="3485" y="8474"/>
                  </a:lnTo>
                  <a:lnTo>
                    <a:pt x="3411" y="8547"/>
                  </a:lnTo>
                  <a:lnTo>
                    <a:pt x="3301" y="8621"/>
                  </a:lnTo>
                  <a:lnTo>
                    <a:pt x="3301" y="8657"/>
                  </a:lnTo>
                  <a:lnTo>
                    <a:pt x="3265" y="8694"/>
                  </a:lnTo>
                  <a:lnTo>
                    <a:pt x="3118" y="8804"/>
                  </a:lnTo>
                  <a:lnTo>
                    <a:pt x="2935" y="8841"/>
                  </a:lnTo>
                  <a:lnTo>
                    <a:pt x="2751" y="8878"/>
                  </a:lnTo>
                  <a:lnTo>
                    <a:pt x="2531" y="8878"/>
                  </a:lnTo>
                  <a:lnTo>
                    <a:pt x="2348" y="8841"/>
                  </a:lnTo>
                  <a:lnTo>
                    <a:pt x="2164" y="8768"/>
                  </a:lnTo>
                  <a:lnTo>
                    <a:pt x="2018" y="8694"/>
                  </a:lnTo>
                  <a:lnTo>
                    <a:pt x="1871" y="8584"/>
                  </a:lnTo>
                  <a:lnTo>
                    <a:pt x="1724" y="8437"/>
                  </a:lnTo>
                  <a:lnTo>
                    <a:pt x="1651" y="8291"/>
                  </a:lnTo>
                  <a:lnTo>
                    <a:pt x="1577" y="8144"/>
                  </a:lnTo>
                  <a:lnTo>
                    <a:pt x="1504" y="7961"/>
                  </a:lnTo>
                  <a:lnTo>
                    <a:pt x="1504" y="7777"/>
                  </a:lnTo>
                  <a:lnTo>
                    <a:pt x="1504" y="7594"/>
                  </a:lnTo>
                  <a:lnTo>
                    <a:pt x="1504" y="7447"/>
                  </a:lnTo>
                  <a:lnTo>
                    <a:pt x="1577" y="7264"/>
                  </a:lnTo>
                  <a:lnTo>
                    <a:pt x="1614" y="7154"/>
                  </a:lnTo>
                  <a:lnTo>
                    <a:pt x="1651" y="7043"/>
                  </a:lnTo>
                  <a:lnTo>
                    <a:pt x="1614" y="6970"/>
                  </a:lnTo>
                  <a:lnTo>
                    <a:pt x="1687" y="6970"/>
                  </a:lnTo>
                  <a:lnTo>
                    <a:pt x="1944" y="6860"/>
                  </a:lnTo>
                  <a:lnTo>
                    <a:pt x="2201" y="6787"/>
                  </a:lnTo>
                  <a:lnTo>
                    <a:pt x="2788" y="6493"/>
                  </a:lnTo>
                  <a:lnTo>
                    <a:pt x="3375" y="6163"/>
                  </a:lnTo>
                  <a:lnTo>
                    <a:pt x="3815" y="5870"/>
                  </a:lnTo>
                  <a:lnTo>
                    <a:pt x="3998" y="5686"/>
                  </a:lnTo>
                  <a:lnTo>
                    <a:pt x="4145" y="5503"/>
                  </a:lnTo>
                  <a:lnTo>
                    <a:pt x="4292" y="5283"/>
                  </a:lnTo>
                  <a:lnTo>
                    <a:pt x="4402" y="5099"/>
                  </a:lnTo>
                  <a:lnTo>
                    <a:pt x="4475" y="4843"/>
                  </a:lnTo>
                  <a:lnTo>
                    <a:pt x="4512" y="4586"/>
                  </a:lnTo>
                  <a:lnTo>
                    <a:pt x="4512" y="4402"/>
                  </a:lnTo>
                  <a:lnTo>
                    <a:pt x="4475" y="4182"/>
                  </a:lnTo>
                  <a:lnTo>
                    <a:pt x="4365" y="3999"/>
                  </a:lnTo>
                  <a:lnTo>
                    <a:pt x="4292" y="3926"/>
                  </a:lnTo>
                  <a:lnTo>
                    <a:pt x="4218" y="3889"/>
                  </a:lnTo>
                  <a:lnTo>
                    <a:pt x="3962" y="3816"/>
                  </a:lnTo>
                  <a:lnTo>
                    <a:pt x="3742" y="3779"/>
                  </a:lnTo>
                  <a:lnTo>
                    <a:pt x="3485" y="3816"/>
                  </a:lnTo>
                  <a:lnTo>
                    <a:pt x="3228" y="3852"/>
                  </a:lnTo>
                  <a:lnTo>
                    <a:pt x="2935" y="3962"/>
                  </a:lnTo>
                  <a:lnTo>
                    <a:pt x="2678" y="4072"/>
                  </a:lnTo>
                  <a:lnTo>
                    <a:pt x="2164" y="4366"/>
                  </a:lnTo>
                  <a:lnTo>
                    <a:pt x="1504" y="4733"/>
                  </a:lnTo>
                  <a:lnTo>
                    <a:pt x="1211" y="4916"/>
                  </a:lnTo>
                  <a:lnTo>
                    <a:pt x="917" y="5099"/>
                  </a:lnTo>
                  <a:lnTo>
                    <a:pt x="844" y="5173"/>
                  </a:lnTo>
                  <a:lnTo>
                    <a:pt x="807" y="5246"/>
                  </a:lnTo>
                  <a:lnTo>
                    <a:pt x="807" y="5319"/>
                  </a:lnTo>
                  <a:lnTo>
                    <a:pt x="844" y="5356"/>
                  </a:lnTo>
                  <a:lnTo>
                    <a:pt x="880" y="5429"/>
                  </a:lnTo>
                  <a:lnTo>
                    <a:pt x="954" y="5466"/>
                  </a:lnTo>
                  <a:lnTo>
                    <a:pt x="1101" y="5466"/>
                  </a:lnTo>
                  <a:lnTo>
                    <a:pt x="1541" y="5246"/>
                  </a:lnTo>
                  <a:lnTo>
                    <a:pt x="1944" y="4989"/>
                  </a:lnTo>
                  <a:lnTo>
                    <a:pt x="2788" y="4512"/>
                  </a:lnTo>
                  <a:lnTo>
                    <a:pt x="3191" y="4329"/>
                  </a:lnTo>
                  <a:lnTo>
                    <a:pt x="3375" y="4256"/>
                  </a:lnTo>
                  <a:lnTo>
                    <a:pt x="3595" y="4219"/>
                  </a:lnTo>
                  <a:lnTo>
                    <a:pt x="3742" y="4182"/>
                  </a:lnTo>
                  <a:lnTo>
                    <a:pt x="3852" y="4219"/>
                  </a:lnTo>
                  <a:lnTo>
                    <a:pt x="3998" y="4256"/>
                  </a:lnTo>
                  <a:lnTo>
                    <a:pt x="4035" y="4292"/>
                  </a:lnTo>
                  <a:lnTo>
                    <a:pt x="4072" y="4366"/>
                  </a:lnTo>
                  <a:lnTo>
                    <a:pt x="4108" y="4476"/>
                  </a:lnTo>
                  <a:lnTo>
                    <a:pt x="4108" y="4586"/>
                  </a:lnTo>
                  <a:lnTo>
                    <a:pt x="4072" y="4843"/>
                  </a:lnTo>
                  <a:lnTo>
                    <a:pt x="3998" y="5026"/>
                  </a:lnTo>
                  <a:lnTo>
                    <a:pt x="3852" y="5246"/>
                  </a:lnTo>
                  <a:lnTo>
                    <a:pt x="3705" y="5393"/>
                  </a:lnTo>
                  <a:lnTo>
                    <a:pt x="3558" y="5576"/>
                  </a:lnTo>
                  <a:lnTo>
                    <a:pt x="3155" y="5833"/>
                  </a:lnTo>
                  <a:lnTo>
                    <a:pt x="2788" y="6053"/>
                  </a:lnTo>
                  <a:lnTo>
                    <a:pt x="2348" y="6310"/>
                  </a:lnTo>
                  <a:lnTo>
                    <a:pt x="1908" y="6530"/>
                  </a:lnTo>
                  <a:lnTo>
                    <a:pt x="1467" y="6750"/>
                  </a:lnTo>
                  <a:lnTo>
                    <a:pt x="1321" y="6823"/>
                  </a:lnTo>
                  <a:lnTo>
                    <a:pt x="1247" y="6860"/>
                  </a:lnTo>
                  <a:lnTo>
                    <a:pt x="1211" y="6933"/>
                  </a:lnTo>
                  <a:lnTo>
                    <a:pt x="1174" y="6933"/>
                  </a:lnTo>
                  <a:lnTo>
                    <a:pt x="1064" y="6860"/>
                  </a:lnTo>
                  <a:lnTo>
                    <a:pt x="880" y="6713"/>
                  </a:lnTo>
                  <a:lnTo>
                    <a:pt x="697" y="6457"/>
                  </a:lnTo>
                  <a:lnTo>
                    <a:pt x="587" y="6273"/>
                  </a:lnTo>
                  <a:lnTo>
                    <a:pt x="514" y="6053"/>
                  </a:lnTo>
                  <a:lnTo>
                    <a:pt x="477" y="5833"/>
                  </a:lnTo>
                  <a:lnTo>
                    <a:pt x="477" y="5613"/>
                  </a:lnTo>
                  <a:lnTo>
                    <a:pt x="477" y="5356"/>
                  </a:lnTo>
                  <a:lnTo>
                    <a:pt x="550" y="5136"/>
                  </a:lnTo>
                  <a:lnTo>
                    <a:pt x="660" y="4879"/>
                  </a:lnTo>
                  <a:lnTo>
                    <a:pt x="770" y="4659"/>
                  </a:lnTo>
                  <a:lnTo>
                    <a:pt x="917" y="4476"/>
                  </a:lnTo>
                  <a:lnTo>
                    <a:pt x="1101" y="4292"/>
                  </a:lnTo>
                  <a:lnTo>
                    <a:pt x="1504" y="3962"/>
                  </a:lnTo>
                  <a:lnTo>
                    <a:pt x="1908" y="3705"/>
                  </a:lnTo>
                  <a:lnTo>
                    <a:pt x="2384" y="3485"/>
                  </a:lnTo>
                  <a:lnTo>
                    <a:pt x="2458" y="3412"/>
                  </a:lnTo>
                  <a:lnTo>
                    <a:pt x="2494" y="3302"/>
                  </a:lnTo>
                  <a:lnTo>
                    <a:pt x="2568" y="3119"/>
                  </a:lnTo>
                  <a:lnTo>
                    <a:pt x="2715" y="2898"/>
                  </a:lnTo>
                  <a:lnTo>
                    <a:pt x="2898" y="2715"/>
                  </a:lnTo>
                  <a:lnTo>
                    <a:pt x="3045" y="2532"/>
                  </a:lnTo>
                  <a:lnTo>
                    <a:pt x="3228" y="2385"/>
                  </a:lnTo>
                  <a:lnTo>
                    <a:pt x="3448" y="2238"/>
                  </a:lnTo>
                  <a:lnTo>
                    <a:pt x="3632" y="2128"/>
                  </a:lnTo>
                  <a:lnTo>
                    <a:pt x="3852" y="2055"/>
                  </a:lnTo>
                  <a:lnTo>
                    <a:pt x="4108" y="1981"/>
                  </a:lnTo>
                  <a:lnTo>
                    <a:pt x="4328" y="1945"/>
                  </a:lnTo>
                  <a:lnTo>
                    <a:pt x="4549" y="1908"/>
                  </a:lnTo>
                  <a:lnTo>
                    <a:pt x="4695" y="2055"/>
                  </a:lnTo>
                  <a:lnTo>
                    <a:pt x="4879" y="2165"/>
                  </a:lnTo>
                  <a:lnTo>
                    <a:pt x="5135" y="2348"/>
                  </a:lnTo>
                  <a:lnTo>
                    <a:pt x="5356" y="2568"/>
                  </a:lnTo>
                  <a:lnTo>
                    <a:pt x="5466" y="2715"/>
                  </a:lnTo>
                  <a:lnTo>
                    <a:pt x="5539" y="2898"/>
                  </a:lnTo>
                  <a:lnTo>
                    <a:pt x="5649" y="3229"/>
                  </a:lnTo>
                  <a:lnTo>
                    <a:pt x="5722" y="3559"/>
                  </a:lnTo>
                  <a:lnTo>
                    <a:pt x="5686" y="3926"/>
                  </a:lnTo>
                  <a:lnTo>
                    <a:pt x="5612" y="4256"/>
                  </a:lnTo>
                  <a:lnTo>
                    <a:pt x="5466" y="4549"/>
                  </a:lnTo>
                  <a:lnTo>
                    <a:pt x="5062" y="5063"/>
                  </a:lnTo>
                  <a:lnTo>
                    <a:pt x="4879" y="5319"/>
                  </a:lnTo>
                  <a:lnTo>
                    <a:pt x="4732" y="5613"/>
                  </a:lnTo>
                  <a:lnTo>
                    <a:pt x="4659" y="5943"/>
                  </a:lnTo>
                  <a:lnTo>
                    <a:pt x="4659" y="6090"/>
                  </a:lnTo>
                  <a:lnTo>
                    <a:pt x="4659" y="6273"/>
                  </a:lnTo>
                  <a:lnTo>
                    <a:pt x="4695" y="6420"/>
                  </a:lnTo>
                  <a:lnTo>
                    <a:pt x="4769" y="6567"/>
                  </a:lnTo>
                  <a:lnTo>
                    <a:pt x="4805" y="6677"/>
                  </a:lnTo>
                  <a:lnTo>
                    <a:pt x="4915" y="6787"/>
                  </a:lnTo>
                  <a:lnTo>
                    <a:pt x="5135" y="6933"/>
                  </a:lnTo>
                  <a:lnTo>
                    <a:pt x="5392" y="7007"/>
                  </a:lnTo>
                  <a:lnTo>
                    <a:pt x="5649" y="7043"/>
                  </a:lnTo>
                  <a:lnTo>
                    <a:pt x="5942" y="7007"/>
                  </a:lnTo>
                  <a:lnTo>
                    <a:pt x="6199" y="6933"/>
                  </a:lnTo>
                  <a:lnTo>
                    <a:pt x="6456" y="6823"/>
                  </a:lnTo>
                  <a:lnTo>
                    <a:pt x="6676" y="6677"/>
                  </a:lnTo>
                  <a:lnTo>
                    <a:pt x="6896" y="6457"/>
                  </a:lnTo>
                  <a:lnTo>
                    <a:pt x="7043" y="6200"/>
                  </a:lnTo>
                  <a:lnTo>
                    <a:pt x="7226" y="5980"/>
                  </a:lnTo>
                  <a:lnTo>
                    <a:pt x="7667" y="5246"/>
                  </a:lnTo>
                  <a:lnTo>
                    <a:pt x="7887" y="4879"/>
                  </a:lnTo>
                  <a:lnTo>
                    <a:pt x="8107" y="4476"/>
                  </a:lnTo>
                  <a:lnTo>
                    <a:pt x="8143" y="4402"/>
                  </a:lnTo>
                  <a:lnTo>
                    <a:pt x="8107" y="4329"/>
                  </a:lnTo>
                  <a:lnTo>
                    <a:pt x="8070" y="4256"/>
                  </a:lnTo>
                  <a:lnTo>
                    <a:pt x="8033" y="4182"/>
                  </a:lnTo>
                  <a:lnTo>
                    <a:pt x="7777" y="4182"/>
                  </a:lnTo>
                  <a:lnTo>
                    <a:pt x="7703" y="4256"/>
                  </a:lnTo>
                  <a:lnTo>
                    <a:pt x="7520" y="4586"/>
                  </a:lnTo>
                  <a:lnTo>
                    <a:pt x="7300" y="4879"/>
                  </a:lnTo>
                  <a:lnTo>
                    <a:pt x="6933" y="5540"/>
                  </a:lnTo>
                  <a:lnTo>
                    <a:pt x="6749" y="5796"/>
                  </a:lnTo>
                  <a:lnTo>
                    <a:pt x="6566" y="6053"/>
                  </a:lnTo>
                  <a:lnTo>
                    <a:pt x="6383" y="6273"/>
                  </a:lnTo>
                  <a:lnTo>
                    <a:pt x="6126" y="6493"/>
                  </a:lnTo>
                  <a:lnTo>
                    <a:pt x="5942" y="6567"/>
                  </a:lnTo>
                  <a:lnTo>
                    <a:pt x="5796" y="6603"/>
                  </a:lnTo>
                  <a:lnTo>
                    <a:pt x="5612" y="6567"/>
                  </a:lnTo>
                  <a:lnTo>
                    <a:pt x="5466" y="6530"/>
                  </a:lnTo>
                  <a:lnTo>
                    <a:pt x="5319" y="6457"/>
                  </a:lnTo>
                  <a:lnTo>
                    <a:pt x="5209" y="6347"/>
                  </a:lnTo>
                  <a:lnTo>
                    <a:pt x="5135" y="6200"/>
                  </a:lnTo>
                  <a:lnTo>
                    <a:pt x="5099" y="6016"/>
                  </a:lnTo>
                  <a:lnTo>
                    <a:pt x="5135" y="5833"/>
                  </a:lnTo>
                  <a:lnTo>
                    <a:pt x="5172" y="5686"/>
                  </a:lnTo>
                  <a:lnTo>
                    <a:pt x="5356" y="5393"/>
                  </a:lnTo>
                  <a:lnTo>
                    <a:pt x="5759" y="4879"/>
                  </a:lnTo>
                  <a:lnTo>
                    <a:pt x="5906" y="4659"/>
                  </a:lnTo>
                  <a:lnTo>
                    <a:pt x="6016" y="4402"/>
                  </a:lnTo>
                  <a:lnTo>
                    <a:pt x="6126" y="4146"/>
                  </a:lnTo>
                  <a:lnTo>
                    <a:pt x="6163" y="3889"/>
                  </a:lnTo>
                  <a:lnTo>
                    <a:pt x="6163" y="3632"/>
                  </a:lnTo>
                  <a:lnTo>
                    <a:pt x="6163" y="3339"/>
                  </a:lnTo>
                  <a:lnTo>
                    <a:pt x="6089" y="3082"/>
                  </a:lnTo>
                  <a:lnTo>
                    <a:pt x="6016" y="2825"/>
                  </a:lnTo>
                  <a:lnTo>
                    <a:pt x="5832" y="2532"/>
                  </a:lnTo>
                  <a:lnTo>
                    <a:pt x="5576" y="2165"/>
                  </a:lnTo>
                  <a:lnTo>
                    <a:pt x="5429" y="2018"/>
                  </a:lnTo>
                  <a:lnTo>
                    <a:pt x="5282" y="1908"/>
                  </a:lnTo>
                  <a:lnTo>
                    <a:pt x="5099" y="1798"/>
                  </a:lnTo>
                  <a:lnTo>
                    <a:pt x="4915" y="1725"/>
                  </a:lnTo>
                  <a:lnTo>
                    <a:pt x="4915" y="1688"/>
                  </a:lnTo>
                  <a:lnTo>
                    <a:pt x="4915" y="1468"/>
                  </a:lnTo>
                  <a:lnTo>
                    <a:pt x="4989" y="1321"/>
                  </a:lnTo>
                  <a:lnTo>
                    <a:pt x="5062" y="1174"/>
                  </a:lnTo>
                  <a:lnTo>
                    <a:pt x="5172" y="1028"/>
                  </a:lnTo>
                  <a:lnTo>
                    <a:pt x="5319" y="918"/>
                  </a:lnTo>
                  <a:lnTo>
                    <a:pt x="5502" y="844"/>
                  </a:lnTo>
                  <a:lnTo>
                    <a:pt x="5686" y="808"/>
                  </a:lnTo>
                  <a:lnTo>
                    <a:pt x="5869" y="771"/>
                  </a:lnTo>
                  <a:lnTo>
                    <a:pt x="6016" y="771"/>
                  </a:lnTo>
                  <a:lnTo>
                    <a:pt x="6199" y="808"/>
                  </a:lnTo>
                  <a:lnTo>
                    <a:pt x="6529" y="918"/>
                  </a:lnTo>
                  <a:lnTo>
                    <a:pt x="7190" y="1211"/>
                  </a:lnTo>
                  <a:lnTo>
                    <a:pt x="7080" y="1321"/>
                  </a:lnTo>
                  <a:lnTo>
                    <a:pt x="7043" y="1431"/>
                  </a:lnTo>
                  <a:lnTo>
                    <a:pt x="7043" y="1541"/>
                  </a:lnTo>
                  <a:lnTo>
                    <a:pt x="7043" y="1651"/>
                  </a:lnTo>
                  <a:lnTo>
                    <a:pt x="7153" y="1871"/>
                  </a:lnTo>
                  <a:lnTo>
                    <a:pt x="7300" y="2018"/>
                  </a:lnTo>
                  <a:lnTo>
                    <a:pt x="7446" y="2165"/>
                  </a:lnTo>
                  <a:lnTo>
                    <a:pt x="7556" y="2275"/>
                  </a:lnTo>
                  <a:lnTo>
                    <a:pt x="7446" y="2495"/>
                  </a:lnTo>
                  <a:lnTo>
                    <a:pt x="7263" y="3045"/>
                  </a:lnTo>
                  <a:lnTo>
                    <a:pt x="7153" y="3265"/>
                  </a:lnTo>
                  <a:lnTo>
                    <a:pt x="7043" y="3485"/>
                  </a:lnTo>
                  <a:lnTo>
                    <a:pt x="6933" y="3705"/>
                  </a:lnTo>
                  <a:lnTo>
                    <a:pt x="6896" y="3926"/>
                  </a:lnTo>
                  <a:lnTo>
                    <a:pt x="6896" y="3999"/>
                  </a:lnTo>
                  <a:lnTo>
                    <a:pt x="6970" y="4036"/>
                  </a:lnTo>
                  <a:lnTo>
                    <a:pt x="7043" y="4072"/>
                  </a:lnTo>
                  <a:lnTo>
                    <a:pt x="7116" y="4036"/>
                  </a:lnTo>
                  <a:lnTo>
                    <a:pt x="7263" y="3889"/>
                  </a:lnTo>
                  <a:lnTo>
                    <a:pt x="7410" y="3705"/>
                  </a:lnTo>
                  <a:lnTo>
                    <a:pt x="7593" y="3265"/>
                  </a:lnTo>
                  <a:lnTo>
                    <a:pt x="7777" y="2715"/>
                  </a:lnTo>
                  <a:lnTo>
                    <a:pt x="7813" y="2458"/>
                  </a:lnTo>
                  <a:lnTo>
                    <a:pt x="7813" y="2422"/>
                  </a:lnTo>
                  <a:lnTo>
                    <a:pt x="8363" y="2678"/>
                  </a:lnTo>
                  <a:lnTo>
                    <a:pt x="8584" y="2862"/>
                  </a:lnTo>
                  <a:lnTo>
                    <a:pt x="8694" y="3009"/>
                  </a:lnTo>
                  <a:lnTo>
                    <a:pt x="8804" y="3155"/>
                  </a:lnTo>
                  <a:lnTo>
                    <a:pt x="8877" y="3302"/>
                  </a:lnTo>
                  <a:lnTo>
                    <a:pt x="8877" y="3449"/>
                  </a:lnTo>
                  <a:lnTo>
                    <a:pt x="8840" y="3595"/>
                  </a:lnTo>
                  <a:lnTo>
                    <a:pt x="8694" y="3705"/>
                  </a:lnTo>
                  <a:lnTo>
                    <a:pt x="8620" y="3779"/>
                  </a:lnTo>
                  <a:lnTo>
                    <a:pt x="8584" y="3852"/>
                  </a:lnTo>
                  <a:lnTo>
                    <a:pt x="8584" y="3926"/>
                  </a:lnTo>
                  <a:lnTo>
                    <a:pt x="8620" y="3999"/>
                  </a:lnTo>
                  <a:lnTo>
                    <a:pt x="8657" y="4072"/>
                  </a:lnTo>
                  <a:lnTo>
                    <a:pt x="8730" y="4109"/>
                  </a:lnTo>
                  <a:lnTo>
                    <a:pt x="8840" y="4109"/>
                  </a:lnTo>
                  <a:lnTo>
                    <a:pt x="8914" y="4072"/>
                  </a:lnTo>
                  <a:lnTo>
                    <a:pt x="9097" y="3926"/>
                  </a:lnTo>
                  <a:lnTo>
                    <a:pt x="9207" y="3779"/>
                  </a:lnTo>
                  <a:lnTo>
                    <a:pt x="9281" y="3595"/>
                  </a:lnTo>
                  <a:lnTo>
                    <a:pt x="9281" y="3412"/>
                  </a:lnTo>
                  <a:lnTo>
                    <a:pt x="9281" y="3192"/>
                  </a:lnTo>
                  <a:lnTo>
                    <a:pt x="9207" y="3009"/>
                  </a:lnTo>
                  <a:lnTo>
                    <a:pt x="9097" y="2825"/>
                  </a:lnTo>
                  <a:lnTo>
                    <a:pt x="8987" y="2642"/>
                  </a:lnTo>
                  <a:lnTo>
                    <a:pt x="8804" y="2458"/>
                  </a:lnTo>
                  <a:lnTo>
                    <a:pt x="8584" y="2348"/>
                  </a:lnTo>
                  <a:lnTo>
                    <a:pt x="8107" y="2091"/>
                  </a:lnTo>
                  <a:lnTo>
                    <a:pt x="7887" y="1981"/>
                  </a:lnTo>
                  <a:lnTo>
                    <a:pt x="7593" y="1798"/>
                  </a:lnTo>
                  <a:lnTo>
                    <a:pt x="7446" y="1651"/>
                  </a:lnTo>
                  <a:lnTo>
                    <a:pt x="7373" y="1541"/>
                  </a:lnTo>
                  <a:lnTo>
                    <a:pt x="7336" y="1431"/>
                  </a:lnTo>
                  <a:lnTo>
                    <a:pt x="7373" y="1284"/>
                  </a:lnTo>
                  <a:lnTo>
                    <a:pt x="7483" y="1358"/>
                  </a:lnTo>
                  <a:lnTo>
                    <a:pt x="7556" y="1358"/>
                  </a:lnTo>
                  <a:lnTo>
                    <a:pt x="7593" y="1321"/>
                  </a:lnTo>
                  <a:lnTo>
                    <a:pt x="7630" y="1248"/>
                  </a:lnTo>
                  <a:lnTo>
                    <a:pt x="7703" y="1138"/>
                  </a:lnTo>
                  <a:lnTo>
                    <a:pt x="7813" y="954"/>
                  </a:lnTo>
                  <a:lnTo>
                    <a:pt x="7923" y="808"/>
                  </a:lnTo>
                  <a:lnTo>
                    <a:pt x="8107" y="698"/>
                  </a:lnTo>
                  <a:lnTo>
                    <a:pt x="8290" y="624"/>
                  </a:lnTo>
                  <a:lnTo>
                    <a:pt x="8474" y="588"/>
                  </a:lnTo>
                  <a:lnTo>
                    <a:pt x="8694" y="551"/>
                  </a:lnTo>
                  <a:lnTo>
                    <a:pt x="9060" y="514"/>
                  </a:lnTo>
                  <a:close/>
                  <a:moveTo>
                    <a:pt x="13279" y="9318"/>
                  </a:moveTo>
                  <a:lnTo>
                    <a:pt x="13426" y="9428"/>
                  </a:lnTo>
                  <a:lnTo>
                    <a:pt x="13426" y="9464"/>
                  </a:lnTo>
                  <a:lnTo>
                    <a:pt x="13352" y="9464"/>
                  </a:lnTo>
                  <a:lnTo>
                    <a:pt x="13242" y="9538"/>
                  </a:lnTo>
                  <a:lnTo>
                    <a:pt x="12985" y="9868"/>
                  </a:lnTo>
                  <a:lnTo>
                    <a:pt x="12692" y="10198"/>
                  </a:lnTo>
                  <a:lnTo>
                    <a:pt x="12362" y="10492"/>
                  </a:lnTo>
                  <a:lnTo>
                    <a:pt x="12032" y="10748"/>
                  </a:lnTo>
                  <a:lnTo>
                    <a:pt x="11445" y="11078"/>
                  </a:lnTo>
                  <a:lnTo>
                    <a:pt x="10858" y="11409"/>
                  </a:lnTo>
                  <a:lnTo>
                    <a:pt x="10638" y="11372"/>
                  </a:lnTo>
                  <a:lnTo>
                    <a:pt x="10418" y="11299"/>
                  </a:lnTo>
                  <a:lnTo>
                    <a:pt x="10234" y="11188"/>
                  </a:lnTo>
                  <a:lnTo>
                    <a:pt x="10051" y="11078"/>
                  </a:lnTo>
                  <a:lnTo>
                    <a:pt x="10491" y="11005"/>
                  </a:lnTo>
                  <a:lnTo>
                    <a:pt x="10895" y="10858"/>
                  </a:lnTo>
                  <a:lnTo>
                    <a:pt x="11298" y="10675"/>
                  </a:lnTo>
                  <a:lnTo>
                    <a:pt x="11702" y="10492"/>
                  </a:lnTo>
                  <a:lnTo>
                    <a:pt x="12142" y="10235"/>
                  </a:lnTo>
                  <a:lnTo>
                    <a:pt x="12545" y="9941"/>
                  </a:lnTo>
                  <a:lnTo>
                    <a:pt x="12912" y="9648"/>
                  </a:lnTo>
                  <a:lnTo>
                    <a:pt x="13279" y="9318"/>
                  </a:lnTo>
                  <a:close/>
                  <a:moveTo>
                    <a:pt x="13609" y="9648"/>
                  </a:moveTo>
                  <a:lnTo>
                    <a:pt x="13719" y="9795"/>
                  </a:lnTo>
                  <a:lnTo>
                    <a:pt x="13792" y="9978"/>
                  </a:lnTo>
                  <a:lnTo>
                    <a:pt x="13939" y="10345"/>
                  </a:lnTo>
                  <a:lnTo>
                    <a:pt x="13939" y="10602"/>
                  </a:lnTo>
                  <a:lnTo>
                    <a:pt x="13939" y="10858"/>
                  </a:lnTo>
                  <a:lnTo>
                    <a:pt x="13866" y="10968"/>
                  </a:lnTo>
                  <a:lnTo>
                    <a:pt x="13829" y="10932"/>
                  </a:lnTo>
                  <a:lnTo>
                    <a:pt x="13719" y="10932"/>
                  </a:lnTo>
                  <a:lnTo>
                    <a:pt x="13719" y="10968"/>
                  </a:lnTo>
                  <a:lnTo>
                    <a:pt x="13609" y="11188"/>
                  </a:lnTo>
                  <a:lnTo>
                    <a:pt x="12765" y="11299"/>
                  </a:lnTo>
                  <a:lnTo>
                    <a:pt x="12912" y="11188"/>
                  </a:lnTo>
                  <a:lnTo>
                    <a:pt x="13316" y="10895"/>
                  </a:lnTo>
                  <a:lnTo>
                    <a:pt x="13682" y="10565"/>
                  </a:lnTo>
                  <a:lnTo>
                    <a:pt x="13756" y="10492"/>
                  </a:lnTo>
                  <a:lnTo>
                    <a:pt x="13756" y="10381"/>
                  </a:lnTo>
                  <a:lnTo>
                    <a:pt x="13719" y="10308"/>
                  </a:lnTo>
                  <a:lnTo>
                    <a:pt x="13609" y="10271"/>
                  </a:lnTo>
                  <a:lnTo>
                    <a:pt x="13536" y="10271"/>
                  </a:lnTo>
                  <a:lnTo>
                    <a:pt x="13462" y="10308"/>
                  </a:lnTo>
                  <a:lnTo>
                    <a:pt x="13059" y="10638"/>
                  </a:lnTo>
                  <a:lnTo>
                    <a:pt x="12655" y="10968"/>
                  </a:lnTo>
                  <a:lnTo>
                    <a:pt x="12398" y="11152"/>
                  </a:lnTo>
                  <a:lnTo>
                    <a:pt x="12325" y="11225"/>
                  </a:lnTo>
                  <a:lnTo>
                    <a:pt x="12252" y="11372"/>
                  </a:lnTo>
                  <a:lnTo>
                    <a:pt x="11665" y="11409"/>
                  </a:lnTo>
                  <a:lnTo>
                    <a:pt x="11481" y="11445"/>
                  </a:lnTo>
                  <a:lnTo>
                    <a:pt x="11775" y="11299"/>
                  </a:lnTo>
                  <a:lnTo>
                    <a:pt x="12068" y="11115"/>
                  </a:lnTo>
                  <a:lnTo>
                    <a:pt x="12362" y="10932"/>
                  </a:lnTo>
                  <a:lnTo>
                    <a:pt x="12655" y="10748"/>
                  </a:lnTo>
                  <a:lnTo>
                    <a:pt x="12912" y="10492"/>
                  </a:lnTo>
                  <a:lnTo>
                    <a:pt x="13132" y="10271"/>
                  </a:lnTo>
                  <a:lnTo>
                    <a:pt x="13352" y="10015"/>
                  </a:lnTo>
                  <a:lnTo>
                    <a:pt x="13572" y="9721"/>
                  </a:lnTo>
                  <a:lnTo>
                    <a:pt x="13609" y="9648"/>
                  </a:lnTo>
                  <a:close/>
                  <a:moveTo>
                    <a:pt x="9060" y="1"/>
                  </a:moveTo>
                  <a:lnTo>
                    <a:pt x="8804" y="37"/>
                  </a:lnTo>
                  <a:lnTo>
                    <a:pt x="8547" y="37"/>
                  </a:lnTo>
                  <a:lnTo>
                    <a:pt x="8290" y="111"/>
                  </a:lnTo>
                  <a:lnTo>
                    <a:pt x="8033" y="184"/>
                  </a:lnTo>
                  <a:lnTo>
                    <a:pt x="7813" y="294"/>
                  </a:lnTo>
                  <a:lnTo>
                    <a:pt x="7593" y="441"/>
                  </a:lnTo>
                  <a:lnTo>
                    <a:pt x="7410" y="624"/>
                  </a:lnTo>
                  <a:lnTo>
                    <a:pt x="7300" y="844"/>
                  </a:lnTo>
                  <a:lnTo>
                    <a:pt x="6896" y="624"/>
                  </a:lnTo>
                  <a:lnTo>
                    <a:pt x="6493" y="441"/>
                  </a:lnTo>
                  <a:lnTo>
                    <a:pt x="6273" y="367"/>
                  </a:lnTo>
                  <a:lnTo>
                    <a:pt x="6053" y="331"/>
                  </a:lnTo>
                  <a:lnTo>
                    <a:pt x="5612" y="331"/>
                  </a:lnTo>
                  <a:lnTo>
                    <a:pt x="5392" y="404"/>
                  </a:lnTo>
                  <a:lnTo>
                    <a:pt x="5209" y="477"/>
                  </a:lnTo>
                  <a:lnTo>
                    <a:pt x="5025" y="588"/>
                  </a:lnTo>
                  <a:lnTo>
                    <a:pt x="4842" y="734"/>
                  </a:lnTo>
                  <a:lnTo>
                    <a:pt x="4695" y="881"/>
                  </a:lnTo>
                  <a:lnTo>
                    <a:pt x="4585" y="1064"/>
                  </a:lnTo>
                  <a:lnTo>
                    <a:pt x="4512" y="1248"/>
                  </a:lnTo>
                  <a:lnTo>
                    <a:pt x="4475" y="1468"/>
                  </a:lnTo>
                  <a:lnTo>
                    <a:pt x="4182" y="1505"/>
                  </a:lnTo>
                  <a:lnTo>
                    <a:pt x="3888" y="1541"/>
                  </a:lnTo>
                  <a:lnTo>
                    <a:pt x="3595" y="1651"/>
                  </a:lnTo>
                  <a:lnTo>
                    <a:pt x="3338" y="1798"/>
                  </a:lnTo>
                  <a:lnTo>
                    <a:pt x="3081" y="1945"/>
                  </a:lnTo>
                  <a:lnTo>
                    <a:pt x="2861" y="2091"/>
                  </a:lnTo>
                  <a:lnTo>
                    <a:pt x="2641" y="2312"/>
                  </a:lnTo>
                  <a:lnTo>
                    <a:pt x="2421" y="2532"/>
                  </a:lnTo>
                  <a:lnTo>
                    <a:pt x="2238" y="2788"/>
                  </a:lnTo>
                  <a:lnTo>
                    <a:pt x="2091" y="3082"/>
                  </a:lnTo>
                  <a:lnTo>
                    <a:pt x="1981" y="3155"/>
                  </a:lnTo>
                  <a:lnTo>
                    <a:pt x="1834" y="3229"/>
                  </a:lnTo>
                  <a:lnTo>
                    <a:pt x="1504" y="3375"/>
                  </a:lnTo>
                  <a:lnTo>
                    <a:pt x="1211" y="3559"/>
                  </a:lnTo>
                  <a:lnTo>
                    <a:pt x="954" y="3779"/>
                  </a:lnTo>
                  <a:lnTo>
                    <a:pt x="697" y="3999"/>
                  </a:lnTo>
                  <a:lnTo>
                    <a:pt x="477" y="4256"/>
                  </a:lnTo>
                  <a:lnTo>
                    <a:pt x="330" y="4512"/>
                  </a:lnTo>
                  <a:lnTo>
                    <a:pt x="183" y="4769"/>
                  </a:lnTo>
                  <a:lnTo>
                    <a:pt x="73" y="5063"/>
                  </a:lnTo>
                  <a:lnTo>
                    <a:pt x="37" y="5319"/>
                  </a:lnTo>
                  <a:lnTo>
                    <a:pt x="0" y="5613"/>
                  </a:lnTo>
                  <a:lnTo>
                    <a:pt x="0" y="5906"/>
                  </a:lnTo>
                  <a:lnTo>
                    <a:pt x="73" y="6200"/>
                  </a:lnTo>
                  <a:lnTo>
                    <a:pt x="183" y="6493"/>
                  </a:lnTo>
                  <a:lnTo>
                    <a:pt x="294" y="6713"/>
                  </a:lnTo>
                  <a:lnTo>
                    <a:pt x="440" y="6933"/>
                  </a:lnTo>
                  <a:lnTo>
                    <a:pt x="660" y="7117"/>
                  </a:lnTo>
                  <a:lnTo>
                    <a:pt x="880" y="7300"/>
                  </a:lnTo>
                  <a:lnTo>
                    <a:pt x="1064" y="7374"/>
                  </a:lnTo>
                  <a:lnTo>
                    <a:pt x="1027" y="7594"/>
                  </a:lnTo>
                  <a:lnTo>
                    <a:pt x="1027" y="7814"/>
                  </a:lnTo>
                  <a:lnTo>
                    <a:pt x="1064" y="8034"/>
                  </a:lnTo>
                  <a:lnTo>
                    <a:pt x="1101" y="8217"/>
                  </a:lnTo>
                  <a:lnTo>
                    <a:pt x="1174" y="8437"/>
                  </a:lnTo>
                  <a:lnTo>
                    <a:pt x="1284" y="8621"/>
                  </a:lnTo>
                  <a:lnTo>
                    <a:pt x="1431" y="8804"/>
                  </a:lnTo>
                  <a:lnTo>
                    <a:pt x="1614" y="8988"/>
                  </a:lnTo>
                  <a:lnTo>
                    <a:pt x="1797" y="9098"/>
                  </a:lnTo>
                  <a:lnTo>
                    <a:pt x="1981" y="9208"/>
                  </a:lnTo>
                  <a:lnTo>
                    <a:pt x="2201" y="9281"/>
                  </a:lnTo>
                  <a:lnTo>
                    <a:pt x="2421" y="9318"/>
                  </a:lnTo>
                  <a:lnTo>
                    <a:pt x="2641" y="9354"/>
                  </a:lnTo>
                  <a:lnTo>
                    <a:pt x="2861" y="9318"/>
                  </a:lnTo>
                  <a:lnTo>
                    <a:pt x="3081" y="9281"/>
                  </a:lnTo>
                  <a:lnTo>
                    <a:pt x="3301" y="9208"/>
                  </a:lnTo>
                  <a:lnTo>
                    <a:pt x="3375" y="9354"/>
                  </a:lnTo>
                  <a:lnTo>
                    <a:pt x="3448" y="9501"/>
                  </a:lnTo>
                  <a:lnTo>
                    <a:pt x="3595" y="9648"/>
                  </a:lnTo>
                  <a:lnTo>
                    <a:pt x="3742" y="9758"/>
                  </a:lnTo>
                  <a:lnTo>
                    <a:pt x="3925" y="9868"/>
                  </a:lnTo>
                  <a:lnTo>
                    <a:pt x="4108" y="9905"/>
                  </a:lnTo>
                  <a:lnTo>
                    <a:pt x="4292" y="9941"/>
                  </a:lnTo>
                  <a:lnTo>
                    <a:pt x="4475" y="9941"/>
                  </a:lnTo>
                  <a:lnTo>
                    <a:pt x="4842" y="9905"/>
                  </a:lnTo>
                  <a:lnTo>
                    <a:pt x="5246" y="9795"/>
                  </a:lnTo>
                  <a:lnTo>
                    <a:pt x="5686" y="9648"/>
                  </a:lnTo>
                  <a:lnTo>
                    <a:pt x="6163" y="9574"/>
                  </a:lnTo>
                  <a:lnTo>
                    <a:pt x="6603" y="9574"/>
                  </a:lnTo>
                  <a:lnTo>
                    <a:pt x="7080" y="9611"/>
                  </a:lnTo>
                  <a:lnTo>
                    <a:pt x="7446" y="9648"/>
                  </a:lnTo>
                  <a:lnTo>
                    <a:pt x="7630" y="9648"/>
                  </a:lnTo>
                  <a:lnTo>
                    <a:pt x="7813" y="9611"/>
                  </a:lnTo>
                  <a:lnTo>
                    <a:pt x="7960" y="9721"/>
                  </a:lnTo>
                  <a:lnTo>
                    <a:pt x="8143" y="9795"/>
                  </a:lnTo>
                  <a:lnTo>
                    <a:pt x="8327" y="9831"/>
                  </a:lnTo>
                  <a:lnTo>
                    <a:pt x="8547" y="9868"/>
                  </a:lnTo>
                  <a:lnTo>
                    <a:pt x="9024" y="9905"/>
                  </a:lnTo>
                  <a:lnTo>
                    <a:pt x="9391" y="9868"/>
                  </a:lnTo>
                  <a:lnTo>
                    <a:pt x="9501" y="9868"/>
                  </a:lnTo>
                  <a:lnTo>
                    <a:pt x="9354" y="10161"/>
                  </a:lnTo>
                  <a:lnTo>
                    <a:pt x="9317" y="10308"/>
                  </a:lnTo>
                  <a:lnTo>
                    <a:pt x="9281" y="10492"/>
                  </a:lnTo>
                  <a:lnTo>
                    <a:pt x="9317" y="10638"/>
                  </a:lnTo>
                  <a:lnTo>
                    <a:pt x="9354" y="10785"/>
                  </a:lnTo>
                  <a:lnTo>
                    <a:pt x="9464" y="11078"/>
                  </a:lnTo>
                  <a:lnTo>
                    <a:pt x="9647" y="11335"/>
                  </a:lnTo>
                  <a:lnTo>
                    <a:pt x="9831" y="11519"/>
                  </a:lnTo>
                  <a:lnTo>
                    <a:pt x="9977" y="11629"/>
                  </a:lnTo>
                  <a:lnTo>
                    <a:pt x="10198" y="11739"/>
                  </a:lnTo>
                  <a:lnTo>
                    <a:pt x="10381" y="11812"/>
                  </a:lnTo>
                  <a:lnTo>
                    <a:pt x="10821" y="11922"/>
                  </a:lnTo>
                  <a:lnTo>
                    <a:pt x="11298" y="11959"/>
                  </a:lnTo>
                  <a:lnTo>
                    <a:pt x="11775" y="11922"/>
                  </a:lnTo>
                  <a:lnTo>
                    <a:pt x="12215" y="11885"/>
                  </a:lnTo>
                  <a:lnTo>
                    <a:pt x="13095" y="11775"/>
                  </a:lnTo>
                  <a:lnTo>
                    <a:pt x="13939" y="11665"/>
                  </a:lnTo>
                  <a:lnTo>
                    <a:pt x="14343" y="11555"/>
                  </a:lnTo>
                  <a:lnTo>
                    <a:pt x="14746" y="11409"/>
                  </a:lnTo>
                  <a:lnTo>
                    <a:pt x="15076" y="11262"/>
                  </a:lnTo>
                  <a:lnTo>
                    <a:pt x="15370" y="11042"/>
                  </a:lnTo>
                  <a:lnTo>
                    <a:pt x="15626" y="10785"/>
                  </a:lnTo>
                  <a:lnTo>
                    <a:pt x="15847" y="10528"/>
                  </a:lnTo>
                  <a:lnTo>
                    <a:pt x="16030" y="10235"/>
                  </a:lnTo>
                  <a:lnTo>
                    <a:pt x="16213" y="9941"/>
                  </a:lnTo>
                  <a:lnTo>
                    <a:pt x="16360" y="9648"/>
                  </a:lnTo>
                  <a:lnTo>
                    <a:pt x="16433" y="9318"/>
                  </a:lnTo>
                  <a:lnTo>
                    <a:pt x="16507" y="8988"/>
                  </a:lnTo>
                  <a:lnTo>
                    <a:pt x="16543" y="8657"/>
                  </a:lnTo>
                  <a:lnTo>
                    <a:pt x="16507" y="8327"/>
                  </a:lnTo>
                  <a:lnTo>
                    <a:pt x="16470" y="7997"/>
                  </a:lnTo>
                  <a:lnTo>
                    <a:pt x="16690" y="7447"/>
                  </a:lnTo>
                  <a:lnTo>
                    <a:pt x="16837" y="6933"/>
                  </a:lnTo>
                  <a:lnTo>
                    <a:pt x="16910" y="6347"/>
                  </a:lnTo>
                  <a:lnTo>
                    <a:pt x="16910" y="5796"/>
                  </a:lnTo>
                  <a:lnTo>
                    <a:pt x="16837" y="5429"/>
                  </a:lnTo>
                  <a:lnTo>
                    <a:pt x="16727" y="5063"/>
                  </a:lnTo>
                  <a:lnTo>
                    <a:pt x="16654" y="4916"/>
                  </a:lnTo>
                  <a:lnTo>
                    <a:pt x="16543" y="4769"/>
                  </a:lnTo>
                  <a:lnTo>
                    <a:pt x="16397" y="4659"/>
                  </a:lnTo>
                  <a:lnTo>
                    <a:pt x="16250" y="4586"/>
                  </a:lnTo>
                  <a:lnTo>
                    <a:pt x="16250" y="4146"/>
                  </a:lnTo>
                  <a:lnTo>
                    <a:pt x="16177" y="3742"/>
                  </a:lnTo>
                  <a:lnTo>
                    <a:pt x="16030" y="3375"/>
                  </a:lnTo>
                  <a:lnTo>
                    <a:pt x="15773" y="3009"/>
                  </a:lnTo>
                  <a:lnTo>
                    <a:pt x="15626" y="2825"/>
                  </a:lnTo>
                  <a:lnTo>
                    <a:pt x="15443" y="2642"/>
                  </a:lnTo>
                  <a:lnTo>
                    <a:pt x="15223" y="2495"/>
                  </a:lnTo>
                  <a:lnTo>
                    <a:pt x="15003" y="2385"/>
                  </a:lnTo>
                  <a:lnTo>
                    <a:pt x="14746" y="2238"/>
                  </a:lnTo>
                  <a:lnTo>
                    <a:pt x="14526" y="2055"/>
                  </a:lnTo>
                  <a:lnTo>
                    <a:pt x="14379" y="1835"/>
                  </a:lnTo>
                  <a:lnTo>
                    <a:pt x="14233" y="1578"/>
                  </a:lnTo>
                  <a:lnTo>
                    <a:pt x="14123" y="1358"/>
                  </a:lnTo>
                  <a:lnTo>
                    <a:pt x="13976" y="1138"/>
                  </a:lnTo>
                  <a:lnTo>
                    <a:pt x="13829" y="991"/>
                  </a:lnTo>
                  <a:lnTo>
                    <a:pt x="13682" y="808"/>
                  </a:lnTo>
                  <a:lnTo>
                    <a:pt x="13499" y="698"/>
                  </a:lnTo>
                  <a:lnTo>
                    <a:pt x="13279" y="588"/>
                  </a:lnTo>
                  <a:lnTo>
                    <a:pt x="13059" y="514"/>
                  </a:lnTo>
                  <a:lnTo>
                    <a:pt x="12802" y="441"/>
                  </a:lnTo>
                  <a:lnTo>
                    <a:pt x="12362" y="441"/>
                  </a:lnTo>
                  <a:lnTo>
                    <a:pt x="11885" y="477"/>
                  </a:lnTo>
                  <a:lnTo>
                    <a:pt x="11408" y="588"/>
                  </a:lnTo>
                  <a:lnTo>
                    <a:pt x="10968" y="698"/>
                  </a:lnTo>
                  <a:lnTo>
                    <a:pt x="10821" y="514"/>
                  </a:lnTo>
                  <a:lnTo>
                    <a:pt x="10601" y="331"/>
                  </a:lnTo>
                  <a:lnTo>
                    <a:pt x="10381" y="221"/>
                  </a:lnTo>
                  <a:lnTo>
                    <a:pt x="10124" y="147"/>
                  </a:lnTo>
                  <a:lnTo>
                    <a:pt x="9867" y="74"/>
                  </a:lnTo>
                  <a:lnTo>
                    <a:pt x="9574" y="37"/>
                  </a:lnTo>
                  <a:lnTo>
                    <a:pt x="9060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6" name="Google Shape;319;p5">
              <a:extLst>
                <a:ext uri="{FF2B5EF4-FFF2-40B4-BE49-F238E27FC236}">
                  <a16:creationId xmlns:a16="http://schemas.microsoft.com/office/drawing/2014/main" id="{B0EB1864-F72B-42F0-AB2A-4104570ED953}"/>
                </a:ext>
              </a:extLst>
            </p:cNvPr>
            <p:cNvSpPr/>
            <p:nvPr/>
          </p:nvSpPr>
          <p:spPr>
            <a:xfrm>
              <a:off x="7121425" y="2437925"/>
              <a:ext cx="246700" cy="315500"/>
            </a:xfrm>
            <a:custGeom>
              <a:avLst/>
              <a:gdLst/>
              <a:ahLst/>
              <a:cxnLst/>
              <a:rect l="l" t="t" r="r" b="b"/>
              <a:pathLst>
                <a:path w="9868" h="12620" extrusionOk="0">
                  <a:moveTo>
                    <a:pt x="4182" y="661"/>
                  </a:moveTo>
                  <a:lnTo>
                    <a:pt x="4182" y="918"/>
                  </a:lnTo>
                  <a:lnTo>
                    <a:pt x="4182" y="1431"/>
                  </a:lnTo>
                  <a:lnTo>
                    <a:pt x="4145" y="2202"/>
                  </a:lnTo>
                  <a:lnTo>
                    <a:pt x="3925" y="2165"/>
                  </a:lnTo>
                  <a:lnTo>
                    <a:pt x="3962" y="2018"/>
                  </a:lnTo>
                  <a:lnTo>
                    <a:pt x="3962" y="1835"/>
                  </a:lnTo>
                  <a:lnTo>
                    <a:pt x="3889" y="1468"/>
                  </a:lnTo>
                  <a:lnTo>
                    <a:pt x="3852" y="1101"/>
                  </a:lnTo>
                  <a:lnTo>
                    <a:pt x="3889" y="918"/>
                  </a:lnTo>
                  <a:lnTo>
                    <a:pt x="3962" y="771"/>
                  </a:lnTo>
                  <a:lnTo>
                    <a:pt x="3999" y="698"/>
                  </a:lnTo>
                  <a:lnTo>
                    <a:pt x="4072" y="661"/>
                  </a:lnTo>
                  <a:close/>
                  <a:moveTo>
                    <a:pt x="1541" y="404"/>
                  </a:moveTo>
                  <a:lnTo>
                    <a:pt x="1578" y="441"/>
                  </a:lnTo>
                  <a:lnTo>
                    <a:pt x="1614" y="514"/>
                  </a:lnTo>
                  <a:lnTo>
                    <a:pt x="1614" y="1138"/>
                  </a:lnTo>
                  <a:lnTo>
                    <a:pt x="1688" y="2202"/>
                  </a:lnTo>
                  <a:lnTo>
                    <a:pt x="1284" y="2238"/>
                  </a:lnTo>
                  <a:lnTo>
                    <a:pt x="1211" y="2238"/>
                  </a:lnTo>
                  <a:lnTo>
                    <a:pt x="1211" y="1871"/>
                  </a:lnTo>
                  <a:lnTo>
                    <a:pt x="1174" y="1505"/>
                  </a:lnTo>
                  <a:lnTo>
                    <a:pt x="1211" y="1211"/>
                  </a:lnTo>
                  <a:lnTo>
                    <a:pt x="1248" y="954"/>
                  </a:lnTo>
                  <a:lnTo>
                    <a:pt x="1358" y="404"/>
                  </a:lnTo>
                  <a:close/>
                  <a:moveTo>
                    <a:pt x="3815" y="2678"/>
                  </a:moveTo>
                  <a:lnTo>
                    <a:pt x="4439" y="2715"/>
                  </a:lnTo>
                  <a:lnTo>
                    <a:pt x="5026" y="2789"/>
                  </a:lnTo>
                  <a:lnTo>
                    <a:pt x="5026" y="2825"/>
                  </a:lnTo>
                  <a:lnTo>
                    <a:pt x="5136" y="3485"/>
                  </a:lnTo>
                  <a:lnTo>
                    <a:pt x="3925" y="3559"/>
                  </a:lnTo>
                  <a:lnTo>
                    <a:pt x="2678" y="3632"/>
                  </a:lnTo>
                  <a:lnTo>
                    <a:pt x="1358" y="3669"/>
                  </a:lnTo>
                  <a:lnTo>
                    <a:pt x="917" y="3706"/>
                  </a:lnTo>
                  <a:lnTo>
                    <a:pt x="477" y="3742"/>
                  </a:lnTo>
                  <a:lnTo>
                    <a:pt x="441" y="3229"/>
                  </a:lnTo>
                  <a:lnTo>
                    <a:pt x="441" y="2972"/>
                  </a:lnTo>
                  <a:lnTo>
                    <a:pt x="404" y="2862"/>
                  </a:lnTo>
                  <a:lnTo>
                    <a:pt x="331" y="2752"/>
                  </a:lnTo>
                  <a:lnTo>
                    <a:pt x="587" y="2789"/>
                  </a:lnTo>
                  <a:lnTo>
                    <a:pt x="807" y="2789"/>
                  </a:lnTo>
                  <a:lnTo>
                    <a:pt x="1284" y="2752"/>
                  </a:lnTo>
                  <a:lnTo>
                    <a:pt x="1945" y="2678"/>
                  </a:lnTo>
                  <a:close/>
                  <a:moveTo>
                    <a:pt x="4916" y="3999"/>
                  </a:moveTo>
                  <a:lnTo>
                    <a:pt x="4989" y="4072"/>
                  </a:lnTo>
                  <a:lnTo>
                    <a:pt x="5136" y="4109"/>
                  </a:lnTo>
                  <a:lnTo>
                    <a:pt x="5209" y="4072"/>
                  </a:lnTo>
                  <a:lnTo>
                    <a:pt x="5246" y="4623"/>
                  </a:lnTo>
                  <a:lnTo>
                    <a:pt x="5209" y="5173"/>
                  </a:lnTo>
                  <a:lnTo>
                    <a:pt x="5173" y="5430"/>
                  </a:lnTo>
                  <a:lnTo>
                    <a:pt x="5099" y="5723"/>
                  </a:lnTo>
                  <a:lnTo>
                    <a:pt x="4989" y="5980"/>
                  </a:lnTo>
                  <a:lnTo>
                    <a:pt x="4806" y="6200"/>
                  </a:lnTo>
                  <a:lnTo>
                    <a:pt x="4659" y="6310"/>
                  </a:lnTo>
                  <a:lnTo>
                    <a:pt x="4476" y="6420"/>
                  </a:lnTo>
                  <a:lnTo>
                    <a:pt x="4292" y="6457"/>
                  </a:lnTo>
                  <a:lnTo>
                    <a:pt x="4072" y="6493"/>
                  </a:lnTo>
                  <a:lnTo>
                    <a:pt x="3632" y="6530"/>
                  </a:lnTo>
                  <a:lnTo>
                    <a:pt x="3265" y="6567"/>
                  </a:lnTo>
                  <a:lnTo>
                    <a:pt x="2605" y="6567"/>
                  </a:lnTo>
                  <a:lnTo>
                    <a:pt x="2642" y="6493"/>
                  </a:lnTo>
                  <a:lnTo>
                    <a:pt x="2678" y="6383"/>
                  </a:lnTo>
                  <a:lnTo>
                    <a:pt x="2788" y="6310"/>
                  </a:lnTo>
                  <a:lnTo>
                    <a:pt x="2825" y="6273"/>
                  </a:lnTo>
                  <a:lnTo>
                    <a:pt x="2825" y="6237"/>
                  </a:lnTo>
                  <a:lnTo>
                    <a:pt x="2788" y="6200"/>
                  </a:lnTo>
                  <a:lnTo>
                    <a:pt x="2715" y="6200"/>
                  </a:lnTo>
                  <a:lnTo>
                    <a:pt x="2605" y="6237"/>
                  </a:lnTo>
                  <a:lnTo>
                    <a:pt x="2458" y="6310"/>
                  </a:lnTo>
                  <a:lnTo>
                    <a:pt x="2348" y="6420"/>
                  </a:lnTo>
                  <a:lnTo>
                    <a:pt x="2311" y="6567"/>
                  </a:lnTo>
                  <a:lnTo>
                    <a:pt x="1724" y="6493"/>
                  </a:lnTo>
                  <a:lnTo>
                    <a:pt x="1541" y="6457"/>
                  </a:lnTo>
                  <a:lnTo>
                    <a:pt x="1688" y="6420"/>
                  </a:lnTo>
                  <a:lnTo>
                    <a:pt x="2055" y="6383"/>
                  </a:lnTo>
                  <a:lnTo>
                    <a:pt x="2201" y="6310"/>
                  </a:lnTo>
                  <a:lnTo>
                    <a:pt x="2275" y="6237"/>
                  </a:lnTo>
                  <a:lnTo>
                    <a:pt x="2311" y="6163"/>
                  </a:lnTo>
                  <a:lnTo>
                    <a:pt x="2311" y="6090"/>
                  </a:lnTo>
                  <a:lnTo>
                    <a:pt x="2275" y="6016"/>
                  </a:lnTo>
                  <a:lnTo>
                    <a:pt x="2238" y="5980"/>
                  </a:lnTo>
                  <a:lnTo>
                    <a:pt x="2201" y="5943"/>
                  </a:lnTo>
                  <a:lnTo>
                    <a:pt x="2055" y="5943"/>
                  </a:lnTo>
                  <a:lnTo>
                    <a:pt x="1981" y="6016"/>
                  </a:lnTo>
                  <a:lnTo>
                    <a:pt x="1798" y="6053"/>
                  </a:lnTo>
                  <a:lnTo>
                    <a:pt x="1394" y="6127"/>
                  </a:lnTo>
                  <a:lnTo>
                    <a:pt x="1138" y="6200"/>
                  </a:lnTo>
                  <a:lnTo>
                    <a:pt x="917" y="6273"/>
                  </a:lnTo>
                  <a:lnTo>
                    <a:pt x="807" y="6200"/>
                  </a:lnTo>
                  <a:lnTo>
                    <a:pt x="697" y="6127"/>
                  </a:lnTo>
                  <a:lnTo>
                    <a:pt x="661" y="5980"/>
                  </a:lnTo>
                  <a:lnTo>
                    <a:pt x="624" y="5870"/>
                  </a:lnTo>
                  <a:lnTo>
                    <a:pt x="624" y="5870"/>
                  </a:lnTo>
                  <a:lnTo>
                    <a:pt x="844" y="5906"/>
                  </a:lnTo>
                  <a:lnTo>
                    <a:pt x="1504" y="5906"/>
                  </a:lnTo>
                  <a:lnTo>
                    <a:pt x="1724" y="5870"/>
                  </a:lnTo>
                  <a:lnTo>
                    <a:pt x="1945" y="5833"/>
                  </a:lnTo>
                  <a:lnTo>
                    <a:pt x="1981" y="5796"/>
                  </a:lnTo>
                  <a:lnTo>
                    <a:pt x="2018" y="5760"/>
                  </a:lnTo>
                  <a:lnTo>
                    <a:pt x="2055" y="5650"/>
                  </a:lnTo>
                  <a:lnTo>
                    <a:pt x="1981" y="5540"/>
                  </a:lnTo>
                  <a:lnTo>
                    <a:pt x="1945" y="5503"/>
                  </a:lnTo>
                  <a:lnTo>
                    <a:pt x="1504" y="5503"/>
                  </a:lnTo>
                  <a:lnTo>
                    <a:pt x="1101" y="5540"/>
                  </a:lnTo>
                  <a:lnTo>
                    <a:pt x="844" y="5576"/>
                  </a:lnTo>
                  <a:lnTo>
                    <a:pt x="587" y="5576"/>
                  </a:lnTo>
                  <a:lnTo>
                    <a:pt x="587" y="5356"/>
                  </a:lnTo>
                  <a:lnTo>
                    <a:pt x="734" y="5430"/>
                  </a:lnTo>
                  <a:lnTo>
                    <a:pt x="881" y="5466"/>
                  </a:lnTo>
                  <a:lnTo>
                    <a:pt x="1211" y="5466"/>
                  </a:lnTo>
                  <a:lnTo>
                    <a:pt x="1541" y="5393"/>
                  </a:lnTo>
                  <a:lnTo>
                    <a:pt x="1835" y="5246"/>
                  </a:lnTo>
                  <a:lnTo>
                    <a:pt x="1871" y="5173"/>
                  </a:lnTo>
                  <a:lnTo>
                    <a:pt x="1908" y="5099"/>
                  </a:lnTo>
                  <a:lnTo>
                    <a:pt x="1908" y="5026"/>
                  </a:lnTo>
                  <a:lnTo>
                    <a:pt x="1871" y="4953"/>
                  </a:lnTo>
                  <a:lnTo>
                    <a:pt x="1835" y="4916"/>
                  </a:lnTo>
                  <a:lnTo>
                    <a:pt x="1761" y="4879"/>
                  </a:lnTo>
                  <a:lnTo>
                    <a:pt x="1724" y="4879"/>
                  </a:lnTo>
                  <a:lnTo>
                    <a:pt x="1614" y="4916"/>
                  </a:lnTo>
                  <a:lnTo>
                    <a:pt x="1358" y="5026"/>
                  </a:lnTo>
                  <a:lnTo>
                    <a:pt x="1101" y="5099"/>
                  </a:lnTo>
                  <a:lnTo>
                    <a:pt x="844" y="5099"/>
                  </a:lnTo>
                  <a:lnTo>
                    <a:pt x="551" y="5063"/>
                  </a:lnTo>
                  <a:lnTo>
                    <a:pt x="551" y="4916"/>
                  </a:lnTo>
                  <a:lnTo>
                    <a:pt x="844" y="4879"/>
                  </a:lnTo>
                  <a:lnTo>
                    <a:pt x="1138" y="4879"/>
                  </a:lnTo>
                  <a:lnTo>
                    <a:pt x="1724" y="4769"/>
                  </a:lnTo>
                  <a:lnTo>
                    <a:pt x="1908" y="4696"/>
                  </a:lnTo>
                  <a:lnTo>
                    <a:pt x="2091" y="4586"/>
                  </a:lnTo>
                  <a:lnTo>
                    <a:pt x="2128" y="4513"/>
                  </a:lnTo>
                  <a:lnTo>
                    <a:pt x="2165" y="4439"/>
                  </a:lnTo>
                  <a:lnTo>
                    <a:pt x="2128" y="4329"/>
                  </a:lnTo>
                  <a:lnTo>
                    <a:pt x="2055" y="4256"/>
                  </a:lnTo>
                  <a:lnTo>
                    <a:pt x="1945" y="4182"/>
                  </a:lnTo>
                  <a:lnTo>
                    <a:pt x="1871" y="4182"/>
                  </a:lnTo>
                  <a:lnTo>
                    <a:pt x="1835" y="4219"/>
                  </a:lnTo>
                  <a:lnTo>
                    <a:pt x="1761" y="4256"/>
                  </a:lnTo>
                  <a:lnTo>
                    <a:pt x="1724" y="4329"/>
                  </a:lnTo>
                  <a:lnTo>
                    <a:pt x="1468" y="4403"/>
                  </a:lnTo>
                  <a:lnTo>
                    <a:pt x="991" y="4476"/>
                  </a:lnTo>
                  <a:lnTo>
                    <a:pt x="551" y="4586"/>
                  </a:lnTo>
                  <a:lnTo>
                    <a:pt x="514" y="4146"/>
                  </a:lnTo>
                  <a:lnTo>
                    <a:pt x="1358" y="4146"/>
                  </a:lnTo>
                  <a:lnTo>
                    <a:pt x="2678" y="4109"/>
                  </a:lnTo>
                  <a:lnTo>
                    <a:pt x="3815" y="4072"/>
                  </a:lnTo>
                  <a:lnTo>
                    <a:pt x="4916" y="3999"/>
                  </a:lnTo>
                  <a:close/>
                  <a:moveTo>
                    <a:pt x="1211" y="1"/>
                  </a:moveTo>
                  <a:lnTo>
                    <a:pt x="1101" y="37"/>
                  </a:lnTo>
                  <a:lnTo>
                    <a:pt x="1028" y="147"/>
                  </a:lnTo>
                  <a:lnTo>
                    <a:pt x="881" y="771"/>
                  </a:lnTo>
                  <a:lnTo>
                    <a:pt x="807" y="1395"/>
                  </a:lnTo>
                  <a:lnTo>
                    <a:pt x="807" y="1835"/>
                  </a:lnTo>
                  <a:lnTo>
                    <a:pt x="807" y="2092"/>
                  </a:lnTo>
                  <a:lnTo>
                    <a:pt x="881" y="2312"/>
                  </a:lnTo>
                  <a:lnTo>
                    <a:pt x="551" y="2385"/>
                  </a:lnTo>
                  <a:lnTo>
                    <a:pt x="367" y="2458"/>
                  </a:lnTo>
                  <a:lnTo>
                    <a:pt x="221" y="2568"/>
                  </a:lnTo>
                  <a:lnTo>
                    <a:pt x="184" y="2605"/>
                  </a:lnTo>
                  <a:lnTo>
                    <a:pt x="147" y="2678"/>
                  </a:lnTo>
                  <a:lnTo>
                    <a:pt x="37" y="2825"/>
                  </a:lnTo>
                  <a:lnTo>
                    <a:pt x="37" y="3009"/>
                  </a:lnTo>
                  <a:lnTo>
                    <a:pt x="37" y="3375"/>
                  </a:lnTo>
                  <a:lnTo>
                    <a:pt x="37" y="3852"/>
                  </a:lnTo>
                  <a:lnTo>
                    <a:pt x="37" y="3889"/>
                  </a:lnTo>
                  <a:lnTo>
                    <a:pt x="0" y="3962"/>
                  </a:lnTo>
                  <a:lnTo>
                    <a:pt x="37" y="4072"/>
                  </a:lnTo>
                  <a:lnTo>
                    <a:pt x="74" y="4439"/>
                  </a:lnTo>
                  <a:lnTo>
                    <a:pt x="110" y="5540"/>
                  </a:lnTo>
                  <a:lnTo>
                    <a:pt x="110" y="5943"/>
                  </a:lnTo>
                  <a:lnTo>
                    <a:pt x="184" y="6127"/>
                  </a:lnTo>
                  <a:lnTo>
                    <a:pt x="257" y="6310"/>
                  </a:lnTo>
                  <a:lnTo>
                    <a:pt x="367" y="6457"/>
                  </a:lnTo>
                  <a:lnTo>
                    <a:pt x="477" y="6567"/>
                  </a:lnTo>
                  <a:lnTo>
                    <a:pt x="624" y="6677"/>
                  </a:lnTo>
                  <a:lnTo>
                    <a:pt x="771" y="6750"/>
                  </a:lnTo>
                  <a:lnTo>
                    <a:pt x="1101" y="6860"/>
                  </a:lnTo>
                  <a:lnTo>
                    <a:pt x="1468" y="6934"/>
                  </a:lnTo>
                  <a:lnTo>
                    <a:pt x="2091" y="7007"/>
                  </a:lnTo>
                  <a:lnTo>
                    <a:pt x="2678" y="7044"/>
                  </a:lnTo>
                  <a:lnTo>
                    <a:pt x="2605" y="7264"/>
                  </a:lnTo>
                  <a:lnTo>
                    <a:pt x="2605" y="7484"/>
                  </a:lnTo>
                  <a:lnTo>
                    <a:pt x="2605" y="7887"/>
                  </a:lnTo>
                  <a:lnTo>
                    <a:pt x="2605" y="8548"/>
                  </a:lnTo>
                  <a:lnTo>
                    <a:pt x="2678" y="9208"/>
                  </a:lnTo>
                  <a:lnTo>
                    <a:pt x="2825" y="10455"/>
                  </a:lnTo>
                  <a:lnTo>
                    <a:pt x="3045" y="11665"/>
                  </a:lnTo>
                  <a:lnTo>
                    <a:pt x="3118" y="11922"/>
                  </a:lnTo>
                  <a:lnTo>
                    <a:pt x="3228" y="12106"/>
                  </a:lnTo>
                  <a:lnTo>
                    <a:pt x="3375" y="12252"/>
                  </a:lnTo>
                  <a:lnTo>
                    <a:pt x="3595" y="12399"/>
                  </a:lnTo>
                  <a:lnTo>
                    <a:pt x="3779" y="12472"/>
                  </a:lnTo>
                  <a:lnTo>
                    <a:pt x="3999" y="12546"/>
                  </a:lnTo>
                  <a:lnTo>
                    <a:pt x="4476" y="12619"/>
                  </a:lnTo>
                  <a:lnTo>
                    <a:pt x="4732" y="12582"/>
                  </a:lnTo>
                  <a:lnTo>
                    <a:pt x="4952" y="12509"/>
                  </a:lnTo>
                  <a:lnTo>
                    <a:pt x="5136" y="12399"/>
                  </a:lnTo>
                  <a:lnTo>
                    <a:pt x="5283" y="12216"/>
                  </a:lnTo>
                  <a:lnTo>
                    <a:pt x="5429" y="12032"/>
                  </a:lnTo>
                  <a:lnTo>
                    <a:pt x="5503" y="11812"/>
                  </a:lnTo>
                  <a:lnTo>
                    <a:pt x="5576" y="11592"/>
                  </a:lnTo>
                  <a:lnTo>
                    <a:pt x="5613" y="11372"/>
                  </a:lnTo>
                  <a:lnTo>
                    <a:pt x="5613" y="11079"/>
                  </a:lnTo>
                  <a:lnTo>
                    <a:pt x="5613" y="10785"/>
                  </a:lnTo>
                  <a:lnTo>
                    <a:pt x="5539" y="10162"/>
                  </a:lnTo>
                  <a:lnTo>
                    <a:pt x="5539" y="9538"/>
                  </a:lnTo>
                  <a:lnTo>
                    <a:pt x="5649" y="8951"/>
                  </a:lnTo>
                  <a:lnTo>
                    <a:pt x="5723" y="8658"/>
                  </a:lnTo>
                  <a:lnTo>
                    <a:pt x="5833" y="8364"/>
                  </a:lnTo>
                  <a:lnTo>
                    <a:pt x="5980" y="8071"/>
                  </a:lnTo>
                  <a:lnTo>
                    <a:pt x="6090" y="7961"/>
                  </a:lnTo>
                  <a:lnTo>
                    <a:pt x="6200" y="7851"/>
                  </a:lnTo>
                  <a:lnTo>
                    <a:pt x="6273" y="7814"/>
                  </a:lnTo>
                  <a:lnTo>
                    <a:pt x="6310" y="7814"/>
                  </a:lnTo>
                  <a:lnTo>
                    <a:pt x="6456" y="7887"/>
                  </a:lnTo>
                  <a:lnTo>
                    <a:pt x="6530" y="7997"/>
                  </a:lnTo>
                  <a:lnTo>
                    <a:pt x="6603" y="8144"/>
                  </a:lnTo>
                  <a:lnTo>
                    <a:pt x="6640" y="8291"/>
                  </a:lnTo>
                  <a:lnTo>
                    <a:pt x="6603" y="8474"/>
                  </a:lnTo>
                  <a:lnTo>
                    <a:pt x="6566" y="8804"/>
                  </a:lnTo>
                  <a:lnTo>
                    <a:pt x="6530" y="9208"/>
                  </a:lnTo>
                  <a:lnTo>
                    <a:pt x="6566" y="9428"/>
                  </a:lnTo>
                  <a:lnTo>
                    <a:pt x="6603" y="9648"/>
                  </a:lnTo>
                  <a:lnTo>
                    <a:pt x="6676" y="9868"/>
                  </a:lnTo>
                  <a:lnTo>
                    <a:pt x="6787" y="10051"/>
                  </a:lnTo>
                  <a:lnTo>
                    <a:pt x="6970" y="10162"/>
                  </a:lnTo>
                  <a:lnTo>
                    <a:pt x="7153" y="10272"/>
                  </a:lnTo>
                  <a:lnTo>
                    <a:pt x="7447" y="10345"/>
                  </a:lnTo>
                  <a:lnTo>
                    <a:pt x="7777" y="10382"/>
                  </a:lnTo>
                  <a:lnTo>
                    <a:pt x="8437" y="10382"/>
                  </a:lnTo>
                  <a:lnTo>
                    <a:pt x="9061" y="10308"/>
                  </a:lnTo>
                  <a:lnTo>
                    <a:pt x="9684" y="10162"/>
                  </a:lnTo>
                  <a:lnTo>
                    <a:pt x="9758" y="10125"/>
                  </a:lnTo>
                  <a:lnTo>
                    <a:pt x="9831" y="10051"/>
                  </a:lnTo>
                  <a:lnTo>
                    <a:pt x="9868" y="9941"/>
                  </a:lnTo>
                  <a:lnTo>
                    <a:pt x="9831" y="9868"/>
                  </a:lnTo>
                  <a:lnTo>
                    <a:pt x="9794" y="9758"/>
                  </a:lnTo>
                  <a:lnTo>
                    <a:pt x="9721" y="9685"/>
                  </a:lnTo>
                  <a:lnTo>
                    <a:pt x="9648" y="9648"/>
                  </a:lnTo>
                  <a:lnTo>
                    <a:pt x="9538" y="9648"/>
                  </a:lnTo>
                  <a:lnTo>
                    <a:pt x="8951" y="9758"/>
                  </a:lnTo>
                  <a:lnTo>
                    <a:pt x="8327" y="9831"/>
                  </a:lnTo>
                  <a:lnTo>
                    <a:pt x="7740" y="9831"/>
                  </a:lnTo>
                  <a:lnTo>
                    <a:pt x="7447" y="9795"/>
                  </a:lnTo>
                  <a:lnTo>
                    <a:pt x="7300" y="9721"/>
                  </a:lnTo>
                  <a:lnTo>
                    <a:pt x="7190" y="9648"/>
                  </a:lnTo>
                  <a:lnTo>
                    <a:pt x="7117" y="9575"/>
                  </a:lnTo>
                  <a:lnTo>
                    <a:pt x="7080" y="9465"/>
                  </a:lnTo>
                  <a:lnTo>
                    <a:pt x="7080" y="9208"/>
                  </a:lnTo>
                  <a:lnTo>
                    <a:pt x="7080" y="8914"/>
                  </a:lnTo>
                  <a:lnTo>
                    <a:pt x="7117" y="8694"/>
                  </a:lnTo>
                  <a:lnTo>
                    <a:pt x="7153" y="8474"/>
                  </a:lnTo>
                  <a:lnTo>
                    <a:pt x="7153" y="8254"/>
                  </a:lnTo>
                  <a:lnTo>
                    <a:pt x="7117" y="8034"/>
                  </a:lnTo>
                  <a:lnTo>
                    <a:pt x="7043" y="7851"/>
                  </a:lnTo>
                  <a:lnTo>
                    <a:pt x="6970" y="7667"/>
                  </a:lnTo>
                  <a:lnTo>
                    <a:pt x="6823" y="7520"/>
                  </a:lnTo>
                  <a:lnTo>
                    <a:pt x="6676" y="7410"/>
                  </a:lnTo>
                  <a:lnTo>
                    <a:pt x="6530" y="7337"/>
                  </a:lnTo>
                  <a:lnTo>
                    <a:pt x="6383" y="7300"/>
                  </a:lnTo>
                  <a:lnTo>
                    <a:pt x="6200" y="7300"/>
                  </a:lnTo>
                  <a:lnTo>
                    <a:pt x="6016" y="7337"/>
                  </a:lnTo>
                  <a:lnTo>
                    <a:pt x="5833" y="7447"/>
                  </a:lnTo>
                  <a:lnTo>
                    <a:pt x="5649" y="7594"/>
                  </a:lnTo>
                  <a:lnTo>
                    <a:pt x="5503" y="7814"/>
                  </a:lnTo>
                  <a:lnTo>
                    <a:pt x="5393" y="8034"/>
                  </a:lnTo>
                  <a:lnTo>
                    <a:pt x="5283" y="8291"/>
                  </a:lnTo>
                  <a:lnTo>
                    <a:pt x="5136" y="8768"/>
                  </a:lnTo>
                  <a:lnTo>
                    <a:pt x="5026" y="9281"/>
                  </a:lnTo>
                  <a:lnTo>
                    <a:pt x="4989" y="9795"/>
                  </a:lnTo>
                  <a:lnTo>
                    <a:pt x="5026" y="10308"/>
                  </a:lnTo>
                  <a:lnTo>
                    <a:pt x="5062" y="10858"/>
                  </a:lnTo>
                  <a:lnTo>
                    <a:pt x="5062" y="11372"/>
                  </a:lnTo>
                  <a:lnTo>
                    <a:pt x="5062" y="11519"/>
                  </a:lnTo>
                  <a:lnTo>
                    <a:pt x="5026" y="11665"/>
                  </a:lnTo>
                  <a:lnTo>
                    <a:pt x="4952" y="11775"/>
                  </a:lnTo>
                  <a:lnTo>
                    <a:pt x="4879" y="11886"/>
                  </a:lnTo>
                  <a:lnTo>
                    <a:pt x="4769" y="11959"/>
                  </a:lnTo>
                  <a:lnTo>
                    <a:pt x="4659" y="12032"/>
                  </a:lnTo>
                  <a:lnTo>
                    <a:pt x="4512" y="12069"/>
                  </a:lnTo>
                  <a:lnTo>
                    <a:pt x="4366" y="12069"/>
                  </a:lnTo>
                  <a:lnTo>
                    <a:pt x="4109" y="11996"/>
                  </a:lnTo>
                  <a:lnTo>
                    <a:pt x="3815" y="11922"/>
                  </a:lnTo>
                  <a:lnTo>
                    <a:pt x="3705" y="11849"/>
                  </a:lnTo>
                  <a:lnTo>
                    <a:pt x="3595" y="11739"/>
                  </a:lnTo>
                  <a:lnTo>
                    <a:pt x="3559" y="11592"/>
                  </a:lnTo>
                  <a:lnTo>
                    <a:pt x="3522" y="11445"/>
                  </a:lnTo>
                  <a:lnTo>
                    <a:pt x="3302" y="10272"/>
                  </a:lnTo>
                  <a:lnTo>
                    <a:pt x="3155" y="9061"/>
                  </a:lnTo>
                  <a:lnTo>
                    <a:pt x="3045" y="7887"/>
                  </a:lnTo>
                  <a:lnTo>
                    <a:pt x="3045" y="7484"/>
                  </a:lnTo>
                  <a:lnTo>
                    <a:pt x="3008" y="7264"/>
                  </a:lnTo>
                  <a:lnTo>
                    <a:pt x="2935" y="7044"/>
                  </a:lnTo>
                  <a:lnTo>
                    <a:pt x="3375" y="7044"/>
                  </a:lnTo>
                  <a:lnTo>
                    <a:pt x="3779" y="7007"/>
                  </a:lnTo>
                  <a:lnTo>
                    <a:pt x="4219" y="6970"/>
                  </a:lnTo>
                  <a:lnTo>
                    <a:pt x="4622" y="6860"/>
                  </a:lnTo>
                  <a:lnTo>
                    <a:pt x="4806" y="6787"/>
                  </a:lnTo>
                  <a:lnTo>
                    <a:pt x="4952" y="6677"/>
                  </a:lnTo>
                  <a:lnTo>
                    <a:pt x="5099" y="6603"/>
                  </a:lnTo>
                  <a:lnTo>
                    <a:pt x="5209" y="6493"/>
                  </a:lnTo>
                  <a:lnTo>
                    <a:pt x="5429" y="6200"/>
                  </a:lnTo>
                  <a:lnTo>
                    <a:pt x="5539" y="5906"/>
                  </a:lnTo>
                  <a:lnTo>
                    <a:pt x="5649" y="5576"/>
                  </a:lnTo>
                  <a:lnTo>
                    <a:pt x="5723" y="5210"/>
                  </a:lnTo>
                  <a:lnTo>
                    <a:pt x="5723" y="4806"/>
                  </a:lnTo>
                  <a:lnTo>
                    <a:pt x="5686" y="4036"/>
                  </a:lnTo>
                  <a:lnTo>
                    <a:pt x="5649" y="3559"/>
                  </a:lnTo>
                  <a:lnTo>
                    <a:pt x="5576" y="3082"/>
                  </a:lnTo>
                  <a:lnTo>
                    <a:pt x="5539" y="2789"/>
                  </a:lnTo>
                  <a:lnTo>
                    <a:pt x="5503" y="2678"/>
                  </a:lnTo>
                  <a:lnTo>
                    <a:pt x="5466" y="2568"/>
                  </a:lnTo>
                  <a:lnTo>
                    <a:pt x="5429" y="2422"/>
                  </a:lnTo>
                  <a:lnTo>
                    <a:pt x="5356" y="2348"/>
                  </a:lnTo>
                  <a:lnTo>
                    <a:pt x="5173" y="2238"/>
                  </a:lnTo>
                  <a:lnTo>
                    <a:pt x="5026" y="2202"/>
                  </a:lnTo>
                  <a:lnTo>
                    <a:pt x="4916" y="2202"/>
                  </a:lnTo>
                  <a:lnTo>
                    <a:pt x="4879" y="2238"/>
                  </a:lnTo>
                  <a:lnTo>
                    <a:pt x="4586" y="2238"/>
                  </a:lnTo>
                  <a:lnTo>
                    <a:pt x="4622" y="808"/>
                  </a:lnTo>
                  <a:lnTo>
                    <a:pt x="4586" y="551"/>
                  </a:lnTo>
                  <a:lnTo>
                    <a:pt x="4549" y="441"/>
                  </a:lnTo>
                  <a:lnTo>
                    <a:pt x="4512" y="331"/>
                  </a:lnTo>
                  <a:lnTo>
                    <a:pt x="4439" y="258"/>
                  </a:lnTo>
                  <a:lnTo>
                    <a:pt x="4329" y="221"/>
                  </a:lnTo>
                  <a:lnTo>
                    <a:pt x="4219" y="184"/>
                  </a:lnTo>
                  <a:lnTo>
                    <a:pt x="4072" y="221"/>
                  </a:lnTo>
                  <a:lnTo>
                    <a:pt x="3815" y="331"/>
                  </a:lnTo>
                  <a:lnTo>
                    <a:pt x="3705" y="404"/>
                  </a:lnTo>
                  <a:lnTo>
                    <a:pt x="3632" y="514"/>
                  </a:lnTo>
                  <a:lnTo>
                    <a:pt x="3522" y="734"/>
                  </a:lnTo>
                  <a:lnTo>
                    <a:pt x="3449" y="991"/>
                  </a:lnTo>
                  <a:lnTo>
                    <a:pt x="3485" y="1321"/>
                  </a:lnTo>
                  <a:lnTo>
                    <a:pt x="3522" y="1651"/>
                  </a:lnTo>
                  <a:lnTo>
                    <a:pt x="3559" y="1908"/>
                  </a:lnTo>
                  <a:lnTo>
                    <a:pt x="3669" y="2165"/>
                  </a:lnTo>
                  <a:lnTo>
                    <a:pt x="2091" y="2165"/>
                  </a:lnTo>
                  <a:lnTo>
                    <a:pt x="2055" y="1358"/>
                  </a:lnTo>
                  <a:lnTo>
                    <a:pt x="2018" y="514"/>
                  </a:lnTo>
                  <a:lnTo>
                    <a:pt x="2018" y="368"/>
                  </a:lnTo>
                  <a:lnTo>
                    <a:pt x="1945" y="221"/>
                  </a:lnTo>
                  <a:lnTo>
                    <a:pt x="1871" y="147"/>
                  </a:lnTo>
                  <a:lnTo>
                    <a:pt x="1761" y="74"/>
                  </a:lnTo>
                  <a:lnTo>
                    <a:pt x="1651" y="37"/>
                  </a:lnTo>
                  <a:lnTo>
                    <a:pt x="1504" y="1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7" name="Google Shape;320;p5">
              <a:extLst>
                <a:ext uri="{FF2B5EF4-FFF2-40B4-BE49-F238E27FC236}">
                  <a16:creationId xmlns:a16="http://schemas.microsoft.com/office/drawing/2014/main" id="{88130EAC-9316-42CA-85F9-ACDF2FE419CC}"/>
                </a:ext>
              </a:extLst>
            </p:cNvPr>
            <p:cNvSpPr/>
            <p:nvPr/>
          </p:nvSpPr>
          <p:spPr>
            <a:xfrm>
              <a:off x="6062250" y="3853825"/>
              <a:ext cx="332900" cy="376025"/>
            </a:xfrm>
            <a:custGeom>
              <a:avLst/>
              <a:gdLst/>
              <a:ahLst/>
              <a:cxnLst/>
              <a:rect l="l" t="t" r="r" b="b"/>
              <a:pathLst>
                <a:path w="13316" h="15041" extrusionOk="0">
                  <a:moveTo>
                    <a:pt x="5466" y="1"/>
                  </a:moveTo>
                  <a:lnTo>
                    <a:pt x="5466" y="38"/>
                  </a:lnTo>
                  <a:lnTo>
                    <a:pt x="5576" y="1248"/>
                  </a:lnTo>
                  <a:lnTo>
                    <a:pt x="5612" y="1321"/>
                  </a:lnTo>
                  <a:lnTo>
                    <a:pt x="5649" y="1395"/>
                  </a:lnTo>
                  <a:lnTo>
                    <a:pt x="5759" y="1431"/>
                  </a:lnTo>
                  <a:lnTo>
                    <a:pt x="5833" y="1395"/>
                  </a:lnTo>
                  <a:lnTo>
                    <a:pt x="6713" y="881"/>
                  </a:lnTo>
                  <a:lnTo>
                    <a:pt x="6713" y="881"/>
                  </a:lnTo>
                  <a:lnTo>
                    <a:pt x="6640" y="1285"/>
                  </a:lnTo>
                  <a:lnTo>
                    <a:pt x="6603" y="1652"/>
                  </a:lnTo>
                  <a:lnTo>
                    <a:pt x="6603" y="2055"/>
                  </a:lnTo>
                  <a:lnTo>
                    <a:pt x="6640" y="2459"/>
                  </a:lnTo>
                  <a:lnTo>
                    <a:pt x="6676" y="2569"/>
                  </a:lnTo>
                  <a:lnTo>
                    <a:pt x="6750" y="2605"/>
                  </a:lnTo>
                  <a:lnTo>
                    <a:pt x="6823" y="2642"/>
                  </a:lnTo>
                  <a:lnTo>
                    <a:pt x="6896" y="2679"/>
                  </a:lnTo>
                  <a:lnTo>
                    <a:pt x="6970" y="2642"/>
                  </a:lnTo>
                  <a:lnTo>
                    <a:pt x="7043" y="2605"/>
                  </a:lnTo>
                  <a:lnTo>
                    <a:pt x="7080" y="2532"/>
                  </a:lnTo>
                  <a:lnTo>
                    <a:pt x="7080" y="2459"/>
                  </a:lnTo>
                  <a:lnTo>
                    <a:pt x="7043" y="2275"/>
                  </a:lnTo>
                  <a:lnTo>
                    <a:pt x="7006" y="1835"/>
                  </a:lnTo>
                  <a:lnTo>
                    <a:pt x="7043" y="1395"/>
                  </a:lnTo>
                  <a:lnTo>
                    <a:pt x="7116" y="955"/>
                  </a:lnTo>
                  <a:lnTo>
                    <a:pt x="7226" y="514"/>
                  </a:lnTo>
                  <a:lnTo>
                    <a:pt x="7190" y="404"/>
                  </a:lnTo>
                  <a:lnTo>
                    <a:pt x="7153" y="294"/>
                  </a:lnTo>
                  <a:lnTo>
                    <a:pt x="7043" y="258"/>
                  </a:lnTo>
                  <a:lnTo>
                    <a:pt x="6933" y="294"/>
                  </a:lnTo>
                  <a:lnTo>
                    <a:pt x="5906" y="918"/>
                  </a:lnTo>
                  <a:lnTo>
                    <a:pt x="5869" y="698"/>
                  </a:lnTo>
                  <a:lnTo>
                    <a:pt x="5796" y="478"/>
                  </a:lnTo>
                  <a:lnTo>
                    <a:pt x="5686" y="221"/>
                  </a:lnTo>
                  <a:lnTo>
                    <a:pt x="5576" y="1"/>
                  </a:lnTo>
                  <a:close/>
                  <a:moveTo>
                    <a:pt x="8840" y="3816"/>
                  </a:moveTo>
                  <a:lnTo>
                    <a:pt x="8730" y="3852"/>
                  </a:lnTo>
                  <a:lnTo>
                    <a:pt x="8657" y="3926"/>
                  </a:lnTo>
                  <a:lnTo>
                    <a:pt x="8510" y="4146"/>
                  </a:lnTo>
                  <a:lnTo>
                    <a:pt x="8364" y="4293"/>
                  </a:lnTo>
                  <a:lnTo>
                    <a:pt x="8143" y="4476"/>
                  </a:lnTo>
                  <a:lnTo>
                    <a:pt x="7997" y="4659"/>
                  </a:lnTo>
                  <a:lnTo>
                    <a:pt x="7997" y="4733"/>
                  </a:lnTo>
                  <a:lnTo>
                    <a:pt x="7997" y="4769"/>
                  </a:lnTo>
                  <a:lnTo>
                    <a:pt x="8033" y="4806"/>
                  </a:lnTo>
                  <a:lnTo>
                    <a:pt x="8070" y="4843"/>
                  </a:lnTo>
                  <a:lnTo>
                    <a:pt x="8253" y="4843"/>
                  </a:lnTo>
                  <a:lnTo>
                    <a:pt x="8400" y="4806"/>
                  </a:lnTo>
                  <a:lnTo>
                    <a:pt x="8547" y="4733"/>
                  </a:lnTo>
                  <a:lnTo>
                    <a:pt x="8694" y="4659"/>
                  </a:lnTo>
                  <a:lnTo>
                    <a:pt x="8914" y="4403"/>
                  </a:lnTo>
                  <a:lnTo>
                    <a:pt x="9097" y="4146"/>
                  </a:lnTo>
                  <a:lnTo>
                    <a:pt x="9134" y="4073"/>
                  </a:lnTo>
                  <a:lnTo>
                    <a:pt x="9134" y="3963"/>
                  </a:lnTo>
                  <a:lnTo>
                    <a:pt x="9097" y="3889"/>
                  </a:lnTo>
                  <a:lnTo>
                    <a:pt x="9024" y="3852"/>
                  </a:lnTo>
                  <a:lnTo>
                    <a:pt x="8914" y="3816"/>
                  </a:lnTo>
                  <a:close/>
                  <a:moveTo>
                    <a:pt x="147" y="2972"/>
                  </a:moveTo>
                  <a:lnTo>
                    <a:pt x="73" y="3009"/>
                  </a:lnTo>
                  <a:lnTo>
                    <a:pt x="37" y="3082"/>
                  </a:lnTo>
                  <a:lnTo>
                    <a:pt x="0" y="3229"/>
                  </a:lnTo>
                  <a:lnTo>
                    <a:pt x="37" y="3559"/>
                  </a:lnTo>
                  <a:lnTo>
                    <a:pt x="110" y="4073"/>
                  </a:lnTo>
                  <a:lnTo>
                    <a:pt x="220" y="4549"/>
                  </a:lnTo>
                  <a:lnTo>
                    <a:pt x="257" y="4623"/>
                  </a:lnTo>
                  <a:lnTo>
                    <a:pt x="330" y="4696"/>
                  </a:lnTo>
                  <a:lnTo>
                    <a:pt x="514" y="4696"/>
                  </a:lnTo>
                  <a:lnTo>
                    <a:pt x="1174" y="4219"/>
                  </a:lnTo>
                  <a:lnTo>
                    <a:pt x="1247" y="4843"/>
                  </a:lnTo>
                  <a:lnTo>
                    <a:pt x="1284" y="4990"/>
                  </a:lnTo>
                  <a:lnTo>
                    <a:pt x="1321" y="5173"/>
                  </a:lnTo>
                  <a:lnTo>
                    <a:pt x="1394" y="5320"/>
                  </a:lnTo>
                  <a:lnTo>
                    <a:pt x="1431" y="5356"/>
                  </a:lnTo>
                  <a:lnTo>
                    <a:pt x="1541" y="5393"/>
                  </a:lnTo>
                  <a:lnTo>
                    <a:pt x="1614" y="5393"/>
                  </a:lnTo>
                  <a:lnTo>
                    <a:pt x="1687" y="5356"/>
                  </a:lnTo>
                  <a:lnTo>
                    <a:pt x="1724" y="5320"/>
                  </a:lnTo>
                  <a:lnTo>
                    <a:pt x="1761" y="5246"/>
                  </a:lnTo>
                  <a:lnTo>
                    <a:pt x="1761" y="5173"/>
                  </a:lnTo>
                  <a:lnTo>
                    <a:pt x="1724" y="5063"/>
                  </a:lnTo>
                  <a:lnTo>
                    <a:pt x="1724" y="5026"/>
                  </a:lnTo>
                  <a:lnTo>
                    <a:pt x="1687" y="4953"/>
                  </a:lnTo>
                  <a:lnTo>
                    <a:pt x="1651" y="4549"/>
                  </a:lnTo>
                  <a:lnTo>
                    <a:pt x="1614" y="4183"/>
                  </a:lnTo>
                  <a:lnTo>
                    <a:pt x="1577" y="3816"/>
                  </a:lnTo>
                  <a:lnTo>
                    <a:pt x="1577" y="3706"/>
                  </a:lnTo>
                  <a:lnTo>
                    <a:pt x="1467" y="3632"/>
                  </a:lnTo>
                  <a:lnTo>
                    <a:pt x="1357" y="3632"/>
                  </a:lnTo>
                  <a:lnTo>
                    <a:pt x="1247" y="3669"/>
                  </a:lnTo>
                  <a:lnTo>
                    <a:pt x="880" y="3889"/>
                  </a:lnTo>
                  <a:lnTo>
                    <a:pt x="550" y="4146"/>
                  </a:lnTo>
                  <a:lnTo>
                    <a:pt x="330" y="3302"/>
                  </a:lnTo>
                  <a:lnTo>
                    <a:pt x="294" y="3082"/>
                  </a:lnTo>
                  <a:lnTo>
                    <a:pt x="220" y="2972"/>
                  </a:lnTo>
                  <a:close/>
                  <a:moveTo>
                    <a:pt x="8400" y="2679"/>
                  </a:moveTo>
                  <a:lnTo>
                    <a:pt x="10124" y="5173"/>
                  </a:lnTo>
                  <a:lnTo>
                    <a:pt x="10161" y="5210"/>
                  </a:lnTo>
                  <a:lnTo>
                    <a:pt x="10124" y="5246"/>
                  </a:lnTo>
                  <a:lnTo>
                    <a:pt x="9684" y="5613"/>
                  </a:lnTo>
                  <a:lnTo>
                    <a:pt x="9207" y="6017"/>
                  </a:lnTo>
                  <a:lnTo>
                    <a:pt x="8804" y="6310"/>
                  </a:lnTo>
                  <a:lnTo>
                    <a:pt x="8584" y="6017"/>
                  </a:lnTo>
                  <a:lnTo>
                    <a:pt x="6970" y="3852"/>
                  </a:lnTo>
                  <a:lnTo>
                    <a:pt x="7703" y="3339"/>
                  </a:lnTo>
                  <a:lnTo>
                    <a:pt x="8033" y="3045"/>
                  </a:lnTo>
                  <a:lnTo>
                    <a:pt x="8364" y="2752"/>
                  </a:lnTo>
                  <a:lnTo>
                    <a:pt x="8400" y="2679"/>
                  </a:lnTo>
                  <a:close/>
                  <a:moveTo>
                    <a:pt x="2494" y="7227"/>
                  </a:moveTo>
                  <a:lnTo>
                    <a:pt x="2421" y="7301"/>
                  </a:lnTo>
                  <a:lnTo>
                    <a:pt x="2421" y="7411"/>
                  </a:lnTo>
                  <a:lnTo>
                    <a:pt x="2678" y="7887"/>
                  </a:lnTo>
                  <a:lnTo>
                    <a:pt x="2494" y="8034"/>
                  </a:lnTo>
                  <a:lnTo>
                    <a:pt x="2458" y="8108"/>
                  </a:lnTo>
                  <a:lnTo>
                    <a:pt x="2421" y="8218"/>
                  </a:lnTo>
                  <a:lnTo>
                    <a:pt x="2421" y="8291"/>
                  </a:lnTo>
                  <a:lnTo>
                    <a:pt x="2494" y="8328"/>
                  </a:lnTo>
                  <a:lnTo>
                    <a:pt x="2605" y="8364"/>
                  </a:lnTo>
                  <a:lnTo>
                    <a:pt x="2678" y="8328"/>
                  </a:lnTo>
                  <a:lnTo>
                    <a:pt x="2861" y="8254"/>
                  </a:lnTo>
                  <a:lnTo>
                    <a:pt x="2935" y="8364"/>
                  </a:lnTo>
                  <a:lnTo>
                    <a:pt x="3155" y="8694"/>
                  </a:lnTo>
                  <a:lnTo>
                    <a:pt x="3301" y="8841"/>
                  </a:lnTo>
                  <a:lnTo>
                    <a:pt x="3375" y="8878"/>
                  </a:lnTo>
                  <a:lnTo>
                    <a:pt x="3485" y="8915"/>
                  </a:lnTo>
                  <a:lnTo>
                    <a:pt x="3558" y="8878"/>
                  </a:lnTo>
                  <a:lnTo>
                    <a:pt x="3595" y="8804"/>
                  </a:lnTo>
                  <a:lnTo>
                    <a:pt x="3632" y="8731"/>
                  </a:lnTo>
                  <a:lnTo>
                    <a:pt x="3595" y="8621"/>
                  </a:lnTo>
                  <a:lnTo>
                    <a:pt x="3558" y="8438"/>
                  </a:lnTo>
                  <a:lnTo>
                    <a:pt x="3301" y="8108"/>
                  </a:lnTo>
                  <a:lnTo>
                    <a:pt x="3228" y="7997"/>
                  </a:lnTo>
                  <a:lnTo>
                    <a:pt x="3558" y="7704"/>
                  </a:lnTo>
                  <a:lnTo>
                    <a:pt x="3595" y="7594"/>
                  </a:lnTo>
                  <a:lnTo>
                    <a:pt x="3595" y="7484"/>
                  </a:lnTo>
                  <a:lnTo>
                    <a:pt x="3558" y="7411"/>
                  </a:lnTo>
                  <a:lnTo>
                    <a:pt x="3485" y="7374"/>
                  </a:lnTo>
                  <a:lnTo>
                    <a:pt x="3412" y="7337"/>
                  </a:lnTo>
                  <a:lnTo>
                    <a:pt x="3338" y="7337"/>
                  </a:lnTo>
                  <a:lnTo>
                    <a:pt x="3228" y="7411"/>
                  </a:lnTo>
                  <a:lnTo>
                    <a:pt x="2971" y="7631"/>
                  </a:lnTo>
                  <a:lnTo>
                    <a:pt x="2641" y="7264"/>
                  </a:lnTo>
                  <a:lnTo>
                    <a:pt x="2568" y="7227"/>
                  </a:lnTo>
                  <a:close/>
                  <a:moveTo>
                    <a:pt x="3191" y="6090"/>
                  </a:moveTo>
                  <a:lnTo>
                    <a:pt x="3595" y="6860"/>
                  </a:lnTo>
                  <a:lnTo>
                    <a:pt x="3998" y="7594"/>
                  </a:lnTo>
                  <a:lnTo>
                    <a:pt x="4439" y="8328"/>
                  </a:lnTo>
                  <a:lnTo>
                    <a:pt x="4915" y="9025"/>
                  </a:lnTo>
                  <a:lnTo>
                    <a:pt x="4769" y="9098"/>
                  </a:lnTo>
                  <a:lnTo>
                    <a:pt x="4622" y="9171"/>
                  </a:lnTo>
                  <a:lnTo>
                    <a:pt x="4365" y="9355"/>
                  </a:lnTo>
                  <a:lnTo>
                    <a:pt x="3778" y="9721"/>
                  </a:lnTo>
                  <a:lnTo>
                    <a:pt x="3522" y="9905"/>
                  </a:lnTo>
                  <a:lnTo>
                    <a:pt x="3412" y="10015"/>
                  </a:lnTo>
                  <a:lnTo>
                    <a:pt x="3265" y="10052"/>
                  </a:lnTo>
                  <a:lnTo>
                    <a:pt x="3228" y="10052"/>
                  </a:lnTo>
                  <a:lnTo>
                    <a:pt x="3191" y="10088"/>
                  </a:lnTo>
                  <a:lnTo>
                    <a:pt x="3191" y="10162"/>
                  </a:lnTo>
                  <a:lnTo>
                    <a:pt x="2421" y="9025"/>
                  </a:lnTo>
                  <a:lnTo>
                    <a:pt x="1761" y="7997"/>
                  </a:lnTo>
                  <a:lnTo>
                    <a:pt x="1064" y="7007"/>
                  </a:lnTo>
                  <a:lnTo>
                    <a:pt x="1394" y="6897"/>
                  </a:lnTo>
                  <a:lnTo>
                    <a:pt x="1724" y="6714"/>
                  </a:lnTo>
                  <a:lnTo>
                    <a:pt x="2348" y="6383"/>
                  </a:lnTo>
                  <a:lnTo>
                    <a:pt x="2494" y="6310"/>
                  </a:lnTo>
                  <a:lnTo>
                    <a:pt x="2641" y="6273"/>
                  </a:lnTo>
                  <a:lnTo>
                    <a:pt x="2935" y="6237"/>
                  </a:lnTo>
                  <a:lnTo>
                    <a:pt x="3081" y="6200"/>
                  </a:lnTo>
                  <a:lnTo>
                    <a:pt x="3191" y="6090"/>
                  </a:lnTo>
                  <a:close/>
                  <a:moveTo>
                    <a:pt x="12729" y="11005"/>
                  </a:moveTo>
                  <a:lnTo>
                    <a:pt x="12655" y="11225"/>
                  </a:lnTo>
                  <a:lnTo>
                    <a:pt x="12582" y="11115"/>
                  </a:lnTo>
                  <a:lnTo>
                    <a:pt x="12729" y="11005"/>
                  </a:lnTo>
                  <a:close/>
                  <a:moveTo>
                    <a:pt x="9647" y="12949"/>
                  </a:moveTo>
                  <a:lnTo>
                    <a:pt x="9721" y="13096"/>
                  </a:lnTo>
                  <a:lnTo>
                    <a:pt x="9831" y="13280"/>
                  </a:lnTo>
                  <a:lnTo>
                    <a:pt x="9941" y="13463"/>
                  </a:lnTo>
                  <a:lnTo>
                    <a:pt x="10088" y="13573"/>
                  </a:lnTo>
                  <a:lnTo>
                    <a:pt x="10051" y="13573"/>
                  </a:lnTo>
                  <a:lnTo>
                    <a:pt x="9647" y="13756"/>
                  </a:lnTo>
                  <a:lnTo>
                    <a:pt x="9647" y="13646"/>
                  </a:lnTo>
                  <a:lnTo>
                    <a:pt x="9574" y="13536"/>
                  </a:lnTo>
                  <a:lnTo>
                    <a:pt x="9427" y="13426"/>
                  </a:lnTo>
                  <a:lnTo>
                    <a:pt x="9354" y="13280"/>
                  </a:lnTo>
                  <a:lnTo>
                    <a:pt x="9281" y="13133"/>
                  </a:lnTo>
                  <a:lnTo>
                    <a:pt x="9244" y="12986"/>
                  </a:lnTo>
                  <a:lnTo>
                    <a:pt x="9647" y="12949"/>
                  </a:lnTo>
                  <a:close/>
                  <a:moveTo>
                    <a:pt x="6640" y="12839"/>
                  </a:moveTo>
                  <a:lnTo>
                    <a:pt x="6493" y="13426"/>
                  </a:lnTo>
                  <a:lnTo>
                    <a:pt x="6419" y="14013"/>
                  </a:lnTo>
                  <a:lnTo>
                    <a:pt x="6419" y="14160"/>
                  </a:lnTo>
                  <a:lnTo>
                    <a:pt x="6163" y="13940"/>
                  </a:lnTo>
                  <a:lnTo>
                    <a:pt x="6126" y="13940"/>
                  </a:lnTo>
                  <a:lnTo>
                    <a:pt x="6126" y="13903"/>
                  </a:lnTo>
                  <a:lnTo>
                    <a:pt x="6126" y="13646"/>
                  </a:lnTo>
                  <a:lnTo>
                    <a:pt x="6163" y="13353"/>
                  </a:lnTo>
                  <a:lnTo>
                    <a:pt x="6236" y="13096"/>
                  </a:lnTo>
                  <a:lnTo>
                    <a:pt x="6346" y="12876"/>
                  </a:lnTo>
                  <a:lnTo>
                    <a:pt x="6640" y="12839"/>
                  </a:lnTo>
                  <a:close/>
                  <a:moveTo>
                    <a:pt x="7336" y="13170"/>
                  </a:moveTo>
                  <a:lnTo>
                    <a:pt x="7263" y="13206"/>
                  </a:lnTo>
                  <a:lnTo>
                    <a:pt x="7226" y="13243"/>
                  </a:lnTo>
                  <a:lnTo>
                    <a:pt x="7080" y="13720"/>
                  </a:lnTo>
                  <a:lnTo>
                    <a:pt x="7006" y="13977"/>
                  </a:lnTo>
                  <a:lnTo>
                    <a:pt x="7006" y="14233"/>
                  </a:lnTo>
                  <a:lnTo>
                    <a:pt x="7006" y="14307"/>
                  </a:lnTo>
                  <a:lnTo>
                    <a:pt x="7043" y="14380"/>
                  </a:lnTo>
                  <a:lnTo>
                    <a:pt x="7116" y="14453"/>
                  </a:lnTo>
                  <a:lnTo>
                    <a:pt x="7190" y="14490"/>
                  </a:lnTo>
                  <a:lnTo>
                    <a:pt x="7263" y="14527"/>
                  </a:lnTo>
                  <a:lnTo>
                    <a:pt x="7336" y="14527"/>
                  </a:lnTo>
                  <a:lnTo>
                    <a:pt x="7410" y="14453"/>
                  </a:lnTo>
                  <a:lnTo>
                    <a:pt x="7483" y="14380"/>
                  </a:lnTo>
                  <a:lnTo>
                    <a:pt x="7483" y="14270"/>
                  </a:lnTo>
                  <a:lnTo>
                    <a:pt x="7446" y="14160"/>
                  </a:lnTo>
                  <a:lnTo>
                    <a:pt x="7373" y="14123"/>
                  </a:lnTo>
                  <a:lnTo>
                    <a:pt x="7373" y="13830"/>
                  </a:lnTo>
                  <a:lnTo>
                    <a:pt x="7410" y="13280"/>
                  </a:lnTo>
                  <a:lnTo>
                    <a:pt x="7373" y="13206"/>
                  </a:lnTo>
                  <a:lnTo>
                    <a:pt x="7336" y="13170"/>
                  </a:lnTo>
                  <a:close/>
                  <a:moveTo>
                    <a:pt x="10418" y="5613"/>
                  </a:moveTo>
                  <a:lnTo>
                    <a:pt x="11188" y="6714"/>
                  </a:lnTo>
                  <a:lnTo>
                    <a:pt x="11555" y="7264"/>
                  </a:lnTo>
                  <a:lnTo>
                    <a:pt x="11922" y="7814"/>
                  </a:lnTo>
                  <a:lnTo>
                    <a:pt x="12252" y="8474"/>
                  </a:lnTo>
                  <a:lnTo>
                    <a:pt x="12399" y="8841"/>
                  </a:lnTo>
                  <a:lnTo>
                    <a:pt x="12545" y="9208"/>
                  </a:lnTo>
                  <a:lnTo>
                    <a:pt x="12619" y="9575"/>
                  </a:lnTo>
                  <a:lnTo>
                    <a:pt x="12692" y="9942"/>
                  </a:lnTo>
                  <a:lnTo>
                    <a:pt x="12729" y="10308"/>
                  </a:lnTo>
                  <a:lnTo>
                    <a:pt x="12729" y="10675"/>
                  </a:lnTo>
                  <a:lnTo>
                    <a:pt x="12325" y="10932"/>
                  </a:lnTo>
                  <a:lnTo>
                    <a:pt x="12288" y="10969"/>
                  </a:lnTo>
                  <a:lnTo>
                    <a:pt x="12252" y="11042"/>
                  </a:lnTo>
                  <a:lnTo>
                    <a:pt x="12288" y="11079"/>
                  </a:lnTo>
                  <a:lnTo>
                    <a:pt x="12325" y="11152"/>
                  </a:lnTo>
                  <a:lnTo>
                    <a:pt x="12435" y="11372"/>
                  </a:lnTo>
                  <a:lnTo>
                    <a:pt x="12509" y="11446"/>
                  </a:lnTo>
                  <a:lnTo>
                    <a:pt x="12582" y="11519"/>
                  </a:lnTo>
                  <a:lnTo>
                    <a:pt x="12472" y="11776"/>
                  </a:lnTo>
                  <a:lnTo>
                    <a:pt x="12325" y="12032"/>
                  </a:lnTo>
                  <a:lnTo>
                    <a:pt x="11848" y="11666"/>
                  </a:lnTo>
                  <a:lnTo>
                    <a:pt x="11775" y="11629"/>
                  </a:lnTo>
                  <a:lnTo>
                    <a:pt x="11702" y="11666"/>
                  </a:lnTo>
                  <a:lnTo>
                    <a:pt x="11665" y="11739"/>
                  </a:lnTo>
                  <a:lnTo>
                    <a:pt x="11702" y="11812"/>
                  </a:lnTo>
                  <a:lnTo>
                    <a:pt x="12142" y="12326"/>
                  </a:lnTo>
                  <a:lnTo>
                    <a:pt x="11848" y="12619"/>
                  </a:lnTo>
                  <a:lnTo>
                    <a:pt x="11812" y="12546"/>
                  </a:lnTo>
                  <a:lnTo>
                    <a:pt x="11665" y="12399"/>
                  </a:lnTo>
                  <a:lnTo>
                    <a:pt x="11518" y="12253"/>
                  </a:lnTo>
                  <a:lnTo>
                    <a:pt x="11371" y="12069"/>
                  </a:lnTo>
                  <a:lnTo>
                    <a:pt x="11298" y="11886"/>
                  </a:lnTo>
                  <a:lnTo>
                    <a:pt x="11225" y="11849"/>
                  </a:lnTo>
                  <a:lnTo>
                    <a:pt x="11188" y="11812"/>
                  </a:lnTo>
                  <a:lnTo>
                    <a:pt x="11115" y="11849"/>
                  </a:lnTo>
                  <a:lnTo>
                    <a:pt x="11078" y="11922"/>
                  </a:lnTo>
                  <a:lnTo>
                    <a:pt x="11078" y="12106"/>
                  </a:lnTo>
                  <a:lnTo>
                    <a:pt x="11115" y="12253"/>
                  </a:lnTo>
                  <a:lnTo>
                    <a:pt x="11188" y="12436"/>
                  </a:lnTo>
                  <a:lnTo>
                    <a:pt x="11261" y="12583"/>
                  </a:lnTo>
                  <a:lnTo>
                    <a:pt x="11371" y="12729"/>
                  </a:lnTo>
                  <a:lnTo>
                    <a:pt x="11518" y="12876"/>
                  </a:lnTo>
                  <a:lnTo>
                    <a:pt x="11115" y="13096"/>
                  </a:lnTo>
                  <a:lnTo>
                    <a:pt x="11151" y="12986"/>
                  </a:lnTo>
                  <a:lnTo>
                    <a:pt x="11151" y="12839"/>
                  </a:lnTo>
                  <a:lnTo>
                    <a:pt x="11078" y="12766"/>
                  </a:lnTo>
                  <a:lnTo>
                    <a:pt x="10968" y="12656"/>
                  </a:lnTo>
                  <a:lnTo>
                    <a:pt x="10931" y="12656"/>
                  </a:lnTo>
                  <a:lnTo>
                    <a:pt x="10858" y="12693"/>
                  </a:lnTo>
                  <a:lnTo>
                    <a:pt x="10858" y="12766"/>
                  </a:lnTo>
                  <a:lnTo>
                    <a:pt x="10821" y="12729"/>
                  </a:lnTo>
                  <a:lnTo>
                    <a:pt x="10491" y="12436"/>
                  </a:lnTo>
                  <a:lnTo>
                    <a:pt x="10418" y="12363"/>
                  </a:lnTo>
                  <a:lnTo>
                    <a:pt x="10344" y="12399"/>
                  </a:lnTo>
                  <a:lnTo>
                    <a:pt x="10308" y="12473"/>
                  </a:lnTo>
                  <a:lnTo>
                    <a:pt x="10308" y="12546"/>
                  </a:lnTo>
                  <a:lnTo>
                    <a:pt x="10491" y="12839"/>
                  </a:lnTo>
                  <a:lnTo>
                    <a:pt x="10711" y="13206"/>
                  </a:lnTo>
                  <a:lnTo>
                    <a:pt x="10785" y="13280"/>
                  </a:lnTo>
                  <a:lnTo>
                    <a:pt x="10381" y="13426"/>
                  </a:lnTo>
                  <a:lnTo>
                    <a:pt x="10381" y="13353"/>
                  </a:lnTo>
                  <a:lnTo>
                    <a:pt x="10344" y="13280"/>
                  </a:lnTo>
                  <a:lnTo>
                    <a:pt x="10234" y="13133"/>
                  </a:lnTo>
                  <a:lnTo>
                    <a:pt x="10051" y="12913"/>
                  </a:lnTo>
                  <a:lnTo>
                    <a:pt x="9904" y="12693"/>
                  </a:lnTo>
                  <a:lnTo>
                    <a:pt x="9831" y="12619"/>
                  </a:lnTo>
                  <a:lnTo>
                    <a:pt x="9721" y="12619"/>
                  </a:lnTo>
                  <a:lnTo>
                    <a:pt x="9391" y="12693"/>
                  </a:lnTo>
                  <a:lnTo>
                    <a:pt x="9097" y="12729"/>
                  </a:lnTo>
                  <a:lnTo>
                    <a:pt x="9024" y="12766"/>
                  </a:lnTo>
                  <a:lnTo>
                    <a:pt x="8987" y="12839"/>
                  </a:lnTo>
                  <a:lnTo>
                    <a:pt x="8987" y="12913"/>
                  </a:lnTo>
                  <a:lnTo>
                    <a:pt x="9024" y="12986"/>
                  </a:lnTo>
                  <a:lnTo>
                    <a:pt x="9024" y="13243"/>
                  </a:lnTo>
                  <a:lnTo>
                    <a:pt x="9097" y="13500"/>
                  </a:lnTo>
                  <a:lnTo>
                    <a:pt x="9134" y="13646"/>
                  </a:lnTo>
                  <a:lnTo>
                    <a:pt x="9207" y="13756"/>
                  </a:lnTo>
                  <a:lnTo>
                    <a:pt x="9317" y="13830"/>
                  </a:lnTo>
                  <a:lnTo>
                    <a:pt x="9427" y="13867"/>
                  </a:lnTo>
                  <a:lnTo>
                    <a:pt x="8987" y="14050"/>
                  </a:lnTo>
                  <a:lnTo>
                    <a:pt x="8950" y="13977"/>
                  </a:lnTo>
                  <a:lnTo>
                    <a:pt x="8804" y="13903"/>
                  </a:lnTo>
                  <a:lnTo>
                    <a:pt x="8767" y="13903"/>
                  </a:lnTo>
                  <a:lnTo>
                    <a:pt x="8620" y="13536"/>
                  </a:lnTo>
                  <a:lnTo>
                    <a:pt x="8510" y="13390"/>
                  </a:lnTo>
                  <a:lnTo>
                    <a:pt x="8364" y="13206"/>
                  </a:lnTo>
                  <a:lnTo>
                    <a:pt x="8327" y="13206"/>
                  </a:lnTo>
                  <a:lnTo>
                    <a:pt x="8327" y="13243"/>
                  </a:lnTo>
                  <a:lnTo>
                    <a:pt x="8327" y="13500"/>
                  </a:lnTo>
                  <a:lnTo>
                    <a:pt x="8364" y="13756"/>
                  </a:lnTo>
                  <a:lnTo>
                    <a:pt x="8510" y="14270"/>
                  </a:lnTo>
                  <a:lnTo>
                    <a:pt x="8070" y="14453"/>
                  </a:lnTo>
                  <a:lnTo>
                    <a:pt x="8033" y="14160"/>
                  </a:lnTo>
                  <a:lnTo>
                    <a:pt x="7960" y="13903"/>
                  </a:lnTo>
                  <a:lnTo>
                    <a:pt x="7923" y="13536"/>
                  </a:lnTo>
                  <a:lnTo>
                    <a:pt x="7923" y="13206"/>
                  </a:lnTo>
                  <a:lnTo>
                    <a:pt x="7887" y="13133"/>
                  </a:lnTo>
                  <a:lnTo>
                    <a:pt x="7813" y="13096"/>
                  </a:lnTo>
                  <a:lnTo>
                    <a:pt x="7777" y="13096"/>
                  </a:lnTo>
                  <a:lnTo>
                    <a:pt x="7703" y="13170"/>
                  </a:lnTo>
                  <a:lnTo>
                    <a:pt x="7667" y="13536"/>
                  </a:lnTo>
                  <a:lnTo>
                    <a:pt x="7630" y="13903"/>
                  </a:lnTo>
                  <a:lnTo>
                    <a:pt x="7667" y="14233"/>
                  </a:lnTo>
                  <a:lnTo>
                    <a:pt x="7667" y="14380"/>
                  </a:lnTo>
                  <a:lnTo>
                    <a:pt x="7740" y="14527"/>
                  </a:lnTo>
                  <a:lnTo>
                    <a:pt x="7483" y="14563"/>
                  </a:lnTo>
                  <a:lnTo>
                    <a:pt x="7190" y="14527"/>
                  </a:lnTo>
                  <a:lnTo>
                    <a:pt x="7006" y="14453"/>
                  </a:lnTo>
                  <a:lnTo>
                    <a:pt x="6786" y="14380"/>
                  </a:lnTo>
                  <a:lnTo>
                    <a:pt x="6823" y="14160"/>
                  </a:lnTo>
                  <a:lnTo>
                    <a:pt x="6860" y="13646"/>
                  </a:lnTo>
                  <a:lnTo>
                    <a:pt x="6860" y="13206"/>
                  </a:lnTo>
                  <a:lnTo>
                    <a:pt x="6860" y="12766"/>
                  </a:lnTo>
                  <a:lnTo>
                    <a:pt x="6823" y="12693"/>
                  </a:lnTo>
                  <a:lnTo>
                    <a:pt x="6713" y="12656"/>
                  </a:lnTo>
                  <a:lnTo>
                    <a:pt x="6346" y="12693"/>
                  </a:lnTo>
                  <a:lnTo>
                    <a:pt x="6309" y="12656"/>
                  </a:lnTo>
                  <a:lnTo>
                    <a:pt x="6236" y="12693"/>
                  </a:lnTo>
                  <a:lnTo>
                    <a:pt x="6089" y="12913"/>
                  </a:lnTo>
                  <a:lnTo>
                    <a:pt x="5943" y="13133"/>
                  </a:lnTo>
                  <a:lnTo>
                    <a:pt x="5869" y="13390"/>
                  </a:lnTo>
                  <a:lnTo>
                    <a:pt x="5796" y="13610"/>
                  </a:lnTo>
                  <a:lnTo>
                    <a:pt x="5392" y="13206"/>
                  </a:lnTo>
                  <a:lnTo>
                    <a:pt x="5686" y="12839"/>
                  </a:lnTo>
                  <a:lnTo>
                    <a:pt x="5943" y="12473"/>
                  </a:lnTo>
                  <a:lnTo>
                    <a:pt x="5943" y="12363"/>
                  </a:lnTo>
                  <a:lnTo>
                    <a:pt x="5943" y="12289"/>
                  </a:lnTo>
                  <a:lnTo>
                    <a:pt x="5869" y="12216"/>
                  </a:lnTo>
                  <a:lnTo>
                    <a:pt x="5686" y="12216"/>
                  </a:lnTo>
                  <a:lnTo>
                    <a:pt x="5612" y="12289"/>
                  </a:lnTo>
                  <a:lnTo>
                    <a:pt x="5209" y="12949"/>
                  </a:lnTo>
                  <a:lnTo>
                    <a:pt x="4952" y="12619"/>
                  </a:lnTo>
                  <a:lnTo>
                    <a:pt x="5136" y="12473"/>
                  </a:lnTo>
                  <a:lnTo>
                    <a:pt x="5319" y="12289"/>
                  </a:lnTo>
                  <a:lnTo>
                    <a:pt x="5466" y="12069"/>
                  </a:lnTo>
                  <a:lnTo>
                    <a:pt x="5576" y="11849"/>
                  </a:lnTo>
                  <a:lnTo>
                    <a:pt x="5576" y="11776"/>
                  </a:lnTo>
                  <a:lnTo>
                    <a:pt x="5576" y="11739"/>
                  </a:lnTo>
                  <a:lnTo>
                    <a:pt x="5539" y="11666"/>
                  </a:lnTo>
                  <a:lnTo>
                    <a:pt x="5502" y="11629"/>
                  </a:lnTo>
                  <a:lnTo>
                    <a:pt x="5319" y="11629"/>
                  </a:lnTo>
                  <a:lnTo>
                    <a:pt x="5282" y="11702"/>
                  </a:lnTo>
                  <a:lnTo>
                    <a:pt x="4805" y="12399"/>
                  </a:lnTo>
                  <a:lnTo>
                    <a:pt x="4439" y="11922"/>
                  </a:lnTo>
                  <a:lnTo>
                    <a:pt x="4549" y="11812"/>
                  </a:lnTo>
                  <a:lnTo>
                    <a:pt x="4879" y="11409"/>
                  </a:lnTo>
                  <a:lnTo>
                    <a:pt x="5209" y="10969"/>
                  </a:lnTo>
                  <a:lnTo>
                    <a:pt x="5209" y="10895"/>
                  </a:lnTo>
                  <a:lnTo>
                    <a:pt x="5246" y="10859"/>
                  </a:lnTo>
                  <a:lnTo>
                    <a:pt x="5282" y="10785"/>
                  </a:lnTo>
                  <a:lnTo>
                    <a:pt x="5282" y="10712"/>
                  </a:lnTo>
                  <a:lnTo>
                    <a:pt x="5209" y="10639"/>
                  </a:lnTo>
                  <a:lnTo>
                    <a:pt x="5099" y="10602"/>
                  </a:lnTo>
                  <a:lnTo>
                    <a:pt x="5026" y="10602"/>
                  </a:lnTo>
                  <a:lnTo>
                    <a:pt x="4952" y="10639"/>
                  </a:lnTo>
                  <a:lnTo>
                    <a:pt x="4549" y="11225"/>
                  </a:lnTo>
                  <a:lnTo>
                    <a:pt x="4329" y="11556"/>
                  </a:lnTo>
                  <a:lnTo>
                    <a:pt x="4292" y="11482"/>
                  </a:lnTo>
                  <a:lnTo>
                    <a:pt x="4145" y="11482"/>
                  </a:lnTo>
                  <a:lnTo>
                    <a:pt x="3888" y="11152"/>
                  </a:lnTo>
                  <a:lnTo>
                    <a:pt x="4329" y="10822"/>
                  </a:lnTo>
                  <a:lnTo>
                    <a:pt x="4549" y="10675"/>
                  </a:lnTo>
                  <a:lnTo>
                    <a:pt x="4732" y="10455"/>
                  </a:lnTo>
                  <a:lnTo>
                    <a:pt x="4769" y="10418"/>
                  </a:lnTo>
                  <a:lnTo>
                    <a:pt x="4805" y="10345"/>
                  </a:lnTo>
                  <a:lnTo>
                    <a:pt x="4732" y="10235"/>
                  </a:lnTo>
                  <a:lnTo>
                    <a:pt x="4659" y="10162"/>
                  </a:lnTo>
                  <a:lnTo>
                    <a:pt x="4585" y="10162"/>
                  </a:lnTo>
                  <a:lnTo>
                    <a:pt x="4512" y="10198"/>
                  </a:lnTo>
                  <a:lnTo>
                    <a:pt x="4292" y="10345"/>
                  </a:lnTo>
                  <a:lnTo>
                    <a:pt x="4072" y="10528"/>
                  </a:lnTo>
                  <a:lnTo>
                    <a:pt x="3705" y="10895"/>
                  </a:lnTo>
                  <a:lnTo>
                    <a:pt x="3256" y="10239"/>
                  </a:lnTo>
                  <a:lnTo>
                    <a:pt x="3256" y="10239"/>
                  </a:lnTo>
                  <a:lnTo>
                    <a:pt x="3485" y="10272"/>
                  </a:lnTo>
                  <a:lnTo>
                    <a:pt x="3742" y="10235"/>
                  </a:lnTo>
                  <a:lnTo>
                    <a:pt x="3888" y="10162"/>
                  </a:lnTo>
                  <a:lnTo>
                    <a:pt x="4072" y="10052"/>
                  </a:lnTo>
                  <a:lnTo>
                    <a:pt x="4365" y="9868"/>
                  </a:lnTo>
                  <a:lnTo>
                    <a:pt x="4769" y="9648"/>
                  </a:lnTo>
                  <a:lnTo>
                    <a:pt x="4989" y="9538"/>
                  </a:lnTo>
                  <a:lnTo>
                    <a:pt x="5172" y="9391"/>
                  </a:lnTo>
                  <a:lnTo>
                    <a:pt x="6053" y="10675"/>
                  </a:lnTo>
                  <a:lnTo>
                    <a:pt x="6383" y="11115"/>
                  </a:lnTo>
                  <a:lnTo>
                    <a:pt x="6713" y="11556"/>
                  </a:lnTo>
                  <a:lnTo>
                    <a:pt x="6896" y="11739"/>
                  </a:lnTo>
                  <a:lnTo>
                    <a:pt x="7116" y="11922"/>
                  </a:lnTo>
                  <a:lnTo>
                    <a:pt x="7336" y="12069"/>
                  </a:lnTo>
                  <a:lnTo>
                    <a:pt x="7593" y="12179"/>
                  </a:lnTo>
                  <a:lnTo>
                    <a:pt x="7813" y="12253"/>
                  </a:lnTo>
                  <a:lnTo>
                    <a:pt x="8070" y="12289"/>
                  </a:lnTo>
                  <a:lnTo>
                    <a:pt x="8547" y="12289"/>
                  </a:lnTo>
                  <a:lnTo>
                    <a:pt x="8767" y="12253"/>
                  </a:lnTo>
                  <a:lnTo>
                    <a:pt x="8987" y="12179"/>
                  </a:lnTo>
                  <a:lnTo>
                    <a:pt x="9207" y="12106"/>
                  </a:lnTo>
                  <a:lnTo>
                    <a:pt x="9427" y="11996"/>
                  </a:lnTo>
                  <a:lnTo>
                    <a:pt x="9684" y="11849"/>
                  </a:lnTo>
                  <a:lnTo>
                    <a:pt x="9867" y="11666"/>
                  </a:lnTo>
                  <a:lnTo>
                    <a:pt x="10051" y="11482"/>
                  </a:lnTo>
                  <a:lnTo>
                    <a:pt x="10198" y="11262"/>
                  </a:lnTo>
                  <a:lnTo>
                    <a:pt x="10308" y="11042"/>
                  </a:lnTo>
                  <a:lnTo>
                    <a:pt x="10418" y="10822"/>
                  </a:lnTo>
                  <a:lnTo>
                    <a:pt x="10491" y="10565"/>
                  </a:lnTo>
                  <a:lnTo>
                    <a:pt x="10528" y="10345"/>
                  </a:lnTo>
                  <a:lnTo>
                    <a:pt x="10564" y="9832"/>
                  </a:lnTo>
                  <a:lnTo>
                    <a:pt x="10528" y="9318"/>
                  </a:lnTo>
                  <a:lnTo>
                    <a:pt x="10418" y="8804"/>
                  </a:lnTo>
                  <a:lnTo>
                    <a:pt x="10234" y="8328"/>
                  </a:lnTo>
                  <a:lnTo>
                    <a:pt x="9978" y="7887"/>
                  </a:lnTo>
                  <a:lnTo>
                    <a:pt x="9684" y="7484"/>
                  </a:lnTo>
                  <a:lnTo>
                    <a:pt x="9097" y="6640"/>
                  </a:lnTo>
                  <a:lnTo>
                    <a:pt x="9354" y="6494"/>
                  </a:lnTo>
                  <a:lnTo>
                    <a:pt x="9574" y="6347"/>
                  </a:lnTo>
                  <a:lnTo>
                    <a:pt x="10014" y="5980"/>
                  </a:lnTo>
                  <a:lnTo>
                    <a:pt x="10418" y="5613"/>
                  </a:lnTo>
                  <a:close/>
                  <a:moveTo>
                    <a:pt x="8400" y="2055"/>
                  </a:moveTo>
                  <a:lnTo>
                    <a:pt x="8290" y="2092"/>
                  </a:lnTo>
                  <a:lnTo>
                    <a:pt x="8217" y="2165"/>
                  </a:lnTo>
                  <a:lnTo>
                    <a:pt x="8180" y="2202"/>
                  </a:lnTo>
                  <a:lnTo>
                    <a:pt x="8180" y="2312"/>
                  </a:lnTo>
                  <a:lnTo>
                    <a:pt x="8180" y="2385"/>
                  </a:lnTo>
                  <a:lnTo>
                    <a:pt x="8107" y="2422"/>
                  </a:lnTo>
                  <a:lnTo>
                    <a:pt x="8033" y="2459"/>
                  </a:lnTo>
                  <a:lnTo>
                    <a:pt x="7300" y="3045"/>
                  </a:lnTo>
                  <a:lnTo>
                    <a:pt x="6896" y="3339"/>
                  </a:lnTo>
                  <a:lnTo>
                    <a:pt x="6529" y="3596"/>
                  </a:lnTo>
                  <a:lnTo>
                    <a:pt x="6456" y="3669"/>
                  </a:lnTo>
                  <a:lnTo>
                    <a:pt x="6419" y="3742"/>
                  </a:lnTo>
                  <a:lnTo>
                    <a:pt x="6419" y="3852"/>
                  </a:lnTo>
                  <a:lnTo>
                    <a:pt x="6419" y="3926"/>
                  </a:lnTo>
                  <a:lnTo>
                    <a:pt x="8547" y="6677"/>
                  </a:lnTo>
                  <a:lnTo>
                    <a:pt x="8547" y="6750"/>
                  </a:lnTo>
                  <a:lnTo>
                    <a:pt x="8620" y="6787"/>
                  </a:lnTo>
                  <a:lnTo>
                    <a:pt x="9391" y="7851"/>
                  </a:lnTo>
                  <a:lnTo>
                    <a:pt x="9684" y="8291"/>
                  </a:lnTo>
                  <a:lnTo>
                    <a:pt x="9904" y="8768"/>
                  </a:lnTo>
                  <a:lnTo>
                    <a:pt x="10014" y="9025"/>
                  </a:lnTo>
                  <a:lnTo>
                    <a:pt x="10088" y="9281"/>
                  </a:lnTo>
                  <a:lnTo>
                    <a:pt x="10124" y="9538"/>
                  </a:lnTo>
                  <a:lnTo>
                    <a:pt x="10124" y="9832"/>
                  </a:lnTo>
                  <a:lnTo>
                    <a:pt x="10124" y="10088"/>
                  </a:lnTo>
                  <a:lnTo>
                    <a:pt x="10088" y="10308"/>
                  </a:lnTo>
                  <a:lnTo>
                    <a:pt x="10014" y="10565"/>
                  </a:lnTo>
                  <a:lnTo>
                    <a:pt x="9904" y="10785"/>
                  </a:lnTo>
                  <a:lnTo>
                    <a:pt x="9794" y="11005"/>
                  </a:lnTo>
                  <a:lnTo>
                    <a:pt x="9647" y="11189"/>
                  </a:lnTo>
                  <a:lnTo>
                    <a:pt x="9464" y="11372"/>
                  </a:lnTo>
                  <a:lnTo>
                    <a:pt x="9281" y="11556"/>
                  </a:lnTo>
                  <a:lnTo>
                    <a:pt x="9097" y="11666"/>
                  </a:lnTo>
                  <a:lnTo>
                    <a:pt x="8877" y="11739"/>
                  </a:lnTo>
                  <a:lnTo>
                    <a:pt x="8657" y="11776"/>
                  </a:lnTo>
                  <a:lnTo>
                    <a:pt x="8437" y="11812"/>
                  </a:lnTo>
                  <a:lnTo>
                    <a:pt x="7997" y="11812"/>
                  </a:lnTo>
                  <a:lnTo>
                    <a:pt x="7813" y="11739"/>
                  </a:lnTo>
                  <a:lnTo>
                    <a:pt x="7593" y="11666"/>
                  </a:lnTo>
                  <a:lnTo>
                    <a:pt x="7373" y="11519"/>
                  </a:lnTo>
                  <a:lnTo>
                    <a:pt x="7153" y="11372"/>
                  </a:lnTo>
                  <a:lnTo>
                    <a:pt x="6970" y="11152"/>
                  </a:lnTo>
                  <a:lnTo>
                    <a:pt x="6823" y="10932"/>
                  </a:lnTo>
                  <a:lnTo>
                    <a:pt x="6053" y="9905"/>
                  </a:lnTo>
                  <a:lnTo>
                    <a:pt x="5356" y="8878"/>
                  </a:lnTo>
                  <a:lnTo>
                    <a:pt x="4659" y="7814"/>
                  </a:lnTo>
                  <a:lnTo>
                    <a:pt x="4035" y="6714"/>
                  </a:lnTo>
                  <a:lnTo>
                    <a:pt x="3742" y="6163"/>
                  </a:lnTo>
                  <a:lnTo>
                    <a:pt x="3485" y="5613"/>
                  </a:lnTo>
                  <a:lnTo>
                    <a:pt x="3412" y="5540"/>
                  </a:lnTo>
                  <a:lnTo>
                    <a:pt x="3301" y="5503"/>
                  </a:lnTo>
                  <a:lnTo>
                    <a:pt x="3191" y="5503"/>
                  </a:lnTo>
                  <a:lnTo>
                    <a:pt x="3118" y="5576"/>
                  </a:lnTo>
                  <a:lnTo>
                    <a:pt x="3008" y="5687"/>
                  </a:lnTo>
                  <a:lnTo>
                    <a:pt x="2861" y="5760"/>
                  </a:lnTo>
                  <a:lnTo>
                    <a:pt x="2715" y="5833"/>
                  </a:lnTo>
                  <a:lnTo>
                    <a:pt x="2568" y="5833"/>
                  </a:lnTo>
                  <a:lnTo>
                    <a:pt x="2421" y="5870"/>
                  </a:lnTo>
                  <a:lnTo>
                    <a:pt x="2274" y="5907"/>
                  </a:lnTo>
                  <a:lnTo>
                    <a:pt x="2018" y="6053"/>
                  </a:lnTo>
                  <a:lnTo>
                    <a:pt x="1431" y="6420"/>
                  </a:lnTo>
                  <a:lnTo>
                    <a:pt x="1137" y="6604"/>
                  </a:lnTo>
                  <a:lnTo>
                    <a:pt x="880" y="6824"/>
                  </a:lnTo>
                  <a:lnTo>
                    <a:pt x="770" y="6824"/>
                  </a:lnTo>
                  <a:lnTo>
                    <a:pt x="697" y="6897"/>
                  </a:lnTo>
                  <a:lnTo>
                    <a:pt x="660" y="6970"/>
                  </a:lnTo>
                  <a:lnTo>
                    <a:pt x="697" y="7080"/>
                  </a:lnTo>
                  <a:lnTo>
                    <a:pt x="1101" y="7814"/>
                  </a:lnTo>
                  <a:lnTo>
                    <a:pt x="1541" y="8548"/>
                  </a:lnTo>
                  <a:lnTo>
                    <a:pt x="2458" y="9942"/>
                  </a:lnTo>
                  <a:lnTo>
                    <a:pt x="3412" y="11335"/>
                  </a:lnTo>
                  <a:lnTo>
                    <a:pt x="4402" y="12693"/>
                  </a:lnTo>
                  <a:lnTo>
                    <a:pt x="4989" y="13426"/>
                  </a:lnTo>
                  <a:lnTo>
                    <a:pt x="4952" y="13426"/>
                  </a:lnTo>
                  <a:lnTo>
                    <a:pt x="4952" y="13500"/>
                  </a:lnTo>
                  <a:lnTo>
                    <a:pt x="4989" y="13536"/>
                  </a:lnTo>
                  <a:lnTo>
                    <a:pt x="5026" y="13573"/>
                  </a:lnTo>
                  <a:lnTo>
                    <a:pt x="5099" y="13536"/>
                  </a:lnTo>
                  <a:lnTo>
                    <a:pt x="5429" y="13940"/>
                  </a:lnTo>
                  <a:lnTo>
                    <a:pt x="5796" y="14307"/>
                  </a:lnTo>
                  <a:lnTo>
                    <a:pt x="5833" y="14343"/>
                  </a:lnTo>
                  <a:lnTo>
                    <a:pt x="5906" y="14380"/>
                  </a:lnTo>
                  <a:lnTo>
                    <a:pt x="6126" y="14563"/>
                  </a:lnTo>
                  <a:lnTo>
                    <a:pt x="6383" y="14710"/>
                  </a:lnTo>
                  <a:lnTo>
                    <a:pt x="6640" y="14857"/>
                  </a:lnTo>
                  <a:lnTo>
                    <a:pt x="6933" y="14967"/>
                  </a:lnTo>
                  <a:lnTo>
                    <a:pt x="7226" y="15040"/>
                  </a:lnTo>
                  <a:lnTo>
                    <a:pt x="7850" y="15040"/>
                  </a:lnTo>
                  <a:lnTo>
                    <a:pt x="8180" y="14967"/>
                  </a:lnTo>
                  <a:lnTo>
                    <a:pt x="8510" y="14820"/>
                  </a:lnTo>
                  <a:lnTo>
                    <a:pt x="8877" y="14673"/>
                  </a:lnTo>
                  <a:lnTo>
                    <a:pt x="9574" y="14343"/>
                  </a:lnTo>
                  <a:lnTo>
                    <a:pt x="11115" y="13683"/>
                  </a:lnTo>
                  <a:lnTo>
                    <a:pt x="11592" y="13426"/>
                  </a:lnTo>
                  <a:lnTo>
                    <a:pt x="11995" y="13170"/>
                  </a:lnTo>
                  <a:lnTo>
                    <a:pt x="12399" y="12839"/>
                  </a:lnTo>
                  <a:lnTo>
                    <a:pt x="12729" y="12436"/>
                  </a:lnTo>
                  <a:lnTo>
                    <a:pt x="12912" y="12142"/>
                  </a:lnTo>
                  <a:lnTo>
                    <a:pt x="13059" y="11849"/>
                  </a:lnTo>
                  <a:lnTo>
                    <a:pt x="13169" y="11519"/>
                  </a:lnTo>
                  <a:lnTo>
                    <a:pt x="13242" y="11189"/>
                  </a:lnTo>
                  <a:lnTo>
                    <a:pt x="13279" y="10859"/>
                  </a:lnTo>
                  <a:lnTo>
                    <a:pt x="13316" y="10528"/>
                  </a:lnTo>
                  <a:lnTo>
                    <a:pt x="13279" y="10198"/>
                  </a:lnTo>
                  <a:lnTo>
                    <a:pt x="13242" y="9868"/>
                  </a:lnTo>
                  <a:lnTo>
                    <a:pt x="13169" y="9538"/>
                  </a:lnTo>
                  <a:lnTo>
                    <a:pt x="13095" y="9208"/>
                  </a:lnTo>
                  <a:lnTo>
                    <a:pt x="12875" y="8584"/>
                  </a:lnTo>
                  <a:lnTo>
                    <a:pt x="12582" y="7961"/>
                  </a:lnTo>
                  <a:lnTo>
                    <a:pt x="12252" y="7374"/>
                  </a:lnTo>
                  <a:lnTo>
                    <a:pt x="11885" y="6824"/>
                  </a:lnTo>
                  <a:lnTo>
                    <a:pt x="10271" y="4476"/>
                  </a:lnTo>
                  <a:lnTo>
                    <a:pt x="8657" y="2165"/>
                  </a:lnTo>
                  <a:lnTo>
                    <a:pt x="8584" y="2092"/>
                  </a:lnTo>
                  <a:lnTo>
                    <a:pt x="8474" y="2055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8" name="Google Shape;321;p5">
              <a:extLst>
                <a:ext uri="{FF2B5EF4-FFF2-40B4-BE49-F238E27FC236}">
                  <a16:creationId xmlns:a16="http://schemas.microsoft.com/office/drawing/2014/main" id="{193073F5-8607-4FCE-A024-8B51BEE693EA}"/>
                </a:ext>
              </a:extLst>
            </p:cNvPr>
            <p:cNvSpPr/>
            <p:nvPr/>
          </p:nvSpPr>
          <p:spPr>
            <a:xfrm>
              <a:off x="6023725" y="3167900"/>
              <a:ext cx="340250" cy="227450"/>
            </a:xfrm>
            <a:custGeom>
              <a:avLst/>
              <a:gdLst/>
              <a:ahLst/>
              <a:cxnLst/>
              <a:rect l="l" t="t" r="r" b="b"/>
              <a:pathLst>
                <a:path w="13610" h="9098" extrusionOk="0">
                  <a:moveTo>
                    <a:pt x="4696" y="0"/>
                  </a:moveTo>
                  <a:lnTo>
                    <a:pt x="4586" y="74"/>
                  </a:lnTo>
                  <a:lnTo>
                    <a:pt x="4256" y="440"/>
                  </a:lnTo>
                  <a:lnTo>
                    <a:pt x="3999" y="844"/>
                  </a:lnTo>
                  <a:lnTo>
                    <a:pt x="3742" y="1247"/>
                  </a:lnTo>
                  <a:lnTo>
                    <a:pt x="3522" y="1688"/>
                  </a:lnTo>
                  <a:lnTo>
                    <a:pt x="3339" y="2128"/>
                  </a:lnTo>
                  <a:lnTo>
                    <a:pt x="3228" y="2605"/>
                  </a:lnTo>
                  <a:lnTo>
                    <a:pt x="3118" y="3081"/>
                  </a:lnTo>
                  <a:lnTo>
                    <a:pt x="3045" y="3595"/>
                  </a:lnTo>
                  <a:lnTo>
                    <a:pt x="3008" y="3852"/>
                  </a:lnTo>
                  <a:lnTo>
                    <a:pt x="2935" y="4072"/>
                  </a:lnTo>
                  <a:lnTo>
                    <a:pt x="2825" y="4329"/>
                  </a:lnTo>
                  <a:lnTo>
                    <a:pt x="2678" y="4512"/>
                  </a:lnTo>
                  <a:lnTo>
                    <a:pt x="2605" y="4622"/>
                  </a:lnTo>
                  <a:lnTo>
                    <a:pt x="2495" y="4659"/>
                  </a:lnTo>
                  <a:lnTo>
                    <a:pt x="2275" y="4732"/>
                  </a:lnTo>
                  <a:lnTo>
                    <a:pt x="1835" y="4732"/>
                  </a:lnTo>
                  <a:lnTo>
                    <a:pt x="1541" y="4659"/>
                  </a:lnTo>
                  <a:lnTo>
                    <a:pt x="991" y="4659"/>
                  </a:lnTo>
                  <a:lnTo>
                    <a:pt x="881" y="4732"/>
                  </a:lnTo>
                  <a:lnTo>
                    <a:pt x="771" y="4769"/>
                  </a:lnTo>
                  <a:lnTo>
                    <a:pt x="587" y="4732"/>
                  </a:lnTo>
                  <a:lnTo>
                    <a:pt x="404" y="4732"/>
                  </a:lnTo>
                  <a:lnTo>
                    <a:pt x="257" y="4805"/>
                  </a:lnTo>
                  <a:lnTo>
                    <a:pt x="74" y="4879"/>
                  </a:lnTo>
                  <a:lnTo>
                    <a:pt x="37" y="4952"/>
                  </a:lnTo>
                  <a:lnTo>
                    <a:pt x="0" y="5026"/>
                  </a:lnTo>
                  <a:lnTo>
                    <a:pt x="0" y="5172"/>
                  </a:lnTo>
                  <a:lnTo>
                    <a:pt x="37" y="5209"/>
                  </a:lnTo>
                  <a:lnTo>
                    <a:pt x="74" y="5246"/>
                  </a:lnTo>
                  <a:lnTo>
                    <a:pt x="147" y="5282"/>
                  </a:lnTo>
                  <a:lnTo>
                    <a:pt x="221" y="5246"/>
                  </a:lnTo>
                  <a:lnTo>
                    <a:pt x="514" y="5172"/>
                  </a:lnTo>
                  <a:lnTo>
                    <a:pt x="587" y="5282"/>
                  </a:lnTo>
                  <a:lnTo>
                    <a:pt x="697" y="5356"/>
                  </a:lnTo>
                  <a:lnTo>
                    <a:pt x="807" y="5356"/>
                  </a:lnTo>
                  <a:lnTo>
                    <a:pt x="881" y="5319"/>
                  </a:lnTo>
                  <a:lnTo>
                    <a:pt x="918" y="5282"/>
                  </a:lnTo>
                  <a:lnTo>
                    <a:pt x="991" y="5209"/>
                  </a:lnTo>
                  <a:lnTo>
                    <a:pt x="1064" y="5172"/>
                  </a:lnTo>
                  <a:lnTo>
                    <a:pt x="1248" y="5136"/>
                  </a:lnTo>
                  <a:lnTo>
                    <a:pt x="1431" y="5172"/>
                  </a:lnTo>
                  <a:lnTo>
                    <a:pt x="1614" y="5209"/>
                  </a:lnTo>
                  <a:lnTo>
                    <a:pt x="1981" y="5282"/>
                  </a:lnTo>
                  <a:lnTo>
                    <a:pt x="2201" y="5282"/>
                  </a:lnTo>
                  <a:lnTo>
                    <a:pt x="2385" y="5246"/>
                  </a:lnTo>
                  <a:lnTo>
                    <a:pt x="2605" y="5209"/>
                  </a:lnTo>
                  <a:lnTo>
                    <a:pt x="2752" y="5136"/>
                  </a:lnTo>
                  <a:lnTo>
                    <a:pt x="2935" y="5026"/>
                  </a:lnTo>
                  <a:lnTo>
                    <a:pt x="3082" y="4879"/>
                  </a:lnTo>
                  <a:lnTo>
                    <a:pt x="3192" y="4732"/>
                  </a:lnTo>
                  <a:lnTo>
                    <a:pt x="3302" y="4549"/>
                  </a:lnTo>
                  <a:lnTo>
                    <a:pt x="3449" y="4182"/>
                  </a:lnTo>
                  <a:lnTo>
                    <a:pt x="3522" y="3925"/>
                  </a:lnTo>
                  <a:lnTo>
                    <a:pt x="3559" y="3668"/>
                  </a:lnTo>
                  <a:lnTo>
                    <a:pt x="3632" y="3118"/>
                  </a:lnTo>
                  <a:lnTo>
                    <a:pt x="3742" y="2641"/>
                  </a:lnTo>
                  <a:lnTo>
                    <a:pt x="3889" y="2201"/>
                  </a:lnTo>
                  <a:lnTo>
                    <a:pt x="4035" y="1834"/>
                  </a:lnTo>
                  <a:lnTo>
                    <a:pt x="4219" y="1467"/>
                  </a:lnTo>
                  <a:lnTo>
                    <a:pt x="4402" y="1137"/>
                  </a:lnTo>
                  <a:lnTo>
                    <a:pt x="4659" y="844"/>
                  </a:lnTo>
                  <a:lnTo>
                    <a:pt x="5173" y="2861"/>
                  </a:lnTo>
                  <a:lnTo>
                    <a:pt x="5649" y="4842"/>
                  </a:lnTo>
                  <a:lnTo>
                    <a:pt x="6126" y="6860"/>
                  </a:lnTo>
                  <a:lnTo>
                    <a:pt x="6567" y="8914"/>
                  </a:lnTo>
                  <a:lnTo>
                    <a:pt x="6603" y="8987"/>
                  </a:lnTo>
                  <a:lnTo>
                    <a:pt x="6713" y="9061"/>
                  </a:lnTo>
                  <a:lnTo>
                    <a:pt x="6787" y="9097"/>
                  </a:lnTo>
                  <a:lnTo>
                    <a:pt x="6897" y="9097"/>
                  </a:lnTo>
                  <a:lnTo>
                    <a:pt x="7153" y="8987"/>
                  </a:lnTo>
                  <a:lnTo>
                    <a:pt x="7374" y="8804"/>
                  </a:lnTo>
                  <a:lnTo>
                    <a:pt x="7520" y="8620"/>
                  </a:lnTo>
                  <a:lnTo>
                    <a:pt x="7667" y="8364"/>
                  </a:lnTo>
                  <a:lnTo>
                    <a:pt x="7814" y="7997"/>
                  </a:lnTo>
                  <a:lnTo>
                    <a:pt x="7924" y="7593"/>
                  </a:lnTo>
                  <a:lnTo>
                    <a:pt x="8181" y="6823"/>
                  </a:lnTo>
                  <a:lnTo>
                    <a:pt x="9061" y="3962"/>
                  </a:lnTo>
                  <a:lnTo>
                    <a:pt x="9208" y="4439"/>
                  </a:lnTo>
                  <a:lnTo>
                    <a:pt x="9318" y="4952"/>
                  </a:lnTo>
                  <a:lnTo>
                    <a:pt x="9318" y="5062"/>
                  </a:lnTo>
                  <a:lnTo>
                    <a:pt x="9391" y="5136"/>
                  </a:lnTo>
                  <a:lnTo>
                    <a:pt x="9464" y="5209"/>
                  </a:lnTo>
                  <a:lnTo>
                    <a:pt x="9574" y="5209"/>
                  </a:lnTo>
                  <a:lnTo>
                    <a:pt x="12032" y="5062"/>
                  </a:lnTo>
                  <a:lnTo>
                    <a:pt x="12069" y="5136"/>
                  </a:lnTo>
                  <a:lnTo>
                    <a:pt x="12105" y="5209"/>
                  </a:lnTo>
                  <a:lnTo>
                    <a:pt x="12326" y="5356"/>
                  </a:lnTo>
                  <a:lnTo>
                    <a:pt x="12582" y="5429"/>
                  </a:lnTo>
                  <a:lnTo>
                    <a:pt x="12619" y="5466"/>
                  </a:lnTo>
                  <a:lnTo>
                    <a:pt x="12912" y="5466"/>
                  </a:lnTo>
                  <a:lnTo>
                    <a:pt x="13059" y="5429"/>
                  </a:lnTo>
                  <a:lnTo>
                    <a:pt x="13206" y="5319"/>
                  </a:lnTo>
                  <a:lnTo>
                    <a:pt x="13316" y="5209"/>
                  </a:lnTo>
                  <a:lnTo>
                    <a:pt x="13426" y="5062"/>
                  </a:lnTo>
                  <a:lnTo>
                    <a:pt x="13536" y="4915"/>
                  </a:lnTo>
                  <a:lnTo>
                    <a:pt x="13609" y="4732"/>
                  </a:lnTo>
                  <a:lnTo>
                    <a:pt x="13609" y="4659"/>
                  </a:lnTo>
                  <a:lnTo>
                    <a:pt x="13609" y="4549"/>
                  </a:lnTo>
                  <a:lnTo>
                    <a:pt x="13536" y="4439"/>
                  </a:lnTo>
                  <a:lnTo>
                    <a:pt x="13426" y="4292"/>
                  </a:lnTo>
                  <a:lnTo>
                    <a:pt x="13279" y="4219"/>
                  </a:lnTo>
                  <a:lnTo>
                    <a:pt x="13133" y="4145"/>
                  </a:lnTo>
                  <a:lnTo>
                    <a:pt x="12949" y="4072"/>
                  </a:lnTo>
                  <a:lnTo>
                    <a:pt x="12802" y="4072"/>
                  </a:lnTo>
                  <a:lnTo>
                    <a:pt x="12619" y="4108"/>
                  </a:lnTo>
                  <a:lnTo>
                    <a:pt x="12436" y="4182"/>
                  </a:lnTo>
                  <a:lnTo>
                    <a:pt x="12326" y="4255"/>
                  </a:lnTo>
                  <a:lnTo>
                    <a:pt x="12252" y="4329"/>
                  </a:lnTo>
                  <a:lnTo>
                    <a:pt x="12142" y="4512"/>
                  </a:lnTo>
                  <a:lnTo>
                    <a:pt x="9794" y="4659"/>
                  </a:lnTo>
                  <a:lnTo>
                    <a:pt x="9721" y="4255"/>
                  </a:lnTo>
                  <a:lnTo>
                    <a:pt x="9611" y="3852"/>
                  </a:lnTo>
                  <a:lnTo>
                    <a:pt x="9464" y="3448"/>
                  </a:lnTo>
                  <a:lnTo>
                    <a:pt x="9281" y="3045"/>
                  </a:lnTo>
                  <a:lnTo>
                    <a:pt x="9208" y="2971"/>
                  </a:lnTo>
                  <a:lnTo>
                    <a:pt x="9134" y="2935"/>
                  </a:lnTo>
                  <a:lnTo>
                    <a:pt x="8987" y="2935"/>
                  </a:lnTo>
                  <a:lnTo>
                    <a:pt x="8841" y="2971"/>
                  </a:lnTo>
                  <a:lnTo>
                    <a:pt x="8804" y="3045"/>
                  </a:lnTo>
                  <a:lnTo>
                    <a:pt x="8767" y="3118"/>
                  </a:lnTo>
                  <a:lnTo>
                    <a:pt x="7850" y="6016"/>
                  </a:lnTo>
                  <a:lnTo>
                    <a:pt x="7374" y="7557"/>
                  </a:lnTo>
                  <a:lnTo>
                    <a:pt x="7227" y="7997"/>
                  </a:lnTo>
                  <a:lnTo>
                    <a:pt x="7153" y="8217"/>
                  </a:lnTo>
                  <a:lnTo>
                    <a:pt x="7007" y="8400"/>
                  </a:lnTo>
                  <a:lnTo>
                    <a:pt x="6567" y="6346"/>
                  </a:lnTo>
                  <a:lnTo>
                    <a:pt x="6090" y="4292"/>
                  </a:lnTo>
                  <a:lnTo>
                    <a:pt x="5576" y="2238"/>
                  </a:lnTo>
                  <a:lnTo>
                    <a:pt x="5026" y="220"/>
                  </a:lnTo>
                  <a:lnTo>
                    <a:pt x="4953" y="74"/>
                  </a:lnTo>
                  <a:lnTo>
                    <a:pt x="4842" y="37"/>
                  </a:lnTo>
                  <a:lnTo>
                    <a:pt x="4696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  <p:sp>
          <p:nvSpPr>
            <p:cNvPr id="99" name="Google Shape;322;p5">
              <a:extLst>
                <a:ext uri="{FF2B5EF4-FFF2-40B4-BE49-F238E27FC236}">
                  <a16:creationId xmlns:a16="http://schemas.microsoft.com/office/drawing/2014/main" id="{A3306CAD-B7F8-4C1B-9892-3A64FAA0DBC3}"/>
                </a:ext>
              </a:extLst>
            </p:cNvPr>
            <p:cNvSpPr/>
            <p:nvPr/>
          </p:nvSpPr>
          <p:spPr>
            <a:xfrm>
              <a:off x="7109500" y="3449425"/>
              <a:ext cx="154100" cy="165100"/>
            </a:xfrm>
            <a:custGeom>
              <a:avLst/>
              <a:gdLst/>
              <a:ahLst/>
              <a:cxnLst/>
              <a:rect l="l" t="t" r="r" b="b"/>
              <a:pathLst>
                <a:path w="6164" h="6604" extrusionOk="0">
                  <a:moveTo>
                    <a:pt x="3962" y="0"/>
                  </a:moveTo>
                  <a:lnTo>
                    <a:pt x="3926" y="37"/>
                  </a:lnTo>
                  <a:lnTo>
                    <a:pt x="3889" y="74"/>
                  </a:lnTo>
                  <a:lnTo>
                    <a:pt x="3889" y="147"/>
                  </a:lnTo>
                  <a:lnTo>
                    <a:pt x="3522" y="477"/>
                  </a:lnTo>
                  <a:lnTo>
                    <a:pt x="3229" y="807"/>
                  </a:lnTo>
                  <a:lnTo>
                    <a:pt x="2788" y="1284"/>
                  </a:lnTo>
                  <a:lnTo>
                    <a:pt x="2458" y="1651"/>
                  </a:lnTo>
                  <a:lnTo>
                    <a:pt x="2201" y="1578"/>
                  </a:lnTo>
                  <a:lnTo>
                    <a:pt x="1321" y="1321"/>
                  </a:lnTo>
                  <a:lnTo>
                    <a:pt x="1138" y="1284"/>
                  </a:lnTo>
                  <a:lnTo>
                    <a:pt x="808" y="1211"/>
                  </a:lnTo>
                  <a:lnTo>
                    <a:pt x="661" y="1174"/>
                  </a:lnTo>
                  <a:lnTo>
                    <a:pt x="514" y="1211"/>
                  </a:lnTo>
                  <a:lnTo>
                    <a:pt x="441" y="1248"/>
                  </a:lnTo>
                  <a:lnTo>
                    <a:pt x="441" y="1284"/>
                  </a:lnTo>
                  <a:lnTo>
                    <a:pt x="441" y="1358"/>
                  </a:lnTo>
                  <a:lnTo>
                    <a:pt x="477" y="1468"/>
                  </a:lnTo>
                  <a:lnTo>
                    <a:pt x="551" y="1541"/>
                  </a:lnTo>
                  <a:lnTo>
                    <a:pt x="661" y="1614"/>
                  </a:lnTo>
                  <a:lnTo>
                    <a:pt x="771" y="1651"/>
                  </a:lnTo>
                  <a:lnTo>
                    <a:pt x="1064" y="1761"/>
                  </a:lnTo>
                  <a:lnTo>
                    <a:pt x="1284" y="1798"/>
                  </a:lnTo>
                  <a:lnTo>
                    <a:pt x="2055" y="2018"/>
                  </a:lnTo>
                  <a:lnTo>
                    <a:pt x="2055" y="2091"/>
                  </a:lnTo>
                  <a:lnTo>
                    <a:pt x="2091" y="2165"/>
                  </a:lnTo>
                  <a:lnTo>
                    <a:pt x="2165" y="2238"/>
                  </a:lnTo>
                  <a:lnTo>
                    <a:pt x="2201" y="2238"/>
                  </a:lnTo>
                  <a:lnTo>
                    <a:pt x="2275" y="2275"/>
                  </a:lnTo>
                  <a:lnTo>
                    <a:pt x="2385" y="2238"/>
                  </a:lnTo>
                  <a:lnTo>
                    <a:pt x="2532" y="2165"/>
                  </a:lnTo>
                  <a:lnTo>
                    <a:pt x="2678" y="2128"/>
                  </a:lnTo>
                  <a:lnTo>
                    <a:pt x="2752" y="2091"/>
                  </a:lnTo>
                  <a:lnTo>
                    <a:pt x="2788" y="2055"/>
                  </a:lnTo>
                  <a:lnTo>
                    <a:pt x="2788" y="1981"/>
                  </a:lnTo>
                  <a:lnTo>
                    <a:pt x="2788" y="1908"/>
                  </a:lnTo>
                  <a:lnTo>
                    <a:pt x="2935" y="1761"/>
                  </a:lnTo>
                  <a:lnTo>
                    <a:pt x="3375" y="1284"/>
                  </a:lnTo>
                  <a:lnTo>
                    <a:pt x="3815" y="771"/>
                  </a:lnTo>
                  <a:lnTo>
                    <a:pt x="3852" y="1394"/>
                  </a:lnTo>
                  <a:lnTo>
                    <a:pt x="3852" y="2091"/>
                  </a:lnTo>
                  <a:lnTo>
                    <a:pt x="3889" y="2421"/>
                  </a:lnTo>
                  <a:lnTo>
                    <a:pt x="3962" y="2605"/>
                  </a:lnTo>
                  <a:lnTo>
                    <a:pt x="4036" y="2751"/>
                  </a:lnTo>
                  <a:lnTo>
                    <a:pt x="4109" y="2825"/>
                  </a:lnTo>
                  <a:lnTo>
                    <a:pt x="4219" y="2825"/>
                  </a:lnTo>
                  <a:lnTo>
                    <a:pt x="4476" y="3008"/>
                  </a:lnTo>
                  <a:lnTo>
                    <a:pt x="4732" y="3155"/>
                  </a:lnTo>
                  <a:lnTo>
                    <a:pt x="5063" y="3265"/>
                  </a:lnTo>
                  <a:lnTo>
                    <a:pt x="5356" y="3338"/>
                  </a:lnTo>
                  <a:lnTo>
                    <a:pt x="5246" y="3412"/>
                  </a:lnTo>
                  <a:lnTo>
                    <a:pt x="4732" y="3669"/>
                  </a:lnTo>
                  <a:lnTo>
                    <a:pt x="4512" y="3779"/>
                  </a:lnTo>
                  <a:lnTo>
                    <a:pt x="4292" y="3925"/>
                  </a:lnTo>
                  <a:lnTo>
                    <a:pt x="4219" y="3925"/>
                  </a:lnTo>
                  <a:lnTo>
                    <a:pt x="4182" y="3962"/>
                  </a:lnTo>
                  <a:lnTo>
                    <a:pt x="4072" y="4072"/>
                  </a:lnTo>
                  <a:lnTo>
                    <a:pt x="3962" y="4292"/>
                  </a:lnTo>
                  <a:lnTo>
                    <a:pt x="3889" y="4549"/>
                  </a:lnTo>
                  <a:lnTo>
                    <a:pt x="3852" y="5283"/>
                  </a:lnTo>
                  <a:lnTo>
                    <a:pt x="3852" y="5649"/>
                  </a:lnTo>
                  <a:lnTo>
                    <a:pt x="3852" y="6053"/>
                  </a:lnTo>
                  <a:lnTo>
                    <a:pt x="3559" y="5723"/>
                  </a:lnTo>
                  <a:lnTo>
                    <a:pt x="3229" y="5393"/>
                  </a:lnTo>
                  <a:lnTo>
                    <a:pt x="2642" y="4769"/>
                  </a:lnTo>
                  <a:lnTo>
                    <a:pt x="2568" y="4659"/>
                  </a:lnTo>
                  <a:lnTo>
                    <a:pt x="2495" y="4586"/>
                  </a:lnTo>
                  <a:lnTo>
                    <a:pt x="2385" y="4586"/>
                  </a:lnTo>
                  <a:lnTo>
                    <a:pt x="2385" y="4622"/>
                  </a:lnTo>
                  <a:lnTo>
                    <a:pt x="2312" y="4622"/>
                  </a:lnTo>
                  <a:lnTo>
                    <a:pt x="1908" y="4769"/>
                  </a:lnTo>
                  <a:lnTo>
                    <a:pt x="1468" y="4842"/>
                  </a:lnTo>
                  <a:lnTo>
                    <a:pt x="1064" y="4916"/>
                  </a:lnTo>
                  <a:lnTo>
                    <a:pt x="624" y="4952"/>
                  </a:lnTo>
                  <a:lnTo>
                    <a:pt x="1138" y="4329"/>
                  </a:lnTo>
                  <a:lnTo>
                    <a:pt x="1358" y="3999"/>
                  </a:lnTo>
                  <a:lnTo>
                    <a:pt x="1541" y="3632"/>
                  </a:lnTo>
                  <a:lnTo>
                    <a:pt x="1688" y="3595"/>
                  </a:lnTo>
                  <a:lnTo>
                    <a:pt x="1725" y="3558"/>
                  </a:lnTo>
                  <a:lnTo>
                    <a:pt x="1761" y="3485"/>
                  </a:lnTo>
                  <a:lnTo>
                    <a:pt x="1798" y="3448"/>
                  </a:lnTo>
                  <a:lnTo>
                    <a:pt x="1798" y="3375"/>
                  </a:lnTo>
                  <a:lnTo>
                    <a:pt x="1761" y="3302"/>
                  </a:lnTo>
                  <a:lnTo>
                    <a:pt x="1725" y="3265"/>
                  </a:lnTo>
                  <a:lnTo>
                    <a:pt x="1651" y="3228"/>
                  </a:lnTo>
                  <a:lnTo>
                    <a:pt x="1541" y="3045"/>
                  </a:lnTo>
                  <a:lnTo>
                    <a:pt x="1211" y="2458"/>
                  </a:lnTo>
                  <a:lnTo>
                    <a:pt x="844" y="1908"/>
                  </a:lnTo>
                  <a:lnTo>
                    <a:pt x="624" y="1651"/>
                  </a:lnTo>
                  <a:lnTo>
                    <a:pt x="367" y="1431"/>
                  </a:lnTo>
                  <a:lnTo>
                    <a:pt x="257" y="1394"/>
                  </a:lnTo>
                  <a:lnTo>
                    <a:pt x="184" y="1431"/>
                  </a:lnTo>
                  <a:lnTo>
                    <a:pt x="111" y="1504"/>
                  </a:lnTo>
                  <a:lnTo>
                    <a:pt x="111" y="1578"/>
                  </a:lnTo>
                  <a:lnTo>
                    <a:pt x="111" y="1614"/>
                  </a:lnTo>
                  <a:lnTo>
                    <a:pt x="331" y="1945"/>
                  </a:lnTo>
                  <a:lnTo>
                    <a:pt x="551" y="2238"/>
                  </a:lnTo>
                  <a:lnTo>
                    <a:pt x="771" y="2531"/>
                  </a:lnTo>
                  <a:lnTo>
                    <a:pt x="954" y="2825"/>
                  </a:lnTo>
                  <a:lnTo>
                    <a:pt x="1101" y="3155"/>
                  </a:lnTo>
                  <a:lnTo>
                    <a:pt x="1174" y="3338"/>
                  </a:lnTo>
                  <a:lnTo>
                    <a:pt x="1284" y="3522"/>
                  </a:lnTo>
                  <a:lnTo>
                    <a:pt x="1101" y="3669"/>
                  </a:lnTo>
                  <a:lnTo>
                    <a:pt x="918" y="3815"/>
                  </a:lnTo>
                  <a:lnTo>
                    <a:pt x="587" y="4219"/>
                  </a:lnTo>
                  <a:lnTo>
                    <a:pt x="294" y="4622"/>
                  </a:lnTo>
                  <a:lnTo>
                    <a:pt x="37" y="5062"/>
                  </a:lnTo>
                  <a:lnTo>
                    <a:pt x="1" y="5172"/>
                  </a:lnTo>
                  <a:lnTo>
                    <a:pt x="1" y="5283"/>
                  </a:lnTo>
                  <a:lnTo>
                    <a:pt x="74" y="5356"/>
                  </a:lnTo>
                  <a:lnTo>
                    <a:pt x="184" y="5393"/>
                  </a:lnTo>
                  <a:lnTo>
                    <a:pt x="734" y="5393"/>
                  </a:lnTo>
                  <a:lnTo>
                    <a:pt x="1284" y="5356"/>
                  </a:lnTo>
                  <a:lnTo>
                    <a:pt x="1835" y="5246"/>
                  </a:lnTo>
                  <a:lnTo>
                    <a:pt x="2348" y="5062"/>
                  </a:lnTo>
                  <a:lnTo>
                    <a:pt x="2568" y="5356"/>
                  </a:lnTo>
                  <a:lnTo>
                    <a:pt x="2788" y="5576"/>
                  </a:lnTo>
                  <a:lnTo>
                    <a:pt x="3229" y="6163"/>
                  </a:lnTo>
                  <a:lnTo>
                    <a:pt x="3485" y="6383"/>
                  </a:lnTo>
                  <a:lnTo>
                    <a:pt x="3632" y="6493"/>
                  </a:lnTo>
                  <a:lnTo>
                    <a:pt x="3779" y="6566"/>
                  </a:lnTo>
                  <a:lnTo>
                    <a:pt x="3889" y="6566"/>
                  </a:lnTo>
                  <a:lnTo>
                    <a:pt x="4036" y="6530"/>
                  </a:lnTo>
                  <a:lnTo>
                    <a:pt x="4146" y="6603"/>
                  </a:lnTo>
                  <a:lnTo>
                    <a:pt x="4292" y="6603"/>
                  </a:lnTo>
                  <a:lnTo>
                    <a:pt x="4366" y="6530"/>
                  </a:lnTo>
                  <a:lnTo>
                    <a:pt x="4402" y="6456"/>
                  </a:lnTo>
                  <a:lnTo>
                    <a:pt x="4439" y="6383"/>
                  </a:lnTo>
                  <a:lnTo>
                    <a:pt x="4402" y="6310"/>
                  </a:lnTo>
                  <a:lnTo>
                    <a:pt x="4366" y="6273"/>
                  </a:lnTo>
                  <a:lnTo>
                    <a:pt x="4329" y="6236"/>
                  </a:lnTo>
                  <a:lnTo>
                    <a:pt x="4292" y="6053"/>
                  </a:lnTo>
                  <a:lnTo>
                    <a:pt x="4292" y="5833"/>
                  </a:lnTo>
                  <a:lnTo>
                    <a:pt x="4256" y="5172"/>
                  </a:lnTo>
                  <a:lnTo>
                    <a:pt x="4256" y="4769"/>
                  </a:lnTo>
                  <a:lnTo>
                    <a:pt x="4256" y="4402"/>
                  </a:lnTo>
                  <a:lnTo>
                    <a:pt x="4402" y="4402"/>
                  </a:lnTo>
                  <a:lnTo>
                    <a:pt x="4476" y="4365"/>
                  </a:lnTo>
                  <a:lnTo>
                    <a:pt x="4549" y="4292"/>
                  </a:lnTo>
                  <a:lnTo>
                    <a:pt x="4549" y="4255"/>
                  </a:lnTo>
                  <a:lnTo>
                    <a:pt x="4622" y="4219"/>
                  </a:lnTo>
                  <a:lnTo>
                    <a:pt x="5209" y="3889"/>
                  </a:lnTo>
                  <a:lnTo>
                    <a:pt x="5539" y="3705"/>
                  </a:lnTo>
                  <a:lnTo>
                    <a:pt x="5686" y="3595"/>
                  </a:lnTo>
                  <a:lnTo>
                    <a:pt x="5833" y="3485"/>
                  </a:lnTo>
                  <a:lnTo>
                    <a:pt x="5980" y="3485"/>
                  </a:lnTo>
                  <a:lnTo>
                    <a:pt x="6090" y="3448"/>
                  </a:lnTo>
                  <a:lnTo>
                    <a:pt x="6126" y="3375"/>
                  </a:lnTo>
                  <a:lnTo>
                    <a:pt x="6163" y="3302"/>
                  </a:lnTo>
                  <a:lnTo>
                    <a:pt x="6163" y="3228"/>
                  </a:lnTo>
                  <a:lnTo>
                    <a:pt x="6126" y="3118"/>
                  </a:lnTo>
                  <a:lnTo>
                    <a:pt x="6090" y="3045"/>
                  </a:lnTo>
                  <a:lnTo>
                    <a:pt x="5980" y="3008"/>
                  </a:lnTo>
                  <a:lnTo>
                    <a:pt x="5576" y="2935"/>
                  </a:lnTo>
                  <a:lnTo>
                    <a:pt x="5173" y="2788"/>
                  </a:lnTo>
                  <a:lnTo>
                    <a:pt x="4769" y="2678"/>
                  </a:lnTo>
                  <a:lnTo>
                    <a:pt x="4366" y="2568"/>
                  </a:lnTo>
                  <a:lnTo>
                    <a:pt x="4366" y="2275"/>
                  </a:lnTo>
                  <a:lnTo>
                    <a:pt x="4329" y="2018"/>
                  </a:lnTo>
                  <a:lnTo>
                    <a:pt x="4256" y="1468"/>
                  </a:lnTo>
                  <a:lnTo>
                    <a:pt x="4256" y="881"/>
                  </a:lnTo>
                  <a:lnTo>
                    <a:pt x="4219" y="551"/>
                  </a:lnTo>
                  <a:lnTo>
                    <a:pt x="4182" y="257"/>
                  </a:lnTo>
                  <a:lnTo>
                    <a:pt x="4219" y="184"/>
                  </a:lnTo>
                  <a:lnTo>
                    <a:pt x="4256" y="110"/>
                  </a:lnTo>
                  <a:lnTo>
                    <a:pt x="4219" y="37"/>
                  </a:lnTo>
                  <a:lnTo>
                    <a:pt x="4182" y="0"/>
                  </a:lnTo>
                  <a:close/>
                </a:path>
              </a:pathLst>
            </a:custGeom>
            <a:solidFill>
              <a:srgbClr val="3E666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A4C2F4"/>
                </a:solidFill>
              </a:endParaRPr>
            </a:p>
          </p:txBody>
        </p:sp>
      </p:grp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B97B5B7A-4A6D-4E77-9B24-5D9BB4424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DD3099D4-19C4-4D92-BE04-768341CBA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0" name="Text Placeholder 173">
            <a:extLst>
              <a:ext uri="{FF2B5EF4-FFF2-40B4-BE49-F238E27FC236}">
                <a16:creationId xmlns:a16="http://schemas.microsoft.com/office/drawing/2014/main" id="{8816F192-26F1-4320-85A5-B3801E75E04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3" y="1826683"/>
            <a:ext cx="3245097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251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9" name="Google Shape;359;p6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3" name="Text Placeholder 173">
            <a:extLst>
              <a:ext uri="{FF2B5EF4-FFF2-40B4-BE49-F238E27FC236}">
                <a16:creationId xmlns:a16="http://schemas.microsoft.com/office/drawing/2014/main" id="{4E9BB606-5527-45E4-BEF1-5AD1FF374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3" y="1826684"/>
            <a:ext cx="556877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Google Shape;291;p5">
            <a:extLst>
              <a:ext uri="{FF2B5EF4-FFF2-40B4-BE49-F238E27FC236}">
                <a16:creationId xmlns:a16="http://schemas.microsoft.com/office/drawing/2014/main" id="{38A1CEB9-332F-4F01-8D5A-5F1907A4CA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69" name="Text Placeholder 173">
            <a:extLst>
              <a:ext uri="{FF2B5EF4-FFF2-40B4-BE49-F238E27FC236}">
                <a16:creationId xmlns:a16="http://schemas.microsoft.com/office/drawing/2014/main" id="{9E49AFB8-70F7-43FB-B010-8D02FED616F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735424" y="1826683"/>
            <a:ext cx="5084042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76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1_Blank"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0"/>
          <p:cNvSpPr/>
          <p:nvPr/>
        </p:nvSpPr>
        <p:spPr>
          <a:xfrm>
            <a:off x="9737174" y="-392483"/>
            <a:ext cx="600733" cy="744979"/>
          </a:xfrm>
          <a:custGeom>
            <a:avLst/>
            <a:gdLst/>
            <a:ahLst/>
            <a:cxnLst/>
            <a:rect l="l" t="t" r="r" b="b"/>
            <a:pathLst>
              <a:path w="15884" h="19698" extrusionOk="0">
                <a:moveTo>
                  <a:pt x="9355" y="4108"/>
                </a:moveTo>
                <a:lnTo>
                  <a:pt x="9465" y="4145"/>
                </a:lnTo>
                <a:lnTo>
                  <a:pt x="9538" y="4182"/>
                </a:lnTo>
                <a:lnTo>
                  <a:pt x="9648" y="4328"/>
                </a:lnTo>
                <a:lnTo>
                  <a:pt x="9721" y="4549"/>
                </a:lnTo>
                <a:lnTo>
                  <a:pt x="9721" y="4769"/>
                </a:lnTo>
                <a:lnTo>
                  <a:pt x="9721" y="4842"/>
                </a:lnTo>
                <a:lnTo>
                  <a:pt x="9685" y="4879"/>
                </a:lnTo>
                <a:lnTo>
                  <a:pt x="9575" y="4952"/>
                </a:lnTo>
                <a:lnTo>
                  <a:pt x="9391" y="4952"/>
                </a:lnTo>
                <a:lnTo>
                  <a:pt x="9355" y="4915"/>
                </a:lnTo>
                <a:lnTo>
                  <a:pt x="9281" y="4842"/>
                </a:lnTo>
                <a:lnTo>
                  <a:pt x="9208" y="4695"/>
                </a:lnTo>
                <a:lnTo>
                  <a:pt x="9171" y="4549"/>
                </a:lnTo>
                <a:lnTo>
                  <a:pt x="9171" y="4438"/>
                </a:lnTo>
                <a:lnTo>
                  <a:pt x="9171" y="4328"/>
                </a:lnTo>
                <a:lnTo>
                  <a:pt x="9245" y="4108"/>
                </a:lnTo>
                <a:close/>
                <a:moveTo>
                  <a:pt x="9355" y="3705"/>
                </a:moveTo>
                <a:lnTo>
                  <a:pt x="9245" y="3742"/>
                </a:lnTo>
                <a:lnTo>
                  <a:pt x="9135" y="3778"/>
                </a:lnTo>
                <a:lnTo>
                  <a:pt x="9025" y="3852"/>
                </a:lnTo>
                <a:lnTo>
                  <a:pt x="8988" y="3925"/>
                </a:lnTo>
                <a:lnTo>
                  <a:pt x="8914" y="3998"/>
                </a:lnTo>
                <a:lnTo>
                  <a:pt x="8841" y="4218"/>
                </a:lnTo>
                <a:lnTo>
                  <a:pt x="8804" y="4475"/>
                </a:lnTo>
                <a:lnTo>
                  <a:pt x="8804" y="4659"/>
                </a:lnTo>
                <a:lnTo>
                  <a:pt x="8841" y="4805"/>
                </a:lnTo>
                <a:lnTo>
                  <a:pt x="8878" y="4952"/>
                </a:lnTo>
                <a:lnTo>
                  <a:pt x="8988" y="5099"/>
                </a:lnTo>
                <a:lnTo>
                  <a:pt x="9098" y="5209"/>
                </a:lnTo>
                <a:lnTo>
                  <a:pt x="9245" y="5282"/>
                </a:lnTo>
                <a:lnTo>
                  <a:pt x="9391" y="5355"/>
                </a:lnTo>
                <a:lnTo>
                  <a:pt x="9538" y="5355"/>
                </a:lnTo>
                <a:lnTo>
                  <a:pt x="9721" y="5319"/>
                </a:lnTo>
                <a:lnTo>
                  <a:pt x="9868" y="5245"/>
                </a:lnTo>
                <a:lnTo>
                  <a:pt x="10015" y="5135"/>
                </a:lnTo>
                <a:lnTo>
                  <a:pt x="10088" y="4989"/>
                </a:lnTo>
                <a:lnTo>
                  <a:pt x="10125" y="4805"/>
                </a:lnTo>
                <a:lnTo>
                  <a:pt x="10125" y="4659"/>
                </a:lnTo>
                <a:lnTo>
                  <a:pt x="10088" y="4475"/>
                </a:lnTo>
                <a:lnTo>
                  <a:pt x="10052" y="4292"/>
                </a:lnTo>
                <a:lnTo>
                  <a:pt x="9978" y="4145"/>
                </a:lnTo>
                <a:lnTo>
                  <a:pt x="9905" y="3998"/>
                </a:lnTo>
                <a:lnTo>
                  <a:pt x="9795" y="3888"/>
                </a:lnTo>
                <a:lnTo>
                  <a:pt x="9648" y="3778"/>
                </a:lnTo>
                <a:lnTo>
                  <a:pt x="9501" y="3742"/>
                </a:lnTo>
                <a:lnTo>
                  <a:pt x="9355" y="3705"/>
                </a:lnTo>
                <a:close/>
                <a:moveTo>
                  <a:pt x="11262" y="6676"/>
                </a:moveTo>
                <a:lnTo>
                  <a:pt x="11262" y="6786"/>
                </a:lnTo>
                <a:lnTo>
                  <a:pt x="11225" y="6859"/>
                </a:lnTo>
                <a:lnTo>
                  <a:pt x="11152" y="6933"/>
                </a:lnTo>
                <a:lnTo>
                  <a:pt x="11042" y="7006"/>
                </a:lnTo>
                <a:lnTo>
                  <a:pt x="10785" y="7116"/>
                </a:lnTo>
                <a:lnTo>
                  <a:pt x="10602" y="7190"/>
                </a:lnTo>
                <a:lnTo>
                  <a:pt x="9795" y="7556"/>
                </a:lnTo>
                <a:lnTo>
                  <a:pt x="9721" y="7263"/>
                </a:lnTo>
                <a:lnTo>
                  <a:pt x="10639" y="6823"/>
                </a:lnTo>
                <a:lnTo>
                  <a:pt x="11079" y="6676"/>
                </a:lnTo>
                <a:close/>
                <a:moveTo>
                  <a:pt x="11115" y="6273"/>
                </a:moveTo>
                <a:lnTo>
                  <a:pt x="10859" y="6346"/>
                </a:lnTo>
                <a:lnTo>
                  <a:pt x="10052" y="6639"/>
                </a:lnTo>
                <a:lnTo>
                  <a:pt x="9648" y="6823"/>
                </a:lnTo>
                <a:lnTo>
                  <a:pt x="9281" y="7006"/>
                </a:lnTo>
                <a:lnTo>
                  <a:pt x="9208" y="7080"/>
                </a:lnTo>
                <a:lnTo>
                  <a:pt x="9208" y="7116"/>
                </a:lnTo>
                <a:lnTo>
                  <a:pt x="9208" y="7190"/>
                </a:lnTo>
                <a:lnTo>
                  <a:pt x="9208" y="7263"/>
                </a:lnTo>
                <a:lnTo>
                  <a:pt x="9318" y="7336"/>
                </a:lnTo>
                <a:lnTo>
                  <a:pt x="9465" y="7336"/>
                </a:lnTo>
                <a:lnTo>
                  <a:pt x="9465" y="7593"/>
                </a:lnTo>
                <a:lnTo>
                  <a:pt x="9538" y="7813"/>
                </a:lnTo>
                <a:lnTo>
                  <a:pt x="9575" y="7887"/>
                </a:lnTo>
                <a:lnTo>
                  <a:pt x="9648" y="7923"/>
                </a:lnTo>
                <a:lnTo>
                  <a:pt x="9758" y="7923"/>
                </a:lnTo>
                <a:lnTo>
                  <a:pt x="10492" y="7630"/>
                </a:lnTo>
                <a:lnTo>
                  <a:pt x="10859" y="7483"/>
                </a:lnTo>
                <a:lnTo>
                  <a:pt x="11225" y="7336"/>
                </a:lnTo>
                <a:lnTo>
                  <a:pt x="11409" y="7190"/>
                </a:lnTo>
                <a:lnTo>
                  <a:pt x="11556" y="7006"/>
                </a:lnTo>
                <a:lnTo>
                  <a:pt x="11629" y="6896"/>
                </a:lnTo>
                <a:lnTo>
                  <a:pt x="11629" y="6786"/>
                </a:lnTo>
                <a:lnTo>
                  <a:pt x="11629" y="6676"/>
                </a:lnTo>
                <a:lnTo>
                  <a:pt x="11592" y="6566"/>
                </a:lnTo>
                <a:lnTo>
                  <a:pt x="11556" y="6419"/>
                </a:lnTo>
                <a:lnTo>
                  <a:pt x="11482" y="6346"/>
                </a:lnTo>
                <a:lnTo>
                  <a:pt x="11372" y="6273"/>
                </a:lnTo>
                <a:close/>
                <a:moveTo>
                  <a:pt x="10198" y="2861"/>
                </a:moveTo>
                <a:lnTo>
                  <a:pt x="10235" y="3228"/>
                </a:lnTo>
                <a:lnTo>
                  <a:pt x="10345" y="3595"/>
                </a:lnTo>
                <a:lnTo>
                  <a:pt x="10565" y="4292"/>
                </a:lnTo>
                <a:lnTo>
                  <a:pt x="10822" y="5062"/>
                </a:lnTo>
                <a:lnTo>
                  <a:pt x="10895" y="5282"/>
                </a:lnTo>
                <a:lnTo>
                  <a:pt x="9025" y="6052"/>
                </a:lnTo>
                <a:lnTo>
                  <a:pt x="7154" y="6786"/>
                </a:lnTo>
                <a:lnTo>
                  <a:pt x="5173" y="7593"/>
                </a:lnTo>
                <a:lnTo>
                  <a:pt x="4146" y="7997"/>
                </a:lnTo>
                <a:lnTo>
                  <a:pt x="3816" y="8143"/>
                </a:lnTo>
                <a:lnTo>
                  <a:pt x="3486" y="8290"/>
                </a:lnTo>
                <a:lnTo>
                  <a:pt x="3266" y="7887"/>
                </a:lnTo>
                <a:lnTo>
                  <a:pt x="3045" y="7446"/>
                </a:lnTo>
                <a:lnTo>
                  <a:pt x="2679" y="6566"/>
                </a:lnTo>
                <a:lnTo>
                  <a:pt x="2532" y="6162"/>
                </a:lnTo>
                <a:lnTo>
                  <a:pt x="2385" y="5869"/>
                </a:lnTo>
                <a:lnTo>
                  <a:pt x="2238" y="5612"/>
                </a:lnTo>
                <a:lnTo>
                  <a:pt x="2715" y="5539"/>
                </a:lnTo>
                <a:lnTo>
                  <a:pt x="3192" y="5429"/>
                </a:lnTo>
                <a:lnTo>
                  <a:pt x="3669" y="5282"/>
                </a:lnTo>
                <a:lnTo>
                  <a:pt x="4146" y="5099"/>
                </a:lnTo>
                <a:lnTo>
                  <a:pt x="5210" y="4659"/>
                </a:lnTo>
                <a:lnTo>
                  <a:pt x="6273" y="4218"/>
                </a:lnTo>
                <a:lnTo>
                  <a:pt x="6824" y="4035"/>
                </a:lnTo>
                <a:lnTo>
                  <a:pt x="7374" y="3852"/>
                </a:lnTo>
                <a:lnTo>
                  <a:pt x="8474" y="3558"/>
                </a:lnTo>
                <a:lnTo>
                  <a:pt x="9025" y="3411"/>
                </a:lnTo>
                <a:lnTo>
                  <a:pt x="9538" y="3191"/>
                </a:lnTo>
                <a:lnTo>
                  <a:pt x="9868" y="3081"/>
                </a:lnTo>
                <a:lnTo>
                  <a:pt x="10015" y="2971"/>
                </a:lnTo>
                <a:lnTo>
                  <a:pt x="10198" y="2861"/>
                </a:lnTo>
                <a:close/>
                <a:moveTo>
                  <a:pt x="8658" y="7740"/>
                </a:moveTo>
                <a:lnTo>
                  <a:pt x="8694" y="7923"/>
                </a:lnTo>
                <a:lnTo>
                  <a:pt x="8071" y="8253"/>
                </a:lnTo>
                <a:lnTo>
                  <a:pt x="7704" y="8437"/>
                </a:lnTo>
                <a:lnTo>
                  <a:pt x="7594" y="8437"/>
                </a:lnTo>
                <a:lnTo>
                  <a:pt x="7557" y="8363"/>
                </a:lnTo>
                <a:lnTo>
                  <a:pt x="7557" y="8180"/>
                </a:lnTo>
                <a:lnTo>
                  <a:pt x="8658" y="7740"/>
                </a:lnTo>
                <a:close/>
                <a:moveTo>
                  <a:pt x="10198" y="2384"/>
                </a:moveTo>
                <a:lnTo>
                  <a:pt x="9978" y="2458"/>
                </a:lnTo>
                <a:lnTo>
                  <a:pt x="9795" y="2568"/>
                </a:lnTo>
                <a:lnTo>
                  <a:pt x="9391" y="2788"/>
                </a:lnTo>
                <a:lnTo>
                  <a:pt x="8841" y="2971"/>
                </a:lnTo>
                <a:lnTo>
                  <a:pt x="8328" y="3155"/>
                </a:lnTo>
                <a:lnTo>
                  <a:pt x="7264" y="3411"/>
                </a:lnTo>
                <a:lnTo>
                  <a:pt x="6750" y="3558"/>
                </a:lnTo>
                <a:lnTo>
                  <a:pt x="6237" y="3742"/>
                </a:lnTo>
                <a:lnTo>
                  <a:pt x="5210" y="4145"/>
                </a:lnTo>
                <a:lnTo>
                  <a:pt x="4219" y="4585"/>
                </a:lnTo>
                <a:lnTo>
                  <a:pt x="3669" y="4805"/>
                </a:lnTo>
                <a:lnTo>
                  <a:pt x="3119" y="4989"/>
                </a:lnTo>
                <a:lnTo>
                  <a:pt x="2018" y="5319"/>
                </a:lnTo>
                <a:lnTo>
                  <a:pt x="1945" y="5355"/>
                </a:lnTo>
                <a:lnTo>
                  <a:pt x="1908" y="5392"/>
                </a:lnTo>
                <a:lnTo>
                  <a:pt x="1908" y="5466"/>
                </a:lnTo>
                <a:lnTo>
                  <a:pt x="1945" y="5539"/>
                </a:lnTo>
                <a:lnTo>
                  <a:pt x="1982" y="5576"/>
                </a:lnTo>
                <a:lnTo>
                  <a:pt x="1945" y="5686"/>
                </a:lnTo>
                <a:lnTo>
                  <a:pt x="1945" y="5759"/>
                </a:lnTo>
                <a:lnTo>
                  <a:pt x="2018" y="5979"/>
                </a:lnTo>
                <a:lnTo>
                  <a:pt x="2165" y="6456"/>
                </a:lnTo>
                <a:lnTo>
                  <a:pt x="2385" y="6933"/>
                </a:lnTo>
                <a:lnTo>
                  <a:pt x="2752" y="7850"/>
                </a:lnTo>
                <a:lnTo>
                  <a:pt x="2972" y="8290"/>
                </a:lnTo>
                <a:lnTo>
                  <a:pt x="3192" y="8694"/>
                </a:lnTo>
                <a:lnTo>
                  <a:pt x="3266" y="8767"/>
                </a:lnTo>
                <a:lnTo>
                  <a:pt x="3302" y="8804"/>
                </a:lnTo>
                <a:lnTo>
                  <a:pt x="3412" y="8804"/>
                </a:lnTo>
                <a:lnTo>
                  <a:pt x="3522" y="8730"/>
                </a:lnTo>
                <a:lnTo>
                  <a:pt x="3596" y="8620"/>
                </a:lnTo>
                <a:lnTo>
                  <a:pt x="3999" y="8510"/>
                </a:lnTo>
                <a:lnTo>
                  <a:pt x="4403" y="8363"/>
                </a:lnTo>
                <a:lnTo>
                  <a:pt x="5173" y="8033"/>
                </a:lnTo>
                <a:lnTo>
                  <a:pt x="7300" y="7190"/>
                </a:lnTo>
                <a:lnTo>
                  <a:pt x="9281" y="6419"/>
                </a:lnTo>
                <a:lnTo>
                  <a:pt x="10235" y="6052"/>
                </a:lnTo>
                <a:lnTo>
                  <a:pt x="10712" y="5832"/>
                </a:lnTo>
                <a:lnTo>
                  <a:pt x="11152" y="5612"/>
                </a:lnTo>
                <a:lnTo>
                  <a:pt x="11262" y="5612"/>
                </a:lnTo>
                <a:lnTo>
                  <a:pt x="11335" y="5539"/>
                </a:lnTo>
                <a:lnTo>
                  <a:pt x="11372" y="5392"/>
                </a:lnTo>
                <a:lnTo>
                  <a:pt x="11372" y="5282"/>
                </a:lnTo>
                <a:lnTo>
                  <a:pt x="11299" y="5025"/>
                </a:lnTo>
                <a:lnTo>
                  <a:pt x="11042" y="4255"/>
                </a:lnTo>
                <a:lnTo>
                  <a:pt x="10785" y="3485"/>
                </a:lnTo>
                <a:lnTo>
                  <a:pt x="10639" y="3118"/>
                </a:lnTo>
                <a:lnTo>
                  <a:pt x="10455" y="2751"/>
                </a:lnTo>
                <a:lnTo>
                  <a:pt x="10418" y="2714"/>
                </a:lnTo>
                <a:lnTo>
                  <a:pt x="10345" y="2678"/>
                </a:lnTo>
                <a:lnTo>
                  <a:pt x="10382" y="2568"/>
                </a:lnTo>
                <a:lnTo>
                  <a:pt x="10382" y="2494"/>
                </a:lnTo>
                <a:lnTo>
                  <a:pt x="10308" y="2421"/>
                </a:lnTo>
                <a:lnTo>
                  <a:pt x="10198" y="2384"/>
                </a:lnTo>
                <a:close/>
                <a:moveTo>
                  <a:pt x="8694" y="7263"/>
                </a:moveTo>
                <a:lnTo>
                  <a:pt x="7337" y="7813"/>
                </a:lnTo>
                <a:lnTo>
                  <a:pt x="7264" y="7850"/>
                </a:lnTo>
                <a:lnTo>
                  <a:pt x="7227" y="7923"/>
                </a:lnTo>
                <a:lnTo>
                  <a:pt x="7190" y="7997"/>
                </a:lnTo>
                <a:lnTo>
                  <a:pt x="7227" y="8070"/>
                </a:lnTo>
                <a:lnTo>
                  <a:pt x="7190" y="8143"/>
                </a:lnTo>
                <a:lnTo>
                  <a:pt x="7154" y="8363"/>
                </a:lnTo>
                <a:lnTo>
                  <a:pt x="7190" y="8620"/>
                </a:lnTo>
                <a:lnTo>
                  <a:pt x="7227" y="8730"/>
                </a:lnTo>
                <a:lnTo>
                  <a:pt x="7300" y="8840"/>
                </a:lnTo>
                <a:lnTo>
                  <a:pt x="7411" y="8877"/>
                </a:lnTo>
                <a:lnTo>
                  <a:pt x="7557" y="8877"/>
                </a:lnTo>
                <a:lnTo>
                  <a:pt x="7704" y="8840"/>
                </a:lnTo>
                <a:lnTo>
                  <a:pt x="7887" y="8804"/>
                </a:lnTo>
                <a:lnTo>
                  <a:pt x="8218" y="8620"/>
                </a:lnTo>
                <a:lnTo>
                  <a:pt x="9061" y="8217"/>
                </a:lnTo>
                <a:lnTo>
                  <a:pt x="9098" y="8180"/>
                </a:lnTo>
                <a:lnTo>
                  <a:pt x="9171" y="8107"/>
                </a:lnTo>
                <a:lnTo>
                  <a:pt x="9171" y="8033"/>
                </a:lnTo>
                <a:lnTo>
                  <a:pt x="9171" y="7960"/>
                </a:lnTo>
                <a:lnTo>
                  <a:pt x="8951" y="7410"/>
                </a:lnTo>
                <a:lnTo>
                  <a:pt x="8914" y="7336"/>
                </a:lnTo>
                <a:lnTo>
                  <a:pt x="8841" y="7300"/>
                </a:lnTo>
                <a:lnTo>
                  <a:pt x="8768" y="7263"/>
                </a:lnTo>
                <a:close/>
                <a:moveTo>
                  <a:pt x="11702" y="8327"/>
                </a:moveTo>
                <a:lnTo>
                  <a:pt x="11886" y="8694"/>
                </a:lnTo>
                <a:lnTo>
                  <a:pt x="12106" y="9060"/>
                </a:lnTo>
                <a:lnTo>
                  <a:pt x="11702" y="9244"/>
                </a:lnTo>
                <a:lnTo>
                  <a:pt x="11335" y="9390"/>
                </a:lnTo>
                <a:lnTo>
                  <a:pt x="10932" y="9500"/>
                </a:lnTo>
                <a:lnTo>
                  <a:pt x="10528" y="9611"/>
                </a:lnTo>
                <a:lnTo>
                  <a:pt x="10382" y="9244"/>
                </a:lnTo>
                <a:lnTo>
                  <a:pt x="10198" y="8877"/>
                </a:lnTo>
                <a:lnTo>
                  <a:pt x="10162" y="8840"/>
                </a:lnTo>
                <a:lnTo>
                  <a:pt x="10565" y="8730"/>
                </a:lnTo>
                <a:lnTo>
                  <a:pt x="10932" y="8620"/>
                </a:lnTo>
                <a:lnTo>
                  <a:pt x="11702" y="8327"/>
                </a:lnTo>
                <a:close/>
                <a:moveTo>
                  <a:pt x="11776" y="7887"/>
                </a:moveTo>
                <a:lnTo>
                  <a:pt x="11299" y="8070"/>
                </a:lnTo>
                <a:lnTo>
                  <a:pt x="10822" y="8217"/>
                </a:lnTo>
                <a:lnTo>
                  <a:pt x="9868" y="8510"/>
                </a:lnTo>
                <a:lnTo>
                  <a:pt x="9832" y="8510"/>
                </a:lnTo>
                <a:lnTo>
                  <a:pt x="9795" y="8583"/>
                </a:lnTo>
                <a:lnTo>
                  <a:pt x="9758" y="8694"/>
                </a:lnTo>
                <a:lnTo>
                  <a:pt x="9832" y="8804"/>
                </a:lnTo>
                <a:lnTo>
                  <a:pt x="9868" y="8840"/>
                </a:lnTo>
                <a:lnTo>
                  <a:pt x="9942" y="8877"/>
                </a:lnTo>
                <a:lnTo>
                  <a:pt x="9905" y="8950"/>
                </a:lnTo>
                <a:lnTo>
                  <a:pt x="9905" y="9024"/>
                </a:lnTo>
                <a:lnTo>
                  <a:pt x="10088" y="9427"/>
                </a:lnTo>
                <a:lnTo>
                  <a:pt x="10198" y="9867"/>
                </a:lnTo>
                <a:lnTo>
                  <a:pt x="10235" y="9941"/>
                </a:lnTo>
                <a:lnTo>
                  <a:pt x="10272" y="9977"/>
                </a:lnTo>
                <a:lnTo>
                  <a:pt x="10308" y="10014"/>
                </a:lnTo>
                <a:lnTo>
                  <a:pt x="10382" y="10051"/>
                </a:lnTo>
                <a:lnTo>
                  <a:pt x="10932" y="9904"/>
                </a:lnTo>
                <a:lnTo>
                  <a:pt x="11446" y="9757"/>
                </a:lnTo>
                <a:lnTo>
                  <a:pt x="11959" y="9574"/>
                </a:lnTo>
                <a:lnTo>
                  <a:pt x="12436" y="9317"/>
                </a:lnTo>
                <a:lnTo>
                  <a:pt x="12509" y="9280"/>
                </a:lnTo>
                <a:lnTo>
                  <a:pt x="12583" y="9207"/>
                </a:lnTo>
                <a:lnTo>
                  <a:pt x="12583" y="9097"/>
                </a:lnTo>
                <a:lnTo>
                  <a:pt x="12546" y="9024"/>
                </a:lnTo>
                <a:lnTo>
                  <a:pt x="12253" y="8547"/>
                </a:lnTo>
                <a:lnTo>
                  <a:pt x="11996" y="7997"/>
                </a:lnTo>
                <a:lnTo>
                  <a:pt x="11959" y="7923"/>
                </a:lnTo>
                <a:lnTo>
                  <a:pt x="11922" y="7887"/>
                </a:lnTo>
                <a:close/>
                <a:moveTo>
                  <a:pt x="8914" y="9354"/>
                </a:moveTo>
                <a:lnTo>
                  <a:pt x="9061" y="9757"/>
                </a:lnTo>
                <a:lnTo>
                  <a:pt x="9281" y="10161"/>
                </a:lnTo>
                <a:lnTo>
                  <a:pt x="8658" y="10491"/>
                </a:lnTo>
                <a:lnTo>
                  <a:pt x="7961" y="10784"/>
                </a:lnTo>
                <a:lnTo>
                  <a:pt x="7814" y="10858"/>
                </a:lnTo>
                <a:lnTo>
                  <a:pt x="7741" y="10858"/>
                </a:lnTo>
                <a:lnTo>
                  <a:pt x="7704" y="10821"/>
                </a:lnTo>
                <a:lnTo>
                  <a:pt x="7631" y="10674"/>
                </a:lnTo>
                <a:lnTo>
                  <a:pt x="7594" y="10491"/>
                </a:lnTo>
                <a:lnTo>
                  <a:pt x="7521" y="10161"/>
                </a:lnTo>
                <a:lnTo>
                  <a:pt x="7374" y="9867"/>
                </a:lnTo>
                <a:lnTo>
                  <a:pt x="8914" y="9354"/>
                </a:lnTo>
                <a:close/>
                <a:moveTo>
                  <a:pt x="8951" y="8950"/>
                </a:moveTo>
                <a:lnTo>
                  <a:pt x="7154" y="9537"/>
                </a:lnTo>
                <a:lnTo>
                  <a:pt x="7117" y="9574"/>
                </a:lnTo>
                <a:lnTo>
                  <a:pt x="7080" y="9611"/>
                </a:lnTo>
                <a:lnTo>
                  <a:pt x="7044" y="9721"/>
                </a:lnTo>
                <a:lnTo>
                  <a:pt x="7080" y="9831"/>
                </a:lnTo>
                <a:lnTo>
                  <a:pt x="7190" y="9904"/>
                </a:lnTo>
                <a:lnTo>
                  <a:pt x="7190" y="10124"/>
                </a:lnTo>
                <a:lnTo>
                  <a:pt x="7227" y="10381"/>
                </a:lnTo>
                <a:lnTo>
                  <a:pt x="7374" y="10858"/>
                </a:lnTo>
                <a:lnTo>
                  <a:pt x="7411" y="11004"/>
                </a:lnTo>
                <a:lnTo>
                  <a:pt x="7521" y="11114"/>
                </a:lnTo>
                <a:lnTo>
                  <a:pt x="7631" y="11188"/>
                </a:lnTo>
                <a:lnTo>
                  <a:pt x="7777" y="11225"/>
                </a:lnTo>
                <a:lnTo>
                  <a:pt x="8034" y="11151"/>
                </a:lnTo>
                <a:lnTo>
                  <a:pt x="8291" y="11078"/>
                </a:lnTo>
                <a:lnTo>
                  <a:pt x="8768" y="10858"/>
                </a:lnTo>
                <a:lnTo>
                  <a:pt x="9245" y="10601"/>
                </a:lnTo>
                <a:lnTo>
                  <a:pt x="9685" y="10344"/>
                </a:lnTo>
                <a:lnTo>
                  <a:pt x="9721" y="10271"/>
                </a:lnTo>
                <a:lnTo>
                  <a:pt x="9758" y="10197"/>
                </a:lnTo>
                <a:lnTo>
                  <a:pt x="9758" y="10161"/>
                </a:lnTo>
                <a:lnTo>
                  <a:pt x="9721" y="10087"/>
                </a:lnTo>
                <a:lnTo>
                  <a:pt x="9538" y="9867"/>
                </a:lnTo>
                <a:lnTo>
                  <a:pt x="9391" y="9611"/>
                </a:lnTo>
                <a:lnTo>
                  <a:pt x="9281" y="9354"/>
                </a:lnTo>
                <a:lnTo>
                  <a:pt x="9208" y="9060"/>
                </a:lnTo>
                <a:lnTo>
                  <a:pt x="9171" y="8987"/>
                </a:lnTo>
                <a:lnTo>
                  <a:pt x="9098" y="8950"/>
                </a:lnTo>
                <a:close/>
                <a:moveTo>
                  <a:pt x="12473" y="10344"/>
                </a:moveTo>
                <a:lnTo>
                  <a:pt x="12619" y="10711"/>
                </a:lnTo>
                <a:lnTo>
                  <a:pt x="11959" y="11078"/>
                </a:lnTo>
                <a:lnTo>
                  <a:pt x="11299" y="11445"/>
                </a:lnTo>
                <a:lnTo>
                  <a:pt x="11152" y="10894"/>
                </a:lnTo>
                <a:lnTo>
                  <a:pt x="11189" y="10858"/>
                </a:lnTo>
                <a:lnTo>
                  <a:pt x="11189" y="10784"/>
                </a:lnTo>
                <a:lnTo>
                  <a:pt x="11482" y="10674"/>
                </a:lnTo>
                <a:lnTo>
                  <a:pt x="11776" y="10601"/>
                </a:lnTo>
                <a:lnTo>
                  <a:pt x="12473" y="10344"/>
                </a:lnTo>
                <a:close/>
                <a:moveTo>
                  <a:pt x="6273" y="10418"/>
                </a:moveTo>
                <a:lnTo>
                  <a:pt x="6347" y="10454"/>
                </a:lnTo>
                <a:lnTo>
                  <a:pt x="6420" y="10564"/>
                </a:lnTo>
                <a:lnTo>
                  <a:pt x="6567" y="10894"/>
                </a:lnTo>
                <a:lnTo>
                  <a:pt x="5797" y="11261"/>
                </a:lnTo>
                <a:lnTo>
                  <a:pt x="5100" y="11738"/>
                </a:lnTo>
                <a:lnTo>
                  <a:pt x="4953" y="11298"/>
                </a:lnTo>
                <a:lnTo>
                  <a:pt x="4843" y="11078"/>
                </a:lnTo>
                <a:lnTo>
                  <a:pt x="4733" y="10894"/>
                </a:lnTo>
                <a:lnTo>
                  <a:pt x="5613" y="10601"/>
                </a:lnTo>
                <a:lnTo>
                  <a:pt x="5943" y="10491"/>
                </a:lnTo>
                <a:lnTo>
                  <a:pt x="6237" y="10418"/>
                </a:lnTo>
                <a:close/>
                <a:moveTo>
                  <a:pt x="12583" y="9867"/>
                </a:moveTo>
                <a:lnTo>
                  <a:pt x="12509" y="9904"/>
                </a:lnTo>
                <a:lnTo>
                  <a:pt x="11519" y="10271"/>
                </a:lnTo>
                <a:lnTo>
                  <a:pt x="11115" y="10381"/>
                </a:lnTo>
                <a:lnTo>
                  <a:pt x="10932" y="10491"/>
                </a:lnTo>
                <a:lnTo>
                  <a:pt x="10859" y="10564"/>
                </a:lnTo>
                <a:lnTo>
                  <a:pt x="10785" y="10638"/>
                </a:lnTo>
                <a:lnTo>
                  <a:pt x="10785" y="10748"/>
                </a:lnTo>
                <a:lnTo>
                  <a:pt x="10822" y="10821"/>
                </a:lnTo>
                <a:lnTo>
                  <a:pt x="10859" y="10858"/>
                </a:lnTo>
                <a:lnTo>
                  <a:pt x="10859" y="10894"/>
                </a:lnTo>
                <a:lnTo>
                  <a:pt x="10895" y="11335"/>
                </a:lnTo>
                <a:lnTo>
                  <a:pt x="11005" y="11738"/>
                </a:lnTo>
                <a:lnTo>
                  <a:pt x="11005" y="11848"/>
                </a:lnTo>
                <a:lnTo>
                  <a:pt x="11079" y="11885"/>
                </a:lnTo>
                <a:lnTo>
                  <a:pt x="11152" y="11921"/>
                </a:lnTo>
                <a:lnTo>
                  <a:pt x="11225" y="11921"/>
                </a:lnTo>
                <a:lnTo>
                  <a:pt x="12142" y="11445"/>
                </a:lnTo>
                <a:lnTo>
                  <a:pt x="12986" y="10931"/>
                </a:lnTo>
                <a:lnTo>
                  <a:pt x="13060" y="10858"/>
                </a:lnTo>
                <a:lnTo>
                  <a:pt x="13096" y="10784"/>
                </a:lnTo>
                <a:lnTo>
                  <a:pt x="13096" y="10711"/>
                </a:lnTo>
                <a:lnTo>
                  <a:pt x="13060" y="10638"/>
                </a:lnTo>
                <a:lnTo>
                  <a:pt x="12876" y="10344"/>
                </a:lnTo>
                <a:lnTo>
                  <a:pt x="12766" y="10014"/>
                </a:lnTo>
                <a:lnTo>
                  <a:pt x="12729" y="9941"/>
                </a:lnTo>
                <a:lnTo>
                  <a:pt x="12656" y="9904"/>
                </a:lnTo>
                <a:lnTo>
                  <a:pt x="12583" y="9867"/>
                </a:lnTo>
                <a:close/>
                <a:moveTo>
                  <a:pt x="6200" y="9977"/>
                </a:moveTo>
                <a:lnTo>
                  <a:pt x="5980" y="10014"/>
                </a:lnTo>
                <a:lnTo>
                  <a:pt x="5760" y="10087"/>
                </a:lnTo>
                <a:lnTo>
                  <a:pt x="5356" y="10234"/>
                </a:lnTo>
                <a:lnTo>
                  <a:pt x="4843" y="10381"/>
                </a:lnTo>
                <a:lnTo>
                  <a:pt x="4329" y="10564"/>
                </a:lnTo>
                <a:lnTo>
                  <a:pt x="4293" y="10601"/>
                </a:lnTo>
                <a:lnTo>
                  <a:pt x="4256" y="10638"/>
                </a:lnTo>
                <a:lnTo>
                  <a:pt x="4219" y="10784"/>
                </a:lnTo>
                <a:lnTo>
                  <a:pt x="4256" y="10894"/>
                </a:lnTo>
                <a:lnTo>
                  <a:pt x="4293" y="10931"/>
                </a:lnTo>
                <a:lnTo>
                  <a:pt x="4366" y="10968"/>
                </a:lnTo>
                <a:lnTo>
                  <a:pt x="4513" y="11298"/>
                </a:lnTo>
                <a:lnTo>
                  <a:pt x="4659" y="11701"/>
                </a:lnTo>
                <a:lnTo>
                  <a:pt x="4769" y="12142"/>
                </a:lnTo>
                <a:lnTo>
                  <a:pt x="4843" y="12215"/>
                </a:lnTo>
                <a:lnTo>
                  <a:pt x="4916" y="12252"/>
                </a:lnTo>
                <a:lnTo>
                  <a:pt x="4990" y="12252"/>
                </a:lnTo>
                <a:lnTo>
                  <a:pt x="5100" y="12215"/>
                </a:lnTo>
                <a:lnTo>
                  <a:pt x="5540" y="11921"/>
                </a:lnTo>
                <a:lnTo>
                  <a:pt x="5980" y="11665"/>
                </a:lnTo>
                <a:lnTo>
                  <a:pt x="6420" y="11445"/>
                </a:lnTo>
                <a:lnTo>
                  <a:pt x="6934" y="11225"/>
                </a:lnTo>
                <a:lnTo>
                  <a:pt x="6970" y="11188"/>
                </a:lnTo>
                <a:lnTo>
                  <a:pt x="7044" y="11114"/>
                </a:lnTo>
                <a:lnTo>
                  <a:pt x="7044" y="11041"/>
                </a:lnTo>
                <a:lnTo>
                  <a:pt x="7044" y="10931"/>
                </a:lnTo>
                <a:lnTo>
                  <a:pt x="6897" y="10601"/>
                </a:lnTo>
                <a:lnTo>
                  <a:pt x="6750" y="10307"/>
                </a:lnTo>
                <a:lnTo>
                  <a:pt x="6677" y="10161"/>
                </a:lnTo>
                <a:lnTo>
                  <a:pt x="6530" y="10051"/>
                </a:lnTo>
                <a:lnTo>
                  <a:pt x="6383" y="10014"/>
                </a:lnTo>
                <a:lnTo>
                  <a:pt x="6200" y="9977"/>
                </a:lnTo>
                <a:close/>
                <a:moveTo>
                  <a:pt x="9832" y="11371"/>
                </a:moveTo>
                <a:lnTo>
                  <a:pt x="10125" y="11921"/>
                </a:lnTo>
                <a:lnTo>
                  <a:pt x="9721" y="12142"/>
                </a:lnTo>
                <a:lnTo>
                  <a:pt x="9318" y="12288"/>
                </a:lnTo>
                <a:lnTo>
                  <a:pt x="8914" y="12435"/>
                </a:lnTo>
                <a:lnTo>
                  <a:pt x="8511" y="12545"/>
                </a:lnTo>
                <a:lnTo>
                  <a:pt x="8328" y="12032"/>
                </a:lnTo>
                <a:lnTo>
                  <a:pt x="8694" y="11921"/>
                </a:lnTo>
                <a:lnTo>
                  <a:pt x="9098" y="11738"/>
                </a:lnTo>
                <a:lnTo>
                  <a:pt x="9832" y="11371"/>
                </a:lnTo>
                <a:close/>
                <a:moveTo>
                  <a:pt x="9868" y="10894"/>
                </a:moveTo>
                <a:lnTo>
                  <a:pt x="8951" y="11298"/>
                </a:lnTo>
                <a:lnTo>
                  <a:pt x="8474" y="11481"/>
                </a:lnTo>
                <a:lnTo>
                  <a:pt x="8071" y="11738"/>
                </a:lnTo>
                <a:lnTo>
                  <a:pt x="7997" y="11738"/>
                </a:lnTo>
                <a:lnTo>
                  <a:pt x="7924" y="11775"/>
                </a:lnTo>
                <a:lnTo>
                  <a:pt x="7887" y="11885"/>
                </a:lnTo>
                <a:lnTo>
                  <a:pt x="7887" y="11958"/>
                </a:lnTo>
                <a:lnTo>
                  <a:pt x="8034" y="12398"/>
                </a:lnTo>
                <a:lnTo>
                  <a:pt x="8181" y="12839"/>
                </a:lnTo>
                <a:lnTo>
                  <a:pt x="8254" y="12949"/>
                </a:lnTo>
                <a:lnTo>
                  <a:pt x="8328" y="12985"/>
                </a:lnTo>
                <a:lnTo>
                  <a:pt x="8364" y="12985"/>
                </a:lnTo>
                <a:lnTo>
                  <a:pt x="8951" y="12839"/>
                </a:lnTo>
                <a:lnTo>
                  <a:pt x="9465" y="12655"/>
                </a:lnTo>
                <a:lnTo>
                  <a:pt x="10015" y="12472"/>
                </a:lnTo>
                <a:lnTo>
                  <a:pt x="10528" y="12215"/>
                </a:lnTo>
                <a:lnTo>
                  <a:pt x="10565" y="12142"/>
                </a:lnTo>
                <a:lnTo>
                  <a:pt x="10602" y="12105"/>
                </a:lnTo>
                <a:lnTo>
                  <a:pt x="10602" y="12032"/>
                </a:lnTo>
                <a:lnTo>
                  <a:pt x="10602" y="11958"/>
                </a:lnTo>
                <a:lnTo>
                  <a:pt x="10125" y="11041"/>
                </a:lnTo>
                <a:lnTo>
                  <a:pt x="10088" y="10968"/>
                </a:lnTo>
                <a:lnTo>
                  <a:pt x="10015" y="10894"/>
                </a:lnTo>
                <a:close/>
                <a:moveTo>
                  <a:pt x="13133" y="12288"/>
                </a:moveTo>
                <a:lnTo>
                  <a:pt x="13243" y="12325"/>
                </a:lnTo>
                <a:lnTo>
                  <a:pt x="13353" y="12472"/>
                </a:lnTo>
                <a:lnTo>
                  <a:pt x="13610" y="12985"/>
                </a:lnTo>
                <a:lnTo>
                  <a:pt x="12839" y="13242"/>
                </a:lnTo>
                <a:lnTo>
                  <a:pt x="12106" y="13572"/>
                </a:lnTo>
                <a:lnTo>
                  <a:pt x="11996" y="13352"/>
                </a:lnTo>
                <a:lnTo>
                  <a:pt x="11886" y="13132"/>
                </a:lnTo>
                <a:lnTo>
                  <a:pt x="11739" y="12692"/>
                </a:lnTo>
                <a:lnTo>
                  <a:pt x="12032" y="12618"/>
                </a:lnTo>
                <a:lnTo>
                  <a:pt x="12289" y="12545"/>
                </a:lnTo>
                <a:lnTo>
                  <a:pt x="12839" y="12362"/>
                </a:lnTo>
                <a:lnTo>
                  <a:pt x="13023" y="12288"/>
                </a:lnTo>
                <a:close/>
                <a:moveTo>
                  <a:pt x="7044" y="12325"/>
                </a:moveTo>
                <a:lnTo>
                  <a:pt x="7337" y="13022"/>
                </a:lnTo>
                <a:lnTo>
                  <a:pt x="5833" y="13792"/>
                </a:lnTo>
                <a:lnTo>
                  <a:pt x="5613" y="13132"/>
                </a:lnTo>
                <a:lnTo>
                  <a:pt x="5943" y="12875"/>
                </a:lnTo>
                <a:lnTo>
                  <a:pt x="6273" y="12655"/>
                </a:lnTo>
                <a:lnTo>
                  <a:pt x="6677" y="12472"/>
                </a:lnTo>
                <a:lnTo>
                  <a:pt x="7044" y="12325"/>
                </a:lnTo>
                <a:close/>
                <a:moveTo>
                  <a:pt x="13060" y="11885"/>
                </a:moveTo>
                <a:lnTo>
                  <a:pt x="12839" y="11921"/>
                </a:lnTo>
                <a:lnTo>
                  <a:pt x="12473" y="12068"/>
                </a:lnTo>
                <a:lnTo>
                  <a:pt x="11922" y="12215"/>
                </a:lnTo>
                <a:lnTo>
                  <a:pt x="11666" y="12288"/>
                </a:lnTo>
                <a:lnTo>
                  <a:pt x="11446" y="12398"/>
                </a:lnTo>
                <a:lnTo>
                  <a:pt x="11372" y="12435"/>
                </a:lnTo>
                <a:lnTo>
                  <a:pt x="11372" y="12472"/>
                </a:lnTo>
                <a:lnTo>
                  <a:pt x="11372" y="12582"/>
                </a:lnTo>
                <a:lnTo>
                  <a:pt x="11446" y="12655"/>
                </a:lnTo>
                <a:lnTo>
                  <a:pt x="11519" y="12692"/>
                </a:lnTo>
                <a:lnTo>
                  <a:pt x="11482" y="12839"/>
                </a:lnTo>
                <a:lnTo>
                  <a:pt x="11482" y="13022"/>
                </a:lnTo>
                <a:lnTo>
                  <a:pt x="11519" y="13169"/>
                </a:lnTo>
                <a:lnTo>
                  <a:pt x="11556" y="13315"/>
                </a:lnTo>
                <a:lnTo>
                  <a:pt x="11702" y="13646"/>
                </a:lnTo>
                <a:lnTo>
                  <a:pt x="11886" y="13902"/>
                </a:lnTo>
                <a:lnTo>
                  <a:pt x="11996" y="13976"/>
                </a:lnTo>
                <a:lnTo>
                  <a:pt x="12106" y="13976"/>
                </a:lnTo>
                <a:lnTo>
                  <a:pt x="13023" y="13609"/>
                </a:lnTo>
                <a:lnTo>
                  <a:pt x="13940" y="13279"/>
                </a:lnTo>
                <a:lnTo>
                  <a:pt x="14013" y="13205"/>
                </a:lnTo>
                <a:lnTo>
                  <a:pt x="14050" y="13169"/>
                </a:lnTo>
                <a:lnTo>
                  <a:pt x="14087" y="13095"/>
                </a:lnTo>
                <a:lnTo>
                  <a:pt x="14050" y="13022"/>
                </a:lnTo>
                <a:lnTo>
                  <a:pt x="13646" y="12142"/>
                </a:lnTo>
                <a:lnTo>
                  <a:pt x="13573" y="12032"/>
                </a:lnTo>
                <a:lnTo>
                  <a:pt x="13463" y="11958"/>
                </a:lnTo>
                <a:lnTo>
                  <a:pt x="13353" y="11885"/>
                </a:lnTo>
                <a:close/>
                <a:moveTo>
                  <a:pt x="7190" y="11848"/>
                </a:moveTo>
                <a:lnTo>
                  <a:pt x="7117" y="11885"/>
                </a:lnTo>
                <a:lnTo>
                  <a:pt x="6640" y="12032"/>
                </a:lnTo>
                <a:lnTo>
                  <a:pt x="6163" y="12215"/>
                </a:lnTo>
                <a:lnTo>
                  <a:pt x="5723" y="12508"/>
                </a:lnTo>
                <a:lnTo>
                  <a:pt x="5320" y="12802"/>
                </a:lnTo>
                <a:lnTo>
                  <a:pt x="5246" y="12839"/>
                </a:lnTo>
                <a:lnTo>
                  <a:pt x="5210" y="12875"/>
                </a:lnTo>
                <a:lnTo>
                  <a:pt x="5173" y="12912"/>
                </a:lnTo>
                <a:lnTo>
                  <a:pt x="5173" y="12985"/>
                </a:lnTo>
                <a:lnTo>
                  <a:pt x="5246" y="13279"/>
                </a:lnTo>
                <a:lnTo>
                  <a:pt x="5320" y="13572"/>
                </a:lnTo>
                <a:lnTo>
                  <a:pt x="5540" y="14159"/>
                </a:lnTo>
                <a:lnTo>
                  <a:pt x="5576" y="14196"/>
                </a:lnTo>
                <a:lnTo>
                  <a:pt x="5650" y="14269"/>
                </a:lnTo>
                <a:lnTo>
                  <a:pt x="5797" y="14269"/>
                </a:lnTo>
                <a:lnTo>
                  <a:pt x="7667" y="13315"/>
                </a:lnTo>
                <a:lnTo>
                  <a:pt x="7741" y="13279"/>
                </a:lnTo>
                <a:lnTo>
                  <a:pt x="7777" y="13205"/>
                </a:lnTo>
                <a:lnTo>
                  <a:pt x="7814" y="13132"/>
                </a:lnTo>
                <a:lnTo>
                  <a:pt x="7777" y="13059"/>
                </a:lnTo>
                <a:lnTo>
                  <a:pt x="7374" y="11995"/>
                </a:lnTo>
                <a:lnTo>
                  <a:pt x="7337" y="11921"/>
                </a:lnTo>
                <a:lnTo>
                  <a:pt x="7264" y="11885"/>
                </a:lnTo>
                <a:lnTo>
                  <a:pt x="7190" y="11848"/>
                </a:lnTo>
                <a:close/>
                <a:moveTo>
                  <a:pt x="10528" y="13279"/>
                </a:moveTo>
                <a:lnTo>
                  <a:pt x="10895" y="13976"/>
                </a:lnTo>
                <a:lnTo>
                  <a:pt x="9318" y="14599"/>
                </a:lnTo>
                <a:lnTo>
                  <a:pt x="9025" y="13902"/>
                </a:lnTo>
                <a:lnTo>
                  <a:pt x="9098" y="13829"/>
                </a:lnTo>
                <a:lnTo>
                  <a:pt x="9098" y="13792"/>
                </a:lnTo>
                <a:lnTo>
                  <a:pt x="9135" y="13756"/>
                </a:lnTo>
                <a:lnTo>
                  <a:pt x="9465" y="13609"/>
                </a:lnTo>
                <a:lnTo>
                  <a:pt x="9758" y="13535"/>
                </a:lnTo>
                <a:lnTo>
                  <a:pt x="10528" y="13279"/>
                </a:lnTo>
                <a:close/>
                <a:moveTo>
                  <a:pt x="10639" y="12839"/>
                </a:moveTo>
                <a:lnTo>
                  <a:pt x="10565" y="12875"/>
                </a:lnTo>
                <a:lnTo>
                  <a:pt x="9501" y="13242"/>
                </a:lnTo>
                <a:lnTo>
                  <a:pt x="9061" y="13352"/>
                </a:lnTo>
                <a:lnTo>
                  <a:pt x="8878" y="13462"/>
                </a:lnTo>
                <a:lnTo>
                  <a:pt x="8768" y="13499"/>
                </a:lnTo>
                <a:lnTo>
                  <a:pt x="8731" y="13572"/>
                </a:lnTo>
                <a:lnTo>
                  <a:pt x="8658" y="13682"/>
                </a:lnTo>
                <a:lnTo>
                  <a:pt x="8694" y="13829"/>
                </a:lnTo>
                <a:lnTo>
                  <a:pt x="8731" y="13866"/>
                </a:lnTo>
                <a:lnTo>
                  <a:pt x="8731" y="13902"/>
                </a:lnTo>
                <a:lnTo>
                  <a:pt x="8768" y="14159"/>
                </a:lnTo>
                <a:lnTo>
                  <a:pt x="8841" y="14416"/>
                </a:lnTo>
                <a:lnTo>
                  <a:pt x="9025" y="14893"/>
                </a:lnTo>
                <a:lnTo>
                  <a:pt x="9098" y="14929"/>
                </a:lnTo>
                <a:lnTo>
                  <a:pt x="9135" y="14966"/>
                </a:lnTo>
                <a:lnTo>
                  <a:pt x="9208" y="15003"/>
                </a:lnTo>
                <a:lnTo>
                  <a:pt x="9281" y="15003"/>
                </a:lnTo>
                <a:lnTo>
                  <a:pt x="11225" y="14269"/>
                </a:lnTo>
                <a:lnTo>
                  <a:pt x="11262" y="14232"/>
                </a:lnTo>
                <a:lnTo>
                  <a:pt x="11299" y="14159"/>
                </a:lnTo>
                <a:lnTo>
                  <a:pt x="11335" y="14086"/>
                </a:lnTo>
                <a:lnTo>
                  <a:pt x="11335" y="14012"/>
                </a:lnTo>
                <a:lnTo>
                  <a:pt x="10822" y="12985"/>
                </a:lnTo>
                <a:lnTo>
                  <a:pt x="10785" y="12912"/>
                </a:lnTo>
                <a:lnTo>
                  <a:pt x="10712" y="12875"/>
                </a:lnTo>
                <a:lnTo>
                  <a:pt x="10639" y="12839"/>
                </a:lnTo>
                <a:close/>
                <a:moveTo>
                  <a:pt x="7997" y="14342"/>
                </a:moveTo>
                <a:lnTo>
                  <a:pt x="8107" y="14489"/>
                </a:lnTo>
                <a:lnTo>
                  <a:pt x="8144" y="14599"/>
                </a:lnTo>
                <a:lnTo>
                  <a:pt x="8107" y="14746"/>
                </a:lnTo>
                <a:lnTo>
                  <a:pt x="8034" y="14893"/>
                </a:lnTo>
                <a:lnTo>
                  <a:pt x="7924" y="15003"/>
                </a:lnTo>
                <a:lnTo>
                  <a:pt x="7814" y="15149"/>
                </a:lnTo>
                <a:lnTo>
                  <a:pt x="7557" y="15296"/>
                </a:lnTo>
                <a:lnTo>
                  <a:pt x="7044" y="15516"/>
                </a:lnTo>
                <a:lnTo>
                  <a:pt x="6787" y="15590"/>
                </a:lnTo>
                <a:lnTo>
                  <a:pt x="6567" y="15736"/>
                </a:lnTo>
                <a:lnTo>
                  <a:pt x="6310" y="15113"/>
                </a:lnTo>
                <a:lnTo>
                  <a:pt x="6383" y="15076"/>
                </a:lnTo>
                <a:lnTo>
                  <a:pt x="6457" y="14966"/>
                </a:lnTo>
                <a:lnTo>
                  <a:pt x="6457" y="14929"/>
                </a:lnTo>
                <a:lnTo>
                  <a:pt x="6530" y="15003"/>
                </a:lnTo>
                <a:lnTo>
                  <a:pt x="6604" y="14966"/>
                </a:lnTo>
                <a:lnTo>
                  <a:pt x="6787" y="14929"/>
                </a:lnTo>
                <a:lnTo>
                  <a:pt x="7227" y="14783"/>
                </a:lnTo>
                <a:lnTo>
                  <a:pt x="7631" y="14599"/>
                </a:lnTo>
                <a:lnTo>
                  <a:pt x="7997" y="14342"/>
                </a:lnTo>
                <a:close/>
                <a:moveTo>
                  <a:pt x="15150" y="15370"/>
                </a:moveTo>
                <a:lnTo>
                  <a:pt x="15150" y="15443"/>
                </a:lnTo>
                <a:lnTo>
                  <a:pt x="15224" y="15480"/>
                </a:lnTo>
                <a:lnTo>
                  <a:pt x="15260" y="15516"/>
                </a:lnTo>
                <a:lnTo>
                  <a:pt x="15150" y="15736"/>
                </a:lnTo>
                <a:lnTo>
                  <a:pt x="15004" y="15993"/>
                </a:lnTo>
                <a:lnTo>
                  <a:pt x="14857" y="15626"/>
                </a:lnTo>
                <a:lnTo>
                  <a:pt x="15150" y="15370"/>
                </a:lnTo>
                <a:close/>
                <a:moveTo>
                  <a:pt x="7997" y="13902"/>
                </a:moveTo>
                <a:lnTo>
                  <a:pt x="7887" y="13939"/>
                </a:lnTo>
                <a:lnTo>
                  <a:pt x="7631" y="14122"/>
                </a:lnTo>
                <a:lnTo>
                  <a:pt x="7337" y="14269"/>
                </a:lnTo>
                <a:lnTo>
                  <a:pt x="7044" y="14416"/>
                </a:lnTo>
                <a:lnTo>
                  <a:pt x="6750" y="14526"/>
                </a:lnTo>
                <a:lnTo>
                  <a:pt x="6347" y="14599"/>
                </a:lnTo>
                <a:lnTo>
                  <a:pt x="6163" y="14673"/>
                </a:lnTo>
                <a:lnTo>
                  <a:pt x="6090" y="14746"/>
                </a:lnTo>
                <a:lnTo>
                  <a:pt x="6017" y="14819"/>
                </a:lnTo>
                <a:lnTo>
                  <a:pt x="6017" y="14929"/>
                </a:lnTo>
                <a:lnTo>
                  <a:pt x="5943" y="15003"/>
                </a:lnTo>
                <a:lnTo>
                  <a:pt x="5943" y="15113"/>
                </a:lnTo>
                <a:lnTo>
                  <a:pt x="6127" y="15590"/>
                </a:lnTo>
                <a:lnTo>
                  <a:pt x="6273" y="16103"/>
                </a:lnTo>
                <a:lnTo>
                  <a:pt x="6347" y="16177"/>
                </a:lnTo>
                <a:lnTo>
                  <a:pt x="6420" y="16213"/>
                </a:lnTo>
                <a:lnTo>
                  <a:pt x="6493" y="16213"/>
                </a:lnTo>
                <a:lnTo>
                  <a:pt x="6567" y="16177"/>
                </a:lnTo>
                <a:lnTo>
                  <a:pt x="6787" y="16030"/>
                </a:lnTo>
                <a:lnTo>
                  <a:pt x="7007" y="15920"/>
                </a:lnTo>
                <a:lnTo>
                  <a:pt x="7484" y="15736"/>
                </a:lnTo>
                <a:lnTo>
                  <a:pt x="7704" y="15663"/>
                </a:lnTo>
                <a:lnTo>
                  <a:pt x="7924" y="15553"/>
                </a:lnTo>
                <a:lnTo>
                  <a:pt x="8144" y="15406"/>
                </a:lnTo>
                <a:lnTo>
                  <a:pt x="8328" y="15223"/>
                </a:lnTo>
                <a:lnTo>
                  <a:pt x="8438" y="15076"/>
                </a:lnTo>
                <a:lnTo>
                  <a:pt x="8511" y="14893"/>
                </a:lnTo>
                <a:lnTo>
                  <a:pt x="8511" y="14709"/>
                </a:lnTo>
                <a:lnTo>
                  <a:pt x="8511" y="14526"/>
                </a:lnTo>
                <a:lnTo>
                  <a:pt x="8474" y="14342"/>
                </a:lnTo>
                <a:lnTo>
                  <a:pt x="8364" y="14159"/>
                </a:lnTo>
                <a:lnTo>
                  <a:pt x="8254" y="14049"/>
                </a:lnTo>
                <a:lnTo>
                  <a:pt x="8071" y="13939"/>
                </a:lnTo>
                <a:lnTo>
                  <a:pt x="7997" y="13902"/>
                </a:lnTo>
                <a:close/>
                <a:moveTo>
                  <a:pt x="14710" y="15736"/>
                </a:moveTo>
                <a:lnTo>
                  <a:pt x="14747" y="15993"/>
                </a:lnTo>
                <a:lnTo>
                  <a:pt x="14820" y="16250"/>
                </a:lnTo>
                <a:lnTo>
                  <a:pt x="14490" y="16507"/>
                </a:lnTo>
                <a:lnTo>
                  <a:pt x="14417" y="16397"/>
                </a:lnTo>
                <a:lnTo>
                  <a:pt x="14307" y="15993"/>
                </a:lnTo>
                <a:lnTo>
                  <a:pt x="14380" y="15956"/>
                </a:lnTo>
                <a:lnTo>
                  <a:pt x="14710" y="15736"/>
                </a:lnTo>
                <a:close/>
                <a:moveTo>
                  <a:pt x="14123" y="16103"/>
                </a:moveTo>
                <a:lnTo>
                  <a:pt x="14160" y="16397"/>
                </a:lnTo>
                <a:lnTo>
                  <a:pt x="14233" y="16690"/>
                </a:lnTo>
                <a:lnTo>
                  <a:pt x="13830" y="16873"/>
                </a:lnTo>
                <a:lnTo>
                  <a:pt x="13720" y="16727"/>
                </a:lnTo>
                <a:lnTo>
                  <a:pt x="13500" y="16433"/>
                </a:lnTo>
                <a:lnTo>
                  <a:pt x="14123" y="16103"/>
                </a:lnTo>
                <a:close/>
                <a:moveTo>
                  <a:pt x="13426" y="16470"/>
                </a:moveTo>
                <a:lnTo>
                  <a:pt x="13500" y="16727"/>
                </a:lnTo>
                <a:lnTo>
                  <a:pt x="13536" y="16873"/>
                </a:lnTo>
                <a:lnTo>
                  <a:pt x="13573" y="16984"/>
                </a:lnTo>
                <a:lnTo>
                  <a:pt x="13096" y="17167"/>
                </a:lnTo>
                <a:lnTo>
                  <a:pt x="12986" y="17057"/>
                </a:lnTo>
                <a:lnTo>
                  <a:pt x="12876" y="16873"/>
                </a:lnTo>
                <a:lnTo>
                  <a:pt x="12839" y="16727"/>
                </a:lnTo>
                <a:lnTo>
                  <a:pt x="13426" y="16470"/>
                </a:lnTo>
                <a:close/>
                <a:moveTo>
                  <a:pt x="12583" y="16837"/>
                </a:moveTo>
                <a:lnTo>
                  <a:pt x="12656" y="17094"/>
                </a:lnTo>
                <a:lnTo>
                  <a:pt x="12803" y="17277"/>
                </a:lnTo>
                <a:lnTo>
                  <a:pt x="12399" y="17460"/>
                </a:lnTo>
                <a:lnTo>
                  <a:pt x="12326" y="17387"/>
                </a:lnTo>
                <a:lnTo>
                  <a:pt x="12253" y="17277"/>
                </a:lnTo>
                <a:lnTo>
                  <a:pt x="12216" y="17167"/>
                </a:lnTo>
                <a:lnTo>
                  <a:pt x="12216" y="17020"/>
                </a:lnTo>
                <a:lnTo>
                  <a:pt x="12583" y="16837"/>
                </a:lnTo>
                <a:close/>
                <a:moveTo>
                  <a:pt x="12032" y="17094"/>
                </a:moveTo>
                <a:lnTo>
                  <a:pt x="11996" y="17240"/>
                </a:lnTo>
                <a:lnTo>
                  <a:pt x="12032" y="17387"/>
                </a:lnTo>
                <a:lnTo>
                  <a:pt x="12106" y="17570"/>
                </a:lnTo>
                <a:lnTo>
                  <a:pt x="11812" y="17644"/>
                </a:lnTo>
                <a:lnTo>
                  <a:pt x="11776" y="17644"/>
                </a:lnTo>
                <a:lnTo>
                  <a:pt x="11739" y="17497"/>
                </a:lnTo>
                <a:lnTo>
                  <a:pt x="11666" y="17240"/>
                </a:lnTo>
                <a:lnTo>
                  <a:pt x="12032" y="17094"/>
                </a:lnTo>
                <a:close/>
                <a:moveTo>
                  <a:pt x="11446" y="17350"/>
                </a:moveTo>
                <a:lnTo>
                  <a:pt x="11482" y="17607"/>
                </a:lnTo>
                <a:lnTo>
                  <a:pt x="11519" y="17791"/>
                </a:lnTo>
                <a:lnTo>
                  <a:pt x="11189" y="17901"/>
                </a:lnTo>
                <a:lnTo>
                  <a:pt x="11115" y="17937"/>
                </a:lnTo>
                <a:lnTo>
                  <a:pt x="11115" y="17864"/>
                </a:lnTo>
                <a:lnTo>
                  <a:pt x="11115" y="17827"/>
                </a:lnTo>
                <a:lnTo>
                  <a:pt x="11115" y="17717"/>
                </a:lnTo>
                <a:lnTo>
                  <a:pt x="11005" y="17607"/>
                </a:lnTo>
                <a:lnTo>
                  <a:pt x="10969" y="17534"/>
                </a:lnTo>
                <a:lnTo>
                  <a:pt x="11446" y="17350"/>
                </a:lnTo>
                <a:close/>
                <a:moveTo>
                  <a:pt x="10639" y="17644"/>
                </a:moveTo>
                <a:lnTo>
                  <a:pt x="10749" y="17791"/>
                </a:lnTo>
                <a:lnTo>
                  <a:pt x="10859" y="17901"/>
                </a:lnTo>
                <a:lnTo>
                  <a:pt x="10932" y="17974"/>
                </a:lnTo>
                <a:lnTo>
                  <a:pt x="10969" y="17974"/>
                </a:lnTo>
                <a:lnTo>
                  <a:pt x="10455" y="18194"/>
                </a:lnTo>
                <a:lnTo>
                  <a:pt x="10418" y="18121"/>
                </a:lnTo>
                <a:lnTo>
                  <a:pt x="10345" y="18121"/>
                </a:lnTo>
                <a:lnTo>
                  <a:pt x="10235" y="18157"/>
                </a:lnTo>
                <a:lnTo>
                  <a:pt x="10162" y="17901"/>
                </a:lnTo>
                <a:lnTo>
                  <a:pt x="10125" y="17827"/>
                </a:lnTo>
                <a:lnTo>
                  <a:pt x="10639" y="17644"/>
                </a:lnTo>
                <a:close/>
                <a:moveTo>
                  <a:pt x="10272" y="440"/>
                </a:moveTo>
                <a:lnTo>
                  <a:pt x="10455" y="477"/>
                </a:lnTo>
                <a:lnTo>
                  <a:pt x="10565" y="550"/>
                </a:lnTo>
                <a:lnTo>
                  <a:pt x="10675" y="624"/>
                </a:lnTo>
                <a:lnTo>
                  <a:pt x="10785" y="734"/>
                </a:lnTo>
                <a:lnTo>
                  <a:pt x="10969" y="990"/>
                </a:lnTo>
                <a:lnTo>
                  <a:pt x="11005" y="1210"/>
                </a:lnTo>
                <a:lnTo>
                  <a:pt x="11042" y="1431"/>
                </a:lnTo>
                <a:lnTo>
                  <a:pt x="11335" y="2348"/>
                </a:lnTo>
                <a:lnTo>
                  <a:pt x="11886" y="3998"/>
                </a:lnTo>
                <a:lnTo>
                  <a:pt x="13060" y="7300"/>
                </a:lnTo>
                <a:lnTo>
                  <a:pt x="14233" y="10564"/>
                </a:lnTo>
                <a:lnTo>
                  <a:pt x="14857" y="12215"/>
                </a:lnTo>
                <a:lnTo>
                  <a:pt x="15187" y="13095"/>
                </a:lnTo>
                <a:lnTo>
                  <a:pt x="15407" y="13646"/>
                </a:lnTo>
                <a:lnTo>
                  <a:pt x="15334" y="13682"/>
                </a:lnTo>
                <a:lnTo>
                  <a:pt x="15297" y="13829"/>
                </a:lnTo>
                <a:lnTo>
                  <a:pt x="15297" y="13939"/>
                </a:lnTo>
                <a:lnTo>
                  <a:pt x="15260" y="14196"/>
                </a:lnTo>
                <a:lnTo>
                  <a:pt x="15224" y="14379"/>
                </a:lnTo>
                <a:lnTo>
                  <a:pt x="15187" y="14526"/>
                </a:lnTo>
                <a:lnTo>
                  <a:pt x="15004" y="14856"/>
                </a:lnTo>
                <a:lnTo>
                  <a:pt x="14747" y="15149"/>
                </a:lnTo>
                <a:lnTo>
                  <a:pt x="14453" y="15370"/>
                </a:lnTo>
                <a:lnTo>
                  <a:pt x="14123" y="15590"/>
                </a:lnTo>
                <a:lnTo>
                  <a:pt x="13793" y="15773"/>
                </a:lnTo>
                <a:lnTo>
                  <a:pt x="13060" y="16140"/>
                </a:lnTo>
                <a:lnTo>
                  <a:pt x="12326" y="16470"/>
                </a:lnTo>
                <a:lnTo>
                  <a:pt x="10859" y="17094"/>
                </a:lnTo>
                <a:lnTo>
                  <a:pt x="10015" y="17424"/>
                </a:lnTo>
                <a:lnTo>
                  <a:pt x="9978" y="17387"/>
                </a:lnTo>
                <a:lnTo>
                  <a:pt x="9942" y="17387"/>
                </a:lnTo>
                <a:lnTo>
                  <a:pt x="9905" y="17424"/>
                </a:lnTo>
                <a:lnTo>
                  <a:pt x="9905" y="17460"/>
                </a:lnTo>
                <a:lnTo>
                  <a:pt x="8841" y="17791"/>
                </a:lnTo>
                <a:lnTo>
                  <a:pt x="7777" y="18121"/>
                </a:lnTo>
                <a:lnTo>
                  <a:pt x="6970" y="18304"/>
                </a:lnTo>
                <a:lnTo>
                  <a:pt x="6163" y="18487"/>
                </a:lnTo>
                <a:lnTo>
                  <a:pt x="5797" y="18524"/>
                </a:lnTo>
                <a:lnTo>
                  <a:pt x="5613" y="18524"/>
                </a:lnTo>
                <a:lnTo>
                  <a:pt x="5430" y="18451"/>
                </a:lnTo>
                <a:lnTo>
                  <a:pt x="5283" y="18377"/>
                </a:lnTo>
                <a:lnTo>
                  <a:pt x="5173" y="18231"/>
                </a:lnTo>
                <a:lnTo>
                  <a:pt x="5063" y="18121"/>
                </a:lnTo>
                <a:lnTo>
                  <a:pt x="4953" y="17974"/>
                </a:lnTo>
                <a:lnTo>
                  <a:pt x="4879" y="17680"/>
                </a:lnTo>
                <a:lnTo>
                  <a:pt x="4769" y="17387"/>
                </a:lnTo>
                <a:lnTo>
                  <a:pt x="4476" y="16507"/>
                </a:lnTo>
                <a:lnTo>
                  <a:pt x="3926" y="14819"/>
                </a:lnTo>
                <a:lnTo>
                  <a:pt x="3376" y="13169"/>
                </a:lnTo>
                <a:lnTo>
                  <a:pt x="2752" y="11518"/>
                </a:lnTo>
                <a:lnTo>
                  <a:pt x="2165" y="9867"/>
                </a:lnTo>
                <a:lnTo>
                  <a:pt x="1505" y="8253"/>
                </a:lnTo>
                <a:lnTo>
                  <a:pt x="845" y="6603"/>
                </a:lnTo>
                <a:lnTo>
                  <a:pt x="588" y="6052"/>
                </a:lnTo>
                <a:lnTo>
                  <a:pt x="478" y="5796"/>
                </a:lnTo>
                <a:lnTo>
                  <a:pt x="331" y="5539"/>
                </a:lnTo>
                <a:lnTo>
                  <a:pt x="368" y="5502"/>
                </a:lnTo>
                <a:lnTo>
                  <a:pt x="404" y="5429"/>
                </a:lnTo>
                <a:lnTo>
                  <a:pt x="368" y="5209"/>
                </a:lnTo>
                <a:lnTo>
                  <a:pt x="404" y="5025"/>
                </a:lnTo>
                <a:lnTo>
                  <a:pt x="404" y="4879"/>
                </a:lnTo>
                <a:lnTo>
                  <a:pt x="478" y="4695"/>
                </a:lnTo>
                <a:lnTo>
                  <a:pt x="624" y="4402"/>
                </a:lnTo>
                <a:lnTo>
                  <a:pt x="845" y="4145"/>
                </a:lnTo>
                <a:lnTo>
                  <a:pt x="1101" y="3888"/>
                </a:lnTo>
                <a:lnTo>
                  <a:pt x="1395" y="3668"/>
                </a:lnTo>
                <a:lnTo>
                  <a:pt x="1725" y="3485"/>
                </a:lnTo>
                <a:lnTo>
                  <a:pt x="2018" y="3301"/>
                </a:lnTo>
                <a:lnTo>
                  <a:pt x="2789" y="2935"/>
                </a:lnTo>
                <a:lnTo>
                  <a:pt x="3596" y="2641"/>
                </a:lnTo>
                <a:lnTo>
                  <a:pt x="5210" y="2017"/>
                </a:lnTo>
                <a:lnTo>
                  <a:pt x="6787" y="1394"/>
                </a:lnTo>
                <a:lnTo>
                  <a:pt x="7557" y="1100"/>
                </a:lnTo>
                <a:lnTo>
                  <a:pt x="8364" y="807"/>
                </a:lnTo>
                <a:lnTo>
                  <a:pt x="9135" y="587"/>
                </a:lnTo>
                <a:lnTo>
                  <a:pt x="9538" y="514"/>
                </a:lnTo>
                <a:lnTo>
                  <a:pt x="9942" y="440"/>
                </a:lnTo>
                <a:close/>
                <a:moveTo>
                  <a:pt x="9868" y="17937"/>
                </a:moveTo>
                <a:lnTo>
                  <a:pt x="9868" y="17974"/>
                </a:lnTo>
                <a:lnTo>
                  <a:pt x="9905" y="18157"/>
                </a:lnTo>
                <a:lnTo>
                  <a:pt x="10015" y="18341"/>
                </a:lnTo>
                <a:lnTo>
                  <a:pt x="9575" y="18524"/>
                </a:lnTo>
                <a:lnTo>
                  <a:pt x="9575" y="18487"/>
                </a:lnTo>
                <a:lnTo>
                  <a:pt x="9538" y="18341"/>
                </a:lnTo>
                <a:lnTo>
                  <a:pt x="9465" y="18231"/>
                </a:lnTo>
                <a:lnTo>
                  <a:pt x="9391" y="18084"/>
                </a:lnTo>
                <a:lnTo>
                  <a:pt x="9868" y="17937"/>
                </a:lnTo>
                <a:close/>
                <a:moveTo>
                  <a:pt x="9098" y="18194"/>
                </a:moveTo>
                <a:lnTo>
                  <a:pt x="9171" y="18414"/>
                </a:lnTo>
                <a:lnTo>
                  <a:pt x="9245" y="18524"/>
                </a:lnTo>
                <a:lnTo>
                  <a:pt x="9318" y="18598"/>
                </a:lnTo>
                <a:lnTo>
                  <a:pt x="8841" y="18781"/>
                </a:lnTo>
                <a:lnTo>
                  <a:pt x="8768" y="18708"/>
                </a:lnTo>
                <a:lnTo>
                  <a:pt x="8694" y="18598"/>
                </a:lnTo>
                <a:lnTo>
                  <a:pt x="8621" y="18487"/>
                </a:lnTo>
                <a:lnTo>
                  <a:pt x="8584" y="18341"/>
                </a:lnTo>
                <a:lnTo>
                  <a:pt x="9098" y="18194"/>
                </a:lnTo>
                <a:close/>
                <a:moveTo>
                  <a:pt x="8254" y="18414"/>
                </a:moveTo>
                <a:lnTo>
                  <a:pt x="8291" y="18561"/>
                </a:lnTo>
                <a:lnTo>
                  <a:pt x="8364" y="18744"/>
                </a:lnTo>
                <a:lnTo>
                  <a:pt x="8511" y="18928"/>
                </a:lnTo>
                <a:lnTo>
                  <a:pt x="8181" y="19038"/>
                </a:lnTo>
                <a:lnTo>
                  <a:pt x="8144" y="18964"/>
                </a:lnTo>
                <a:lnTo>
                  <a:pt x="8107" y="18928"/>
                </a:lnTo>
                <a:lnTo>
                  <a:pt x="7997" y="18854"/>
                </a:lnTo>
                <a:lnTo>
                  <a:pt x="7961" y="18818"/>
                </a:lnTo>
                <a:lnTo>
                  <a:pt x="7851" y="18634"/>
                </a:lnTo>
                <a:lnTo>
                  <a:pt x="7851" y="18561"/>
                </a:lnTo>
                <a:lnTo>
                  <a:pt x="8254" y="18414"/>
                </a:lnTo>
                <a:close/>
                <a:moveTo>
                  <a:pt x="5246" y="18818"/>
                </a:moveTo>
                <a:lnTo>
                  <a:pt x="5430" y="18891"/>
                </a:lnTo>
                <a:lnTo>
                  <a:pt x="5650" y="18928"/>
                </a:lnTo>
                <a:lnTo>
                  <a:pt x="5870" y="18964"/>
                </a:lnTo>
                <a:lnTo>
                  <a:pt x="5943" y="19221"/>
                </a:lnTo>
                <a:lnTo>
                  <a:pt x="5760" y="19148"/>
                </a:lnTo>
                <a:lnTo>
                  <a:pt x="5576" y="19038"/>
                </a:lnTo>
                <a:lnTo>
                  <a:pt x="5393" y="18928"/>
                </a:lnTo>
                <a:lnTo>
                  <a:pt x="5246" y="18818"/>
                </a:lnTo>
                <a:close/>
                <a:moveTo>
                  <a:pt x="7557" y="18634"/>
                </a:moveTo>
                <a:lnTo>
                  <a:pt x="7557" y="18781"/>
                </a:lnTo>
                <a:lnTo>
                  <a:pt x="7631" y="18928"/>
                </a:lnTo>
                <a:lnTo>
                  <a:pt x="7704" y="19038"/>
                </a:lnTo>
                <a:lnTo>
                  <a:pt x="7777" y="19148"/>
                </a:lnTo>
                <a:lnTo>
                  <a:pt x="7704" y="19184"/>
                </a:lnTo>
                <a:lnTo>
                  <a:pt x="7227" y="19294"/>
                </a:lnTo>
                <a:lnTo>
                  <a:pt x="7154" y="19184"/>
                </a:lnTo>
                <a:lnTo>
                  <a:pt x="7080" y="19074"/>
                </a:lnTo>
                <a:lnTo>
                  <a:pt x="6970" y="18928"/>
                </a:lnTo>
                <a:lnTo>
                  <a:pt x="6897" y="18781"/>
                </a:lnTo>
                <a:lnTo>
                  <a:pt x="7117" y="18708"/>
                </a:lnTo>
                <a:lnTo>
                  <a:pt x="7557" y="18634"/>
                </a:lnTo>
                <a:close/>
                <a:moveTo>
                  <a:pt x="6604" y="18854"/>
                </a:moveTo>
                <a:lnTo>
                  <a:pt x="6677" y="19111"/>
                </a:lnTo>
                <a:lnTo>
                  <a:pt x="6750" y="19221"/>
                </a:lnTo>
                <a:lnTo>
                  <a:pt x="6824" y="19331"/>
                </a:lnTo>
                <a:lnTo>
                  <a:pt x="6493" y="19331"/>
                </a:lnTo>
                <a:lnTo>
                  <a:pt x="6493" y="19258"/>
                </a:lnTo>
                <a:lnTo>
                  <a:pt x="6493" y="19221"/>
                </a:lnTo>
                <a:lnTo>
                  <a:pt x="6420" y="19184"/>
                </a:lnTo>
                <a:lnTo>
                  <a:pt x="6383" y="19184"/>
                </a:lnTo>
                <a:lnTo>
                  <a:pt x="6310" y="19221"/>
                </a:lnTo>
                <a:lnTo>
                  <a:pt x="6273" y="19221"/>
                </a:lnTo>
                <a:lnTo>
                  <a:pt x="6200" y="19184"/>
                </a:lnTo>
                <a:lnTo>
                  <a:pt x="6163" y="19074"/>
                </a:lnTo>
                <a:lnTo>
                  <a:pt x="6127" y="18928"/>
                </a:lnTo>
                <a:lnTo>
                  <a:pt x="6604" y="18854"/>
                </a:lnTo>
                <a:close/>
                <a:moveTo>
                  <a:pt x="10125" y="0"/>
                </a:moveTo>
                <a:lnTo>
                  <a:pt x="9721" y="37"/>
                </a:lnTo>
                <a:lnTo>
                  <a:pt x="9318" y="110"/>
                </a:lnTo>
                <a:lnTo>
                  <a:pt x="8804" y="220"/>
                </a:lnTo>
                <a:lnTo>
                  <a:pt x="8291" y="403"/>
                </a:lnTo>
                <a:lnTo>
                  <a:pt x="7300" y="734"/>
                </a:lnTo>
                <a:lnTo>
                  <a:pt x="5320" y="1504"/>
                </a:lnTo>
                <a:lnTo>
                  <a:pt x="3376" y="2274"/>
                </a:lnTo>
                <a:lnTo>
                  <a:pt x="2422" y="2678"/>
                </a:lnTo>
                <a:lnTo>
                  <a:pt x="1945" y="2898"/>
                </a:lnTo>
                <a:lnTo>
                  <a:pt x="1505" y="3118"/>
                </a:lnTo>
                <a:lnTo>
                  <a:pt x="1248" y="3301"/>
                </a:lnTo>
                <a:lnTo>
                  <a:pt x="955" y="3485"/>
                </a:lnTo>
                <a:lnTo>
                  <a:pt x="698" y="3742"/>
                </a:lnTo>
                <a:lnTo>
                  <a:pt x="441" y="3998"/>
                </a:lnTo>
                <a:lnTo>
                  <a:pt x="221" y="4292"/>
                </a:lnTo>
                <a:lnTo>
                  <a:pt x="74" y="4622"/>
                </a:lnTo>
                <a:lnTo>
                  <a:pt x="38" y="4769"/>
                </a:lnTo>
                <a:lnTo>
                  <a:pt x="38" y="4915"/>
                </a:lnTo>
                <a:lnTo>
                  <a:pt x="38" y="5099"/>
                </a:lnTo>
                <a:lnTo>
                  <a:pt x="74" y="5245"/>
                </a:lnTo>
                <a:lnTo>
                  <a:pt x="1" y="5282"/>
                </a:lnTo>
                <a:lnTo>
                  <a:pt x="1" y="5319"/>
                </a:lnTo>
                <a:lnTo>
                  <a:pt x="38" y="5722"/>
                </a:lnTo>
                <a:lnTo>
                  <a:pt x="148" y="6052"/>
                </a:lnTo>
                <a:lnTo>
                  <a:pt x="441" y="6786"/>
                </a:lnTo>
                <a:lnTo>
                  <a:pt x="1065" y="8400"/>
                </a:lnTo>
                <a:lnTo>
                  <a:pt x="2348" y="11665"/>
                </a:lnTo>
                <a:lnTo>
                  <a:pt x="2935" y="13315"/>
                </a:lnTo>
                <a:lnTo>
                  <a:pt x="3522" y="15003"/>
                </a:lnTo>
                <a:lnTo>
                  <a:pt x="4072" y="16653"/>
                </a:lnTo>
                <a:lnTo>
                  <a:pt x="4293" y="17424"/>
                </a:lnTo>
                <a:lnTo>
                  <a:pt x="4439" y="17827"/>
                </a:lnTo>
                <a:lnTo>
                  <a:pt x="4513" y="18047"/>
                </a:lnTo>
                <a:lnTo>
                  <a:pt x="4623" y="18231"/>
                </a:lnTo>
                <a:lnTo>
                  <a:pt x="4659" y="18451"/>
                </a:lnTo>
                <a:lnTo>
                  <a:pt x="4733" y="18634"/>
                </a:lnTo>
                <a:lnTo>
                  <a:pt x="4806" y="18781"/>
                </a:lnTo>
                <a:lnTo>
                  <a:pt x="4916" y="18928"/>
                </a:lnTo>
                <a:lnTo>
                  <a:pt x="5026" y="19074"/>
                </a:lnTo>
                <a:lnTo>
                  <a:pt x="5173" y="19221"/>
                </a:lnTo>
                <a:lnTo>
                  <a:pt x="5503" y="19404"/>
                </a:lnTo>
                <a:lnTo>
                  <a:pt x="5833" y="19551"/>
                </a:lnTo>
                <a:lnTo>
                  <a:pt x="6237" y="19661"/>
                </a:lnTo>
                <a:lnTo>
                  <a:pt x="6604" y="19698"/>
                </a:lnTo>
                <a:lnTo>
                  <a:pt x="7007" y="19698"/>
                </a:lnTo>
                <a:lnTo>
                  <a:pt x="7484" y="19625"/>
                </a:lnTo>
                <a:lnTo>
                  <a:pt x="7924" y="19515"/>
                </a:lnTo>
                <a:lnTo>
                  <a:pt x="8841" y="19184"/>
                </a:lnTo>
                <a:lnTo>
                  <a:pt x="11079" y="18341"/>
                </a:lnTo>
                <a:lnTo>
                  <a:pt x="13206" y="17570"/>
                </a:lnTo>
                <a:lnTo>
                  <a:pt x="13830" y="17314"/>
                </a:lnTo>
                <a:lnTo>
                  <a:pt x="14417" y="17020"/>
                </a:lnTo>
                <a:lnTo>
                  <a:pt x="14527" y="17020"/>
                </a:lnTo>
                <a:lnTo>
                  <a:pt x="14674" y="16947"/>
                </a:lnTo>
                <a:lnTo>
                  <a:pt x="14710" y="16873"/>
                </a:lnTo>
                <a:lnTo>
                  <a:pt x="14710" y="16837"/>
                </a:lnTo>
                <a:lnTo>
                  <a:pt x="14894" y="16690"/>
                </a:lnTo>
                <a:lnTo>
                  <a:pt x="15187" y="16433"/>
                </a:lnTo>
                <a:lnTo>
                  <a:pt x="15407" y="16103"/>
                </a:lnTo>
                <a:lnTo>
                  <a:pt x="15554" y="15773"/>
                </a:lnTo>
                <a:lnTo>
                  <a:pt x="15701" y="15406"/>
                </a:lnTo>
                <a:lnTo>
                  <a:pt x="15774" y="15039"/>
                </a:lnTo>
                <a:lnTo>
                  <a:pt x="15811" y="14636"/>
                </a:lnTo>
                <a:lnTo>
                  <a:pt x="15847" y="13866"/>
                </a:lnTo>
                <a:lnTo>
                  <a:pt x="15884" y="13829"/>
                </a:lnTo>
                <a:lnTo>
                  <a:pt x="15884" y="13756"/>
                </a:lnTo>
                <a:lnTo>
                  <a:pt x="15847" y="13572"/>
                </a:lnTo>
                <a:lnTo>
                  <a:pt x="15811" y="13389"/>
                </a:lnTo>
                <a:lnTo>
                  <a:pt x="15664" y="13059"/>
                </a:lnTo>
                <a:lnTo>
                  <a:pt x="15334" y="12178"/>
                </a:lnTo>
                <a:lnTo>
                  <a:pt x="14710" y="10564"/>
                </a:lnTo>
                <a:lnTo>
                  <a:pt x="13500" y="7263"/>
                </a:lnTo>
                <a:lnTo>
                  <a:pt x="12326" y="3962"/>
                </a:lnTo>
                <a:lnTo>
                  <a:pt x="11776" y="2311"/>
                </a:lnTo>
                <a:lnTo>
                  <a:pt x="11446" y="1431"/>
                </a:lnTo>
                <a:lnTo>
                  <a:pt x="11372" y="1174"/>
                </a:lnTo>
                <a:lnTo>
                  <a:pt x="11409" y="1027"/>
                </a:lnTo>
                <a:lnTo>
                  <a:pt x="11409" y="917"/>
                </a:lnTo>
                <a:lnTo>
                  <a:pt x="11372" y="770"/>
                </a:lnTo>
                <a:lnTo>
                  <a:pt x="11299" y="624"/>
                </a:lnTo>
                <a:lnTo>
                  <a:pt x="11152" y="403"/>
                </a:lnTo>
                <a:lnTo>
                  <a:pt x="10895" y="220"/>
                </a:lnTo>
                <a:lnTo>
                  <a:pt x="10712" y="110"/>
                </a:lnTo>
                <a:lnTo>
                  <a:pt x="10528" y="37"/>
                </a:lnTo>
                <a:lnTo>
                  <a:pt x="10345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8" name="Google Shape;478;p10"/>
          <p:cNvSpPr/>
          <p:nvPr/>
        </p:nvSpPr>
        <p:spPr>
          <a:xfrm>
            <a:off x="-47165" y="4489284"/>
            <a:ext cx="591013" cy="672893"/>
          </a:xfrm>
          <a:custGeom>
            <a:avLst/>
            <a:gdLst/>
            <a:ahLst/>
            <a:cxnLst/>
            <a:rect l="l" t="t" r="r" b="b"/>
            <a:pathLst>
              <a:path w="15627" h="17792" extrusionOk="0">
                <a:moveTo>
                  <a:pt x="10528" y="1"/>
                </a:moveTo>
                <a:lnTo>
                  <a:pt x="10455" y="37"/>
                </a:lnTo>
                <a:lnTo>
                  <a:pt x="10308" y="221"/>
                </a:lnTo>
                <a:lnTo>
                  <a:pt x="10198" y="441"/>
                </a:lnTo>
                <a:lnTo>
                  <a:pt x="10015" y="881"/>
                </a:lnTo>
                <a:lnTo>
                  <a:pt x="9831" y="1468"/>
                </a:lnTo>
                <a:lnTo>
                  <a:pt x="9685" y="2091"/>
                </a:lnTo>
                <a:lnTo>
                  <a:pt x="9685" y="2201"/>
                </a:lnTo>
                <a:lnTo>
                  <a:pt x="9721" y="2311"/>
                </a:lnTo>
                <a:lnTo>
                  <a:pt x="9795" y="2348"/>
                </a:lnTo>
                <a:lnTo>
                  <a:pt x="9868" y="2385"/>
                </a:lnTo>
                <a:lnTo>
                  <a:pt x="9941" y="2421"/>
                </a:lnTo>
                <a:lnTo>
                  <a:pt x="10051" y="2385"/>
                </a:lnTo>
                <a:lnTo>
                  <a:pt x="10125" y="2311"/>
                </a:lnTo>
                <a:lnTo>
                  <a:pt x="10198" y="2238"/>
                </a:lnTo>
                <a:lnTo>
                  <a:pt x="10235" y="2055"/>
                </a:lnTo>
                <a:lnTo>
                  <a:pt x="10235" y="2018"/>
                </a:lnTo>
                <a:lnTo>
                  <a:pt x="10235" y="1981"/>
                </a:lnTo>
                <a:lnTo>
                  <a:pt x="10455" y="1138"/>
                </a:lnTo>
                <a:lnTo>
                  <a:pt x="10638" y="624"/>
                </a:lnTo>
                <a:lnTo>
                  <a:pt x="10675" y="367"/>
                </a:lnTo>
                <a:lnTo>
                  <a:pt x="10712" y="111"/>
                </a:lnTo>
                <a:lnTo>
                  <a:pt x="10675" y="37"/>
                </a:lnTo>
                <a:lnTo>
                  <a:pt x="10602" y="1"/>
                </a:lnTo>
                <a:close/>
                <a:moveTo>
                  <a:pt x="3559" y="1028"/>
                </a:moveTo>
                <a:lnTo>
                  <a:pt x="3522" y="1064"/>
                </a:lnTo>
                <a:lnTo>
                  <a:pt x="3485" y="1101"/>
                </a:lnTo>
                <a:lnTo>
                  <a:pt x="3485" y="1138"/>
                </a:lnTo>
                <a:lnTo>
                  <a:pt x="3559" y="1321"/>
                </a:lnTo>
                <a:lnTo>
                  <a:pt x="3669" y="1468"/>
                </a:lnTo>
                <a:lnTo>
                  <a:pt x="3889" y="1761"/>
                </a:lnTo>
                <a:lnTo>
                  <a:pt x="4109" y="2055"/>
                </a:lnTo>
                <a:lnTo>
                  <a:pt x="4366" y="2348"/>
                </a:lnTo>
                <a:lnTo>
                  <a:pt x="4476" y="2605"/>
                </a:lnTo>
                <a:lnTo>
                  <a:pt x="4586" y="2862"/>
                </a:lnTo>
                <a:lnTo>
                  <a:pt x="4696" y="2972"/>
                </a:lnTo>
                <a:lnTo>
                  <a:pt x="4769" y="3045"/>
                </a:lnTo>
                <a:lnTo>
                  <a:pt x="4916" y="3082"/>
                </a:lnTo>
                <a:lnTo>
                  <a:pt x="5063" y="3082"/>
                </a:lnTo>
                <a:lnTo>
                  <a:pt x="5136" y="3045"/>
                </a:lnTo>
                <a:lnTo>
                  <a:pt x="5209" y="3008"/>
                </a:lnTo>
                <a:lnTo>
                  <a:pt x="5246" y="2935"/>
                </a:lnTo>
                <a:lnTo>
                  <a:pt x="5246" y="2862"/>
                </a:lnTo>
                <a:lnTo>
                  <a:pt x="5209" y="2715"/>
                </a:lnTo>
                <a:lnTo>
                  <a:pt x="5173" y="2642"/>
                </a:lnTo>
                <a:lnTo>
                  <a:pt x="5099" y="2605"/>
                </a:lnTo>
                <a:lnTo>
                  <a:pt x="4989" y="2605"/>
                </a:lnTo>
                <a:lnTo>
                  <a:pt x="4989" y="2568"/>
                </a:lnTo>
                <a:lnTo>
                  <a:pt x="4989" y="2495"/>
                </a:lnTo>
                <a:lnTo>
                  <a:pt x="4953" y="2385"/>
                </a:lnTo>
                <a:lnTo>
                  <a:pt x="4806" y="2128"/>
                </a:lnTo>
                <a:lnTo>
                  <a:pt x="4623" y="1871"/>
                </a:lnTo>
                <a:lnTo>
                  <a:pt x="4402" y="1615"/>
                </a:lnTo>
                <a:lnTo>
                  <a:pt x="4146" y="1394"/>
                </a:lnTo>
                <a:lnTo>
                  <a:pt x="3889" y="1174"/>
                </a:lnTo>
                <a:lnTo>
                  <a:pt x="3595" y="1028"/>
                </a:lnTo>
                <a:close/>
                <a:moveTo>
                  <a:pt x="15334" y="3999"/>
                </a:moveTo>
                <a:lnTo>
                  <a:pt x="15260" y="4035"/>
                </a:lnTo>
                <a:lnTo>
                  <a:pt x="15187" y="4109"/>
                </a:lnTo>
                <a:lnTo>
                  <a:pt x="15077" y="4182"/>
                </a:lnTo>
                <a:lnTo>
                  <a:pt x="14967" y="4256"/>
                </a:lnTo>
                <a:lnTo>
                  <a:pt x="14820" y="4329"/>
                </a:lnTo>
                <a:lnTo>
                  <a:pt x="14673" y="4329"/>
                </a:lnTo>
                <a:lnTo>
                  <a:pt x="14527" y="4402"/>
                </a:lnTo>
                <a:lnTo>
                  <a:pt x="14490" y="4439"/>
                </a:lnTo>
                <a:lnTo>
                  <a:pt x="14453" y="4549"/>
                </a:lnTo>
                <a:lnTo>
                  <a:pt x="14417" y="4586"/>
                </a:lnTo>
                <a:lnTo>
                  <a:pt x="14380" y="4622"/>
                </a:lnTo>
                <a:lnTo>
                  <a:pt x="14233" y="4732"/>
                </a:lnTo>
                <a:lnTo>
                  <a:pt x="13940" y="4842"/>
                </a:lnTo>
                <a:lnTo>
                  <a:pt x="13720" y="4989"/>
                </a:lnTo>
                <a:lnTo>
                  <a:pt x="13536" y="5173"/>
                </a:lnTo>
                <a:lnTo>
                  <a:pt x="13499" y="5246"/>
                </a:lnTo>
                <a:lnTo>
                  <a:pt x="13499" y="5319"/>
                </a:lnTo>
                <a:lnTo>
                  <a:pt x="13573" y="5356"/>
                </a:lnTo>
                <a:lnTo>
                  <a:pt x="13830" y="5356"/>
                </a:lnTo>
                <a:lnTo>
                  <a:pt x="14013" y="5319"/>
                </a:lnTo>
                <a:lnTo>
                  <a:pt x="14380" y="5173"/>
                </a:lnTo>
                <a:lnTo>
                  <a:pt x="14673" y="5026"/>
                </a:lnTo>
                <a:lnTo>
                  <a:pt x="14783" y="4953"/>
                </a:lnTo>
                <a:lnTo>
                  <a:pt x="14857" y="4806"/>
                </a:lnTo>
                <a:lnTo>
                  <a:pt x="15077" y="4769"/>
                </a:lnTo>
                <a:lnTo>
                  <a:pt x="15260" y="4659"/>
                </a:lnTo>
                <a:lnTo>
                  <a:pt x="15370" y="4696"/>
                </a:lnTo>
                <a:lnTo>
                  <a:pt x="15444" y="4696"/>
                </a:lnTo>
                <a:lnTo>
                  <a:pt x="15554" y="4622"/>
                </a:lnTo>
                <a:lnTo>
                  <a:pt x="15627" y="4549"/>
                </a:lnTo>
                <a:lnTo>
                  <a:pt x="15627" y="4476"/>
                </a:lnTo>
                <a:lnTo>
                  <a:pt x="15590" y="4366"/>
                </a:lnTo>
                <a:lnTo>
                  <a:pt x="15627" y="4329"/>
                </a:lnTo>
                <a:lnTo>
                  <a:pt x="15627" y="4256"/>
                </a:lnTo>
                <a:lnTo>
                  <a:pt x="15590" y="4182"/>
                </a:lnTo>
                <a:lnTo>
                  <a:pt x="15554" y="4109"/>
                </a:lnTo>
                <a:lnTo>
                  <a:pt x="15480" y="4035"/>
                </a:lnTo>
                <a:lnTo>
                  <a:pt x="15407" y="4035"/>
                </a:lnTo>
                <a:lnTo>
                  <a:pt x="15334" y="3999"/>
                </a:lnTo>
                <a:close/>
                <a:moveTo>
                  <a:pt x="2238" y="7447"/>
                </a:moveTo>
                <a:lnTo>
                  <a:pt x="2128" y="7484"/>
                </a:lnTo>
                <a:lnTo>
                  <a:pt x="1064" y="7960"/>
                </a:lnTo>
                <a:lnTo>
                  <a:pt x="477" y="8217"/>
                </a:lnTo>
                <a:lnTo>
                  <a:pt x="257" y="8364"/>
                </a:lnTo>
                <a:lnTo>
                  <a:pt x="147" y="8474"/>
                </a:lnTo>
                <a:lnTo>
                  <a:pt x="111" y="8437"/>
                </a:lnTo>
                <a:lnTo>
                  <a:pt x="74" y="8437"/>
                </a:lnTo>
                <a:lnTo>
                  <a:pt x="1" y="8511"/>
                </a:lnTo>
                <a:lnTo>
                  <a:pt x="1" y="8584"/>
                </a:lnTo>
                <a:lnTo>
                  <a:pt x="37" y="8621"/>
                </a:lnTo>
                <a:lnTo>
                  <a:pt x="111" y="8694"/>
                </a:lnTo>
                <a:lnTo>
                  <a:pt x="221" y="8731"/>
                </a:lnTo>
                <a:lnTo>
                  <a:pt x="367" y="8694"/>
                </a:lnTo>
                <a:lnTo>
                  <a:pt x="514" y="8657"/>
                </a:lnTo>
                <a:lnTo>
                  <a:pt x="808" y="8547"/>
                </a:lnTo>
                <a:lnTo>
                  <a:pt x="1028" y="8474"/>
                </a:lnTo>
                <a:lnTo>
                  <a:pt x="2385" y="7887"/>
                </a:lnTo>
                <a:lnTo>
                  <a:pt x="2458" y="7850"/>
                </a:lnTo>
                <a:lnTo>
                  <a:pt x="2532" y="7777"/>
                </a:lnTo>
                <a:lnTo>
                  <a:pt x="2532" y="7667"/>
                </a:lnTo>
                <a:lnTo>
                  <a:pt x="2495" y="7594"/>
                </a:lnTo>
                <a:lnTo>
                  <a:pt x="2422" y="7520"/>
                </a:lnTo>
                <a:lnTo>
                  <a:pt x="2348" y="7484"/>
                </a:lnTo>
                <a:lnTo>
                  <a:pt x="2238" y="7447"/>
                </a:lnTo>
                <a:close/>
                <a:moveTo>
                  <a:pt x="6677" y="7814"/>
                </a:moveTo>
                <a:lnTo>
                  <a:pt x="6603" y="7887"/>
                </a:lnTo>
                <a:lnTo>
                  <a:pt x="6603" y="7960"/>
                </a:lnTo>
                <a:lnTo>
                  <a:pt x="6603" y="8070"/>
                </a:lnTo>
                <a:lnTo>
                  <a:pt x="6933" y="8474"/>
                </a:lnTo>
                <a:lnTo>
                  <a:pt x="7044" y="8694"/>
                </a:lnTo>
                <a:lnTo>
                  <a:pt x="7154" y="8914"/>
                </a:lnTo>
                <a:lnTo>
                  <a:pt x="7227" y="8951"/>
                </a:lnTo>
                <a:lnTo>
                  <a:pt x="7264" y="8987"/>
                </a:lnTo>
                <a:lnTo>
                  <a:pt x="7410" y="8987"/>
                </a:lnTo>
                <a:lnTo>
                  <a:pt x="7594" y="8877"/>
                </a:lnTo>
                <a:lnTo>
                  <a:pt x="7777" y="8767"/>
                </a:lnTo>
                <a:lnTo>
                  <a:pt x="7924" y="8621"/>
                </a:lnTo>
                <a:lnTo>
                  <a:pt x="7924" y="8657"/>
                </a:lnTo>
                <a:lnTo>
                  <a:pt x="7997" y="8767"/>
                </a:lnTo>
                <a:lnTo>
                  <a:pt x="8071" y="8877"/>
                </a:lnTo>
                <a:lnTo>
                  <a:pt x="8181" y="8951"/>
                </a:lnTo>
                <a:lnTo>
                  <a:pt x="8327" y="9024"/>
                </a:lnTo>
                <a:lnTo>
                  <a:pt x="8584" y="9061"/>
                </a:lnTo>
                <a:lnTo>
                  <a:pt x="8768" y="9061"/>
                </a:lnTo>
                <a:lnTo>
                  <a:pt x="8951" y="8987"/>
                </a:lnTo>
                <a:lnTo>
                  <a:pt x="9281" y="8841"/>
                </a:lnTo>
                <a:lnTo>
                  <a:pt x="9611" y="8657"/>
                </a:lnTo>
                <a:lnTo>
                  <a:pt x="9721" y="8547"/>
                </a:lnTo>
                <a:lnTo>
                  <a:pt x="9758" y="8474"/>
                </a:lnTo>
                <a:lnTo>
                  <a:pt x="9758" y="8364"/>
                </a:lnTo>
                <a:lnTo>
                  <a:pt x="9685" y="8254"/>
                </a:lnTo>
                <a:lnTo>
                  <a:pt x="9648" y="8217"/>
                </a:lnTo>
                <a:lnTo>
                  <a:pt x="9464" y="8217"/>
                </a:lnTo>
                <a:lnTo>
                  <a:pt x="9428" y="8291"/>
                </a:lnTo>
                <a:lnTo>
                  <a:pt x="9244" y="8437"/>
                </a:lnTo>
                <a:lnTo>
                  <a:pt x="8988" y="8547"/>
                </a:lnTo>
                <a:lnTo>
                  <a:pt x="8768" y="8621"/>
                </a:lnTo>
                <a:lnTo>
                  <a:pt x="8584" y="8657"/>
                </a:lnTo>
                <a:lnTo>
                  <a:pt x="8474" y="8657"/>
                </a:lnTo>
                <a:lnTo>
                  <a:pt x="8401" y="8621"/>
                </a:lnTo>
                <a:lnTo>
                  <a:pt x="8364" y="8584"/>
                </a:lnTo>
                <a:lnTo>
                  <a:pt x="8327" y="8547"/>
                </a:lnTo>
                <a:lnTo>
                  <a:pt x="8254" y="8254"/>
                </a:lnTo>
                <a:lnTo>
                  <a:pt x="8181" y="8144"/>
                </a:lnTo>
                <a:lnTo>
                  <a:pt x="8071" y="8107"/>
                </a:lnTo>
                <a:lnTo>
                  <a:pt x="7961" y="8107"/>
                </a:lnTo>
                <a:lnTo>
                  <a:pt x="7887" y="8144"/>
                </a:lnTo>
                <a:lnTo>
                  <a:pt x="7740" y="8254"/>
                </a:lnTo>
                <a:lnTo>
                  <a:pt x="7630" y="8401"/>
                </a:lnTo>
                <a:lnTo>
                  <a:pt x="7410" y="8547"/>
                </a:lnTo>
                <a:lnTo>
                  <a:pt x="7264" y="8364"/>
                </a:lnTo>
                <a:lnTo>
                  <a:pt x="7117" y="8180"/>
                </a:lnTo>
                <a:lnTo>
                  <a:pt x="6970" y="7997"/>
                </a:lnTo>
                <a:lnTo>
                  <a:pt x="6787" y="7850"/>
                </a:lnTo>
                <a:lnTo>
                  <a:pt x="6713" y="7814"/>
                </a:lnTo>
                <a:close/>
                <a:moveTo>
                  <a:pt x="12876" y="11005"/>
                </a:moveTo>
                <a:lnTo>
                  <a:pt x="12803" y="11042"/>
                </a:lnTo>
                <a:lnTo>
                  <a:pt x="12766" y="11078"/>
                </a:lnTo>
                <a:lnTo>
                  <a:pt x="12766" y="11152"/>
                </a:lnTo>
                <a:lnTo>
                  <a:pt x="12729" y="11225"/>
                </a:lnTo>
                <a:lnTo>
                  <a:pt x="12766" y="11298"/>
                </a:lnTo>
                <a:lnTo>
                  <a:pt x="12986" y="11702"/>
                </a:lnTo>
                <a:lnTo>
                  <a:pt x="13279" y="12069"/>
                </a:lnTo>
                <a:lnTo>
                  <a:pt x="13499" y="12399"/>
                </a:lnTo>
                <a:lnTo>
                  <a:pt x="13646" y="12509"/>
                </a:lnTo>
                <a:lnTo>
                  <a:pt x="13830" y="12619"/>
                </a:lnTo>
                <a:lnTo>
                  <a:pt x="13976" y="12619"/>
                </a:lnTo>
                <a:lnTo>
                  <a:pt x="14013" y="12582"/>
                </a:lnTo>
                <a:lnTo>
                  <a:pt x="14086" y="12546"/>
                </a:lnTo>
                <a:lnTo>
                  <a:pt x="14160" y="12436"/>
                </a:lnTo>
                <a:lnTo>
                  <a:pt x="14160" y="12325"/>
                </a:lnTo>
                <a:lnTo>
                  <a:pt x="14160" y="12252"/>
                </a:lnTo>
                <a:lnTo>
                  <a:pt x="14123" y="12142"/>
                </a:lnTo>
                <a:lnTo>
                  <a:pt x="14086" y="12069"/>
                </a:lnTo>
                <a:lnTo>
                  <a:pt x="14050" y="12032"/>
                </a:lnTo>
                <a:lnTo>
                  <a:pt x="13903" y="12032"/>
                </a:lnTo>
                <a:lnTo>
                  <a:pt x="13830" y="11885"/>
                </a:lnTo>
                <a:lnTo>
                  <a:pt x="13573" y="11592"/>
                </a:lnTo>
                <a:lnTo>
                  <a:pt x="13316" y="11298"/>
                </a:lnTo>
                <a:lnTo>
                  <a:pt x="13059" y="11042"/>
                </a:lnTo>
                <a:lnTo>
                  <a:pt x="13023" y="11005"/>
                </a:lnTo>
                <a:close/>
                <a:moveTo>
                  <a:pt x="8181" y="3192"/>
                </a:moveTo>
                <a:lnTo>
                  <a:pt x="8511" y="3228"/>
                </a:lnTo>
                <a:lnTo>
                  <a:pt x="8878" y="3265"/>
                </a:lnTo>
                <a:lnTo>
                  <a:pt x="9208" y="3339"/>
                </a:lnTo>
                <a:lnTo>
                  <a:pt x="9538" y="3412"/>
                </a:lnTo>
                <a:lnTo>
                  <a:pt x="9868" y="3522"/>
                </a:lnTo>
                <a:lnTo>
                  <a:pt x="10198" y="3669"/>
                </a:lnTo>
                <a:lnTo>
                  <a:pt x="10528" y="3852"/>
                </a:lnTo>
                <a:lnTo>
                  <a:pt x="10822" y="4035"/>
                </a:lnTo>
                <a:lnTo>
                  <a:pt x="11078" y="4256"/>
                </a:lnTo>
                <a:lnTo>
                  <a:pt x="11335" y="4476"/>
                </a:lnTo>
                <a:lnTo>
                  <a:pt x="11592" y="4732"/>
                </a:lnTo>
                <a:lnTo>
                  <a:pt x="11812" y="4989"/>
                </a:lnTo>
                <a:lnTo>
                  <a:pt x="11996" y="5319"/>
                </a:lnTo>
                <a:lnTo>
                  <a:pt x="12142" y="5576"/>
                </a:lnTo>
                <a:lnTo>
                  <a:pt x="12252" y="5870"/>
                </a:lnTo>
                <a:lnTo>
                  <a:pt x="12362" y="6200"/>
                </a:lnTo>
                <a:lnTo>
                  <a:pt x="12436" y="6530"/>
                </a:lnTo>
                <a:lnTo>
                  <a:pt x="12509" y="6823"/>
                </a:lnTo>
                <a:lnTo>
                  <a:pt x="12509" y="7153"/>
                </a:lnTo>
                <a:lnTo>
                  <a:pt x="12509" y="7484"/>
                </a:lnTo>
                <a:lnTo>
                  <a:pt x="12472" y="7814"/>
                </a:lnTo>
                <a:lnTo>
                  <a:pt x="12399" y="8144"/>
                </a:lnTo>
                <a:lnTo>
                  <a:pt x="12289" y="8511"/>
                </a:lnTo>
                <a:lnTo>
                  <a:pt x="12142" y="8804"/>
                </a:lnTo>
                <a:lnTo>
                  <a:pt x="11996" y="9134"/>
                </a:lnTo>
                <a:lnTo>
                  <a:pt x="11812" y="9428"/>
                </a:lnTo>
                <a:lnTo>
                  <a:pt x="11592" y="9721"/>
                </a:lnTo>
                <a:lnTo>
                  <a:pt x="11115" y="10271"/>
                </a:lnTo>
                <a:lnTo>
                  <a:pt x="10345" y="11115"/>
                </a:lnTo>
                <a:lnTo>
                  <a:pt x="9941" y="11555"/>
                </a:lnTo>
                <a:lnTo>
                  <a:pt x="9575" y="12032"/>
                </a:lnTo>
                <a:lnTo>
                  <a:pt x="9281" y="12509"/>
                </a:lnTo>
                <a:lnTo>
                  <a:pt x="8988" y="13022"/>
                </a:lnTo>
                <a:lnTo>
                  <a:pt x="8914" y="13279"/>
                </a:lnTo>
                <a:lnTo>
                  <a:pt x="8804" y="13573"/>
                </a:lnTo>
                <a:lnTo>
                  <a:pt x="8768" y="13829"/>
                </a:lnTo>
                <a:lnTo>
                  <a:pt x="8731" y="14123"/>
                </a:lnTo>
                <a:lnTo>
                  <a:pt x="8217" y="14013"/>
                </a:lnTo>
                <a:lnTo>
                  <a:pt x="7704" y="13939"/>
                </a:lnTo>
                <a:lnTo>
                  <a:pt x="8584" y="11665"/>
                </a:lnTo>
                <a:lnTo>
                  <a:pt x="9061" y="10418"/>
                </a:lnTo>
                <a:lnTo>
                  <a:pt x="9318" y="9831"/>
                </a:lnTo>
                <a:lnTo>
                  <a:pt x="9391" y="9538"/>
                </a:lnTo>
                <a:lnTo>
                  <a:pt x="9391" y="9391"/>
                </a:lnTo>
                <a:lnTo>
                  <a:pt x="9354" y="9244"/>
                </a:lnTo>
                <a:lnTo>
                  <a:pt x="9318" y="9208"/>
                </a:lnTo>
                <a:lnTo>
                  <a:pt x="9281" y="9208"/>
                </a:lnTo>
                <a:lnTo>
                  <a:pt x="9171" y="9281"/>
                </a:lnTo>
                <a:lnTo>
                  <a:pt x="9098" y="9391"/>
                </a:lnTo>
                <a:lnTo>
                  <a:pt x="8988" y="9611"/>
                </a:lnTo>
                <a:lnTo>
                  <a:pt x="8768" y="10088"/>
                </a:lnTo>
                <a:lnTo>
                  <a:pt x="8217" y="11445"/>
                </a:lnTo>
                <a:lnTo>
                  <a:pt x="7337" y="13719"/>
                </a:lnTo>
                <a:lnTo>
                  <a:pt x="7227" y="13903"/>
                </a:lnTo>
                <a:lnTo>
                  <a:pt x="6970" y="13829"/>
                </a:lnTo>
                <a:lnTo>
                  <a:pt x="6420" y="13683"/>
                </a:lnTo>
                <a:lnTo>
                  <a:pt x="6420" y="13646"/>
                </a:lnTo>
                <a:lnTo>
                  <a:pt x="6493" y="13389"/>
                </a:lnTo>
                <a:lnTo>
                  <a:pt x="6530" y="13096"/>
                </a:lnTo>
                <a:lnTo>
                  <a:pt x="6530" y="12546"/>
                </a:lnTo>
                <a:lnTo>
                  <a:pt x="6603" y="11372"/>
                </a:lnTo>
                <a:lnTo>
                  <a:pt x="6677" y="10125"/>
                </a:lnTo>
                <a:lnTo>
                  <a:pt x="6713" y="9501"/>
                </a:lnTo>
                <a:lnTo>
                  <a:pt x="6677" y="8877"/>
                </a:lnTo>
                <a:lnTo>
                  <a:pt x="6677" y="8804"/>
                </a:lnTo>
                <a:lnTo>
                  <a:pt x="6640" y="8767"/>
                </a:lnTo>
                <a:lnTo>
                  <a:pt x="6530" y="8694"/>
                </a:lnTo>
                <a:lnTo>
                  <a:pt x="6420" y="8731"/>
                </a:lnTo>
                <a:lnTo>
                  <a:pt x="6383" y="8767"/>
                </a:lnTo>
                <a:lnTo>
                  <a:pt x="6347" y="8841"/>
                </a:lnTo>
                <a:lnTo>
                  <a:pt x="6273" y="9391"/>
                </a:lnTo>
                <a:lnTo>
                  <a:pt x="6237" y="9978"/>
                </a:lnTo>
                <a:lnTo>
                  <a:pt x="6200" y="11115"/>
                </a:lnTo>
                <a:lnTo>
                  <a:pt x="6090" y="12289"/>
                </a:lnTo>
                <a:lnTo>
                  <a:pt x="6016" y="12912"/>
                </a:lnTo>
                <a:lnTo>
                  <a:pt x="6016" y="13206"/>
                </a:lnTo>
                <a:lnTo>
                  <a:pt x="6016" y="13536"/>
                </a:lnTo>
                <a:lnTo>
                  <a:pt x="5540" y="13353"/>
                </a:lnTo>
                <a:lnTo>
                  <a:pt x="5099" y="13206"/>
                </a:lnTo>
                <a:lnTo>
                  <a:pt x="4623" y="13132"/>
                </a:lnTo>
                <a:lnTo>
                  <a:pt x="4182" y="13132"/>
                </a:lnTo>
                <a:lnTo>
                  <a:pt x="4329" y="12876"/>
                </a:lnTo>
                <a:lnTo>
                  <a:pt x="4439" y="12619"/>
                </a:lnTo>
                <a:lnTo>
                  <a:pt x="4549" y="12362"/>
                </a:lnTo>
                <a:lnTo>
                  <a:pt x="4623" y="12069"/>
                </a:lnTo>
                <a:lnTo>
                  <a:pt x="4696" y="11482"/>
                </a:lnTo>
                <a:lnTo>
                  <a:pt x="4696" y="10895"/>
                </a:lnTo>
                <a:lnTo>
                  <a:pt x="4623" y="10161"/>
                </a:lnTo>
                <a:lnTo>
                  <a:pt x="4512" y="9428"/>
                </a:lnTo>
                <a:lnTo>
                  <a:pt x="4366" y="8694"/>
                </a:lnTo>
                <a:lnTo>
                  <a:pt x="4219" y="7960"/>
                </a:lnTo>
                <a:lnTo>
                  <a:pt x="4182" y="7594"/>
                </a:lnTo>
                <a:lnTo>
                  <a:pt x="4182" y="7190"/>
                </a:lnTo>
                <a:lnTo>
                  <a:pt x="4182" y="6823"/>
                </a:lnTo>
                <a:lnTo>
                  <a:pt x="4219" y="6456"/>
                </a:lnTo>
                <a:lnTo>
                  <a:pt x="4292" y="6090"/>
                </a:lnTo>
                <a:lnTo>
                  <a:pt x="4439" y="5760"/>
                </a:lnTo>
                <a:lnTo>
                  <a:pt x="4586" y="5429"/>
                </a:lnTo>
                <a:lnTo>
                  <a:pt x="4769" y="5063"/>
                </a:lnTo>
                <a:lnTo>
                  <a:pt x="5026" y="4769"/>
                </a:lnTo>
                <a:lnTo>
                  <a:pt x="5246" y="4476"/>
                </a:lnTo>
                <a:lnTo>
                  <a:pt x="5503" y="4219"/>
                </a:lnTo>
                <a:lnTo>
                  <a:pt x="5796" y="3999"/>
                </a:lnTo>
                <a:lnTo>
                  <a:pt x="6090" y="3779"/>
                </a:lnTo>
                <a:lnTo>
                  <a:pt x="6420" y="3595"/>
                </a:lnTo>
                <a:lnTo>
                  <a:pt x="6787" y="3449"/>
                </a:lnTo>
                <a:lnTo>
                  <a:pt x="7117" y="3339"/>
                </a:lnTo>
                <a:lnTo>
                  <a:pt x="7484" y="3265"/>
                </a:lnTo>
                <a:lnTo>
                  <a:pt x="7814" y="3228"/>
                </a:lnTo>
                <a:lnTo>
                  <a:pt x="8181" y="3192"/>
                </a:lnTo>
                <a:close/>
                <a:moveTo>
                  <a:pt x="3962" y="13426"/>
                </a:moveTo>
                <a:lnTo>
                  <a:pt x="4623" y="13536"/>
                </a:lnTo>
                <a:lnTo>
                  <a:pt x="5246" y="13719"/>
                </a:lnTo>
                <a:lnTo>
                  <a:pt x="5943" y="13939"/>
                </a:lnTo>
                <a:lnTo>
                  <a:pt x="6603" y="14196"/>
                </a:lnTo>
                <a:lnTo>
                  <a:pt x="6860" y="14270"/>
                </a:lnTo>
                <a:lnTo>
                  <a:pt x="7154" y="14306"/>
                </a:lnTo>
                <a:lnTo>
                  <a:pt x="7704" y="14380"/>
                </a:lnTo>
                <a:lnTo>
                  <a:pt x="8217" y="14490"/>
                </a:lnTo>
                <a:lnTo>
                  <a:pt x="8474" y="14563"/>
                </a:lnTo>
                <a:lnTo>
                  <a:pt x="8731" y="14636"/>
                </a:lnTo>
                <a:lnTo>
                  <a:pt x="8768" y="14783"/>
                </a:lnTo>
                <a:lnTo>
                  <a:pt x="8841" y="14857"/>
                </a:lnTo>
                <a:lnTo>
                  <a:pt x="8951" y="14893"/>
                </a:lnTo>
                <a:lnTo>
                  <a:pt x="9061" y="14893"/>
                </a:lnTo>
                <a:lnTo>
                  <a:pt x="9061" y="15003"/>
                </a:lnTo>
                <a:lnTo>
                  <a:pt x="9024" y="15150"/>
                </a:lnTo>
                <a:lnTo>
                  <a:pt x="8914" y="15223"/>
                </a:lnTo>
                <a:lnTo>
                  <a:pt x="8768" y="15333"/>
                </a:lnTo>
                <a:lnTo>
                  <a:pt x="8034" y="15040"/>
                </a:lnTo>
                <a:lnTo>
                  <a:pt x="6383" y="14490"/>
                </a:lnTo>
                <a:lnTo>
                  <a:pt x="5576" y="14270"/>
                </a:lnTo>
                <a:lnTo>
                  <a:pt x="4769" y="14086"/>
                </a:lnTo>
                <a:lnTo>
                  <a:pt x="4292" y="14013"/>
                </a:lnTo>
                <a:lnTo>
                  <a:pt x="4072" y="14013"/>
                </a:lnTo>
                <a:lnTo>
                  <a:pt x="3852" y="14050"/>
                </a:lnTo>
                <a:lnTo>
                  <a:pt x="3742" y="14013"/>
                </a:lnTo>
                <a:lnTo>
                  <a:pt x="3669" y="13939"/>
                </a:lnTo>
                <a:lnTo>
                  <a:pt x="3632" y="13829"/>
                </a:lnTo>
                <a:lnTo>
                  <a:pt x="3632" y="13719"/>
                </a:lnTo>
                <a:lnTo>
                  <a:pt x="3632" y="13609"/>
                </a:lnTo>
                <a:lnTo>
                  <a:pt x="3705" y="13536"/>
                </a:lnTo>
                <a:lnTo>
                  <a:pt x="3816" y="13463"/>
                </a:lnTo>
                <a:lnTo>
                  <a:pt x="3926" y="13426"/>
                </a:lnTo>
                <a:close/>
                <a:moveTo>
                  <a:pt x="4256" y="15737"/>
                </a:moveTo>
                <a:lnTo>
                  <a:pt x="4696" y="15847"/>
                </a:lnTo>
                <a:lnTo>
                  <a:pt x="4476" y="16067"/>
                </a:lnTo>
                <a:lnTo>
                  <a:pt x="4292" y="16287"/>
                </a:lnTo>
                <a:lnTo>
                  <a:pt x="4292" y="16250"/>
                </a:lnTo>
                <a:lnTo>
                  <a:pt x="4256" y="16140"/>
                </a:lnTo>
                <a:lnTo>
                  <a:pt x="4256" y="15994"/>
                </a:lnTo>
                <a:lnTo>
                  <a:pt x="4256" y="15737"/>
                </a:lnTo>
                <a:close/>
                <a:moveTo>
                  <a:pt x="4843" y="15920"/>
                </a:moveTo>
                <a:lnTo>
                  <a:pt x="4989" y="15957"/>
                </a:lnTo>
                <a:lnTo>
                  <a:pt x="5136" y="15994"/>
                </a:lnTo>
                <a:lnTo>
                  <a:pt x="4879" y="16140"/>
                </a:lnTo>
                <a:lnTo>
                  <a:pt x="4623" y="16360"/>
                </a:lnTo>
                <a:lnTo>
                  <a:pt x="4623" y="16360"/>
                </a:lnTo>
                <a:lnTo>
                  <a:pt x="4733" y="16140"/>
                </a:lnTo>
                <a:lnTo>
                  <a:pt x="4843" y="15920"/>
                </a:lnTo>
                <a:close/>
                <a:moveTo>
                  <a:pt x="4146" y="14453"/>
                </a:moveTo>
                <a:lnTo>
                  <a:pt x="4659" y="14490"/>
                </a:lnTo>
                <a:lnTo>
                  <a:pt x="5356" y="14673"/>
                </a:lnTo>
                <a:lnTo>
                  <a:pt x="6053" y="14857"/>
                </a:lnTo>
                <a:lnTo>
                  <a:pt x="7410" y="15333"/>
                </a:lnTo>
                <a:lnTo>
                  <a:pt x="8034" y="15553"/>
                </a:lnTo>
                <a:lnTo>
                  <a:pt x="8401" y="15663"/>
                </a:lnTo>
                <a:lnTo>
                  <a:pt x="8694" y="15774"/>
                </a:lnTo>
                <a:lnTo>
                  <a:pt x="8731" y="15847"/>
                </a:lnTo>
                <a:lnTo>
                  <a:pt x="8768" y="15884"/>
                </a:lnTo>
                <a:lnTo>
                  <a:pt x="8841" y="15957"/>
                </a:lnTo>
                <a:lnTo>
                  <a:pt x="8951" y="15957"/>
                </a:lnTo>
                <a:lnTo>
                  <a:pt x="8914" y="16067"/>
                </a:lnTo>
                <a:lnTo>
                  <a:pt x="8841" y="16214"/>
                </a:lnTo>
                <a:lnTo>
                  <a:pt x="8694" y="16397"/>
                </a:lnTo>
                <a:lnTo>
                  <a:pt x="8547" y="16507"/>
                </a:lnTo>
                <a:lnTo>
                  <a:pt x="8401" y="16581"/>
                </a:lnTo>
                <a:lnTo>
                  <a:pt x="7227" y="16140"/>
                </a:lnTo>
                <a:lnTo>
                  <a:pt x="6016" y="15774"/>
                </a:lnTo>
                <a:lnTo>
                  <a:pt x="4733" y="15370"/>
                </a:lnTo>
                <a:lnTo>
                  <a:pt x="4072" y="15223"/>
                </a:lnTo>
                <a:lnTo>
                  <a:pt x="3449" y="15113"/>
                </a:lnTo>
                <a:lnTo>
                  <a:pt x="3449" y="15040"/>
                </a:lnTo>
                <a:lnTo>
                  <a:pt x="3449" y="14857"/>
                </a:lnTo>
                <a:lnTo>
                  <a:pt x="3522" y="14673"/>
                </a:lnTo>
                <a:lnTo>
                  <a:pt x="3632" y="14563"/>
                </a:lnTo>
                <a:lnTo>
                  <a:pt x="3705" y="14490"/>
                </a:lnTo>
                <a:lnTo>
                  <a:pt x="3926" y="14490"/>
                </a:lnTo>
                <a:lnTo>
                  <a:pt x="3962" y="14526"/>
                </a:lnTo>
                <a:lnTo>
                  <a:pt x="3999" y="14526"/>
                </a:lnTo>
                <a:lnTo>
                  <a:pt x="4036" y="14490"/>
                </a:lnTo>
                <a:lnTo>
                  <a:pt x="4146" y="14453"/>
                </a:lnTo>
                <a:close/>
                <a:moveTo>
                  <a:pt x="5503" y="16067"/>
                </a:moveTo>
                <a:lnTo>
                  <a:pt x="5723" y="16140"/>
                </a:lnTo>
                <a:lnTo>
                  <a:pt x="5503" y="16287"/>
                </a:lnTo>
                <a:lnTo>
                  <a:pt x="5246" y="16434"/>
                </a:lnTo>
                <a:lnTo>
                  <a:pt x="5026" y="16617"/>
                </a:lnTo>
                <a:lnTo>
                  <a:pt x="4843" y="16837"/>
                </a:lnTo>
                <a:lnTo>
                  <a:pt x="4659" y="16764"/>
                </a:lnTo>
                <a:lnTo>
                  <a:pt x="4733" y="16691"/>
                </a:lnTo>
                <a:lnTo>
                  <a:pt x="5503" y="16067"/>
                </a:lnTo>
                <a:close/>
                <a:moveTo>
                  <a:pt x="5980" y="16214"/>
                </a:moveTo>
                <a:lnTo>
                  <a:pt x="6200" y="16287"/>
                </a:lnTo>
                <a:lnTo>
                  <a:pt x="6200" y="16324"/>
                </a:lnTo>
                <a:lnTo>
                  <a:pt x="5943" y="16434"/>
                </a:lnTo>
                <a:lnTo>
                  <a:pt x="5723" y="16581"/>
                </a:lnTo>
                <a:lnTo>
                  <a:pt x="5540" y="16727"/>
                </a:lnTo>
                <a:lnTo>
                  <a:pt x="5393" y="16947"/>
                </a:lnTo>
                <a:lnTo>
                  <a:pt x="5246" y="16911"/>
                </a:lnTo>
                <a:lnTo>
                  <a:pt x="5613" y="16544"/>
                </a:lnTo>
                <a:lnTo>
                  <a:pt x="5980" y="16214"/>
                </a:lnTo>
                <a:close/>
                <a:moveTo>
                  <a:pt x="6383" y="16360"/>
                </a:moveTo>
                <a:lnTo>
                  <a:pt x="6897" y="16544"/>
                </a:lnTo>
                <a:lnTo>
                  <a:pt x="6420" y="16801"/>
                </a:lnTo>
                <a:lnTo>
                  <a:pt x="6200" y="16947"/>
                </a:lnTo>
                <a:lnTo>
                  <a:pt x="5980" y="17131"/>
                </a:lnTo>
                <a:lnTo>
                  <a:pt x="5796" y="17057"/>
                </a:lnTo>
                <a:lnTo>
                  <a:pt x="5833" y="16984"/>
                </a:lnTo>
                <a:lnTo>
                  <a:pt x="5833" y="16911"/>
                </a:lnTo>
                <a:lnTo>
                  <a:pt x="5833" y="16874"/>
                </a:lnTo>
                <a:lnTo>
                  <a:pt x="6090" y="16617"/>
                </a:lnTo>
                <a:lnTo>
                  <a:pt x="6383" y="16397"/>
                </a:lnTo>
                <a:lnTo>
                  <a:pt x="6383" y="16360"/>
                </a:lnTo>
                <a:close/>
                <a:moveTo>
                  <a:pt x="7080" y="16581"/>
                </a:moveTo>
                <a:lnTo>
                  <a:pt x="7410" y="16691"/>
                </a:lnTo>
                <a:lnTo>
                  <a:pt x="7154" y="16911"/>
                </a:lnTo>
                <a:lnTo>
                  <a:pt x="6787" y="17314"/>
                </a:lnTo>
                <a:lnTo>
                  <a:pt x="6457" y="17241"/>
                </a:lnTo>
                <a:lnTo>
                  <a:pt x="6493" y="17167"/>
                </a:lnTo>
                <a:lnTo>
                  <a:pt x="6457" y="17131"/>
                </a:lnTo>
                <a:lnTo>
                  <a:pt x="6750" y="16837"/>
                </a:lnTo>
                <a:lnTo>
                  <a:pt x="7080" y="16581"/>
                </a:lnTo>
                <a:close/>
                <a:moveTo>
                  <a:pt x="8034" y="2678"/>
                </a:moveTo>
                <a:lnTo>
                  <a:pt x="7704" y="2715"/>
                </a:lnTo>
                <a:lnTo>
                  <a:pt x="7374" y="2752"/>
                </a:lnTo>
                <a:lnTo>
                  <a:pt x="7044" y="2825"/>
                </a:lnTo>
                <a:lnTo>
                  <a:pt x="6750" y="2898"/>
                </a:lnTo>
                <a:lnTo>
                  <a:pt x="6420" y="3008"/>
                </a:lnTo>
                <a:lnTo>
                  <a:pt x="6126" y="3155"/>
                </a:lnTo>
                <a:lnTo>
                  <a:pt x="5833" y="3302"/>
                </a:lnTo>
                <a:lnTo>
                  <a:pt x="5576" y="3522"/>
                </a:lnTo>
                <a:lnTo>
                  <a:pt x="5026" y="3962"/>
                </a:lnTo>
                <a:lnTo>
                  <a:pt x="4806" y="4219"/>
                </a:lnTo>
                <a:lnTo>
                  <a:pt x="4586" y="4512"/>
                </a:lnTo>
                <a:lnTo>
                  <a:pt x="4366" y="4769"/>
                </a:lnTo>
                <a:lnTo>
                  <a:pt x="4182" y="5099"/>
                </a:lnTo>
                <a:lnTo>
                  <a:pt x="3999" y="5393"/>
                </a:lnTo>
                <a:lnTo>
                  <a:pt x="3852" y="5723"/>
                </a:lnTo>
                <a:lnTo>
                  <a:pt x="3742" y="6163"/>
                </a:lnTo>
                <a:lnTo>
                  <a:pt x="3669" y="6603"/>
                </a:lnTo>
                <a:lnTo>
                  <a:pt x="3632" y="7043"/>
                </a:lnTo>
                <a:lnTo>
                  <a:pt x="3632" y="7520"/>
                </a:lnTo>
                <a:lnTo>
                  <a:pt x="3705" y="7960"/>
                </a:lnTo>
                <a:lnTo>
                  <a:pt x="3779" y="8437"/>
                </a:lnTo>
                <a:lnTo>
                  <a:pt x="3962" y="9318"/>
                </a:lnTo>
                <a:lnTo>
                  <a:pt x="4109" y="10308"/>
                </a:lnTo>
                <a:lnTo>
                  <a:pt x="4182" y="10785"/>
                </a:lnTo>
                <a:lnTo>
                  <a:pt x="4219" y="11262"/>
                </a:lnTo>
                <a:lnTo>
                  <a:pt x="4182" y="11739"/>
                </a:lnTo>
                <a:lnTo>
                  <a:pt x="4109" y="12215"/>
                </a:lnTo>
                <a:lnTo>
                  <a:pt x="3999" y="12619"/>
                </a:lnTo>
                <a:lnTo>
                  <a:pt x="3816" y="13059"/>
                </a:lnTo>
                <a:lnTo>
                  <a:pt x="3595" y="13132"/>
                </a:lnTo>
                <a:lnTo>
                  <a:pt x="3449" y="13279"/>
                </a:lnTo>
                <a:lnTo>
                  <a:pt x="3302" y="13426"/>
                </a:lnTo>
                <a:lnTo>
                  <a:pt x="3229" y="13646"/>
                </a:lnTo>
                <a:lnTo>
                  <a:pt x="3229" y="13829"/>
                </a:lnTo>
                <a:lnTo>
                  <a:pt x="3265" y="13976"/>
                </a:lnTo>
                <a:lnTo>
                  <a:pt x="3339" y="14160"/>
                </a:lnTo>
                <a:lnTo>
                  <a:pt x="3412" y="14270"/>
                </a:lnTo>
                <a:lnTo>
                  <a:pt x="3339" y="14343"/>
                </a:lnTo>
                <a:lnTo>
                  <a:pt x="3265" y="14416"/>
                </a:lnTo>
                <a:lnTo>
                  <a:pt x="3192" y="14526"/>
                </a:lnTo>
                <a:lnTo>
                  <a:pt x="3119" y="14673"/>
                </a:lnTo>
                <a:lnTo>
                  <a:pt x="3082" y="14857"/>
                </a:lnTo>
                <a:lnTo>
                  <a:pt x="3045" y="15040"/>
                </a:lnTo>
                <a:lnTo>
                  <a:pt x="3045" y="15187"/>
                </a:lnTo>
                <a:lnTo>
                  <a:pt x="3082" y="15370"/>
                </a:lnTo>
                <a:lnTo>
                  <a:pt x="3192" y="15480"/>
                </a:lnTo>
                <a:lnTo>
                  <a:pt x="3302" y="15590"/>
                </a:lnTo>
                <a:lnTo>
                  <a:pt x="3412" y="15627"/>
                </a:lnTo>
                <a:lnTo>
                  <a:pt x="3485" y="15590"/>
                </a:lnTo>
                <a:lnTo>
                  <a:pt x="3522" y="15553"/>
                </a:lnTo>
                <a:lnTo>
                  <a:pt x="3559" y="15553"/>
                </a:lnTo>
                <a:lnTo>
                  <a:pt x="4072" y="15700"/>
                </a:lnTo>
                <a:lnTo>
                  <a:pt x="3999" y="15810"/>
                </a:lnTo>
                <a:lnTo>
                  <a:pt x="3926" y="15957"/>
                </a:lnTo>
                <a:lnTo>
                  <a:pt x="3926" y="16140"/>
                </a:lnTo>
                <a:lnTo>
                  <a:pt x="3926" y="16324"/>
                </a:lnTo>
                <a:lnTo>
                  <a:pt x="3999" y="16507"/>
                </a:lnTo>
                <a:lnTo>
                  <a:pt x="4072" y="16654"/>
                </a:lnTo>
                <a:lnTo>
                  <a:pt x="4146" y="16801"/>
                </a:lnTo>
                <a:lnTo>
                  <a:pt x="4292" y="16874"/>
                </a:lnTo>
                <a:lnTo>
                  <a:pt x="4256" y="16947"/>
                </a:lnTo>
                <a:lnTo>
                  <a:pt x="4292" y="17021"/>
                </a:lnTo>
                <a:lnTo>
                  <a:pt x="4329" y="17057"/>
                </a:lnTo>
                <a:lnTo>
                  <a:pt x="4402" y="17094"/>
                </a:lnTo>
                <a:lnTo>
                  <a:pt x="4586" y="17167"/>
                </a:lnTo>
                <a:lnTo>
                  <a:pt x="4806" y="17277"/>
                </a:lnTo>
                <a:lnTo>
                  <a:pt x="5283" y="17388"/>
                </a:lnTo>
                <a:lnTo>
                  <a:pt x="5393" y="17424"/>
                </a:lnTo>
                <a:lnTo>
                  <a:pt x="5576" y="17461"/>
                </a:lnTo>
                <a:lnTo>
                  <a:pt x="6310" y="17681"/>
                </a:lnTo>
                <a:lnTo>
                  <a:pt x="6677" y="17754"/>
                </a:lnTo>
                <a:lnTo>
                  <a:pt x="6860" y="17791"/>
                </a:lnTo>
                <a:lnTo>
                  <a:pt x="7044" y="17754"/>
                </a:lnTo>
                <a:lnTo>
                  <a:pt x="7117" y="17718"/>
                </a:lnTo>
                <a:lnTo>
                  <a:pt x="7154" y="17681"/>
                </a:lnTo>
                <a:lnTo>
                  <a:pt x="7154" y="17608"/>
                </a:lnTo>
                <a:lnTo>
                  <a:pt x="7117" y="17534"/>
                </a:lnTo>
                <a:lnTo>
                  <a:pt x="7447" y="17204"/>
                </a:lnTo>
                <a:lnTo>
                  <a:pt x="7594" y="17021"/>
                </a:lnTo>
                <a:lnTo>
                  <a:pt x="7740" y="16837"/>
                </a:lnTo>
                <a:lnTo>
                  <a:pt x="8327" y="17021"/>
                </a:lnTo>
                <a:lnTo>
                  <a:pt x="8437" y="17021"/>
                </a:lnTo>
                <a:lnTo>
                  <a:pt x="8547" y="16984"/>
                </a:lnTo>
                <a:lnTo>
                  <a:pt x="8731" y="16911"/>
                </a:lnTo>
                <a:lnTo>
                  <a:pt x="8914" y="16764"/>
                </a:lnTo>
                <a:lnTo>
                  <a:pt x="9098" y="16581"/>
                </a:lnTo>
                <a:lnTo>
                  <a:pt x="9208" y="16360"/>
                </a:lnTo>
                <a:lnTo>
                  <a:pt x="9281" y="16140"/>
                </a:lnTo>
                <a:lnTo>
                  <a:pt x="9318" y="15884"/>
                </a:lnTo>
                <a:lnTo>
                  <a:pt x="9281" y="15700"/>
                </a:lnTo>
                <a:lnTo>
                  <a:pt x="9208" y="15590"/>
                </a:lnTo>
                <a:lnTo>
                  <a:pt x="9171" y="15517"/>
                </a:lnTo>
                <a:lnTo>
                  <a:pt x="9244" y="15407"/>
                </a:lnTo>
                <a:lnTo>
                  <a:pt x="9354" y="15260"/>
                </a:lnTo>
                <a:lnTo>
                  <a:pt x="9391" y="15113"/>
                </a:lnTo>
                <a:lnTo>
                  <a:pt x="9428" y="15003"/>
                </a:lnTo>
                <a:lnTo>
                  <a:pt x="9501" y="14930"/>
                </a:lnTo>
                <a:lnTo>
                  <a:pt x="9575" y="14857"/>
                </a:lnTo>
                <a:lnTo>
                  <a:pt x="9575" y="14783"/>
                </a:lnTo>
                <a:lnTo>
                  <a:pt x="9538" y="14673"/>
                </a:lnTo>
                <a:lnTo>
                  <a:pt x="9391" y="14526"/>
                </a:lnTo>
                <a:lnTo>
                  <a:pt x="9244" y="14380"/>
                </a:lnTo>
                <a:lnTo>
                  <a:pt x="9244" y="14050"/>
                </a:lnTo>
                <a:lnTo>
                  <a:pt x="9318" y="13683"/>
                </a:lnTo>
                <a:lnTo>
                  <a:pt x="9428" y="13353"/>
                </a:lnTo>
                <a:lnTo>
                  <a:pt x="9538" y="13059"/>
                </a:lnTo>
                <a:lnTo>
                  <a:pt x="9721" y="12766"/>
                </a:lnTo>
                <a:lnTo>
                  <a:pt x="9905" y="12472"/>
                </a:lnTo>
                <a:lnTo>
                  <a:pt x="10308" y="11885"/>
                </a:lnTo>
                <a:lnTo>
                  <a:pt x="10785" y="11335"/>
                </a:lnTo>
                <a:lnTo>
                  <a:pt x="11299" y="10822"/>
                </a:lnTo>
                <a:lnTo>
                  <a:pt x="11775" y="10308"/>
                </a:lnTo>
                <a:lnTo>
                  <a:pt x="12179" y="9758"/>
                </a:lnTo>
                <a:lnTo>
                  <a:pt x="12362" y="9501"/>
                </a:lnTo>
                <a:lnTo>
                  <a:pt x="12546" y="9208"/>
                </a:lnTo>
                <a:lnTo>
                  <a:pt x="12656" y="8951"/>
                </a:lnTo>
                <a:lnTo>
                  <a:pt x="12803" y="8657"/>
                </a:lnTo>
                <a:lnTo>
                  <a:pt x="12876" y="8364"/>
                </a:lnTo>
                <a:lnTo>
                  <a:pt x="12949" y="8034"/>
                </a:lnTo>
                <a:lnTo>
                  <a:pt x="12986" y="7740"/>
                </a:lnTo>
                <a:lnTo>
                  <a:pt x="13023" y="7447"/>
                </a:lnTo>
                <a:lnTo>
                  <a:pt x="13023" y="6823"/>
                </a:lnTo>
                <a:lnTo>
                  <a:pt x="12913" y="6236"/>
                </a:lnTo>
                <a:lnTo>
                  <a:pt x="12729" y="5613"/>
                </a:lnTo>
                <a:lnTo>
                  <a:pt x="12436" y="5026"/>
                </a:lnTo>
                <a:lnTo>
                  <a:pt x="12252" y="4769"/>
                </a:lnTo>
                <a:lnTo>
                  <a:pt x="12069" y="4476"/>
                </a:lnTo>
                <a:lnTo>
                  <a:pt x="11849" y="4256"/>
                </a:lnTo>
                <a:lnTo>
                  <a:pt x="11629" y="3999"/>
                </a:lnTo>
                <a:lnTo>
                  <a:pt x="11372" y="3815"/>
                </a:lnTo>
                <a:lnTo>
                  <a:pt x="11115" y="3595"/>
                </a:lnTo>
                <a:lnTo>
                  <a:pt x="10565" y="3265"/>
                </a:lnTo>
                <a:lnTo>
                  <a:pt x="9978" y="3008"/>
                </a:lnTo>
                <a:lnTo>
                  <a:pt x="9354" y="2825"/>
                </a:lnTo>
                <a:lnTo>
                  <a:pt x="8694" y="2715"/>
                </a:lnTo>
                <a:lnTo>
                  <a:pt x="8034" y="267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79" name="Google Shape;479;p10"/>
          <p:cNvSpPr/>
          <p:nvPr/>
        </p:nvSpPr>
        <p:spPr>
          <a:xfrm>
            <a:off x="11757265" y="45862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0" name="Google Shape;480;p10"/>
          <p:cNvSpPr/>
          <p:nvPr/>
        </p:nvSpPr>
        <p:spPr>
          <a:xfrm>
            <a:off x="11657298" y="5555569"/>
            <a:ext cx="660375" cy="453651"/>
          </a:xfrm>
          <a:custGeom>
            <a:avLst/>
            <a:gdLst/>
            <a:ahLst/>
            <a:cxnLst/>
            <a:rect l="l" t="t" r="r" b="b"/>
            <a:pathLst>
              <a:path w="17461" h="11995" extrusionOk="0">
                <a:moveTo>
                  <a:pt x="9758" y="2238"/>
                </a:moveTo>
                <a:lnTo>
                  <a:pt x="9721" y="2274"/>
                </a:lnTo>
                <a:lnTo>
                  <a:pt x="9648" y="2311"/>
                </a:lnTo>
                <a:lnTo>
                  <a:pt x="9611" y="2458"/>
                </a:lnTo>
                <a:lnTo>
                  <a:pt x="9648" y="2568"/>
                </a:lnTo>
                <a:lnTo>
                  <a:pt x="9721" y="2605"/>
                </a:lnTo>
                <a:lnTo>
                  <a:pt x="9758" y="2641"/>
                </a:lnTo>
                <a:lnTo>
                  <a:pt x="9941" y="2641"/>
                </a:lnTo>
                <a:lnTo>
                  <a:pt x="9978" y="2605"/>
                </a:lnTo>
                <a:lnTo>
                  <a:pt x="10051" y="2531"/>
                </a:lnTo>
                <a:lnTo>
                  <a:pt x="10051" y="2458"/>
                </a:lnTo>
                <a:lnTo>
                  <a:pt x="10051" y="2348"/>
                </a:lnTo>
                <a:lnTo>
                  <a:pt x="9978" y="2274"/>
                </a:lnTo>
                <a:lnTo>
                  <a:pt x="9941" y="2238"/>
                </a:lnTo>
                <a:close/>
                <a:moveTo>
                  <a:pt x="9795" y="3191"/>
                </a:moveTo>
                <a:lnTo>
                  <a:pt x="9721" y="3265"/>
                </a:lnTo>
                <a:lnTo>
                  <a:pt x="9684" y="3301"/>
                </a:lnTo>
                <a:lnTo>
                  <a:pt x="9684" y="3375"/>
                </a:lnTo>
                <a:lnTo>
                  <a:pt x="9684" y="3485"/>
                </a:lnTo>
                <a:lnTo>
                  <a:pt x="9758" y="3522"/>
                </a:lnTo>
                <a:lnTo>
                  <a:pt x="9795" y="3558"/>
                </a:lnTo>
                <a:lnTo>
                  <a:pt x="9941" y="3558"/>
                </a:lnTo>
                <a:lnTo>
                  <a:pt x="9978" y="3522"/>
                </a:lnTo>
                <a:lnTo>
                  <a:pt x="10015" y="3485"/>
                </a:lnTo>
                <a:lnTo>
                  <a:pt x="10051" y="3375"/>
                </a:lnTo>
                <a:lnTo>
                  <a:pt x="10015" y="3301"/>
                </a:lnTo>
                <a:lnTo>
                  <a:pt x="9978" y="3228"/>
                </a:lnTo>
                <a:lnTo>
                  <a:pt x="9941" y="3191"/>
                </a:lnTo>
                <a:close/>
                <a:moveTo>
                  <a:pt x="11519" y="3045"/>
                </a:moveTo>
                <a:lnTo>
                  <a:pt x="11409" y="3081"/>
                </a:lnTo>
                <a:lnTo>
                  <a:pt x="11335" y="3118"/>
                </a:lnTo>
                <a:lnTo>
                  <a:pt x="11298" y="3191"/>
                </a:lnTo>
                <a:lnTo>
                  <a:pt x="11262" y="3265"/>
                </a:lnTo>
                <a:lnTo>
                  <a:pt x="11262" y="3338"/>
                </a:lnTo>
                <a:lnTo>
                  <a:pt x="11262" y="3412"/>
                </a:lnTo>
                <a:lnTo>
                  <a:pt x="11298" y="3485"/>
                </a:lnTo>
                <a:lnTo>
                  <a:pt x="11372" y="3522"/>
                </a:lnTo>
                <a:lnTo>
                  <a:pt x="11445" y="3595"/>
                </a:lnTo>
                <a:lnTo>
                  <a:pt x="11592" y="3595"/>
                </a:lnTo>
                <a:lnTo>
                  <a:pt x="11665" y="3522"/>
                </a:lnTo>
                <a:lnTo>
                  <a:pt x="11702" y="3485"/>
                </a:lnTo>
                <a:lnTo>
                  <a:pt x="11739" y="3412"/>
                </a:lnTo>
                <a:lnTo>
                  <a:pt x="11702" y="3265"/>
                </a:lnTo>
                <a:lnTo>
                  <a:pt x="11702" y="3155"/>
                </a:lnTo>
                <a:lnTo>
                  <a:pt x="11629" y="3081"/>
                </a:lnTo>
                <a:lnTo>
                  <a:pt x="11519" y="3045"/>
                </a:lnTo>
                <a:close/>
                <a:moveTo>
                  <a:pt x="15554" y="1541"/>
                </a:moveTo>
                <a:lnTo>
                  <a:pt x="15407" y="1871"/>
                </a:lnTo>
                <a:lnTo>
                  <a:pt x="15187" y="2164"/>
                </a:lnTo>
                <a:lnTo>
                  <a:pt x="14967" y="2458"/>
                </a:lnTo>
                <a:lnTo>
                  <a:pt x="14710" y="2715"/>
                </a:lnTo>
                <a:lnTo>
                  <a:pt x="14416" y="2935"/>
                </a:lnTo>
                <a:lnTo>
                  <a:pt x="14123" y="3155"/>
                </a:lnTo>
                <a:lnTo>
                  <a:pt x="13536" y="3595"/>
                </a:lnTo>
                <a:lnTo>
                  <a:pt x="13279" y="3265"/>
                </a:lnTo>
                <a:lnTo>
                  <a:pt x="12986" y="2971"/>
                </a:lnTo>
                <a:lnTo>
                  <a:pt x="13096" y="2935"/>
                </a:lnTo>
                <a:lnTo>
                  <a:pt x="13683" y="2531"/>
                </a:lnTo>
                <a:lnTo>
                  <a:pt x="14306" y="2164"/>
                </a:lnTo>
                <a:lnTo>
                  <a:pt x="14930" y="1834"/>
                </a:lnTo>
                <a:lnTo>
                  <a:pt x="15554" y="1541"/>
                </a:lnTo>
                <a:close/>
                <a:moveTo>
                  <a:pt x="8914" y="3228"/>
                </a:moveTo>
                <a:lnTo>
                  <a:pt x="8841" y="3301"/>
                </a:lnTo>
                <a:lnTo>
                  <a:pt x="8804" y="3375"/>
                </a:lnTo>
                <a:lnTo>
                  <a:pt x="8804" y="3485"/>
                </a:lnTo>
                <a:lnTo>
                  <a:pt x="8804" y="3558"/>
                </a:lnTo>
                <a:lnTo>
                  <a:pt x="8877" y="3632"/>
                </a:lnTo>
                <a:lnTo>
                  <a:pt x="8951" y="3668"/>
                </a:lnTo>
                <a:lnTo>
                  <a:pt x="9098" y="3668"/>
                </a:lnTo>
                <a:lnTo>
                  <a:pt x="9134" y="3632"/>
                </a:lnTo>
                <a:lnTo>
                  <a:pt x="9208" y="3558"/>
                </a:lnTo>
                <a:lnTo>
                  <a:pt x="9208" y="3485"/>
                </a:lnTo>
                <a:lnTo>
                  <a:pt x="9208" y="3375"/>
                </a:lnTo>
                <a:lnTo>
                  <a:pt x="9171" y="3338"/>
                </a:lnTo>
                <a:lnTo>
                  <a:pt x="9134" y="3265"/>
                </a:lnTo>
                <a:lnTo>
                  <a:pt x="9061" y="3228"/>
                </a:lnTo>
                <a:close/>
                <a:moveTo>
                  <a:pt x="16324" y="1101"/>
                </a:moveTo>
                <a:lnTo>
                  <a:pt x="16140" y="1541"/>
                </a:lnTo>
                <a:lnTo>
                  <a:pt x="15884" y="1944"/>
                </a:lnTo>
                <a:lnTo>
                  <a:pt x="15590" y="2348"/>
                </a:lnTo>
                <a:lnTo>
                  <a:pt x="15297" y="2751"/>
                </a:lnTo>
                <a:lnTo>
                  <a:pt x="14967" y="3081"/>
                </a:lnTo>
                <a:lnTo>
                  <a:pt x="14600" y="3412"/>
                </a:lnTo>
                <a:lnTo>
                  <a:pt x="13829" y="4072"/>
                </a:lnTo>
                <a:lnTo>
                  <a:pt x="13756" y="3925"/>
                </a:lnTo>
                <a:lnTo>
                  <a:pt x="13976" y="3778"/>
                </a:lnTo>
                <a:lnTo>
                  <a:pt x="14343" y="3558"/>
                </a:lnTo>
                <a:lnTo>
                  <a:pt x="14673" y="3301"/>
                </a:lnTo>
                <a:lnTo>
                  <a:pt x="15003" y="3008"/>
                </a:lnTo>
                <a:lnTo>
                  <a:pt x="15297" y="2715"/>
                </a:lnTo>
                <a:lnTo>
                  <a:pt x="15554" y="2384"/>
                </a:lnTo>
                <a:lnTo>
                  <a:pt x="15774" y="2018"/>
                </a:lnTo>
                <a:lnTo>
                  <a:pt x="15957" y="1651"/>
                </a:lnTo>
                <a:lnTo>
                  <a:pt x="16104" y="1211"/>
                </a:lnTo>
                <a:lnTo>
                  <a:pt x="16104" y="1137"/>
                </a:lnTo>
                <a:lnTo>
                  <a:pt x="16324" y="1101"/>
                </a:lnTo>
                <a:close/>
                <a:moveTo>
                  <a:pt x="10528" y="3962"/>
                </a:moveTo>
                <a:lnTo>
                  <a:pt x="10455" y="3998"/>
                </a:lnTo>
                <a:lnTo>
                  <a:pt x="10381" y="4072"/>
                </a:lnTo>
                <a:lnTo>
                  <a:pt x="10381" y="4108"/>
                </a:lnTo>
                <a:lnTo>
                  <a:pt x="10345" y="4219"/>
                </a:lnTo>
                <a:lnTo>
                  <a:pt x="10381" y="4329"/>
                </a:lnTo>
                <a:lnTo>
                  <a:pt x="10455" y="4402"/>
                </a:lnTo>
                <a:lnTo>
                  <a:pt x="10491" y="4439"/>
                </a:lnTo>
                <a:lnTo>
                  <a:pt x="10638" y="4439"/>
                </a:lnTo>
                <a:lnTo>
                  <a:pt x="10748" y="4365"/>
                </a:lnTo>
                <a:lnTo>
                  <a:pt x="10785" y="4292"/>
                </a:lnTo>
                <a:lnTo>
                  <a:pt x="10822" y="4219"/>
                </a:lnTo>
                <a:lnTo>
                  <a:pt x="10785" y="4108"/>
                </a:lnTo>
                <a:lnTo>
                  <a:pt x="10748" y="4072"/>
                </a:lnTo>
                <a:lnTo>
                  <a:pt x="10712" y="3998"/>
                </a:lnTo>
                <a:lnTo>
                  <a:pt x="10675" y="3962"/>
                </a:lnTo>
                <a:close/>
                <a:moveTo>
                  <a:pt x="16434" y="477"/>
                </a:moveTo>
                <a:lnTo>
                  <a:pt x="16617" y="514"/>
                </a:lnTo>
                <a:lnTo>
                  <a:pt x="16764" y="587"/>
                </a:lnTo>
                <a:lnTo>
                  <a:pt x="16837" y="734"/>
                </a:lnTo>
                <a:lnTo>
                  <a:pt x="16911" y="880"/>
                </a:lnTo>
                <a:lnTo>
                  <a:pt x="16947" y="1064"/>
                </a:lnTo>
                <a:lnTo>
                  <a:pt x="16947" y="1247"/>
                </a:lnTo>
                <a:lnTo>
                  <a:pt x="16911" y="1541"/>
                </a:lnTo>
                <a:lnTo>
                  <a:pt x="16764" y="1871"/>
                </a:lnTo>
                <a:lnTo>
                  <a:pt x="16544" y="2128"/>
                </a:lnTo>
                <a:lnTo>
                  <a:pt x="16104" y="2641"/>
                </a:lnTo>
                <a:lnTo>
                  <a:pt x="15077" y="3668"/>
                </a:lnTo>
                <a:lnTo>
                  <a:pt x="14086" y="4549"/>
                </a:lnTo>
                <a:lnTo>
                  <a:pt x="14013" y="4402"/>
                </a:lnTo>
                <a:lnTo>
                  <a:pt x="14123" y="4329"/>
                </a:lnTo>
                <a:lnTo>
                  <a:pt x="14967" y="3632"/>
                </a:lnTo>
                <a:lnTo>
                  <a:pt x="15370" y="3228"/>
                </a:lnTo>
                <a:lnTo>
                  <a:pt x="15737" y="2825"/>
                </a:lnTo>
                <a:lnTo>
                  <a:pt x="16067" y="2384"/>
                </a:lnTo>
                <a:lnTo>
                  <a:pt x="16361" y="1908"/>
                </a:lnTo>
                <a:lnTo>
                  <a:pt x="16617" y="1431"/>
                </a:lnTo>
                <a:lnTo>
                  <a:pt x="16764" y="880"/>
                </a:lnTo>
                <a:lnTo>
                  <a:pt x="16764" y="770"/>
                </a:lnTo>
                <a:lnTo>
                  <a:pt x="16727" y="697"/>
                </a:lnTo>
                <a:lnTo>
                  <a:pt x="16654" y="660"/>
                </a:lnTo>
                <a:lnTo>
                  <a:pt x="16544" y="660"/>
                </a:lnTo>
                <a:lnTo>
                  <a:pt x="15920" y="770"/>
                </a:lnTo>
                <a:lnTo>
                  <a:pt x="15333" y="954"/>
                </a:lnTo>
                <a:lnTo>
                  <a:pt x="15333" y="954"/>
                </a:lnTo>
                <a:lnTo>
                  <a:pt x="15590" y="807"/>
                </a:lnTo>
                <a:lnTo>
                  <a:pt x="15884" y="660"/>
                </a:lnTo>
                <a:lnTo>
                  <a:pt x="16177" y="550"/>
                </a:lnTo>
                <a:lnTo>
                  <a:pt x="16434" y="477"/>
                </a:lnTo>
                <a:close/>
                <a:moveTo>
                  <a:pt x="9354" y="4182"/>
                </a:moveTo>
                <a:lnTo>
                  <a:pt x="9208" y="4255"/>
                </a:lnTo>
                <a:lnTo>
                  <a:pt x="9134" y="4365"/>
                </a:lnTo>
                <a:lnTo>
                  <a:pt x="9134" y="4439"/>
                </a:lnTo>
                <a:lnTo>
                  <a:pt x="9171" y="4512"/>
                </a:lnTo>
                <a:lnTo>
                  <a:pt x="9208" y="4585"/>
                </a:lnTo>
                <a:lnTo>
                  <a:pt x="9281" y="4622"/>
                </a:lnTo>
                <a:lnTo>
                  <a:pt x="9428" y="4622"/>
                </a:lnTo>
                <a:lnTo>
                  <a:pt x="9538" y="4585"/>
                </a:lnTo>
                <a:lnTo>
                  <a:pt x="9611" y="4475"/>
                </a:lnTo>
                <a:lnTo>
                  <a:pt x="9648" y="4402"/>
                </a:lnTo>
                <a:lnTo>
                  <a:pt x="9648" y="4292"/>
                </a:lnTo>
                <a:lnTo>
                  <a:pt x="9611" y="4255"/>
                </a:lnTo>
                <a:lnTo>
                  <a:pt x="9538" y="4182"/>
                </a:lnTo>
                <a:close/>
                <a:moveTo>
                  <a:pt x="13243" y="6566"/>
                </a:moveTo>
                <a:lnTo>
                  <a:pt x="13169" y="6639"/>
                </a:lnTo>
                <a:lnTo>
                  <a:pt x="13133" y="6713"/>
                </a:lnTo>
                <a:lnTo>
                  <a:pt x="13133" y="6860"/>
                </a:lnTo>
                <a:lnTo>
                  <a:pt x="13133" y="6933"/>
                </a:lnTo>
                <a:lnTo>
                  <a:pt x="13206" y="6970"/>
                </a:lnTo>
                <a:lnTo>
                  <a:pt x="13316" y="7006"/>
                </a:lnTo>
                <a:lnTo>
                  <a:pt x="13463" y="6970"/>
                </a:lnTo>
                <a:lnTo>
                  <a:pt x="13536" y="6933"/>
                </a:lnTo>
                <a:lnTo>
                  <a:pt x="13536" y="6860"/>
                </a:lnTo>
                <a:lnTo>
                  <a:pt x="13573" y="6750"/>
                </a:lnTo>
                <a:lnTo>
                  <a:pt x="13536" y="6676"/>
                </a:lnTo>
                <a:lnTo>
                  <a:pt x="13463" y="6603"/>
                </a:lnTo>
                <a:lnTo>
                  <a:pt x="13316" y="6566"/>
                </a:lnTo>
                <a:close/>
                <a:moveTo>
                  <a:pt x="12216" y="7300"/>
                </a:moveTo>
                <a:lnTo>
                  <a:pt x="12105" y="7336"/>
                </a:lnTo>
                <a:lnTo>
                  <a:pt x="12032" y="7410"/>
                </a:lnTo>
                <a:lnTo>
                  <a:pt x="11995" y="7520"/>
                </a:lnTo>
                <a:lnTo>
                  <a:pt x="11995" y="7630"/>
                </a:lnTo>
                <a:lnTo>
                  <a:pt x="12032" y="7703"/>
                </a:lnTo>
                <a:lnTo>
                  <a:pt x="12105" y="7777"/>
                </a:lnTo>
                <a:lnTo>
                  <a:pt x="12216" y="7777"/>
                </a:lnTo>
                <a:lnTo>
                  <a:pt x="12289" y="7740"/>
                </a:lnTo>
                <a:lnTo>
                  <a:pt x="12362" y="7703"/>
                </a:lnTo>
                <a:lnTo>
                  <a:pt x="12436" y="7630"/>
                </a:lnTo>
                <a:lnTo>
                  <a:pt x="12436" y="7520"/>
                </a:lnTo>
                <a:lnTo>
                  <a:pt x="12436" y="7410"/>
                </a:lnTo>
                <a:lnTo>
                  <a:pt x="12326" y="7336"/>
                </a:lnTo>
                <a:lnTo>
                  <a:pt x="12216" y="7300"/>
                </a:lnTo>
                <a:close/>
                <a:moveTo>
                  <a:pt x="12729" y="8033"/>
                </a:moveTo>
                <a:lnTo>
                  <a:pt x="12656" y="8107"/>
                </a:lnTo>
                <a:lnTo>
                  <a:pt x="12656" y="8143"/>
                </a:lnTo>
                <a:lnTo>
                  <a:pt x="12619" y="8253"/>
                </a:lnTo>
                <a:lnTo>
                  <a:pt x="12619" y="8400"/>
                </a:lnTo>
                <a:lnTo>
                  <a:pt x="12656" y="8437"/>
                </a:lnTo>
                <a:lnTo>
                  <a:pt x="12692" y="8474"/>
                </a:lnTo>
                <a:lnTo>
                  <a:pt x="12729" y="8474"/>
                </a:lnTo>
                <a:lnTo>
                  <a:pt x="12802" y="8510"/>
                </a:lnTo>
                <a:lnTo>
                  <a:pt x="12912" y="8474"/>
                </a:lnTo>
                <a:lnTo>
                  <a:pt x="12986" y="8437"/>
                </a:lnTo>
                <a:lnTo>
                  <a:pt x="13022" y="8400"/>
                </a:lnTo>
                <a:lnTo>
                  <a:pt x="13022" y="8253"/>
                </a:lnTo>
                <a:lnTo>
                  <a:pt x="13022" y="8180"/>
                </a:lnTo>
                <a:lnTo>
                  <a:pt x="12949" y="8107"/>
                </a:lnTo>
                <a:lnTo>
                  <a:pt x="12912" y="8033"/>
                </a:lnTo>
                <a:close/>
                <a:moveTo>
                  <a:pt x="10051" y="2128"/>
                </a:moveTo>
                <a:lnTo>
                  <a:pt x="10455" y="2164"/>
                </a:lnTo>
                <a:lnTo>
                  <a:pt x="10858" y="2238"/>
                </a:lnTo>
                <a:lnTo>
                  <a:pt x="11262" y="2348"/>
                </a:lnTo>
                <a:lnTo>
                  <a:pt x="11225" y="2458"/>
                </a:lnTo>
                <a:lnTo>
                  <a:pt x="11262" y="2568"/>
                </a:lnTo>
                <a:lnTo>
                  <a:pt x="11335" y="2641"/>
                </a:lnTo>
                <a:lnTo>
                  <a:pt x="11445" y="2715"/>
                </a:lnTo>
                <a:lnTo>
                  <a:pt x="11629" y="2715"/>
                </a:lnTo>
                <a:lnTo>
                  <a:pt x="11775" y="2788"/>
                </a:lnTo>
                <a:lnTo>
                  <a:pt x="12105" y="2935"/>
                </a:lnTo>
                <a:lnTo>
                  <a:pt x="12179" y="2971"/>
                </a:lnTo>
                <a:lnTo>
                  <a:pt x="12252" y="3008"/>
                </a:lnTo>
                <a:lnTo>
                  <a:pt x="12472" y="3191"/>
                </a:lnTo>
                <a:lnTo>
                  <a:pt x="12692" y="3412"/>
                </a:lnTo>
                <a:lnTo>
                  <a:pt x="13096" y="3852"/>
                </a:lnTo>
                <a:lnTo>
                  <a:pt x="11482" y="4842"/>
                </a:lnTo>
                <a:lnTo>
                  <a:pt x="9868" y="5796"/>
                </a:lnTo>
                <a:lnTo>
                  <a:pt x="6090" y="8070"/>
                </a:lnTo>
                <a:lnTo>
                  <a:pt x="5209" y="8620"/>
                </a:lnTo>
                <a:lnTo>
                  <a:pt x="5356" y="8327"/>
                </a:lnTo>
                <a:lnTo>
                  <a:pt x="5649" y="7960"/>
                </a:lnTo>
                <a:lnTo>
                  <a:pt x="5943" y="7557"/>
                </a:lnTo>
                <a:lnTo>
                  <a:pt x="5906" y="7483"/>
                </a:lnTo>
                <a:lnTo>
                  <a:pt x="5870" y="7483"/>
                </a:lnTo>
                <a:lnTo>
                  <a:pt x="5686" y="7593"/>
                </a:lnTo>
                <a:lnTo>
                  <a:pt x="5539" y="7740"/>
                </a:lnTo>
                <a:lnTo>
                  <a:pt x="5209" y="8070"/>
                </a:lnTo>
                <a:lnTo>
                  <a:pt x="4989" y="8437"/>
                </a:lnTo>
                <a:lnTo>
                  <a:pt x="4769" y="8840"/>
                </a:lnTo>
                <a:lnTo>
                  <a:pt x="4732" y="8877"/>
                </a:lnTo>
                <a:lnTo>
                  <a:pt x="4622" y="8584"/>
                </a:lnTo>
                <a:lnTo>
                  <a:pt x="4916" y="8107"/>
                </a:lnTo>
                <a:lnTo>
                  <a:pt x="5283" y="7630"/>
                </a:lnTo>
                <a:lnTo>
                  <a:pt x="5649" y="7190"/>
                </a:lnTo>
                <a:lnTo>
                  <a:pt x="6016" y="6786"/>
                </a:lnTo>
                <a:lnTo>
                  <a:pt x="6016" y="6750"/>
                </a:lnTo>
                <a:lnTo>
                  <a:pt x="6016" y="6713"/>
                </a:lnTo>
                <a:lnTo>
                  <a:pt x="5943" y="6713"/>
                </a:lnTo>
                <a:lnTo>
                  <a:pt x="5539" y="7043"/>
                </a:lnTo>
                <a:lnTo>
                  <a:pt x="5173" y="7410"/>
                </a:lnTo>
                <a:lnTo>
                  <a:pt x="4842" y="7777"/>
                </a:lnTo>
                <a:lnTo>
                  <a:pt x="4512" y="8180"/>
                </a:lnTo>
                <a:lnTo>
                  <a:pt x="4476" y="7923"/>
                </a:lnTo>
                <a:lnTo>
                  <a:pt x="4439" y="7667"/>
                </a:lnTo>
                <a:lnTo>
                  <a:pt x="4659" y="7336"/>
                </a:lnTo>
                <a:lnTo>
                  <a:pt x="4879" y="7080"/>
                </a:lnTo>
                <a:lnTo>
                  <a:pt x="5686" y="6016"/>
                </a:lnTo>
                <a:lnTo>
                  <a:pt x="5723" y="5943"/>
                </a:lnTo>
                <a:lnTo>
                  <a:pt x="5686" y="5906"/>
                </a:lnTo>
                <a:lnTo>
                  <a:pt x="5576" y="5906"/>
                </a:lnTo>
                <a:lnTo>
                  <a:pt x="5283" y="6199"/>
                </a:lnTo>
                <a:lnTo>
                  <a:pt x="4953" y="6529"/>
                </a:lnTo>
                <a:lnTo>
                  <a:pt x="4402" y="7153"/>
                </a:lnTo>
                <a:lnTo>
                  <a:pt x="4402" y="6529"/>
                </a:lnTo>
                <a:lnTo>
                  <a:pt x="4622" y="6199"/>
                </a:lnTo>
                <a:lnTo>
                  <a:pt x="4953" y="5759"/>
                </a:lnTo>
                <a:lnTo>
                  <a:pt x="5136" y="5502"/>
                </a:lnTo>
                <a:lnTo>
                  <a:pt x="5246" y="5392"/>
                </a:lnTo>
                <a:lnTo>
                  <a:pt x="5393" y="5319"/>
                </a:lnTo>
                <a:lnTo>
                  <a:pt x="5429" y="5319"/>
                </a:lnTo>
                <a:lnTo>
                  <a:pt x="5429" y="5282"/>
                </a:lnTo>
                <a:lnTo>
                  <a:pt x="5393" y="5246"/>
                </a:lnTo>
                <a:lnTo>
                  <a:pt x="5393" y="5209"/>
                </a:lnTo>
                <a:lnTo>
                  <a:pt x="5173" y="5209"/>
                </a:lnTo>
                <a:lnTo>
                  <a:pt x="5063" y="5282"/>
                </a:lnTo>
                <a:lnTo>
                  <a:pt x="4953" y="5356"/>
                </a:lnTo>
                <a:lnTo>
                  <a:pt x="4769" y="5539"/>
                </a:lnTo>
                <a:lnTo>
                  <a:pt x="4622" y="5722"/>
                </a:lnTo>
                <a:lnTo>
                  <a:pt x="4476" y="5869"/>
                </a:lnTo>
                <a:lnTo>
                  <a:pt x="4586" y="5466"/>
                </a:lnTo>
                <a:lnTo>
                  <a:pt x="4732" y="5062"/>
                </a:lnTo>
                <a:lnTo>
                  <a:pt x="4879" y="4842"/>
                </a:lnTo>
                <a:lnTo>
                  <a:pt x="5026" y="4622"/>
                </a:lnTo>
                <a:lnTo>
                  <a:pt x="5209" y="4402"/>
                </a:lnTo>
                <a:lnTo>
                  <a:pt x="5393" y="4219"/>
                </a:lnTo>
                <a:lnTo>
                  <a:pt x="5796" y="3852"/>
                </a:lnTo>
                <a:lnTo>
                  <a:pt x="6236" y="3522"/>
                </a:lnTo>
                <a:lnTo>
                  <a:pt x="6677" y="3228"/>
                </a:lnTo>
                <a:lnTo>
                  <a:pt x="7117" y="2935"/>
                </a:lnTo>
                <a:lnTo>
                  <a:pt x="7594" y="2715"/>
                </a:lnTo>
                <a:lnTo>
                  <a:pt x="8070" y="2494"/>
                </a:lnTo>
                <a:lnTo>
                  <a:pt x="8474" y="2348"/>
                </a:lnTo>
                <a:lnTo>
                  <a:pt x="8841" y="2238"/>
                </a:lnTo>
                <a:lnTo>
                  <a:pt x="9244" y="2164"/>
                </a:lnTo>
                <a:lnTo>
                  <a:pt x="9648" y="2128"/>
                </a:lnTo>
                <a:close/>
                <a:moveTo>
                  <a:pt x="13316" y="4219"/>
                </a:moveTo>
                <a:lnTo>
                  <a:pt x="13426" y="4365"/>
                </a:lnTo>
                <a:lnTo>
                  <a:pt x="12582" y="5026"/>
                </a:lnTo>
                <a:lnTo>
                  <a:pt x="11702" y="5649"/>
                </a:lnTo>
                <a:lnTo>
                  <a:pt x="10785" y="6273"/>
                </a:lnTo>
                <a:lnTo>
                  <a:pt x="9868" y="6860"/>
                </a:lnTo>
                <a:lnTo>
                  <a:pt x="8877" y="7446"/>
                </a:lnTo>
                <a:lnTo>
                  <a:pt x="7887" y="8033"/>
                </a:lnTo>
                <a:lnTo>
                  <a:pt x="6860" y="8584"/>
                </a:lnTo>
                <a:lnTo>
                  <a:pt x="5796" y="9097"/>
                </a:lnTo>
                <a:lnTo>
                  <a:pt x="4989" y="9464"/>
                </a:lnTo>
                <a:lnTo>
                  <a:pt x="4916" y="9317"/>
                </a:lnTo>
                <a:lnTo>
                  <a:pt x="4953" y="9207"/>
                </a:lnTo>
                <a:lnTo>
                  <a:pt x="6053" y="8584"/>
                </a:lnTo>
                <a:lnTo>
                  <a:pt x="10198" y="6089"/>
                </a:lnTo>
                <a:lnTo>
                  <a:pt x="11775" y="5136"/>
                </a:lnTo>
                <a:lnTo>
                  <a:pt x="13316" y="4219"/>
                </a:lnTo>
                <a:close/>
                <a:moveTo>
                  <a:pt x="3962" y="7960"/>
                </a:moveTo>
                <a:lnTo>
                  <a:pt x="3999" y="8070"/>
                </a:lnTo>
                <a:lnTo>
                  <a:pt x="3999" y="8107"/>
                </a:lnTo>
                <a:lnTo>
                  <a:pt x="4146" y="8694"/>
                </a:lnTo>
                <a:lnTo>
                  <a:pt x="3962" y="9024"/>
                </a:lnTo>
                <a:lnTo>
                  <a:pt x="3925" y="9097"/>
                </a:lnTo>
                <a:lnTo>
                  <a:pt x="3925" y="9134"/>
                </a:lnTo>
                <a:lnTo>
                  <a:pt x="3999" y="9244"/>
                </a:lnTo>
                <a:lnTo>
                  <a:pt x="3339" y="9501"/>
                </a:lnTo>
                <a:lnTo>
                  <a:pt x="3008" y="9611"/>
                </a:lnTo>
                <a:lnTo>
                  <a:pt x="2642" y="9684"/>
                </a:lnTo>
                <a:lnTo>
                  <a:pt x="2898" y="9171"/>
                </a:lnTo>
                <a:lnTo>
                  <a:pt x="3229" y="8694"/>
                </a:lnTo>
                <a:lnTo>
                  <a:pt x="3559" y="8327"/>
                </a:lnTo>
                <a:lnTo>
                  <a:pt x="3962" y="7960"/>
                </a:lnTo>
                <a:close/>
                <a:moveTo>
                  <a:pt x="13609" y="4732"/>
                </a:moveTo>
                <a:lnTo>
                  <a:pt x="13683" y="4915"/>
                </a:lnTo>
                <a:lnTo>
                  <a:pt x="12986" y="5502"/>
                </a:lnTo>
                <a:lnTo>
                  <a:pt x="12105" y="6199"/>
                </a:lnTo>
                <a:lnTo>
                  <a:pt x="11225" y="6823"/>
                </a:lnTo>
                <a:lnTo>
                  <a:pt x="10308" y="7446"/>
                </a:lnTo>
                <a:lnTo>
                  <a:pt x="9354" y="8033"/>
                </a:lnTo>
                <a:lnTo>
                  <a:pt x="8401" y="8584"/>
                </a:lnTo>
                <a:lnTo>
                  <a:pt x="7447" y="9097"/>
                </a:lnTo>
                <a:lnTo>
                  <a:pt x="6456" y="9574"/>
                </a:lnTo>
                <a:lnTo>
                  <a:pt x="5429" y="10014"/>
                </a:lnTo>
                <a:lnTo>
                  <a:pt x="5246" y="9794"/>
                </a:lnTo>
                <a:lnTo>
                  <a:pt x="5466" y="9684"/>
                </a:lnTo>
                <a:lnTo>
                  <a:pt x="6603" y="9134"/>
                </a:lnTo>
                <a:lnTo>
                  <a:pt x="7740" y="8547"/>
                </a:lnTo>
                <a:lnTo>
                  <a:pt x="8877" y="7923"/>
                </a:lnTo>
                <a:lnTo>
                  <a:pt x="9978" y="7263"/>
                </a:lnTo>
                <a:lnTo>
                  <a:pt x="10895" y="6676"/>
                </a:lnTo>
                <a:lnTo>
                  <a:pt x="11812" y="6053"/>
                </a:lnTo>
                <a:lnTo>
                  <a:pt x="12729" y="5392"/>
                </a:lnTo>
                <a:lnTo>
                  <a:pt x="13609" y="4732"/>
                </a:lnTo>
                <a:close/>
                <a:moveTo>
                  <a:pt x="11995" y="9721"/>
                </a:moveTo>
                <a:lnTo>
                  <a:pt x="12472" y="9831"/>
                </a:lnTo>
                <a:lnTo>
                  <a:pt x="12436" y="9867"/>
                </a:lnTo>
                <a:lnTo>
                  <a:pt x="12032" y="10271"/>
                </a:lnTo>
                <a:lnTo>
                  <a:pt x="12032" y="10198"/>
                </a:lnTo>
                <a:lnTo>
                  <a:pt x="11995" y="9721"/>
                </a:lnTo>
                <a:close/>
                <a:moveTo>
                  <a:pt x="2715" y="8804"/>
                </a:moveTo>
                <a:lnTo>
                  <a:pt x="2422" y="9317"/>
                </a:lnTo>
                <a:lnTo>
                  <a:pt x="2165" y="9867"/>
                </a:lnTo>
                <a:lnTo>
                  <a:pt x="2165" y="9941"/>
                </a:lnTo>
                <a:lnTo>
                  <a:pt x="2201" y="10051"/>
                </a:lnTo>
                <a:lnTo>
                  <a:pt x="2275" y="10088"/>
                </a:lnTo>
                <a:lnTo>
                  <a:pt x="2348" y="10124"/>
                </a:lnTo>
                <a:lnTo>
                  <a:pt x="2898" y="10014"/>
                </a:lnTo>
                <a:lnTo>
                  <a:pt x="3449" y="9867"/>
                </a:lnTo>
                <a:lnTo>
                  <a:pt x="3925" y="9684"/>
                </a:lnTo>
                <a:lnTo>
                  <a:pt x="4439" y="9464"/>
                </a:lnTo>
                <a:lnTo>
                  <a:pt x="4549" y="9684"/>
                </a:lnTo>
                <a:lnTo>
                  <a:pt x="3559" y="10124"/>
                </a:lnTo>
                <a:lnTo>
                  <a:pt x="3082" y="10308"/>
                </a:lnTo>
                <a:lnTo>
                  <a:pt x="2568" y="10528"/>
                </a:lnTo>
                <a:lnTo>
                  <a:pt x="2275" y="10638"/>
                </a:lnTo>
                <a:lnTo>
                  <a:pt x="2018" y="10674"/>
                </a:lnTo>
                <a:lnTo>
                  <a:pt x="1761" y="10711"/>
                </a:lnTo>
                <a:lnTo>
                  <a:pt x="1468" y="10711"/>
                </a:lnTo>
                <a:lnTo>
                  <a:pt x="2091" y="9794"/>
                </a:lnTo>
                <a:lnTo>
                  <a:pt x="2348" y="9317"/>
                </a:lnTo>
                <a:lnTo>
                  <a:pt x="2642" y="8877"/>
                </a:lnTo>
                <a:lnTo>
                  <a:pt x="2715" y="8804"/>
                </a:lnTo>
                <a:close/>
                <a:moveTo>
                  <a:pt x="13829" y="5429"/>
                </a:moveTo>
                <a:lnTo>
                  <a:pt x="13940" y="5943"/>
                </a:lnTo>
                <a:lnTo>
                  <a:pt x="13940" y="6456"/>
                </a:lnTo>
                <a:lnTo>
                  <a:pt x="13940" y="6896"/>
                </a:lnTo>
                <a:lnTo>
                  <a:pt x="13866" y="7336"/>
                </a:lnTo>
                <a:lnTo>
                  <a:pt x="13756" y="7740"/>
                </a:lnTo>
                <a:lnTo>
                  <a:pt x="13609" y="8143"/>
                </a:lnTo>
                <a:lnTo>
                  <a:pt x="13426" y="8547"/>
                </a:lnTo>
                <a:lnTo>
                  <a:pt x="13206" y="8914"/>
                </a:lnTo>
                <a:lnTo>
                  <a:pt x="12949" y="9281"/>
                </a:lnTo>
                <a:lnTo>
                  <a:pt x="12656" y="9647"/>
                </a:lnTo>
                <a:lnTo>
                  <a:pt x="12289" y="9611"/>
                </a:lnTo>
                <a:lnTo>
                  <a:pt x="11922" y="9537"/>
                </a:lnTo>
                <a:lnTo>
                  <a:pt x="11849" y="9574"/>
                </a:lnTo>
                <a:lnTo>
                  <a:pt x="11812" y="9574"/>
                </a:lnTo>
                <a:lnTo>
                  <a:pt x="11775" y="9647"/>
                </a:lnTo>
                <a:lnTo>
                  <a:pt x="11702" y="10418"/>
                </a:lnTo>
                <a:lnTo>
                  <a:pt x="11702" y="10491"/>
                </a:lnTo>
                <a:lnTo>
                  <a:pt x="11409" y="10711"/>
                </a:lnTo>
                <a:lnTo>
                  <a:pt x="11188" y="10821"/>
                </a:lnTo>
                <a:lnTo>
                  <a:pt x="11152" y="10858"/>
                </a:lnTo>
                <a:lnTo>
                  <a:pt x="11042" y="10931"/>
                </a:lnTo>
                <a:lnTo>
                  <a:pt x="11042" y="10564"/>
                </a:lnTo>
                <a:lnTo>
                  <a:pt x="11115" y="10198"/>
                </a:lnTo>
                <a:lnTo>
                  <a:pt x="11188" y="9867"/>
                </a:lnTo>
                <a:lnTo>
                  <a:pt x="11298" y="9501"/>
                </a:lnTo>
                <a:lnTo>
                  <a:pt x="11298" y="9464"/>
                </a:lnTo>
                <a:lnTo>
                  <a:pt x="11262" y="9427"/>
                </a:lnTo>
                <a:lnTo>
                  <a:pt x="11225" y="9427"/>
                </a:lnTo>
                <a:lnTo>
                  <a:pt x="11188" y="9464"/>
                </a:lnTo>
                <a:lnTo>
                  <a:pt x="11078" y="9647"/>
                </a:lnTo>
                <a:lnTo>
                  <a:pt x="10968" y="9831"/>
                </a:lnTo>
                <a:lnTo>
                  <a:pt x="10785" y="10234"/>
                </a:lnTo>
                <a:lnTo>
                  <a:pt x="10712" y="10638"/>
                </a:lnTo>
                <a:lnTo>
                  <a:pt x="10712" y="11078"/>
                </a:lnTo>
                <a:lnTo>
                  <a:pt x="10271" y="11261"/>
                </a:lnTo>
                <a:lnTo>
                  <a:pt x="9831" y="11371"/>
                </a:lnTo>
                <a:lnTo>
                  <a:pt x="9868" y="11005"/>
                </a:lnTo>
                <a:lnTo>
                  <a:pt x="9978" y="10638"/>
                </a:lnTo>
                <a:lnTo>
                  <a:pt x="10051" y="10344"/>
                </a:lnTo>
                <a:lnTo>
                  <a:pt x="10161" y="10088"/>
                </a:lnTo>
                <a:lnTo>
                  <a:pt x="10418" y="9574"/>
                </a:lnTo>
                <a:lnTo>
                  <a:pt x="10418" y="9537"/>
                </a:lnTo>
                <a:lnTo>
                  <a:pt x="10381" y="9501"/>
                </a:lnTo>
                <a:lnTo>
                  <a:pt x="10345" y="9501"/>
                </a:lnTo>
                <a:lnTo>
                  <a:pt x="10345" y="9537"/>
                </a:lnTo>
                <a:lnTo>
                  <a:pt x="10015" y="9941"/>
                </a:lnTo>
                <a:lnTo>
                  <a:pt x="9758" y="10418"/>
                </a:lnTo>
                <a:lnTo>
                  <a:pt x="9538" y="10895"/>
                </a:lnTo>
                <a:lnTo>
                  <a:pt x="9501" y="11151"/>
                </a:lnTo>
                <a:lnTo>
                  <a:pt x="9428" y="11408"/>
                </a:lnTo>
                <a:lnTo>
                  <a:pt x="8951" y="11408"/>
                </a:lnTo>
                <a:lnTo>
                  <a:pt x="8951" y="11261"/>
                </a:lnTo>
                <a:lnTo>
                  <a:pt x="8914" y="11225"/>
                </a:lnTo>
                <a:lnTo>
                  <a:pt x="8877" y="11188"/>
                </a:lnTo>
                <a:lnTo>
                  <a:pt x="8841" y="11188"/>
                </a:lnTo>
                <a:lnTo>
                  <a:pt x="8804" y="11225"/>
                </a:lnTo>
                <a:lnTo>
                  <a:pt x="8731" y="11298"/>
                </a:lnTo>
                <a:lnTo>
                  <a:pt x="9171" y="10454"/>
                </a:lnTo>
                <a:lnTo>
                  <a:pt x="9391" y="10051"/>
                </a:lnTo>
                <a:lnTo>
                  <a:pt x="9684" y="9647"/>
                </a:lnTo>
                <a:lnTo>
                  <a:pt x="9684" y="9611"/>
                </a:lnTo>
                <a:lnTo>
                  <a:pt x="9648" y="9611"/>
                </a:lnTo>
                <a:lnTo>
                  <a:pt x="9648" y="9574"/>
                </a:lnTo>
                <a:lnTo>
                  <a:pt x="9611" y="9611"/>
                </a:lnTo>
                <a:lnTo>
                  <a:pt x="9244" y="10014"/>
                </a:lnTo>
                <a:lnTo>
                  <a:pt x="8914" y="10418"/>
                </a:lnTo>
                <a:lnTo>
                  <a:pt x="8621" y="10858"/>
                </a:lnTo>
                <a:lnTo>
                  <a:pt x="8327" y="11335"/>
                </a:lnTo>
                <a:lnTo>
                  <a:pt x="7960" y="11225"/>
                </a:lnTo>
                <a:lnTo>
                  <a:pt x="7997" y="11188"/>
                </a:lnTo>
                <a:lnTo>
                  <a:pt x="7997" y="11151"/>
                </a:lnTo>
                <a:lnTo>
                  <a:pt x="7960" y="11115"/>
                </a:lnTo>
                <a:lnTo>
                  <a:pt x="7960" y="11078"/>
                </a:lnTo>
                <a:lnTo>
                  <a:pt x="7924" y="10968"/>
                </a:lnTo>
                <a:lnTo>
                  <a:pt x="7960" y="10858"/>
                </a:lnTo>
                <a:lnTo>
                  <a:pt x="8034" y="10601"/>
                </a:lnTo>
                <a:lnTo>
                  <a:pt x="8181" y="10308"/>
                </a:lnTo>
                <a:lnTo>
                  <a:pt x="8474" y="9831"/>
                </a:lnTo>
                <a:lnTo>
                  <a:pt x="8767" y="9427"/>
                </a:lnTo>
                <a:lnTo>
                  <a:pt x="8804" y="9391"/>
                </a:lnTo>
                <a:lnTo>
                  <a:pt x="8767" y="9317"/>
                </a:lnTo>
                <a:lnTo>
                  <a:pt x="8694" y="9317"/>
                </a:lnTo>
                <a:lnTo>
                  <a:pt x="8364" y="9537"/>
                </a:lnTo>
                <a:lnTo>
                  <a:pt x="8107" y="9831"/>
                </a:lnTo>
                <a:lnTo>
                  <a:pt x="7887" y="10124"/>
                </a:lnTo>
                <a:lnTo>
                  <a:pt x="7704" y="10454"/>
                </a:lnTo>
                <a:lnTo>
                  <a:pt x="7594" y="10784"/>
                </a:lnTo>
                <a:lnTo>
                  <a:pt x="7557" y="10968"/>
                </a:lnTo>
                <a:lnTo>
                  <a:pt x="7594" y="11115"/>
                </a:lnTo>
                <a:lnTo>
                  <a:pt x="7153" y="10968"/>
                </a:lnTo>
                <a:lnTo>
                  <a:pt x="6713" y="10784"/>
                </a:lnTo>
                <a:lnTo>
                  <a:pt x="6933" y="10564"/>
                </a:lnTo>
                <a:lnTo>
                  <a:pt x="7080" y="10344"/>
                </a:lnTo>
                <a:lnTo>
                  <a:pt x="7153" y="10234"/>
                </a:lnTo>
                <a:lnTo>
                  <a:pt x="7190" y="10124"/>
                </a:lnTo>
                <a:lnTo>
                  <a:pt x="7190" y="10088"/>
                </a:lnTo>
                <a:lnTo>
                  <a:pt x="7153" y="10088"/>
                </a:lnTo>
                <a:lnTo>
                  <a:pt x="7080" y="10124"/>
                </a:lnTo>
                <a:lnTo>
                  <a:pt x="7007" y="10161"/>
                </a:lnTo>
                <a:lnTo>
                  <a:pt x="6823" y="10308"/>
                </a:lnTo>
                <a:lnTo>
                  <a:pt x="6493" y="10564"/>
                </a:lnTo>
                <a:lnTo>
                  <a:pt x="6420" y="10638"/>
                </a:lnTo>
                <a:lnTo>
                  <a:pt x="5906" y="10344"/>
                </a:lnTo>
                <a:lnTo>
                  <a:pt x="6897" y="9904"/>
                </a:lnTo>
                <a:lnTo>
                  <a:pt x="7887" y="9391"/>
                </a:lnTo>
                <a:lnTo>
                  <a:pt x="8877" y="8877"/>
                </a:lnTo>
                <a:lnTo>
                  <a:pt x="9795" y="8327"/>
                </a:lnTo>
                <a:lnTo>
                  <a:pt x="10748" y="7740"/>
                </a:lnTo>
                <a:lnTo>
                  <a:pt x="11665" y="7116"/>
                </a:lnTo>
                <a:lnTo>
                  <a:pt x="12546" y="6456"/>
                </a:lnTo>
                <a:lnTo>
                  <a:pt x="13426" y="5796"/>
                </a:lnTo>
                <a:lnTo>
                  <a:pt x="13829" y="5429"/>
                </a:lnTo>
                <a:close/>
                <a:moveTo>
                  <a:pt x="1651" y="9757"/>
                </a:moveTo>
                <a:lnTo>
                  <a:pt x="1028" y="10711"/>
                </a:lnTo>
                <a:lnTo>
                  <a:pt x="991" y="10784"/>
                </a:lnTo>
                <a:lnTo>
                  <a:pt x="1028" y="10858"/>
                </a:lnTo>
                <a:lnTo>
                  <a:pt x="1028" y="10931"/>
                </a:lnTo>
                <a:lnTo>
                  <a:pt x="1101" y="10968"/>
                </a:lnTo>
                <a:lnTo>
                  <a:pt x="1358" y="11041"/>
                </a:lnTo>
                <a:lnTo>
                  <a:pt x="1651" y="11078"/>
                </a:lnTo>
                <a:lnTo>
                  <a:pt x="1908" y="11078"/>
                </a:lnTo>
                <a:lnTo>
                  <a:pt x="2165" y="11041"/>
                </a:lnTo>
                <a:lnTo>
                  <a:pt x="2715" y="10858"/>
                </a:lnTo>
                <a:lnTo>
                  <a:pt x="3229" y="10638"/>
                </a:lnTo>
                <a:lnTo>
                  <a:pt x="4769" y="10014"/>
                </a:lnTo>
                <a:lnTo>
                  <a:pt x="4953" y="10198"/>
                </a:lnTo>
                <a:lnTo>
                  <a:pt x="4072" y="10564"/>
                </a:lnTo>
                <a:lnTo>
                  <a:pt x="3192" y="10895"/>
                </a:lnTo>
                <a:lnTo>
                  <a:pt x="2238" y="11188"/>
                </a:lnTo>
                <a:lnTo>
                  <a:pt x="1248" y="11445"/>
                </a:lnTo>
                <a:lnTo>
                  <a:pt x="1101" y="11518"/>
                </a:lnTo>
                <a:lnTo>
                  <a:pt x="844" y="11555"/>
                </a:lnTo>
                <a:lnTo>
                  <a:pt x="624" y="11555"/>
                </a:lnTo>
                <a:lnTo>
                  <a:pt x="551" y="11518"/>
                </a:lnTo>
                <a:lnTo>
                  <a:pt x="477" y="11481"/>
                </a:lnTo>
                <a:lnTo>
                  <a:pt x="477" y="11408"/>
                </a:lnTo>
                <a:lnTo>
                  <a:pt x="514" y="11298"/>
                </a:lnTo>
                <a:lnTo>
                  <a:pt x="661" y="11005"/>
                </a:lnTo>
                <a:lnTo>
                  <a:pt x="991" y="10601"/>
                </a:lnTo>
                <a:lnTo>
                  <a:pt x="1321" y="10161"/>
                </a:lnTo>
                <a:lnTo>
                  <a:pt x="1651" y="9757"/>
                </a:lnTo>
                <a:close/>
                <a:moveTo>
                  <a:pt x="16324" y="0"/>
                </a:moveTo>
                <a:lnTo>
                  <a:pt x="16140" y="37"/>
                </a:lnTo>
                <a:lnTo>
                  <a:pt x="15774" y="147"/>
                </a:lnTo>
                <a:lnTo>
                  <a:pt x="15480" y="330"/>
                </a:lnTo>
                <a:lnTo>
                  <a:pt x="14636" y="807"/>
                </a:lnTo>
                <a:lnTo>
                  <a:pt x="13866" y="1357"/>
                </a:lnTo>
                <a:lnTo>
                  <a:pt x="13059" y="1908"/>
                </a:lnTo>
                <a:lnTo>
                  <a:pt x="12289" y="2458"/>
                </a:lnTo>
                <a:lnTo>
                  <a:pt x="12032" y="2311"/>
                </a:lnTo>
                <a:lnTo>
                  <a:pt x="11812" y="2238"/>
                </a:lnTo>
                <a:lnTo>
                  <a:pt x="11629" y="2238"/>
                </a:lnTo>
                <a:lnTo>
                  <a:pt x="11372" y="2091"/>
                </a:lnTo>
                <a:lnTo>
                  <a:pt x="11115" y="1981"/>
                </a:lnTo>
                <a:lnTo>
                  <a:pt x="10858" y="1908"/>
                </a:lnTo>
                <a:lnTo>
                  <a:pt x="10565" y="1834"/>
                </a:lnTo>
                <a:lnTo>
                  <a:pt x="10015" y="1761"/>
                </a:lnTo>
                <a:lnTo>
                  <a:pt x="9464" y="1761"/>
                </a:lnTo>
                <a:lnTo>
                  <a:pt x="8914" y="1834"/>
                </a:lnTo>
                <a:lnTo>
                  <a:pt x="8364" y="1981"/>
                </a:lnTo>
                <a:lnTo>
                  <a:pt x="7814" y="2164"/>
                </a:lnTo>
                <a:lnTo>
                  <a:pt x="7300" y="2384"/>
                </a:lnTo>
                <a:lnTo>
                  <a:pt x="6677" y="2715"/>
                </a:lnTo>
                <a:lnTo>
                  <a:pt x="6090" y="3081"/>
                </a:lnTo>
                <a:lnTo>
                  <a:pt x="5503" y="3522"/>
                </a:lnTo>
                <a:lnTo>
                  <a:pt x="4989" y="3962"/>
                </a:lnTo>
                <a:lnTo>
                  <a:pt x="4769" y="4219"/>
                </a:lnTo>
                <a:lnTo>
                  <a:pt x="4549" y="4475"/>
                </a:lnTo>
                <a:lnTo>
                  <a:pt x="4402" y="4769"/>
                </a:lnTo>
                <a:lnTo>
                  <a:pt x="4256" y="5062"/>
                </a:lnTo>
                <a:lnTo>
                  <a:pt x="4146" y="5356"/>
                </a:lnTo>
                <a:lnTo>
                  <a:pt x="4035" y="5686"/>
                </a:lnTo>
                <a:lnTo>
                  <a:pt x="3999" y="6016"/>
                </a:lnTo>
                <a:lnTo>
                  <a:pt x="3925" y="6346"/>
                </a:lnTo>
                <a:lnTo>
                  <a:pt x="3889" y="6970"/>
                </a:lnTo>
                <a:lnTo>
                  <a:pt x="3925" y="7630"/>
                </a:lnTo>
                <a:lnTo>
                  <a:pt x="3339" y="7960"/>
                </a:lnTo>
                <a:lnTo>
                  <a:pt x="2752" y="8290"/>
                </a:lnTo>
                <a:lnTo>
                  <a:pt x="2238" y="8657"/>
                </a:lnTo>
                <a:lnTo>
                  <a:pt x="1725" y="9097"/>
                </a:lnTo>
                <a:lnTo>
                  <a:pt x="1248" y="9574"/>
                </a:lnTo>
                <a:lnTo>
                  <a:pt x="808" y="10051"/>
                </a:lnTo>
                <a:lnTo>
                  <a:pt x="404" y="10601"/>
                </a:lnTo>
                <a:lnTo>
                  <a:pt x="221" y="10858"/>
                </a:lnTo>
                <a:lnTo>
                  <a:pt x="74" y="11151"/>
                </a:lnTo>
                <a:lnTo>
                  <a:pt x="1" y="11371"/>
                </a:lnTo>
                <a:lnTo>
                  <a:pt x="37" y="11555"/>
                </a:lnTo>
                <a:lnTo>
                  <a:pt x="111" y="11738"/>
                </a:lnTo>
                <a:lnTo>
                  <a:pt x="184" y="11812"/>
                </a:lnTo>
                <a:lnTo>
                  <a:pt x="257" y="11885"/>
                </a:lnTo>
                <a:lnTo>
                  <a:pt x="477" y="11958"/>
                </a:lnTo>
                <a:lnTo>
                  <a:pt x="697" y="11995"/>
                </a:lnTo>
                <a:lnTo>
                  <a:pt x="918" y="11995"/>
                </a:lnTo>
                <a:lnTo>
                  <a:pt x="1174" y="11958"/>
                </a:lnTo>
                <a:lnTo>
                  <a:pt x="1835" y="11812"/>
                </a:lnTo>
                <a:lnTo>
                  <a:pt x="2495" y="11591"/>
                </a:lnTo>
                <a:lnTo>
                  <a:pt x="3815" y="11151"/>
                </a:lnTo>
                <a:lnTo>
                  <a:pt x="4586" y="10858"/>
                </a:lnTo>
                <a:lnTo>
                  <a:pt x="5356" y="10564"/>
                </a:lnTo>
                <a:lnTo>
                  <a:pt x="5760" y="10858"/>
                </a:lnTo>
                <a:lnTo>
                  <a:pt x="6200" y="11078"/>
                </a:lnTo>
                <a:lnTo>
                  <a:pt x="6236" y="11261"/>
                </a:lnTo>
                <a:lnTo>
                  <a:pt x="6273" y="11335"/>
                </a:lnTo>
                <a:lnTo>
                  <a:pt x="6346" y="11371"/>
                </a:lnTo>
                <a:lnTo>
                  <a:pt x="6493" y="11371"/>
                </a:lnTo>
                <a:lnTo>
                  <a:pt x="6603" y="11261"/>
                </a:lnTo>
                <a:lnTo>
                  <a:pt x="7410" y="11591"/>
                </a:lnTo>
                <a:lnTo>
                  <a:pt x="7814" y="11702"/>
                </a:lnTo>
                <a:lnTo>
                  <a:pt x="8217" y="11812"/>
                </a:lnTo>
                <a:lnTo>
                  <a:pt x="8291" y="11848"/>
                </a:lnTo>
                <a:lnTo>
                  <a:pt x="8364" y="11885"/>
                </a:lnTo>
                <a:lnTo>
                  <a:pt x="8474" y="11848"/>
                </a:lnTo>
                <a:lnTo>
                  <a:pt x="8547" y="11885"/>
                </a:lnTo>
                <a:lnTo>
                  <a:pt x="8877" y="11922"/>
                </a:lnTo>
                <a:lnTo>
                  <a:pt x="9574" y="11922"/>
                </a:lnTo>
                <a:lnTo>
                  <a:pt x="9905" y="11885"/>
                </a:lnTo>
                <a:lnTo>
                  <a:pt x="10235" y="11812"/>
                </a:lnTo>
                <a:lnTo>
                  <a:pt x="10565" y="11702"/>
                </a:lnTo>
                <a:lnTo>
                  <a:pt x="10895" y="11555"/>
                </a:lnTo>
                <a:lnTo>
                  <a:pt x="11225" y="11408"/>
                </a:lnTo>
                <a:lnTo>
                  <a:pt x="11555" y="11225"/>
                </a:lnTo>
                <a:lnTo>
                  <a:pt x="11885" y="11041"/>
                </a:lnTo>
                <a:lnTo>
                  <a:pt x="12179" y="10784"/>
                </a:lnTo>
                <a:lnTo>
                  <a:pt x="12472" y="10564"/>
                </a:lnTo>
                <a:lnTo>
                  <a:pt x="12766" y="10308"/>
                </a:lnTo>
                <a:lnTo>
                  <a:pt x="13022" y="10014"/>
                </a:lnTo>
                <a:lnTo>
                  <a:pt x="13279" y="9721"/>
                </a:lnTo>
                <a:lnTo>
                  <a:pt x="13499" y="9391"/>
                </a:lnTo>
                <a:lnTo>
                  <a:pt x="13719" y="9097"/>
                </a:lnTo>
                <a:lnTo>
                  <a:pt x="13903" y="8730"/>
                </a:lnTo>
                <a:lnTo>
                  <a:pt x="14050" y="8400"/>
                </a:lnTo>
                <a:lnTo>
                  <a:pt x="14196" y="8033"/>
                </a:lnTo>
                <a:lnTo>
                  <a:pt x="14306" y="7667"/>
                </a:lnTo>
                <a:lnTo>
                  <a:pt x="14380" y="7300"/>
                </a:lnTo>
                <a:lnTo>
                  <a:pt x="14453" y="6933"/>
                </a:lnTo>
                <a:lnTo>
                  <a:pt x="14490" y="6529"/>
                </a:lnTo>
                <a:lnTo>
                  <a:pt x="14490" y="6163"/>
                </a:lnTo>
                <a:lnTo>
                  <a:pt x="14453" y="5796"/>
                </a:lnTo>
                <a:lnTo>
                  <a:pt x="14380" y="5429"/>
                </a:lnTo>
                <a:lnTo>
                  <a:pt x="14270" y="5062"/>
                </a:lnTo>
                <a:lnTo>
                  <a:pt x="15113" y="4329"/>
                </a:lnTo>
                <a:lnTo>
                  <a:pt x="15920" y="3558"/>
                </a:lnTo>
                <a:lnTo>
                  <a:pt x="16434" y="3045"/>
                </a:lnTo>
                <a:lnTo>
                  <a:pt x="16691" y="2751"/>
                </a:lnTo>
                <a:lnTo>
                  <a:pt x="16947" y="2458"/>
                </a:lnTo>
                <a:lnTo>
                  <a:pt x="17168" y="2128"/>
                </a:lnTo>
                <a:lnTo>
                  <a:pt x="17351" y="1798"/>
                </a:lnTo>
                <a:lnTo>
                  <a:pt x="17461" y="1431"/>
                </a:lnTo>
                <a:lnTo>
                  <a:pt x="17461" y="1247"/>
                </a:lnTo>
                <a:lnTo>
                  <a:pt x="17461" y="1064"/>
                </a:lnTo>
                <a:lnTo>
                  <a:pt x="17388" y="770"/>
                </a:lnTo>
                <a:lnTo>
                  <a:pt x="17278" y="514"/>
                </a:lnTo>
                <a:lnTo>
                  <a:pt x="17094" y="257"/>
                </a:lnTo>
                <a:lnTo>
                  <a:pt x="16837" y="74"/>
                </a:lnTo>
                <a:lnTo>
                  <a:pt x="16691" y="37"/>
                </a:lnTo>
                <a:lnTo>
                  <a:pt x="1650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1" name="Google Shape;481;p10"/>
          <p:cNvSpPr/>
          <p:nvPr/>
        </p:nvSpPr>
        <p:spPr>
          <a:xfrm>
            <a:off x="11147940" y="6009221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2" name="Google Shape;482;p10"/>
          <p:cNvSpPr/>
          <p:nvPr/>
        </p:nvSpPr>
        <p:spPr>
          <a:xfrm>
            <a:off x="-102771" y="19840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3" name="Google Shape;483;p10"/>
          <p:cNvSpPr/>
          <p:nvPr/>
        </p:nvSpPr>
        <p:spPr>
          <a:xfrm>
            <a:off x="10736763" y="64336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4" name="Google Shape;484;p10"/>
          <p:cNvSpPr/>
          <p:nvPr/>
        </p:nvSpPr>
        <p:spPr>
          <a:xfrm>
            <a:off x="10736769" y="5509769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5" name="Google Shape;485;p10"/>
          <p:cNvSpPr/>
          <p:nvPr/>
        </p:nvSpPr>
        <p:spPr>
          <a:xfrm>
            <a:off x="9907864" y="64975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6" name="Google Shape;486;p10"/>
          <p:cNvSpPr/>
          <p:nvPr/>
        </p:nvSpPr>
        <p:spPr>
          <a:xfrm>
            <a:off x="11666301" y="6600167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7" name="Google Shape;487;p10"/>
          <p:cNvSpPr/>
          <p:nvPr/>
        </p:nvSpPr>
        <p:spPr>
          <a:xfrm>
            <a:off x="11363259" y="5333706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8" name="Google Shape;488;p10"/>
          <p:cNvSpPr/>
          <p:nvPr/>
        </p:nvSpPr>
        <p:spPr>
          <a:xfrm>
            <a:off x="11772537" y="6111825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89" name="Google Shape;489;p10"/>
          <p:cNvSpPr/>
          <p:nvPr/>
        </p:nvSpPr>
        <p:spPr>
          <a:xfrm>
            <a:off x="11951973" y="1784958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0" name="Google Shape;490;p10"/>
          <p:cNvSpPr/>
          <p:nvPr/>
        </p:nvSpPr>
        <p:spPr>
          <a:xfrm rot="-2426120">
            <a:off x="9480176" y="6502682"/>
            <a:ext cx="373213" cy="477295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1" name="Google Shape;491;p10"/>
          <p:cNvSpPr/>
          <p:nvPr/>
        </p:nvSpPr>
        <p:spPr>
          <a:xfrm>
            <a:off x="10212864" y="5826928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2" name="Google Shape;492;p10"/>
          <p:cNvSpPr/>
          <p:nvPr/>
        </p:nvSpPr>
        <p:spPr>
          <a:xfrm>
            <a:off x="11730117" y="4104977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3" name="Google Shape;493;p10"/>
          <p:cNvSpPr/>
          <p:nvPr/>
        </p:nvSpPr>
        <p:spPr>
          <a:xfrm>
            <a:off x="10376560" y="65135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4" name="Google Shape;494;p10"/>
          <p:cNvSpPr/>
          <p:nvPr/>
        </p:nvSpPr>
        <p:spPr>
          <a:xfrm>
            <a:off x="462503" y="811487"/>
            <a:ext cx="280284" cy="611852"/>
          </a:xfrm>
          <a:custGeom>
            <a:avLst/>
            <a:gdLst/>
            <a:ahLst/>
            <a:cxnLst/>
            <a:rect l="l" t="t" r="r" b="b"/>
            <a:pathLst>
              <a:path w="7411" h="16178" extrusionOk="0">
                <a:moveTo>
                  <a:pt x="3339" y="147"/>
                </a:moveTo>
                <a:lnTo>
                  <a:pt x="3229" y="441"/>
                </a:lnTo>
                <a:lnTo>
                  <a:pt x="3155" y="734"/>
                </a:lnTo>
                <a:lnTo>
                  <a:pt x="3119" y="1358"/>
                </a:lnTo>
                <a:lnTo>
                  <a:pt x="3082" y="2972"/>
                </a:lnTo>
                <a:lnTo>
                  <a:pt x="3119" y="4476"/>
                </a:lnTo>
                <a:lnTo>
                  <a:pt x="3119" y="5283"/>
                </a:lnTo>
                <a:lnTo>
                  <a:pt x="3119" y="5576"/>
                </a:lnTo>
                <a:lnTo>
                  <a:pt x="3155" y="5723"/>
                </a:lnTo>
                <a:lnTo>
                  <a:pt x="3229" y="5870"/>
                </a:lnTo>
                <a:lnTo>
                  <a:pt x="3265" y="5906"/>
                </a:lnTo>
                <a:lnTo>
                  <a:pt x="3339" y="5943"/>
                </a:lnTo>
                <a:lnTo>
                  <a:pt x="3375" y="5943"/>
                </a:lnTo>
                <a:lnTo>
                  <a:pt x="3449" y="5870"/>
                </a:lnTo>
                <a:lnTo>
                  <a:pt x="3486" y="5760"/>
                </a:lnTo>
                <a:lnTo>
                  <a:pt x="3522" y="5649"/>
                </a:lnTo>
                <a:lnTo>
                  <a:pt x="3522" y="5393"/>
                </a:lnTo>
                <a:lnTo>
                  <a:pt x="3522" y="4586"/>
                </a:lnTo>
                <a:lnTo>
                  <a:pt x="3486" y="2972"/>
                </a:lnTo>
                <a:lnTo>
                  <a:pt x="3522" y="1504"/>
                </a:lnTo>
                <a:lnTo>
                  <a:pt x="3522" y="808"/>
                </a:lnTo>
                <a:lnTo>
                  <a:pt x="3486" y="477"/>
                </a:lnTo>
                <a:lnTo>
                  <a:pt x="3412" y="294"/>
                </a:lnTo>
                <a:lnTo>
                  <a:pt x="3375" y="147"/>
                </a:lnTo>
                <a:close/>
                <a:moveTo>
                  <a:pt x="1725" y="1"/>
                </a:moveTo>
                <a:lnTo>
                  <a:pt x="1688" y="37"/>
                </a:lnTo>
                <a:lnTo>
                  <a:pt x="1615" y="147"/>
                </a:lnTo>
                <a:lnTo>
                  <a:pt x="1578" y="294"/>
                </a:lnTo>
                <a:lnTo>
                  <a:pt x="1541" y="624"/>
                </a:lnTo>
                <a:lnTo>
                  <a:pt x="1578" y="1284"/>
                </a:lnTo>
                <a:lnTo>
                  <a:pt x="1615" y="2898"/>
                </a:lnTo>
                <a:lnTo>
                  <a:pt x="1725" y="6236"/>
                </a:lnTo>
                <a:lnTo>
                  <a:pt x="1761" y="6346"/>
                </a:lnTo>
                <a:lnTo>
                  <a:pt x="1798" y="6383"/>
                </a:lnTo>
                <a:lnTo>
                  <a:pt x="1872" y="6420"/>
                </a:lnTo>
                <a:lnTo>
                  <a:pt x="1945" y="6456"/>
                </a:lnTo>
                <a:lnTo>
                  <a:pt x="2018" y="6420"/>
                </a:lnTo>
                <a:lnTo>
                  <a:pt x="2092" y="6383"/>
                </a:lnTo>
                <a:lnTo>
                  <a:pt x="2165" y="6346"/>
                </a:lnTo>
                <a:lnTo>
                  <a:pt x="2165" y="6236"/>
                </a:lnTo>
                <a:lnTo>
                  <a:pt x="2165" y="5980"/>
                </a:lnTo>
                <a:lnTo>
                  <a:pt x="2165" y="5943"/>
                </a:lnTo>
                <a:lnTo>
                  <a:pt x="2055" y="3008"/>
                </a:lnTo>
                <a:lnTo>
                  <a:pt x="1982" y="1394"/>
                </a:lnTo>
                <a:lnTo>
                  <a:pt x="1945" y="587"/>
                </a:lnTo>
                <a:lnTo>
                  <a:pt x="1908" y="294"/>
                </a:lnTo>
                <a:lnTo>
                  <a:pt x="1872" y="147"/>
                </a:lnTo>
                <a:lnTo>
                  <a:pt x="1761" y="37"/>
                </a:lnTo>
                <a:lnTo>
                  <a:pt x="1725" y="1"/>
                </a:lnTo>
                <a:close/>
                <a:moveTo>
                  <a:pt x="4953" y="184"/>
                </a:moveTo>
                <a:lnTo>
                  <a:pt x="4879" y="221"/>
                </a:lnTo>
                <a:lnTo>
                  <a:pt x="4843" y="257"/>
                </a:lnTo>
                <a:lnTo>
                  <a:pt x="4843" y="331"/>
                </a:lnTo>
                <a:lnTo>
                  <a:pt x="4769" y="1101"/>
                </a:lnTo>
                <a:lnTo>
                  <a:pt x="4733" y="1908"/>
                </a:lnTo>
                <a:lnTo>
                  <a:pt x="4733" y="3522"/>
                </a:lnTo>
                <a:lnTo>
                  <a:pt x="4733" y="5136"/>
                </a:lnTo>
                <a:lnTo>
                  <a:pt x="4696" y="5870"/>
                </a:lnTo>
                <a:lnTo>
                  <a:pt x="4696" y="6273"/>
                </a:lnTo>
                <a:lnTo>
                  <a:pt x="4769" y="6640"/>
                </a:lnTo>
                <a:lnTo>
                  <a:pt x="4806" y="6713"/>
                </a:lnTo>
                <a:lnTo>
                  <a:pt x="4916" y="6750"/>
                </a:lnTo>
                <a:lnTo>
                  <a:pt x="5026" y="6713"/>
                </a:lnTo>
                <a:lnTo>
                  <a:pt x="5100" y="6640"/>
                </a:lnTo>
                <a:lnTo>
                  <a:pt x="5173" y="6273"/>
                </a:lnTo>
                <a:lnTo>
                  <a:pt x="5173" y="5870"/>
                </a:lnTo>
                <a:lnTo>
                  <a:pt x="5136" y="5136"/>
                </a:lnTo>
                <a:lnTo>
                  <a:pt x="5136" y="3522"/>
                </a:lnTo>
                <a:lnTo>
                  <a:pt x="5173" y="1908"/>
                </a:lnTo>
                <a:lnTo>
                  <a:pt x="5136" y="1138"/>
                </a:lnTo>
                <a:lnTo>
                  <a:pt x="5100" y="331"/>
                </a:lnTo>
                <a:lnTo>
                  <a:pt x="5100" y="257"/>
                </a:lnTo>
                <a:lnTo>
                  <a:pt x="5063" y="221"/>
                </a:lnTo>
                <a:lnTo>
                  <a:pt x="4953" y="184"/>
                </a:lnTo>
                <a:close/>
                <a:moveTo>
                  <a:pt x="6273" y="2678"/>
                </a:moveTo>
                <a:lnTo>
                  <a:pt x="6273" y="2715"/>
                </a:lnTo>
                <a:lnTo>
                  <a:pt x="6200" y="3008"/>
                </a:lnTo>
                <a:lnTo>
                  <a:pt x="6163" y="3302"/>
                </a:lnTo>
                <a:lnTo>
                  <a:pt x="6127" y="3925"/>
                </a:lnTo>
                <a:lnTo>
                  <a:pt x="6127" y="5173"/>
                </a:lnTo>
                <a:lnTo>
                  <a:pt x="6090" y="7667"/>
                </a:lnTo>
                <a:lnTo>
                  <a:pt x="6090" y="7887"/>
                </a:lnTo>
                <a:lnTo>
                  <a:pt x="6127" y="7960"/>
                </a:lnTo>
                <a:lnTo>
                  <a:pt x="6163" y="8034"/>
                </a:lnTo>
                <a:lnTo>
                  <a:pt x="6237" y="8070"/>
                </a:lnTo>
                <a:lnTo>
                  <a:pt x="6383" y="8070"/>
                </a:lnTo>
                <a:lnTo>
                  <a:pt x="6457" y="8034"/>
                </a:lnTo>
                <a:lnTo>
                  <a:pt x="6493" y="7960"/>
                </a:lnTo>
                <a:lnTo>
                  <a:pt x="6530" y="7887"/>
                </a:lnTo>
                <a:lnTo>
                  <a:pt x="6530" y="5283"/>
                </a:lnTo>
                <a:lnTo>
                  <a:pt x="6530" y="3962"/>
                </a:lnTo>
                <a:lnTo>
                  <a:pt x="6493" y="3339"/>
                </a:lnTo>
                <a:lnTo>
                  <a:pt x="6457" y="3008"/>
                </a:lnTo>
                <a:lnTo>
                  <a:pt x="6383" y="2715"/>
                </a:lnTo>
                <a:lnTo>
                  <a:pt x="6347" y="2678"/>
                </a:lnTo>
                <a:close/>
                <a:moveTo>
                  <a:pt x="3265" y="7887"/>
                </a:moveTo>
                <a:lnTo>
                  <a:pt x="3082" y="8107"/>
                </a:lnTo>
                <a:lnTo>
                  <a:pt x="2862" y="8291"/>
                </a:lnTo>
                <a:lnTo>
                  <a:pt x="2679" y="8401"/>
                </a:lnTo>
                <a:lnTo>
                  <a:pt x="2458" y="8474"/>
                </a:lnTo>
                <a:lnTo>
                  <a:pt x="2458" y="8474"/>
                </a:lnTo>
                <a:lnTo>
                  <a:pt x="2605" y="8291"/>
                </a:lnTo>
                <a:lnTo>
                  <a:pt x="2752" y="8144"/>
                </a:lnTo>
                <a:lnTo>
                  <a:pt x="2972" y="7997"/>
                </a:lnTo>
                <a:lnTo>
                  <a:pt x="3192" y="7924"/>
                </a:lnTo>
                <a:lnTo>
                  <a:pt x="3265" y="7887"/>
                </a:lnTo>
                <a:close/>
                <a:moveTo>
                  <a:pt x="4806" y="9501"/>
                </a:moveTo>
                <a:lnTo>
                  <a:pt x="4513" y="9538"/>
                </a:lnTo>
                <a:lnTo>
                  <a:pt x="4329" y="9574"/>
                </a:lnTo>
                <a:lnTo>
                  <a:pt x="4072" y="9574"/>
                </a:lnTo>
                <a:lnTo>
                  <a:pt x="4072" y="9611"/>
                </a:lnTo>
                <a:lnTo>
                  <a:pt x="4072" y="9684"/>
                </a:lnTo>
                <a:lnTo>
                  <a:pt x="4109" y="9758"/>
                </a:lnTo>
                <a:lnTo>
                  <a:pt x="4146" y="9831"/>
                </a:lnTo>
                <a:lnTo>
                  <a:pt x="4219" y="9868"/>
                </a:lnTo>
                <a:lnTo>
                  <a:pt x="4293" y="9905"/>
                </a:lnTo>
                <a:lnTo>
                  <a:pt x="4476" y="9941"/>
                </a:lnTo>
                <a:lnTo>
                  <a:pt x="4659" y="9905"/>
                </a:lnTo>
                <a:lnTo>
                  <a:pt x="4806" y="9941"/>
                </a:lnTo>
                <a:lnTo>
                  <a:pt x="4953" y="9978"/>
                </a:lnTo>
                <a:lnTo>
                  <a:pt x="5100" y="10015"/>
                </a:lnTo>
                <a:lnTo>
                  <a:pt x="5246" y="10125"/>
                </a:lnTo>
                <a:lnTo>
                  <a:pt x="5320" y="10235"/>
                </a:lnTo>
                <a:lnTo>
                  <a:pt x="5430" y="10381"/>
                </a:lnTo>
                <a:lnTo>
                  <a:pt x="5466" y="10528"/>
                </a:lnTo>
                <a:lnTo>
                  <a:pt x="5503" y="10675"/>
                </a:lnTo>
                <a:lnTo>
                  <a:pt x="5540" y="10748"/>
                </a:lnTo>
                <a:lnTo>
                  <a:pt x="5613" y="10822"/>
                </a:lnTo>
                <a:lnTo>
                  <a:pt x="5833" y="10822"/>
                </a:lnTo>
                <a:lnTo>
                  <a:pt x="5907" y="10748"/>
                </a:lnTo>
                <a:lnTo>
                  <a:pt x="5943" y="10711"/>
                </a:lnTo>
                <a:lnTo>
                  <a:pt x="5980" y="10601"/>
                </a:lnTo>
                <a:lnTo>
                  <a:pt x="5907" y="10308"/>
                </a:lnTo>
                <a:lnTo>
                  <a:pt x="5760" y="10051"/>
                </a:lnTo>
                <a:lnTo>
                  <a:pt x="5576" y="9831"/>
                </a:lnTo>
                <a:lnTo>
                  <a:pt x="5356" y="9648"/>
                </a:lnTo>
                <a:lnTo>
                  <a:pt x="5100" y="9538"/>
                </a:lnTo>
                <a:lnTo>
                  <a:pt x="4806" y="9501"/>
                </a:lnTo>
                <a:close/>
                <a:moveTo>
                  <a:pt x="4879" y="8547"/>
                </a:moveTo>
                <a:lnTo>
                  <a:pt x="5136" y="8621"/>
                </a:lnTo>
                <a:lnTo>
                  <a:pt x="5393" y="8731"/>
                </a:lnTo>
                <a:lnTo>
                  <a:pt x="5650" y="8877"/>
                </a:lnTo>
                <a:lnTo>
                  <a:pt x="5907" y="9061"/>
                </a:lnTo>
                <a:lnTo>
                  <a:pt x="6090" y="9244"/>
                </a:lnTo>
                <a:lnTo>
                  <a:pt x="6310" y="9464"/>
                </a:lnTo>
                <a:lnTo>
                  <a:pt x="6457" y="9684"/>
                </a:lnTo>
                <a:lnTo>
                  <a:pt x="6603" y="9941"/>
                </a:lnTo>
                <a:lnTo>
                  <a:pt x="6714" y="10198"/>
                </a:lnTo>
                <a:lnTo>
                  <a:pt x="6787" y="10491"/>
                </a:lnTo>
                <a:lnTo>
                  <a:pt x="6860" y="10748"/>
                </a:lnTo>
                <a:lnTo>
                  <a:pt x="6934" y="11078"/>
                </a:lnTo>
                <a:lnTo>
                  <a:pt x="6934" y="11372"/>
                </a:lnTo>
                <a:lnTo>
                  <a:pt x="6934" y="11665"/>
                </a:lnTo>
                <a:lnTo>
                  <a:pt x="6934" y="11995"/>
                </a:lnTo>
                <a:lnTo>
                  <a:pt x="6824" y="12619"/>
                </a:lnTo>
                <a:lnTo>
                  <a:pt x="6677" y="13206"/>
                </a:lnTo>
                <a:lnTo>
                  <a:pt x="6530" y="13499"/>
                </a:lnTo>
                <a:lnTo>
                  <a:pt x="6383" y="13793"/>
                </a:lnTo>
                <a:lnTo>
                  <a:pt x="6310" y="13939"/>
                </a:lnTo>
                <a:lnTo>
                  <a:pt x="6163" y="14050"/>
                </a:lnTo>
                <a:lnTo>
                  <a:pt x="5907" y="14270"/>
                </a:lnTo>
                <a:lnTo>
                  <a:pt x="5540" y="14526"/>
                </a:lnTo>
                <a:lnTo>
                  <a:pt x="5173" y="14857"/>
                </a:lnTo>
                <a:lnTo>
                  <a:pt x="5026" y="14967"/>
                </a:lnTo>
                <a:lnTo>
                  <a:pt x="4659" y="15187"/>
                </a:lnTo>
                <a:lnTo>
                  <a:pt x="4659" y="15187"/>
                </a:lnTo>
                <a:lnTo>
                  <a:pt x="4806" y="14857"/>
                </a:lnTo>
                <a:lnTo>
                  <a:pt x="4916" y="14636"/>
                </a:lnTo>
                <a:lnTo>
                  <a:pt x="4953" y="14490"/>
                </a:lnTo>
                <a:lnTo>
                  <a:pt x="4989" y="14380"/>
                </a:lnTo>
                <a:lnTo>
                  <a:pt x="4953" y="14270"/>
                </a:lnTo>
                <a:lnTo>
                  <a:pt x="4916" y="14160"/>
                </a:lnTo>
                <a:lnTo>
                  <a:pt x="4843" y="14123"/>
                </a:lnTo>
                <a:lnTo>
                  <a:pt x="4659" y="14123"/>
                </a:lnTo>
                <a:lnTo>
                  <a:pt x="4586" y="14160"/>
                </a:lnTo>
                <a:lnTo>
                  <a:pt x="4549" y="14233"/>
                </a:lnTo>
                <a:lnTo>
                  <a:pt x="4513" y="14343"/>
                </a:lnTo>
                <a:lnTo>
                  <a:pt x="4549" y="14453"/>
                </a:lnTo>
                <a:lnTo>
                  <a:pt x="4513" y="14526"/>
                </a:lnTo>
                <a:lnTo>
                  <a:pt x="4439" y="14783"/>
                </a:lnTo>
                <a:lnTo>
                  <a:pt x="4366" y="15003"/>
                </a:lnTo>
                <a:lnTo>
                  <a:pt x="4329" y="15260"/>
                </a:lnTo>
                <a:lnTo>
                  <a:pt x="4366" y="15333"/>
                </a:lnTo>
                <a:lnTo>
                  <a:pt x="4293" y="15370"/>
                </a:lnTo>
                <a:lnTo>
                  <a:pt x="3999" y="15480"/>
                </a:lnTo>
                <a:lnTo>
                  <a:pt x="3632" y="15590"/>
                </a:lnTo>
                <a:lnTo>
                  <a:pt x="3816" y="15333"/>
                </a:lnTo>
                <a:lnTo>
                  <a:pt x="4109" y="14746"/>
                </a:lnTo>
                <a:lnTo>
                  <a:pt x="4109" y="14673"/>
                </a:lnTo>
                <a:lnTo>
                  <a:pt x="4109" y="14600"/>
                </a:lnTo>
                <a:lnTo>
                  <a:pt x="4072" y="14526"/>
                </a:lnTo>
                <a:lnTo>
                  <a:pt x="4036" y="14490"/>
                </a:lnTo>
                <a:lnTo>
                  <a:pt x="3962" y="14453"/>
                </a:lnTo>
                <a:lnTo>
                  <a:pt x="3889" y="14453"/>
                </a:lnTo>
                <a:lnTo>
                  <a:pt x="3816" y="14490"/>
                </a:lnTo>
                <a:lnTo>
                  <a:pt x="3779" y="14563"/>
                </a:lnTo>
                <a:lnTo>
                  <a:pt x="3486" y="15150"/>
                </a:lnTo>
                <a:lnTo>
                  <a:pt x="3339" y="15407"/>
                </a:lnTo>
                <a:lnTo>
                  <a:pt x="3229" y="15663"/>
                </a:lnTo>
                <a:lnTo>
                  <a:pt x="2899" y="15700"/>
                </a:lnTo>
                <a:lnTo>
                  <a:pt x="2532" y="15627"/>
                </a:lnTo>
                <a:lnTo>
                  <a:pt x="2752" y="15407"/>
                </a:lnTo>
                <a:lnTo>
                  <a:pt x="2935" y="15187"/>
                </a:lnTo>
                <a:lnTo>
                  <a:pt x="3119" y="14893"/>
                </a:lnTo>
                <a:lnTo>
                  <a:pt x="3265" y="14600"/>
                </a:lnTo>
                <a:lnTo>
                  <a:pt x="3339" y="14600"/>
                </a:lnTo>
                <a:lnTo>
                  <a:pt x="3375" y="14526"/>
                </a:lnTo>
                <a:lnTo>
                  <a:pt x="3412" y="14490"/>
                </a:lnTo>
                <a:lnTo>
                  <a:pt x="3449" y="14380"/>
                </a:lnTo>
                <a:lnTo>
                  <a:pt x="3412" y="14343"/>
                </a:lnTo>
                <a:lnTo>
                  <a:pt x="3412" y="14270"/>
                </a:lnTo>
                <a:lnTo>
                  <a:pt x="3339" y="14233"/>
                </a:lnTo>
                <a:lnTo>
                  <a:pt x="3229" y="14196"/>
                </a:lnTo>
                <a:lnTo>
                  <a:pt x="3155" y="14196"/>
                </a:lnTo>
                <a:lnTo>
                  <a:pt x="3045" y="14233"/>
                </a:lnTo>
                <a:lnTo>
                  <a:pt x="2935" y="14380"/>
                </a:lnTo>
                <a:lnTo>
                  <a:pt x="2752" y="14673"/>
                </a:lnTo>
                <a:lnTo>
                  <a:pt x="2495" y="15077"/>
                </a:lnTo>
                <a:lnTo>
                  <a:pt x="2238" y="15443"/>
                </a:lnTo>
                <a:lnTo>
                  <a:pt x="2202" y="15553"/>
                </a:lnTo>
                <a:lnTo>
                  <a:pt x="1908" y="15370"/>
                </a:lnTo>
                <a:lnTo>
                  <a:pt x="1615" y="15187"/>
                </a:lnTo>
                <a:lnTo>
                  <a:pt x="1761" y="15077"/>
                </a:lnTo>
                <a:lnTo>
                  <a:pt x="1872" y="14967"/>
                </a:lnTo>
                <a:lnTo>
                  <a:pt x="2238" y="14563"/>
                </a:lnTo>
                <a:lnTo>
                  <a:pt x="2568" y="14196"/>
                </a:lnTo>
                <a:lnTo>
                  <a:pt x="2715" y="13976"/>
                </a:lnTo>
                <a:lnTo>
                  <a:pt x="2789" y="13756"/>
                </a:lnTo>
                <a:lnTo>
                  <a:pt x="2789" y="13683"/>
                </a:lnTo>
                <a:lnTo>
                  <a:pt x="2752" y="13609"/>
                </a:lnTo>
                <a:lnTo>
                  <a:pt x="2642" y="13609"/>
                </a:lnTo>
                <a:lnTo>
                  <a:pt x="2422" y="13719"/>
                </a:lnTo>
                <a:lnTo>
                  <a:pt x="2238" y="13866"/>
                </a:lnTo>
                <a:lnTo>
                  <a:pt x="1945" y="14233"/>
                </a:lnTo>
                <a:lnTo>
                  <a:pt x="1578" y="14673"/>
                </a:lnTo>
                <a:lnTo>
                  <a:pt x="1505" y="14820"/>
                </a:lnTo>
                <a:lnTo>
                  <a:pt x="1431" y="15003"/>
                </a:lnTo>
                <a:lnTo>
                  <a:pt x="1138" y="14636"/>
                </a:lnTo>
                <a:lnTo>
                  <a:pt x="1468" y="14306"/>
                </a:lnTo>
                <a:lnTo>
                  <a:pt x="1761" y="13939"/>
                </a:lnTo>
                <a:lnTo>
                  <a:pt x="2312" y="13206"/>
                </a:lnTo>
                <a:lnTo>
                  <a:pt x="2312" y="13132"/>
                </a:lnTo>
                <a:lnTo>
                  <a:pt x="2312" y="13059"/>
                </a:lnTo>
                <a:lnTo>
                  <a:pt x="2238" y="12949"/>
                </a:lnTo>
                <a:lnTo>
                  <a:pt x="2202" y="12912"/>
                </a:lnTo>
                <a:lnTo>
                  <a:pt x="2055" y="12912"/>
                </a:lnTo>
                <a:lnTo>
                  <a:pt x="1982" y="12949"/>
                </a:lnTo>
                <a:lnTo>
                  <a:pt x="1431" y="13646"/>
                </a:lnTo>
                <a:lnTo>
                  <a:pt x="1211" y="14013"/>
                </a:lnTo>
                <a:lnTo>
                  <a:pt x="991" y="14380"/>
                </a:lnTo>
                <a:lnTo>
                  <a:pt x="844" y="14050"/>
                </a:lnTo>
                <a:lnTo>
                  <a:pt x="698" y="13719"/>
                </a:lnTo>
                <a:lnTo>
                  <a:pt x="1028" y="13426"/>
                </a:lnTo>
                <a:lnTo>
                  <a:pt x="1358" y="13096"/>
                </a:lnTo>
                <a:lnTo>
                  <a:pt x="1872" y="12436"/>
                </a:lnTo>
                <a:lnTo>
                  <a:pt x="1908" y="12362"/>
                </a:lnTo>
                <a:lnTo>
                  <a:pt x="1908" y="12289"/>
                </a:lnTo>
                <a:lnTo>
                  <a:pt x="1872" y="12215"/>
                </a:lnTo>
                <a:lnTo>
                  <a:pt x="1835" y="12179"/>
                </a:lnTo>
                <a:lnTo>
                  <a:pt x="1761" y="12142"/>
                </a:lnTo>
                <a:lnTo>
                  <a:pt x="1688" y="12105"/>
                </a:lnTo>
                <a:lnTo>
                  <a:pt x="1615" y="12105"/>
                </a:lnTo>
                <a:lnTo>
                  <a:pt x="1541" y="12179"/>
                </a:lnTo>
                <a:lnTo>
                  <a:pt x="1065" y="12729"/>
                </a:lnTo>
                <a:lnTo>
                  <a:pt x="808" y="13022"/>
                </a:lnTo>
                <a:lnTo>
                  <a:pt x="624" y="13353"/>
                </a:lnTo>
                <a:lnTo>
                  <a:pt x="588" y="13206"/>
                </a:lnTo>
                <a:lnTo>
                  <a:pt x="551" y="12876"/>
                </a:lnTo>
                <a:lnTo>
                  <a:pt x="771" y="12656"/>
                </a:lnTo>
                <a:lnTo>
                  <a:pt x="1028" y="12399"/>
                </a:lnTo>
                <a:lnTo>
                  <a:pt x="1321" y="12069"/>
                </a:lnTo>
                <a:lnTo>
                  <a:pt x="1468" y="11885"/>
                </a:lnTo>
                <a:lnTo>
                  <a:pt x="1505" y="11775"/>
                </a:lnTo>
                <a:lnTo>
                  <a:pt x="1505" y="11665"/>
                </a:lnTo>
                <a:lnTo>
                  <a:pt x="1505" y="11592"/>
                </a:lnTo>
                <a:lnTo>
                  <a:pt x="1468" y="11555"/>
                </a:lnTo>
                <a:lnTo>
                  <a:pt x="1395" y="11518"/>
                </a:lnTo>
                <a:lnTo>
                  <a:pt x="1358" y="11555"/>
                </a:lnTo>
                <a:lnTo>
                  <a:pt x="1175" y="11629"/>
                </a:lnTo>
                <a:lnTo>
                  <a:pt x="1028" y="11775"/>
                </a:lnTo>
                <a:lnTo>
                  <a:pt x="771" y="12105"/>
                </a:lnTo>
                <a:lnTo>
                  <a:pt x="514" y="12436"/>
                </a:lnTo>
                <a:lnTo>
                  <a:pt x="514" y="11922"/>
                </a:lnTo>
                <a:lnTo>
                  <a:pt x="624" y="11812"/>
                </a:lnTo>
                <a:lnTo>
                  <a:pt x="734" y="11702"/>
                </a:lnTo>
                <a:lnTo>
                  <a:pt x="808" y="11482"/>
                </a:lnTo>
                <a:lnTo>
                  <a:pt x="991" y="11445"/>
                </a:lnTo>
                <a:lnTo>
                  <a:pt x="1138" y="11408"/>
                </a:lnTo>
                <a:lnTo>
                  <a:pt x="1248" y="11298"/>
                </a:lnTo>
                <a:lnTo>
                  <a:pt x="1358" y="11188"/>
                </a:lnTo>
                <a:lnTo>
                  <a:pt x="1468" y="11078"/>
                </a:lnTo>
                <a:lnTo>
                  <a:pt x="1505" y="10932"/>
                </a:lnTo>
                <a:lnTo>
                  <a:pt x="1505" y="10858"/>
                </a:lnTo>
                <a:lnTo>
                  <a:pt x="1505" y="10785"/>
                </a:lnTo>
                <a:lnTo>
                  <a:pt x="1468" y="10711"/>
                </a:lnTo>
                <a:lnTo>
                  <a:pt x="1395" y="10675"/>
                </a:lnTo>
                <a:lnTo>
                  <a:pt x="1175" y="10675"/>
                </a:lnTo>
                <a:lnTo>
                  <a:pt x="1101" y="10748"/>
                </a:lnTo>
                <a:lnTo>
                  <a:pt x="1065" y="10822"/>
                </a:lnTo>
                <a:lnTo>
                  <a:pt x="1028" y="10932"/>
                </a:lnTo>
                <a:lnTo>
                  <a:pt x="954" y="11005"/>
                </a:lnTo>
                <a:lnTo>
                  <a:pt x="844" y="11042"/>
                </a:lnTo>
                <a:lnTo>
                  <a:pt x="698" y="11078"/>
                </a:lnTo>
                <a:lnTo>
                  <a:pt x="881" y="10785"/>
                </a:lnTo>
                <a:lnTo>
                  <a:pt x="954" y="10675"/>
                </a:lnTo>
                <a:lnTo>
                  <a:pt x="1101" y="10565"/>
                </a:lnTo>
                <a:lnTo>
                  <a:pt x="1211" y="10455"/>
                </a:lnTo>
                <a:lnTo>
                  <a:pt x="1395" y="10418"/>
                </a:lnTo>
                <a:lnTo>
                  <a:pt x="1541" y="10345"/>
                </a:lnTo>
                <a:lnTo>
                  <a:pt x="1725" y="10345"/>
                </a:lnTo>
                <a:lnTo>
                  <a:pt x="2092" y="10308"/>
                </a:lnTo>
                <a:lnTo>
                  <a:pt x="2422" y="10271"/>
                </a:lnTo>
                <a:lnTo>
                  <a:pt x="2715" y="10161"/>
                </a:lnTo>
                <a:lnTo>
                  <a:pt x="3009" y="9978"/>
                </a:lnTo>
                <a:lnTo>
                  <a:pt x="3229" y="9721"/>
                </a:lnTo>
                <a:lnTo>
                  <a:pt x="3412" y="9464"/>
                </a:lnTo>
                <a:lnTo>
                  <a:pt x="3559" y="9171"/>
                </a:lnTo>
                <a:lnTo>
                  <a:pt x="3706" y="8841"/>
                </a:lnTo>
                <a:lnTo>
                  <a:pt x="3706" y="8804"/>
                </a:lnTo>
                <a:lnTo>
                  <a:pt x="3706" y="8767"/>
                </a:lnTo>
                <a:lnTo>
                  <a:pt x="3926" y="8731"/>
                </a:lnTo>
                <a:lnTo>
                  <a:pt x="4146" y="8657"/>
                </a:lnTo>
                <a:lnTo>
                  <a:pt x="4366" y="8584"/>
                </a:lnTo>
                <a:lnTo>
                  <a:pt x="4586" y="8547"/>
                </a:lnTo>
                <a:close/>
                <a:moveTo>
                  <a:pt x="3265" y="7484"/>
                </a:moveTo>
                <a:lnTo>
                  <a:pt x="3009" y="7557"/>
                </a:lnTo>
                <a:lnTo>
                  <a:pt x="2789" y="7704"/>
                </a:lnTo>
                <a:lnTo>
                  <a:pt x="2568" y="7850"/>
                </a:lnTo>
                <a:lnTo>
                  <a:pt x="2422" y="7997"/>
                </a:lnTo>
                <a:lnTo>
                  <a:pt x="2275" y="8180"/>
                </a:lnTo>
                <a:lnTo>
                  <a:pt x="2165" y="8364"/>
                </a:lnTo>
                <a:lnTo>
                  <a:pt x="2092" y="8584"/>
                </a:lnTo>
                <a:lnTo>
                  <a:pt x="2018" y="8254"/>
                </a:lnTo>
                <a:lnTo>
                  <a:pt x="1945" y="7924"/>
                </a:lnTo>
                <a:lnTo>
                  <a:pt x="1872" y="7850"/>
                </a:lnTo>
                <a:lnTo>
                  <a:pt x="1835" y="7850"/>
                </a:lnTo>
                <a:lnTo>
                  <a:pt x="1761" y="7887"/>
                </a:lnTo>
                <a:lnTo>
                  <a:pt x="1688" y="7997"/>
                </a:lnTo>
                <a:lnTo>
                  <a:pt x="1651" y="8107"/>
                </a:lnTo>
                <a:lnTo>
                  <a:pt x="1615" y="8364"/>
                </a:lnTo>
                <a:lnTo>
                  <a:pt x="1651" y="8657"/>
                </a:lnTo>
                <a:lnTo>
                  <a:pt x="1725" y="8914"/>
                </a:lnTo>
                <a:lnTo>
                  <a:pt x="1872" y="9208"/>
                </a:lnTo>
                <a:lnTo>
                  <a:pt x="2055" y="9428"/>
                </a:lnTo>
                <a:lnTo>
                  <a:pt x="2275" y="9611"/>
                </a:lnTo>
                <a:lnTo>
                  <a:pt x="2495" y="9758"/>
                </a:lnTo>
                <a:lnTo>
                  <a:pt x="2312" y="9831"/>
                </a:lnTo>
                <a:lnTo>
                  <a:pt x="2128" y="9868"/>
                </a:lnTo>
                <a:lnTo>
                  <a:pt x="1688" y="9868"/>
                </a:lnTo>
                <a:lnTo>
                  <a:pt x="1468" y="9905"/>
                </a:lnTo>
                <a:lnTo>
                  <a:pt x="1248" y="9941"/>
                </a:lnTo>
                <a:lnTo>
                  <a:pt x="1065" y="10015"/>
                </a:lnTo>
                <a:lnTo>
                  <a:pt x="881" y="10125"/>
                </a:lnTo>
                <a:lnTo>
                  <a:pt x="588" y="10381"/>
                </a:lnTo>
                <a:lnTo>
                  <a:pt x="441" y="10528"/>
                </a:lnTo>
                <a:lnTo>
                  <a:pt x="331" y="10711"/>
                </a:lnTo>
                <a:lnTo>
                  <a:pt x="221" y="10932"/>
                </a:lnTo>
                <a:lnTo>
                  <a:pt x="147" y="11115"/>
                </a:lnTo>
                <a:lnTo>
                  <a:pt x="37" y="11592"/>
                </a:lnTo>
                <a:lnTo>
                  <a:pt x="1" y="12069"/>
                </a:lnTo>
                <a:lnTo>
                  <a:pt x="1" y="12546"/>
                </a:lnTo>
                <a:lnTo>
                  <a:pt x="74" y="13022"/>
                </a:lnTo>
                <a:lnTo>
                  <a:pt x="147" y="13463"/>
                </a:lnTo>
                <a:lnTo>
                  <a:pt x="258" y="13903"/>
                </a:lnTo>
                <a:lnTo>
                  <a:pt x="404" y="14270"/>
                </a:lnTo>
                <a:lnTo>
                  <a:pt x="588" y="14673"/>
                </a:lnTo>
                <a:lnTo>
                  <a:pt x="844" y="15040"/>
                </a:lnTo>
                <a:lnTo>
                  <a:pt x="1101" y="15333"/>
                </a:lnTo>
                <a:lnTo>
                  <a:pt x="1431" y="15627"/>
                </a:lnTo>
                <a:lnTo>
                  <a:pt x="1761" y="15847"/>
                </a:lnTo>
                <a:lnTo>
                  <a:pt x="2165" y="16030"/>
                </a:lnTo>
                <a:lnTo>
                  <a:pt x="2568" y="16140"/>
                </a:lnTo>
                <a:lnTo>
                  <a:pt x="2789" y="16177"/>
                </a:lnTo>
                <a:lnTo>
                  <a:pt x="3009" y="16177"/>
                </a:lnTo>
                <a:lnTo>
                  <a:pt x="3486" y="16140"/>
                </a:lnTo>
                <a:lnTo>
                  <a:pt x="3926" y="16030"/>
                </a:lnTo>
                <a:lnTo>
                  <a:pt x="4329" y="15884"/>
                </a:lnTo>
                <a:lnTo>
                  <a:pt x="4696" y="15700"/>
                </a:lnTo>
                <a:lnTo>
                  <a:pt x="5100" y="15517"/>
                </a:lnTo>
                <a:lnTo>
                  <a:pt x="5430" y="15297"/>
                </a:lnTo>
                <a:lnTo>
                  <a:pt x="5613" y="15150"/>
                </a:lnTo>
                <a:lnTo>
                  <a:pt x="5723" y="15003"/>
                </a:lnTo>
                <a:lnTo>
                  <a:pt x="6310" y="14490"/>
                </a:lnTo>
                <a:lnTo>
                  <a:pt x="6567" y="14270"/>
                </a:lnTo>
                <a:lnTo>
                  <a:pt x="6714" y="14160"/>
                </a:lnTo>
                <a:lnTo>
                  <a:pt x="6787" y="14013"/>
                </a:lnTo>
                <a:lnTo>
                  <a:pt x="6970" y="13683"/>
                </a:lnTo>
                <a:lnTo>
                  <a:pt x="7117" y="13316"/>
                </a:lnTo>
                <a:lnTo>
                  <a:pt x="7227" y="12949"/>
                </a:lnTo>
                <a:lnTo>
                  <a:pt x="7300" y="12619"/>
                </a:lnTo>
                <a:lnTo>
                  <a:pt x="7374" y="12252"/>
                </a:lnTo>
                <a:lnTo>
                  <a:pt x="7410" y="11885"/>
                </a:lnTo>
                <a:lnTo>
                  <a:pt x="7410" y="11518"/>
                </a:lnTo>
                <a:lnTo>
                  <a:pt x="7374" y="11152"/>
                </a:lnTo>
                <a:lnTo>
                  <a:pt x="7337" y="10785"/>
                </a:lnTo>
                <a:lnTo>
                  <a:pt x="7264" y="10418"/>
                </a:lnTo>
                <a:lnTo>
                  <a:pt x="7154" y="10125"/>
                </a:lnTo>
                <a:lnTo>
                  <a:pt x="7007" y="9794"/>
                </a:lnTo>
                <a:lnTo>
                  <a:pt x="6860" y="9538"/>
                </a:lnTo>
                <a:lnTo>
                  <a:pt x="6677" y="9244"/>
                </a:lnTo>
                <a:lnTo>
                  <a:pt x="6457" y="8987"/>
                </a:lnTo>
                <a:lnTo>
                  <a:pt x="6237" y="8767"/>
                </a:lnTo>
                <a:lnTo>
                  <a:pt x="5980" y="8584"/>
                </a:lnTo>
                <a:lnTo>
                  <a:pt x="5686" y="8401"/>
                </a:lnTo>
                <a:lnTo>
                  <a:pt x="5393" y="8291"/>
                </a:lnTo>
                <a:lnTo>
                  <a:pt x="5100" y="8180"/>
                </a:lnTo>
                <a:lnTo>
                  <a:pt x="4769" y="8144"/>
                </a:lnTo>
                <a:lnTo>
                  <a:pt x="4476" y="8144"/>
                </a:lnTo>
                <a:lnTo>
                  <a:pt x="4219" y="8180"/>
                </a:lnTo>
                <a:lnTo>
                  <a:pt x="3926" y="8291"/>
                </a:lnTo>
                <a:lnTo>
                  <a:pt x="3816" y="8364"/>
                </a:lnTo>
                <a:lnTo>
                  <a:pt x="3706" y="8437"/>
                </a:lnTo>
                <a:lnTo>
                  <a:pt x="3632" y="8547"/>
                </a:lnTo>
                <a:lnTo>
                  <a:pt x="3559" y="8657"/>
                </a:lnTo>
                <a:lnTo>
                  <a:pt x="3559" y="8694"/>
                </a:lnTo>
                <a:lnTo>
                  <a:pt x="3522" y="8731"/>
                </a:lnTo>
                <a:lnTo>
                  <a:pt x="3486" y="8767"/>
                </a:lnTo>
                <a:lnTo>
                  <a:pt x="3192" y="9171"/>
                </a:lnTo>
                <a:lnTo>
                  <a:pt x="3009" y="9354"/>
                </a:lnTo>
                <a:lnTo>
                  <a:pt x="2825" y="9538"/>
                </a:lnTo>
                <a:lnTo>
                  <a:pt x="2789" y="9464"/>
                </a:lnTo>
                <a:lnTo>
                  <a:pt x="2458" y="9171"/>
                </a:lnTo>
                <a:lnTo>
                  <a:pt x="2348" y="9024"/>
                </a:lnTo>
                <a:lnTo>
                  <a:pt x="2202" y="8877"/>
                </a:lnTo>
                <a:lnTo>
                  <a:pt x="2275" y="8877"/>
                </a:lnTo>
                <a:lnTo>
                  <a:pt x="2312" y="8841"/>
                </a:lnTo>
                <a:lnTo>
                  <a:pt x="2532" y="8841"/>
                </a:lnTo>
                <a:lnTo>
                  <a:pt x="2715" y="8804"/>
                </a:lnTo>
                <a:lnTo>
                  <a:pt x="2899" y="8731"/>
                </a:lnTo>
                <a:lnTo>
                  <a:pt x="3045" y="8621"/>
                </a:lnTo>
                <a:lnTo>
                  <a:pt x="3265" y="8474"/>
                </a:lnTo>
                <a:lnTo>
                  <a:pt x="3486" y="8254"/>
                </a:lnTo>
                <a:lnTo>
                  <a:pt x="3669" y="8034"/>
                </a:lnTo>
                <a:lnTo>
                  <a:pt x="3816" y="7814"/>
                </a:lnTo>
                <a:lnTo>
                  <a:pt x="3852" y="7740"/>
                </a:lnTo>
                <a:lnTo>
                  <a:pt x="3852" y="7667"/>
                </a:lnTo>
                <a:lnTo>
                  <a:pt x="3779" y="7557"/>
                </a:lnTo>
                <a:lnTo>
                  <a:pt x="3669" y="7484"/>
                </a:lnTo>
                <a:lnTo>
                  <a:pt x="3596" y="7484"/>
                </a:lnTo>
                <a:lnTo>
                  <a:pt x="3522" y="7520"/>
                </a:lnTo>
                <a:lnTo>
                  <a:pt x="3412" y="7484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5" name="Google Shape;495;p10"/>
          <p:cNvSpPr/>
          <p:nvPr/>
        </p:nvSpPr>
        <p:spPr>
          <a:xfrm>
            <a:off x="860014" y="474615"/>
            <a:ext cx="552209" cy="677016"/>
          </a:xfrm>
          <a:custGeom>
            <a:avLst/>
            <a:gdLst/>
            <a:ahLst/>
            <a:cxnLst/>
            <a:rect l="l" t="t" r="r" b="b"/>
            <a:pathLst>
              <a:path w="14601" h="17901" extrusionOk="0">
                <a:moveTo>
                  <a:pt x="10492" y="4329"/>
                </a:moveTo>
                <a:lnTo>
                  <a:pt x="10859" y="4769"/>
                </a:lnTo>
                <a:lnTo>
                  <a:pt x="10712" y="4769"/>
                </a:lnTo>
                <a:lnTo>
                  <a:pt x="10712" y="4696"/>
                </a:lnTo>
                <a:lnTo>
                  <a:pt x="10675" y="4622"/>
                </a:lnTo>
                <a:lnTo>
                  <a:pt x="10639" y="4622"/>
                </a:lnTo>
                <a:lnTo>
                  <a:pt x="10602" y="4549"/>
                </a:lnTo>
                <a:lnTo>
                  <a:pt x="10565" y="4512"/>
                </a:lnTo>
                <a:lnTo>
                  <a:pt x="10455" y="4475"/>
                </a:lnTo>
                <a:lnTo>
                  <a:pt x="10345" y="4512"/>
                </a:lnTo>
                <a:lnTo>
                  <a:pt x="10308" y="4549"/>
                </a:lnTo>
                <a:lnTo>
                  <a:pt x="10272" y="4622"/>
                </a:lnTo>
                <a:lnTo>
                  <a:pt x="10272" y="4696"/>
                </a:lnTo>
                <a:lnTo>
                  <a:pt x="10052" y="4622"/>
                </a:lnTo>
                <a:lnTo>
                  <a:pt x="10492" y="4329"/>
                </a:lnTo>
                <a:close/>
                <a:moveTo>
                  <a:pt x="6897" y="3448"/>
                </a:moveTo>
                <a:lnTo>
                  <a:pt x="7044" y="3485"/>
                </a:lnTo>
                <a:lnTo>
                  <a:pt x="7227" y="3522"/>
                </a:lnTo>
                <a:lnTo>
                  <a:pt x="7374" y="3595"/>
                </a:lnTo>
                <a:lnTo>
                  <a:pt x="7484" y="3705"/>
                </a:lnTo>
                <a:lnTo>
                  <a:pt x="7521" y="3815"/>
                </a:lnTo>
                <a:lnTo>
                  <a:pt x="7521" y="3889"/>
                </a:lnTo>
                <a:lnTo>
                  <a:pt x="7484" y="3999"/>
                </a:lnTo>
                <a:lnTo>
                  <a:pt x="7447" y="4109"/>
                </a:lnTo>
                <a:lnTo>
                  <a:pt x="7264" y="4292"/>
                </a:lnTo>
                <a:lnTo>
                  <a:pt x="7154" y="4439"/>
                </a:lnTo>
                <a:lnTo>
                  <a:pt x="6934" y="4732"/>
                </a:lnTo>
                <a:lnTo>
                  <a:pt x="6714" y="4952"/>
                </a:lnTo>
                <a:lnTo>
                  <a:pt x="6494" y="5099"/>
                </a:lnTo>
                <a:lnTo>
                  <a:pt x="6384" y="5136"/>
                </a:lnTo>
                <a:lnTo>
                  <a:pt x="6310" y="5136"/>
                </a:lnTo>
                <a:lnTo>
                  <a:pt x="6237" y="5062"/>
                </a:lnTo>
                <a:lnTo>
                  <a:pt x="6200" y="4989"/>
                </a:lnTo>
                <a:lnTo>
                  <a:pt x="6163" y="4806"/>
                </a:lnTo>
                <a:lnTo>
                  <a:pt x="6163" y="4659"/>
                </a:lnTo>
                <a:lnTo>
                  <a:pt x="6163" y="4145"/>
                </a:lnTo>
                <a:lnTo>
                  <a:pt x="6127" y="3595"/>
                </a:lnTo>
                <a:lnTo>
                  <a:pt x="6273" y="3522"/>
                </a:lnTo>
                <a:lnTo>
                  <a:pt x="6420" y="3485"/>
                </a:lnTo>
                <a:lnTo>
                  <a:pt x="6567" y="3448"/>
                </a:lnTo>
                <a:close/>
                <a:moveTo>
                  <a:pt x="6457" y="3118"/>
                </a:moveTo>
                <a:lnTo>
                  <a:pt x="6237" y="3192"/>
                </a:lnTo>
                <a:lnTo>
                  <a:pt x="6017" y="3265"/>
                </a:lnTo>
                <a:lnTo>
                  <a:pt x="5833" y="3375"/>
                </a:lnTo>
                <a:lnTo>
                  <a:pt x="5723" y="3558"/>
                </a:lnTo>
                <a:lnTo>
                  <a:pt x="5723" y="3632"/>
                </a:lnTo>
                <a:lnTo>
                  <a:pt x="5760" y="3668"/>
                </a:lnTo>
                <a:lnTo>
                  <a:pt x="5797" y="3705"/>
                </a:lnTo>
                <a:lnTo>
                  <a:pt x="5870" y="3705"/>
                </a:lnTo>
                <a:lnTo>
                  <a:pt x="5980" y="3668"/>
                </a:lnTo>
                <a:lnTo>
                  <a:pt x="5943" y="4219"/>
                </a:lnTo>
                <a:lnTo>
                  <a:pt x="5943" y="4769"/>
                </a:lnTo>
                <a:lnTo>
                  <a:pt x="5943" y="4952"/>
                </a:lnTo>
                <a:lnTo>
                  <a:pt x="5980" y="5099"/>
                </a:lnTo>
                <a:lnTo>
                  <a:pt x="6053" y="5209"/>
                </a:lnTo>
                <a:lnTo>
                  <a:pt x="6163" y="5319"/>
                </a:lnTo>
                <a:lnTo>
                  <a:pt x="6237" y="5393"/>
                </a:lnTo>
                <a:lnTo>
                  <a:pt x="6530" y="5393"/>
                </a:lnTo>
                <a:lnTo>
                  <a:pt x="6714" y="5282"/>
                </a:lnTo>
                <a:lnTo>
                  <a:pt x="6897" y="5136"/>
                </a:lnTo>
                <a:lnTo>
                  <a:pt x="7227" y="4806"/>
                </a:lnTo>
                <a:lnTo>
                  <a:pt x="7447" y="4512"/>
                </a:lnTo>
                <a:lnTo>
                  <a:pt x="7594" y="4329"/>
                </a:lnTo>
                <a:lnTo>
                  <a:pt x="7741" y="4182"/>
                </a:lnTo>
                <a:lnTo>
                  <a:pt x="7814" y="3962"/>
                </a:lnTo>
                <a:lnTo>
                  <a:pt x="7851" y="3852"/>
                </a:lnTo>
                <a:lnTo>
                  <a:pt x="7851" y="3742"/>
                </a:lnTo>
                <a:lnTo>
                  <a:pt x="7777" y="3595"/>
                </a:lnTo>
                <a:lnTo>
                  <a:pt x="7667" y="3448"/>
                </a:lnTo>
                <a:lnTo>
                  <a:pt x="7521" y="3302"/>
                </a:lnTo>
                <a:lnTo>
                  <a:pt x="7374" y="3228"/>
                </a:lnTo>
                <a:lnTo>
                  <a:pt x="7190" y="3155"/>
                </a:lnTo>
                <a:lnTo>
                  <a:pt x="6970" y="3118"/>
                </a:lnTo>
                <a:close/>
                <a:moveTo>
                  <a:pt x="2789" y="3522"/>
                </a:moveTo>
                <a:lnTo>
                  <a:pt x="2935" y="3668"/>
                </a:lnTo>
                <a:lnTo>
                  <a:pt x="3082" y="3779"/>
                </a:lnTo>
                <a:lnTo>
                  <a:pt x="3449" y="3925"/>
                </a:lnTo>
                <a:lnTo>
                  <a:pt x="3632" y="3999"/>
                </a:lnTo>
                <a:lnTo>
                  <a:pt x="3669" y="4072"/>
                </a:lnTo>
                <a:lnTo>
                  <a:pt x="3706" y="4145"/>
                </a:lnTo>
                <a:lnTo>
                  <a:pt x="3706" y="4219"/>
                </a:lnTo>
                <a:lnTo>
                  <a:pt x="3742" y="4255"/>
                </a:lnTo>
                <a:lnTo>
                  <a:pt x="3779" y="4292"/>
                </a:lnTo>
                <a:lnTo>
                  <a:pt x="3852" y="4329"/>
                </a:lnTo>
                <a:lnTo>
                  <a:pt x="4036" y="4402"/>
                </a:lnTo>
                <a:lnTo>
                  <a:pt x="4219" y="4475"/>
                </a:lnTo>
                <a:lnTo>
                  <a:pt x="4403" y="4586"/>
                </a:lnTo>
                <a:lnTo>
                  <a:pt x="4549" y="4696"/>
                </a:lnTo>
                <a:lnTo>
                  <a:pt x="4843" y="5026"/>
                </a:lnTo>
                <a:lnTo>
                  <a:pt x="5100" y="5319"/>
                </a:lnTo>
                <a:lnTo>
                  <a:pt x="4770" y="5356"/>
                </a:lnTo>
                <a:lnTo>
                  <a:pt x="4476" y="5356"/>
                </a:lnTo>
                <a:lnTo>
                  <a:pt x="3816" y="5319"/>
                </a:lnTo>
                <a:lnTo>
                  <a:pt x="3486" y="5319"/>
                </a:lnTo>
                <a:lnTo>
                  <a:pt x="3156" y="5393"/>
                </a:lnTo>
                <a:lnTo>
                  <a:pt x="2972" y="5466"/>
                </a:lnTo>
                <a:lnTo>
                  <a:pt x="2789" y="5576"/>
                </a:lnTo>
                <a:lnTo>
                  <a:pt x="2605" y="5649"/>
                </a:lnTo>
                <a:lnTo>
                  <a:pt x="2495" y="5686"/>
                </a:lnTo>
                <a:lnTo>
                  <a:pt x="2349" y="5686"/>
                </a:lnTo>
                <a:lnTo>
                  <a:pt x="2312" y="5723"/>
                </a:lnTo>
                <a:lnTo>
                  <a:pt x="2275" y="5796"/>
                </a:lnTo>
                <a:lnTo>
                  <a:pt x="2275" y="5833"/>
                </a:lnTo>
                <a:lnTo>
                  <a:pt x="2349" y="6676"/>
                </a:lnTo>
                <a:lnTo>
                  <a:pt x="2128" y="6493"/>
                </a:lnTo>
                <a:lnTo>
                  <a:pt x="1908" y="6383"/>
                </a:lnTo>
                <a:lnTo>
                  <a:pt x="1908" y="6126"/>
                </a:lnTo>
                <a:lnTo>
                  <a:pt x="1835" y="5906"/>
                </a:lnTo>
                <a:lnTo>
                  <a:pt x="1725" y="5796"/>
                </a:lnTo>
                <a:lnTo>
                  <a:pt x="1578" y="5723"/>
                </a:lnTo>
                <a:lnTo>
                  <a:pt x="1285" y="5649"/>
                </a:lnTo>
                <a:lnTo>
                  <a:pt x="1101" y="5649"/>
                </a:lnTo>
                <a:lnTo>
                  <a:pt x="918" y="5686"/>
                </a:lnTo>
                <a:lnTo>
                  <a:pt x="918" y="5686"/>
                </a:lnTo>
                <a:lnTo>
                  <a:pt x="1101" y="5356"/>
                </a:lnTo>
                <a:lnTo>
                  <a:pt x="1285" y="5026"/>
                </a:lnTo>
                <a:lnTo>
                  <a:pt x="1468" y="4732"/>
                </a:lnTo>
                <a:lnTo>
                  <a:pt x="1688" y="4439"/>
                </a:lnTo>
                <a:lnTo>
                  <a:pt x="1945" y="4182"/>
                </a:lnTo>
                <a:lnTo>
                  <a:pt x="2202" y="3962"/>
                </a:lnTo>
                <a:lnTo>
                  <a:pt x="2495" y="3742"/>
                </a:lnTo>
                <a:lnTo>
                  <a:pt x="2789" y="3522"/>
                </a:lnTo>
                <a:close/>
                <a:moveTo>
                  <a:pt x="10639" y="7520"/>
                </a:moveTo>
                <a:lnTo>
                  <a:pt x="11042" y="7703"/>
                </a:lnTo>
                <a:lnTo>
                  <a:pt x="11336" y="7850"/>
                </a:lnTo>
                <a:lnTo>
                  <a:pt x="11482" y="7924"/>
                </a:lnTo>
                <a:lnTo>
                  <a:pt x="11629" y="7960"/>
                </a:lnTo>
                <a:lnTo>
                  <a:pt x="11556" y="8254"/>
                </a:lnTo>
                <a:lnTo>
                  <a:pt x="11225" y="8107"/>
                </a:lnTo>
                <a:lnTo>
                  <a:pt x="10895" y="7960"/>
                </a:lnTo>
                <a:lnTo>
                  <a:pt x="10785" y="7887"/>
                </a:lnTo>
                <a:lnTo>
                  <a:pt x="10639" y="7520"/>
                </a:lnTo>
                <a:close/>
                <a:moveTo>
                  <a:pt x="10272" y="8070"/>
                </a:moveTo>
                <a:lnTo>
                  <a:pt x="10382" y="8144"/>
                </a:lnTo>
                <a:lnTo>
                  <a:pt x="10529" y="8217"/>
                </a:lnTo>
                <a:lnTo>
                  <a:pt x="10565" y="8327"/>
                </a:lnTo>
                <a:lnTo>
                  <a:pt x="10602" y="8400"/>
                </a:lnTo>
                <a:lnTo>
                  <a:pt x="10712" y="8437"/>
                </a:lnTo>
                <a:lnTo>
                  <a:pt x="10932" y="8510"/>
                </a:lnTo>
                <a:lnTo>
                  <a:pt x="11042" y="8547"/>
                </a:lnTo>
                <a:lnTo>
                  <a:pt x="11042" y="8584"/>
                </a:lnTo>
                <a:lnTo>
                  <a:pt x="11042" y="8657"/>
                </a:lnTo>
                <a:lnTo>
                  <a:pt x="11079" y="8731"/>
                </a:lnTo>
                <a:lnTo>
                  <a:pt x="11152" y="8804"/>
                </a:lnTo>
                <a:lnTo>
                  <a:pt x="11336" y="8841"/>
                </a:lnTo>
                <a:lnTo>
                  <a:pt x="11152" y="9244"/>
                </a:lnTo>
                <a:lnTo>
                  <a:pt x="11079" y="9171"/>
                </a:lnTo>
                <a:lnTo>
                  <a:pt x="10602" y="8767"/>
                </a:lnTo>
                <a:lnTo>
                  <a:pt x="10602" y="8547"/>
                </a:lnTo>
                <a:lnTo>
                  <a:pt x="10565" y="8364"/>
                </a:lnTo>
                <a:lnTo>
                  <a:pt x="10492" y="8254"/>
                </a:lnTo>
                <a:lnTo>
                  <a:pt x="10345" y="8180"/>
                </a:lnTo>
                <a:lnTo>
                  <a:pt x="10272" y="8070"/>
                </a:lnTo>
                <a:close/>
                <a:moveTo>
                  <a:pt x="9135" y="4806"/>
                </a:moveTo>
                <a:lnTo>
                  <a:pt x="9501" y="4842"/>
                </a:lnTo>
                <a:lnTo>
                  <a:pt x="9575" y="4879"/>
                </a:lnTo>
                <a:lnTo>
                  <a:pt x="9611" y="4842"/>
                </a:lnTo>
                <a:lnTo>
                  <a:pt x="9905" y="4916"/>
                </a:lnTo>
                <a:lnTo>
                  <a:pt x="10198" y="5026"/>
                </a:lnTo>
                <a:lnTo>
                  <a:pt x="10015" y="5246"/>
                </a:lnTo>
                <a:lnTo>
                  <a:pt x="10015" y="5319"/>
                </a:lnTo>
                <a:lnTo>
                  <a:pt x="10052" y="5393"/>
                </a:lnTo>
                <a:lnTo>
                  <a:pt x="10125" y="5429"/>
                </a:lnTo>
                <a:lnTo>
                  <a:pt x="10198" y="5429"/>
                </a:lnTo>
                <a:lnTo>
                  <a:pt x="10418" y="5319"/>
                </a:lnTo>
                <a:lnTo>
                  <a:pt x="10639" y="5246"/>
                </a:lnTo>
                <a:lnTo>
                  <a:pt x="10859" y="5209"/>
                </a:lnTo>
                <a:lnTo>
                  <a:pt x="11115" y="5172"/>
                </a:lnTo>
                <a:lnTo>
                  <a:pt x="11336" y="5613"/>
                </a:lnTo>
                <a:lnTo>
                  <a:pt x="10859" y="5723"/>
                </a:lnTo>
                <a:lnTo>
                  <a:pt x="10602" y="5796"/>
                </a:lnTo>
                <a:lnTo>
                  <a:pt x="10382" y="5906"/>
                </a:lnTo>
                <a:lnTo>
                  <a:pt x="10345" y="5943"/>
                </a:lnTo>
                <a:lnTo>
                  <a:pt x="10345" y="5979"/>
                </a:lnTo>
                <a:lnTo>
                  <a:pt x="10345" y="6016"/>
                </a:lnTo>
                <a:lnTo>
                  <a:pt x="10382" y="6053"/>
                </a:lnTo>
                <a:lnTo>
                  <a:pt x="10639" y="6126"/>
                </a:lnTo>
                <a:lnTo>
                  <a:pt x="10932" y="6126"/>
                </a:lnTo>
                <a:lnTo>
                  <a:pt x="11225" y="6089"/>
                </a:lnTo>
                <a:lnTo>
                  <a:pt x="11482" y="6016"/>
                </a:lnTo>
                <a:lnTo>
                  <a:pt x="11629" y="6566"/>
                </a:lnTo>
                <a:lnTo>
                  <a:pt x="11666" y="6640"/>
                </a:lnTo>
                <a:lnTo>
                  <a:pt x="11666" y="6640"/>
                </a:lnTo>
                <a:lnTo>
                  <a:pt x="11262" y="6530"/>
                </a:lnTo>
                <a:lnTo>
                  <a:pt x="10932" y="6456"/>
                </a:lnTo>
                <a:lnTo>
                  <a:pt x="10749" y="6420"/>
                </a:lnTo>
                <a:lnTo>
                  <a:pt x="10565" y="6456"/>
                </a:lnTo>
                <a:lnTo>
                  <a:pt x="10529" y="6456"/>
                </a:lnTo>
                <a:lnTo>
                  <a:pt x="10565" y="6530"/>
                </a:lnTo>
                <a:lnTo>
                  <a:pt x="10712" y="6640"/>
                </a:lnTo>
                <a:lnTo>
                  <a:pt x="10895" y="6750"/>
                </a:lnTo>
                <a:lnTo>
                  <a:pt x="11336" y="6933"/>
                </a:lnTo>
                <a:lnTo>
                  <a:pt x="11702" y="7043"/>
                </a:lnTo>
                <a:lnTo>
                  <a:pt x="11666" y="7593"/>
                </a:lnTo>
                <a:lnTo>
                  <a:pt x="11482" y="7520"/>
                </a:lnTo>
                <a:lnTo>
                  <a:pt x="11299" y="7447"/>
                </a:lnTo>
                <a:lnTo>
                  <a:pt x="10785" y="7227"/>
                </a:lnTo>
                <a:lnTo>
                  <a:pt x="10529" y="7153"/>
                </a:lnTo>
                <a:lnTo>
                  <a:pt x="10235" y="7117"/>
                </a:lnTo>
                <a:lnTo>
                  <a:pt x="10198" y="7117"/>
                </a:lnTo>
                <a:lnTo>
                  <a:pt x="10198" y="7153"/>
                </a:lnTo>
                <a:lnTo>
                  <a:pt x="10198" y="7190"/>
                </a:lnTo>
                <a:lnTo>
                  <a:pt x="10198" y="7227"/>
                </a:lnTo>
                <a:lnTo>
                  <a:pt x="10492" y="7410"/>
                </a:lnTo>
                <a:lnTo>
                  <a:pt x="10418" y="7447"/>
                </a:lnTo>
                <a:lnTo>
                  <a:pt x="10015" y="7593"/>
                </a:lnTo>
                <a:lnTo>
                  <a:pt x="9905" y="7483"/>
                </a:lnTo>
                <a:lnTo>
                  <a:pt x="9832" y="7447"/>
                </a:lnTo>
                <a:lnTo>
                  <a:pt x="9795" y="7483"/>
                </a:lnTo>
                <a:lnTo>
                  <a:pt x="9758" y="7520"/>
                </a:lnTo>
                <a:lnTo>
                  <a:pt x="9722" y="7557"/>
                </a:lnTo>
                <a:lnTo>
                  <a:pt x="9722" y="7703"/>
                </a:lnTo>
                <a:lnTo>
                  <a:pt x="9685" y="7740"/>
                </a:lnTo>
                <a:lnTo>
                  <a:pt x="9685" y="7813"/>
                </a:lnTo>
                <a:lnTo>
                  <a:pt x="9722" y="7924"/>
                </a:lnTo>
                <a:lnTo>
                  <a:pt x="9942" y="8180"/>
                </a:lnTo>
                <a:lnTo>
                  <a:pt x="9611" y="7960"/>
                </a:lnTo>
                <a:lnTo>
                  <a:pt x="9281" y="7777"/>
                </a:lnTo>
                <a:lnTo>
                  <a:pt x="9245" y="7777"/>
                </a:lnTo>
                <a:lnTo>
                  <a:pt x="9208" y="7813"/>
                </a:lnTo>
                <a:lnTo>
                  <a:pt x="9171" y="7850"/>
                </a:lnTo>
                <a:lnTo>
                  <a:pt x="9171" y="7924"/>
                </a:lnTo>
                <a:lnTo>
                  <a:pt x="9391" y="8180"/>
                </a:lnTo>
                <a:lnTo>
                  <a:pt x="9648" y="8437"/>
                </a:lnTo>
                <a:lnTo>
                  <a:pt x="10162" y="8877"/>
                </a:lnTo>
                <a:lnTo>
                  <a:pt x="10235" y="8951"/>
                </a:lnTo>
                <a:lnTo>
                  <a:pt x="10162" y="9134"/>
                </a:lnTo>
                <a:lnTo>
                  <a:pt x="10052" y="9317"/>
                </a:lnTo>
                <a:lnTo>
                  <a:pt x="9905" y="9391"/>
                </a:lnTo>
                <a:lnTo>
                  <a:pt x="9832" y="9354"/>
                </a:lnTo>
                <a:lnTo>
                  <a:pt x="9428" y="9097"/>
                </a:lnTo>
                <a:lnTo>
                  <a:pt x="9318" y="8914"/>
                </a:lnTo>
                <a:lnTo>
                  <a:pt x="9171" y="8694"/>
                </a:lnTo>
                <a:lnTo>
                  <a:pt x="8951" y="8547"/>
                </a:lnTo>
                <a:lnTo>
                  <a:pt x="8768" y="8400"/>
                </a:lnTo>
                <a:lnTo>
                  <a:pt x="8658" y="8290"/>
                </a:lnTo>
                <a:lnTo>
                  <a:pt x="8548" y="8107"/>
                </a:lnTo>
                <a:lnTo>
                  <a:pt x="8511" y="7887"/>
                </a:lnTo>
                <a:lnTo>
                  <a:pt x="8474" y="7887"/>
                </a:lnTo>
                <a:lnTo>
                  <a:pt x="8474" y="7777"/>
                </a:lnTo>
                <a:lnTo>
                  <a:pt x="8438" y="7740"/>
                </a:lnTo>
                <a:lnTo>
                  <a:pt x="8364" y="7740"/>
                </a:lnTo>
                <a:lnTo>
                  <a:pt x="7887" y="7667"/>
                </a:lnTo>
                <a:lnTo>
                  <a:pt x="7374" y="7630"/>
                </a:lnTo>
                <a:lnTo>
                  <a:pt x="7117" y="7630"/>
                </a:lnTo>
                <a:lnTo>
                  <a:pt x="6860" y="7667"/>
                </a:lnTo>
                <a:lnTo>
                  <a:pt x="6640" y="7740"/>
                </a:lnTo>
                <a:lnTo>
                  <a:pt x="6457" y="7887"/>
                </a:lnTo>
                <a:lnTo>
                  <a:pt x="6384" y="7777"/>
                </a:lnTo>
                <a:lnTo>
                  <a:pt x="6347" y="7703"/>
                </a:lnTo>
                <a:lnTo>
                  <a:pt x="6384" y="7630"/>
                </a:lnTo>
                <a:lnTo>
                  <a:pt x="6420" y="7557"/>
                </a:lnTo>
                <a:lnTo>
                  <a:pt x="6604" y="7410"/>
                </a:lnTo>
                <a:lnTo>
                  <a:pt x="6787" y="7337"/>
                </a:lnTo>
                <a:lnTo>
                  <a:pt x="7080" y="7300"/>
                </a:lnTo>
                <a:lnTo>
                  <a:pt x="7374" y="7227"/>
                </a:lnTo>
                <a:lnTo>
                  <a:pt x="7521" y="7153"/>
                </a:lnTo>
                <a:lnTo>
                  <a:pt x="7704" y="7006"/>
                </a:lnTo>
                <a:lnTo>
                  <a:pt x="7741" y="6896"/>
                </a:lnTo>
                <a:lnTo>
                  <a:pt x="7777" y="6823"/>
                </a:lnTo>
                <a:lnTo>
                  <a:pt x="7741" y="6750"/>
                </a:lnTo>
                <a:lnTo>
                  <a:pt x="7667" y="6676"/>
                </a:lnTo>
                <a:lnTo>
                  <a:pt x="7594" y="6603"/>
                </a:lnTo>
                <a:lnTo>
                  <a:pt x="7484" y="6603"/>
                </a:lnTo>
                <a:lnTo>
                  <a:pt x="7227" y="6640"/>
                </a:lnTo>
                <a:lnTo>
                  <a:pt x="7007" y="6713"/>
                </a:lnTo>
                <a:lnTo>
                  <a:pt x="6787" y="6786"/>
                </a:lnTo>
                <a:lnTo>
                  <a:pt x="6714" y="6786"/>
                </a:lnTo>
                <a:lnTo>
                  <a:pt x="6640" y="6750"/>
                </a:lnTo>
                <a:lnTo>
                  <a:pt x="6640" y="6676"/>
                </a:lnTo>
                <a:lnTo>
                  <a:pt x="6677" y="6603"/>
                </a:lnTo>
                <a:lnTo>
                  <a:pt x="6750" y="6456"/>
                </a:lnTo>
                <a:lnTo>
                  <a:pt x="6824" y="6346"/>
                </a:lnTo>
                <a:lnTo>
                  <a:pt x="7080" y="6199"/>
                </a:lnTo>
                <a:lnTo>
                  <a:pt x="7337" y="6016"/>
                </a:lnTo>
                <a:lnTo>
                  <a:pt x="7704" y="5759"/>
                </a:lnTo>
                <a:lnTo>
                  <a:pt x="8108" y="5466"/>
                </a:lnTo>
                <a:lnTo>
                  <a:pt x="8181" y="5539"/>
                </a:lnTo>
                <a:lnTo>
                  <a:pt x="8218" y="5539"/>
                </a:lnTo>
                <a:lnTo>
                  <a:pt x="8254" y="5503"/>
                </a:lnTo>
                <a:lnTo>
                  <a:pt x="8511" y="5172"/>
                </a:lnTo>
                <a:lnTo>
                  <a:pt x="8731" y="4806"/>
                </a:lnTo>
                <a:close/>
                <a:moveTo>
                  <a:pt x="10492" y="9171"/>
                </a:moveTo>
                <a:lnTo>
                  <a:pt x="10749" y="9391"/>
                </a:lnTo>
                <a:lnTo>
                  <a:pt x="10969" y="9611"/>
                </a:lnTo>
                <a:lnTo>
                  <a:pt x="10675" y="10124"/>
                </a:lnTo>
                <a:lnTo>
                  <a:pt x="10602" y="10198"/>
                </a:lnTo>
                <a:lnTo>
                  <a:pt x="10565" y="10161"/>
                </a:lnTo>
                <a:lnTo>
                  <a:pt x="10529" y="10088"/>
                </a:lnTo>
                <a:lnTo>
                  <a:pt x="10418" y="9941"/>
                </a:lnTo>
                <a:lnTo>
                  <a:pt x="10308" y="9758"/>
                </a:lnTo>
                <a:lnTo>
                  <a:pt x="10162" y="9611"/>
                </a:lnTo>
                <a:lnTo>
                  <a:pt x="10272" y="9501"/>
                </a:lnTo>
                <a:lnTo>
                  <a:pt x="10345" y="9427"/>
                </a:lnTo>
                <a:lnTo>
                  <a:pt x="10492" y="9171"/>
                </a:lnTo>
                <a:close/>
                <a:moveTo>
                  <a:pt x="551" y="7300"/>
                </a:moveTo>
                <a:lnTo>
                  <a:pt x="808" y="7483"/>
                </a:lnTo>
                <a:lnTo>
                  <a:pt x="991" y="7703"/>
                </a:lnTo>
                <a:lnTo>
                  <a:pt x="1211" y="7924"/>
                </a:lnTo>
                <a:lnTo>
                  <a:pt x="1431" y="8144"/>
                </a:lnTo>
                <a:lnTo>
                  <a:pt x="1982" y="8584"/>
                </a:lnTo>
                <a:lnTo>
                  <a:pt x="2238" y="8841"/>
                </a:lnTo>
                <a:lnTo>
                  <a:pt x="2349" y="8987"/>
                </a:lnTo>
                <a:lnTo>
                  <a:pt x="2422" y="9134"/>
                </a:lnTo>
                <a:lnTo>
                  <a:pt x="2202" y="9281"/>
                </a:lnTo>
                <a:lnTo>
                  <a:pt x="2018" y="9464"/>
                </a:lnTo>
                <a:lnTo>
                  <a:pt x="1872" y="9684"/>
                </a:lnTo>
                <a:lnTo>
                  <a:pt x="1762" y="9978"/>
                </a:lnTo>
                <a:lnTo>
                  <a:pt x="1725" y="10344"/>
                </a:lnTo>
                <a:lnTo>
                  <a:pt x="1762" y="10675"/>
                </a:lnTo>
                <a:lnTo>
                  <a:pt x="1908" y="11408"/>
                </a:lnTo>
                <a:lnTo>
                  <a:pt x="1542" y="10968"/>
                </a:lnTo>
                <a:lnTo>
                  <a:pt x="1248" y="10528"/>
                </a:lnTo>
                <a:lnTo>
                  <a:pt x="991" y="10014"/>
                </a:lnTo>
                <a:lnTo>
                  <a:pt x="808" y="9501"/>
                </a:lnTo>
                <a:lnTo>
                  <a:pt x="661" y="8951"/>
                </a:lnTo>
                <a:lnTo>
                  <a:pt x="551" y="8400"/>
                </a:lnTo>
                <a:lnTo>
                  <a:pt x="514" y="7850"/>
                </a:lnTo>
                <a:lnTo>
                  <a:pt x="551" y="7300"/>
                </a:lnTo>
                <a:close/>
                <a:moveTo>
                  <a:pt x="6897" y="8620"/>
                </a:moveTo>
                <a:lnTo>
                  <a:pt x="6934" y="8694"/>
                </a:lnTo>
                <a:lnTo>
                  <a:pt x="7007" y="8731"/>
                </a:lnTo>
                <a:lnTo>
                  <a:pt x="7264" y="8877"/>
                </a:lnTo>
                <a:lnTo>
                  <a:pt x="7484" y="9024"/>
                </a:lnTo>
                <a:lnTo>
                  <a:pt x="7704" y="9207"/>
                </a:lnTo>
                <a:lnTo>
                  <a:pt x="7887" y="9427"/>
                </a:lnTo>
                <a:lnTo>
                  <a:pt x="8034" y="9648"/>
                </a:lnTo>
                <a:lnTo>
                  <a:pt x="8181" y="9904"/>
                </a:lnTo>
                <a:lnTo>
                  <a:pt x="8254" y="10161"/>
                </a:lnTo>
                <a:lnTo>
                  <a:pt x="8254" y="10418"/>
                </a:lnTo>
                <a:lnTo>
                  <a:pt x="8218" y="10638"/>
                </a:lnTo>
                <a:lnTo>
                  <a:pt x="7704" y="10088"/>
                </a:lnTo>
                <a:lnTo>
                  <a:pt x="7154" y="9611"/>
                </a:lnTo>
                <a:lnTo>
                  <a:pt x="7080" y="9611"/>
                </a:lnTo>
                <a:lnTo>
                  <a:pt x="7044" y="9648"/>
                </a:lnTo>
                <a:lnTo>
                  <a:pt x="7080" y="9684"/>
                </a:lnTo>
                <a:lnTo>
                  <a:pt x="7557" y="10344"/>
                </a:lnTo>
                <a:lnTo>
                  <a:pt x="8071" y="10968"/>
                </a:lnTo>
                <a:lnTo>
                  <a:pt x="7887" y="11188"/>
                </a:lnTo>
                <a:lnTo>
                  <a:pt x="7741" y="11408"/>
                </a:lnTo>
                <a:lnTo>
                  <a:pt x="7521" y="11628"/>
                </a:lnTo>
                <a:lnTo>
                  <a:pt x="7227" y="11372"/>
                </a:lnTo>
                <a:lnTo>
                  <a:pt x="6860" y="11005"/>
                </a:lnTo>
                <a:lnTo>
                  <a:pt x="6787" y="10748"/>
                </a:lnTo>
                <a:lnTo>
                  <a:pt x="6750" y="10491"/>
                </a:lnTo>
                <a:lnTo>
                  <a:pt x="6640" y="10234"/>
                </a:lnTo>
                <a:lnTo>
                  <a:pt x="6530" y="9978"/>
                </a:lnTo>
                <a:lnTo>
                  <a:pt x="6457" y="9868"/>
                </a:lnTo>
                <a:lnTo>
                  <a:pt x="6310" y="9868"/>
                </a:lnTo>
                <a:lnTo>
                  <a:pt x="5870" y="10014"/>
                </a:lnTo>
                <a:lnTo>
                  <a:pt x="5650" y="10088"/>
                </a:lnTo>
                <a:lnTo>
                  <a:pt x="5577" y="10088"/>
                </a:lnTo>
                <a:lnTo>
                  <a:pt x="5466" y="10014"/>
                </a:lnTo>
                <a:lnTo>
                  <a:pt x="5210" y="9904"/>
                </a:lnTo>
                <a:lnTo>
                  <a:pt x="5026" y="9758"/>
                </a:lnTo>
                <a:lnTo>
                  <a:pt x="4953" y="9648"/>
                </a:lnTo>
                <a:lnTo>
                  <a:pt x="4880" y="9538"/>
                </a:lnTo>
                <a:lnTo>
                  <a:pt x="4843" y="9427"/>
                </a:lnTo>
                <a:lnTo>
                  <a:pt x="4843" y="9281"/>
                </a:lnTo>
                <a:lnTo>
                  <a:pt x="4880" y="9134"/>
                </a:lnTo>
                <a:lnTo>
                  <a:pt x="4953" y="8987"/>
                </a:lnTo>
                <a:lnTo>
                  <a:pt x="5063" y="8877"/>
                </a:lnTo>
                <a:lnTo>
                  <a:pt x="5210" y="8804"/>
                </a:lnTo>
                <a:lnTo>
                  <a:pt x="5577" y="8694"/>
                </a:lnTo>
                <a:lnTo>
                  <a:pt x="5870" y="8657"/>
                </a:lnTo>
                <a:lnTo>
                  <a:pt x="6384" y="8657"/>
                </a:lnTo>
                <a:lnTo>
                  <a:pt x="6897" y="8620"/>
                </a:lnTo>
                <a:close/>
                <a:moveTo>
                  <a:pt x="8621" y="10088"/>
                </a:moveTo>
                <a:lnTo>
                  <a:pt x="9355" y="10565"/>
                </a:lnTo>
                <a:lnTo>
                  <a:pt x="9501" y="10711"/>
                </a:lnTo>
                <a:lnTo>
                  <a:pt x="9648" y="10858"/>
                </a:lnTo>
                <a:lnTo>
                  <a:pt x="9758" y="11005"/>
                </a:lnTo>
                <a:lnTo>
                  <a:pt x="9868" y="11151"/>
                </a:lnTo>
                <a:lnTo>
                  <a:pt x="9355" y="11628"/>
                </a:lnTo>
                <a:lnTo>
                  <a:pt x="9318" y="11592"/>
                </a:lnTo>
                <a:lnTo>
                  <a:pt x="9208" y="11482"/>
                </a:lnTo>
                <a:lnTo>
                  <a:pt x="9061" y="11408"/>
                </a:lnTo>
                <a:lnTo>
                  <a:pt x="8878" y="11298"/>
                </a:lnTo>
                <a:lnTo>
                  <a:pt x="8768" y="11188"/>
                </a:lnTo>
                <a:lnTo>
                  <a:pt x="8511" y="10931"/>
                </a:lnTo>
                <a:lnTo>
                  <a:pt x="8548" y="10821"/>
                </a:lnTo>
                <a:lnTo>
                  <a:pt x="8621" y="10638"/>
                </a:lnTo>
                <a:lnTo>
                  <a:pt x="8658" y="10455"/>
                </a:lnTo>
                <a:lnTo>
                  <a:pt x="8658" y="10271"/>
                </a:lnTo>
                <a:lnTo>
                  <a:pt x="8621" y="10088"/>
                </a:lnTo>
                <a:close/>
                <a:moveTo>
                  <a:pt x="6860" y="11555"/>
                </a:moveTo>
                <a:lnTo>
                  <a:pt x="7190" y="11885"/>
                </a:lnTo>
                <a:lnTo>
                  <a:pt x="7007" y="11958"/>
                </a:lnTo>
                <a:lnTo>
                  <a:pt x="6897" y="11958"/>
                </a:lnTo>
                <a:lnTo>
                  <a:pt x="6787" y="11922"/>
                </a:lnTo>
                <a:lnTo>
                  <a:pt x="6860" y="11555"/>
                </a:lnTo>
                <a:close/>
                <a:moveTo>
                  <a:pt x="8328" y="11262"/>
                </a:moveTo>
                <a:lnTo>
                  <a:pt x="8474" y="11445"/>
                </a:lnTo>
                <a:lnTo>
                  <a:pt x="8658" y="11628"/>
                </a:lnTo>
                <a:lnTo>
                  <a:pt x="8878" y="11775"/>
                </a:lnTo>
                <a:lnTo>
                  <a:pt x="8988" y="11812"/>
                </a:lnTo>
                <a:lnTo>
                  <a:pt x="9098" y="11848"/>
                </a:lnTo>
                <a:lnTo>
                  <a:pt x="8731" y="12105"/>
                </a:lnTo>
                <a:lnTo>
                  <a:pt x="8328" y="12325"/>
                </a:lnTo>
                <a:lnTo>
                  <a:pt x="8291" y="12289"/>
                </a:lnTo>
                <a:lnTo>
                  <a:pt x="7814" y="11885"/>
                </a:lnTo>
                <a:lnTo>
                  <a:pt x="8071" y="11592"/>
                </a:lnTo>
                <a:lnTo>
                  <a:pt x="8328" y="11262"/>
                </a:lnTo>
                <a:close/>
                <a:moveTo>
                  <a:pt x="6970" y="2678"/>
                </a:moveTo>
                <a:lnTo>
                  <a:pt x="7374" y="2715"/>
                </a:lnTo>
                <a:lnTo>
                  <a:pt x="7777" y="2788"/>
                </a:lnTo>
                <a:lnTo>
                  <a:pt x="8181" y="2898"/>
                </a:lnTo>
                <a:lnTo>
                  <a:pt x="8548" y="3008"/>
                </a:lnTo>
                <a:lnTo>
                  <a:pt x="8915" y="3192"/>
                </a:lnTo>
                <a:lnTo>
                  <a:pt x="9281" y="3375"/>
                </a:lnTo>
                <a:lnTo>
                  <a:pt x="9611" y="3595"/>
                </a:lnTo>
                <a:lnTo>
                  <a:pt x="9501" y="3632"/>
                </a:lnTo>
                <a:lnTo>
                  <a:pt x="9281" y="3815"/>
                </a:lnTo>
                <a:lnTo>
                  <a:pt x="9171" y="3925"/>
                </a:lnTo>
                <a:lnTo>
                  <a:pt x="9061" y="4035"/>
                </a:lnTo>
                <a:lnTo>
                  <a:pt x="9061" y="4072"/>
                </a:lnTo>
                <a:lnTo>
                  <a:pt x="9061" y="4109"/>
                </a:lnTo>
                <a:lnTo>
                  <a:pt x="9135" y="4109"/>
                </a:lnTo>
                <a:lnTo>
                  <a:pt x="9245" y="4072"/>
                </a:lnTo>
                <a:lnTo>
                  <a:pt x="9355" y="4072"/>
                </a:lnTo>
                <a:lnTo>
                  <a:pt x="9685" y="3925"/>
                </a:lnTo>
                <a:lnTo>
                  <a:pt x="9905" y="3815"/>
                </a:lnTo>
                <a:lnTo>
                  <a:pt x="10198" y="4035"/>
                </a:lnTo>
                <a:lnTo>
                  <a:pt x="9905" y="4255"/>
                </a:lnTo>
                <a:lnTo>
                  <a:pt x="9611" y="4512"/>
                </a:lnTo>
                <a:lnTo>
                  <a:pt x="9281" y="4475"/>
                </a:lnTo>
                <a:lnTo>
                  <a:pt x="8731" y="4475"/>
                </a:lnTo>
                <a:lnTo>
                  <a:pt x="8584" y="4512"/>
                </a:lnTo>
                <a:lnTo>
                  <a:pt x="8548" y="4549"/>
                </a:lnTo>
                <a:lnTo>
                  <a:pt x="8511" y="4622"/>
                </a:lnTo>
                <a:lnTo>
                  <a:pt x="8328" y="4989"/>
                </a:lnTo>
                <a:lnTo>
                  <a:pt x="8108" y="5356"/>
                </a:lnTo>
                <a:lnTo>
                  <a:pt x="7851" y="5466"/>
                </a:lnTo>
                <a:lnTo>
                  <a:pt x="7594" y="5613"/>
                </a:lnTo>
                <a:lnTo>
                  <a:pt x="7117" y="5906"/>
                </a:lnTo>
                <a:lnTo>
                  <a:pt x="6714" y="6163"/>
                </a:lnTo>
                <a:lnTo>
                  <a:pt x="6530" y="6310"/>
                </a:lnTo>
                <a:lnTo>
                  <a:pt x="6457" y="6383"/>
                </a:lnTo>
                <a:lnTo>
                  <a:pt x="6420" y="6493"/>
                </a:lnTo>
                <a:lnTo>
                  <a:pt x="6384" y="6676"/>
                </a:lnTo>
                <a:lnTo>
                  <a:pt x="6420" y="6786"/>
                </a:lnTo>
                <a:lnTo>
                  <a:pt x="6457" y="6896"/>
                </a:lnTo>
                <a:lnTo>
                  <a:pt x="6567" y="6970"/>
                </a:lnTo>
                <a:lnTo>
                  <a:pt x="6677" y="6970"/>
                </a:lnTo>
                <a:lnTo>
                  <a:pt x="6824" y="7006"/>
                </a:lnTo>
                <a:lnTo>
                  <a:pt x="7117" y="6933"/>
                </a:lnTo>
                <a:lnTo>
                  <a:pt x="7301" y="6860"/>
                </a:lnTo>
                <a:lnTo>
                  <a:pt x="7447" y="6823"/>
                </a:lnTo>
                <a:lnTo>
                  <a:pt x="7484" y="6860"/>
                </a:lnTo>
                <a:lnTo>
                  <a:pt x="7411" y="6896"/>
                </a:lnTo>
                <a:lnTo>
                  <a:pt x="7227" y="7006"/>
                </a:lnTo>
                <a:lnTo>
                  <a:pt x="6860" y="7080"/>
                </a:lnTo>
                <a:lnTo>
                  <a:pt x="6530" y="7153"/>
                </a:lnTo>
                <a:lnTo>
                  <a:pt x="6347" y="7227"/>
                </a:lnTo>
                <a:lnTo>
                  <a:pt x="6237" y="7337"/>
                </a:lnTo>
                <a:lnTo>
                  <a:pt x="6163" y="7483"/>
                </a:lnTo>
                <a:lnTo>
                  <a:pt x="6127" y="7630"/>
                </a:lnTo>
                <a:lnTo>
                  <a:pt x="6127" y="7777"/>
                </a:lnTo>
                <a:lnTo>
                  <a:pt x="6163" y="7924"/>
                </a:lnTo>
                <a:lnTo>
                  <a:pt x="6237" y="8070"/>
                </a:lnTo>
                <a:lnTo>
                  <a:pt x="6384" y="8180"/>
                </a:lnTo>
                <a:lnTo>
                  <a:pt x="6494" y="8180"/>
                </a:lnTo>
                <a:lnTo>
                  <a:pt x="6567" y="8144"/>
                </a:lnTo>
                <a:lnTo>
                  <a:pt x="6640" y="8070"/>
                </a:lnTo>
                <a:lnTo>
                  <a:pt x="6714" y="7997"/>
                </a:lnTo>
                <a:lnTo>
                  <a:pt x="6897" y="7924"/>
                </a:lnTo>
                <a:lnTo>
                  <a:pt x="7337" y="7924"/>
                </a:lnTo>
                <a:lnTo>
                  <a:pt x="8328" y="7997"/>
                </a:lnTo>
                <a:lnTo>
                  <a:pt x="8328" y="8144"/>
                </a:lnTo>
                <a:lnTo>
                  <a:pt x="8364" y="8327"/>
                </a:lnTo>
                <a:lnTo>
                  <a:pt x="8438" y="8474"/>
                </a:lnTo>
                <a:lnTo>
                  <a:pt x="8548" y="8584"/>
                </a:lnTo>
                <a:lnTo>
                  <a:pt x="8768" y="8767"/>
                </a:lnTo>
                <a:lnTo>
                  <a:pt x="8548" y="8694"/>
                </a:lnTo>
                <a:lnTo>
                  <a:pt x="8328" y="8657"/>
                </a:lnTo>
                <a:lnTo>
                  <a:pt x="8291" y="8657"/>
                </a:lnTo>
                <a:lnTo>
                  <a:pt x="8291" y="8731"/>
                </a:lnTo>
                <a:lnTo>
                  <a:pt x="8511" y="8951"/>
                </a:lnTo>
                <a:lnTo>
                  <a:pt x="8768" y="9171"/>
                </a:lnTo>
                <a:lnTo>
                  <a:pt x="9355" y="9501"/>
                </a:lnTo>
                <a:lnTo>
                  <a:pt x="9428" y="9574"/>
                </a:lnTo>
                <a:lnTo>
                  <a:pt x="9538" y="9648"/>
                </a:lnTo>
                <a:lnTo>
                  <a:pt x="9648" y="9684"/>
                </a:lnTo>
                <a:lnTo>
                  <a:pt x="9795" y="9794"/>
                </a:lnTo>
                <a:lnTo>
                  <a:pt x="9942" y="9941"/>
                </a:lnTo>
                <a:lnTo>
                  <a:pt x="10125" y="10198"/>
                </a:lnTo>
                <a:lnTo>
                  <a:pt x="10272" y="10344"/>
                </a:lnTo>
                <a:lnTo>
                  <a:pt x="10418" y="10491"/>
                </a:lnTo>
                <a:lnTo>
                  <a:pt x="10125" y="10858"/>
                </a:lnTo>
                <a:lnTo>
                  <a:pt x="9978" y="10638"/>
                </a:lnTo>
                <a:lnTo>
                  <a:pt x="9795" y="10455"/>
                </a:lnTo>
                <a:lnTo>
                  <a:pt x="9428" y="10161"/>
                </a:lnTo>
                <a:lnTo>
                  <a:pt x="8988" y="9904"/>
                </a:lnTo>
                <a:lnTo>
                  <a:pt x="8401" y="9501"/>
                </a:lnTo>
                <a:lnTo>
                  <a:pt x="8144" y="9171"/>
                </a:lnTo>
                <a:lnTo>
                  <a:pt x="7851" y="8877"/>
                </a:lnTo>
                <a:lnTo>
                  <a:pt x="7557" y="8657"/>
                </a:lnTo>
                <a:lnTo>
                  <a:pt x="7227" y="8437"/>
                </a:lnTo>
                <a:lnTo>
                  <a:pt x="7190" y="8437"/>
                </a:lnTo>
                <a:lnTo>
                  <a:pt x="7190" y="8400"/>
                </a:lnTo>
                <a:lnTo>
                  <a:pt x="7154" y="8400"/>
                </a:lnTo>
                <a:lnTo>
                  <a:pt x="7044" y="8364"/>
                </a:lnTo>
                <a:lnTo>
                  <a:pt x="6677" y="8327"/>
                </a:lnTo>
                <a:lnTo>
                  <a:pt x="6273" y="8290"/>
                </a:lnTo>
                <a:lnTo>
                  <a:pt x="5870" y="8327"/>
                </a:lnTo>
                <a:lnTo>
                  <a:pt x="5466" y="8364"/>
                </a:lnTo>
                <a:lnTo>
                  <a:pt x="5173" y="8437"/>
                </a:lnTo>
                <a:lnTo>
                  <a:pt x="4990" y="8510"/>
                </a:lnTo>
                <a:lnTo>
                  <a:pt x="4843" y="8620"/>
                </a:lnTo>
                <a:lnTo>
                  <a:pt x="4733" y="8731"/>
                </a:lnTo>
                <a:lnTo>
                  <a:pt x="4623" y="8841"/>
                </a:lnTo>
                <a:lnTo>
                  <a:pt x="4549" y="8987"/>
                </a:lnTo>
                <a:lnTo>
                  <a:pt x="4476" y="9171"/>
                </a:lnTo>
                <a:lnTo>
                  <a:pt x="4476" y="9317"/>
                </a:lnTo>
                <a:lnTo>
                  <a:pt x="4476" y="9464"/>
                </a:lnTo>
                <a:lnTo>
                  <a:pt x="4513" y="9611"/>
                </a:lnTo>
                <a:lnTo>
                  <a:pt x="4549" y="9721"/>
                </a:lnTo>
                <a:lnTo>
                  <a:pt x="4733" y="9978"/>
                </a:lnTo>
                <a:lnTo>
                  <a:pt x="4953" y="10161"/>
                </a:lnTo>
                <a:lnTo>
                  <a:pt x="5246" y="10344"/>
                </a:lnTo>
                <a:lnTo>
                  <a:pt x="5577" y="10491"/>
                </a:lnTo>
                <a:lnTo>
                  <a:pt x="5687" y="10491"/>
                </a:lnTo>
                <a:lnTo>
                  <a:pt x="5797" y="10418"/>
                </a:lnTo>
                <a:lnTo>
                  <a:pt x="6090" y="10308"/>
                </a:lnTo>
                <a:lnTo>
                  <a:pt x="6090" y="10418"/>
                </a:lnTo>
                <a:lnTo>
                  <a:pt x="6090" y="10528"/>
                </a:lnTo>
                <a:lnTo>
                  <a:pt x="6163" y="10785"/>
                </a:lnTo>
                <a:lnTo>
                  <a:pt x="6310" y="10968"/>
                </a:lnTo>
                <a:lnTo>
                  <a:pt x="6494" y="11188"/>
                </a:lnTo>
                <a:lnTo>
                  <a:pt x="6494" y="11592"/>
                </a:lnTo>
                <a:lnTo>
                  <a:pt x="6420" y="11958"/>
                </a:lnTo>
                <a:lnTo>
                  <a:pt x="6384" y="12105"/>
                </a:lnTo>
                <a:lnTo>
                  <a:pt x="6420" y="12142"/>
                </a:lnTo>
                <a:lnTo>
                  <a:pt x="6457" y="12179"/>
                </a:lnTo>
                <a:lnTo>
                  <a:pt x="6714" y="12289"/>
                </a:lnTo>
                <a:lnTo>
                  <a:pt x="6970" y="12325"/>
                </a:lnTo>
                <a:lnTo>
                  <a:pt x="7227" y="12252"/>
                </a:lnTo>
                <a:lnTo>
                  <a:pt x="7447" y="12142"/>
                </a:lnTo>
                <a:lnTo>
                  <a:pt x="7924" y="12509"/>
                </a:lnTo>
                <a:lnTo>
                  <a:pt x="7484" y="12655"/>
                </a:lnTo>
                <a:lnTo>
                  <a:pt x="7044" y="12802"/>
                </a:lnTo>
                <a:lnTo>
                  <a:pt x="6714" y="12876"/>
                </a:lnTo>
                <a:lnTo>
                  <a:pt x="6604" y="12765"/>
                </a:lnTo>
                <a:lnTo>
                  <a:pt x="6494" y="12582"/>
                </a:lnTo>
                <a:lnTo>
                  <a:pt x="6310" y="12289"/>
                </a:lnTo>
                <a:lnTo>
                  <a:pt x="6090" y="12032"/>
                </a:lnTo>
                <a:lnTo>
                  <a:pt x="5870" y="11812"/>
                </a:lnTo>
                <a:lnTo>
                  <a:pt x="5466" y="11372"/>
                </a:lnTo>
                <a:lnTo>
                  <a:pt x="5100" y="10895"/>
                </a:lnTo>
                <a:lnTo>
                  <a:pt x="5063" y="10858"/>
                </a:lnTo>
                <a:lnTo>
                  <a:pt x="4990" y="10858"/>
                </a:lnTo>
                <a:lnTo>
                  <a:pt x="4953" y="10895"/>
                </a:lnTo>
                <a:lnTo>
                  <a:pt x="4953" y="10931"/>
                </a:lnTo>
                <a:lnTo>
                  <a:pt x="4953" y="11151"/>
                </a:lnTo>
                <a:lnTo>
                  <a:pt x="5026" y="11335"/>
                </a:lnTo>
                <a:lnTo>
                  <a:pt x="5100" y="11518"/>
                </a:lnTo>
                <a:lnTo>
                  <a:pt x="5246" y="11702"/>
                </a:lnTo>
                <a:lnTo>
                  <a:pt x="5540" y="12032"/>
                </a:lnTo>
                <a:lnTo>
                  <a:pt x="5833" y="12325"/>
                </a:lnTo>
                <a:lnTo>
                  <a:pt x="6017" y="12582"/>
                </a:lnTo>
                <a:lnTo>
                  <a:pt x="6200" y="12912"/>
                </a:lnTo>
                <a:lnTo>
                  <a:pt x="5650" y="12949"/>
                </a:lnTo>
                <a:lnTo>
                  <a:pt x="5026" y="12362"/>
                </a:lnTo>
                <a:lnTo>
                  <a:pt x="4659" y="11995"/>
                </a:lnTo>
                <a:lnTo>
                  <a:pt x="4513" y="11812"/>
                </a:lnTo>
                <a:lnTo>
                  <a:pt x="4439" y="11555"/>
                </a:lnTo>
                <a:lnTo>
                  <a:pt x="4403" y="11518"/>
                </a:lnTo>
                <a:lnTo>
                  <a:pt x="4329" y="11482"/>
                </a:lnTo>
                <a:lnTo>
                  <a:pt x="4256" y="11482"/>
                </a:lnTo>
                <a:lnTo>
                  <a:pt x="4219" y="11555"/>
                </a:lnTo>
                <a:lnTo>
                  <a:pt x="4219" y="11665"/>
                </a:lnTo>
                <a:lnTo>
                  <a:pt x="4219" y="11812"/>
                </a:lnTo>
                <a:lnTo>
                  <a:pt x="4293" y="12032"/>
                </a:lnTo>
                <a:lnTo>
                  <a:pt x="4403" y="12252"/>
                </a:lnTo>
                <a:lnTo>
                  <a:pt x="4586" y="12435"/>
                </a:lnTo>
                <a:lnTo>
                  <a:pt x="4953" y="12876"/>
                </a:lnTo>
                <a:lnTo>
                  <a:pt x="4880" y="12876"/>
                </a:lnTo>
                <a:lnTo>
                  <a:pt x="4880" y="12839"/>
                </a:lnTo>
                <a:lnTo>
                  <a:pt x="4880" y="12802"/>
                </a:lnTo>
                <a:lnTo>
                  <a:pt x="4843" y="12765"/>
                </a:lnTo>
                <a:lnTo>
                  <a:pt x="4549" y="12692"/>
                </a:lnTo>
                <a:lnTo>
                  <a:pt x="4439" y="12655"/>
                </a:lnTo>
                <a:lnTo>
                  <a:pt x="4366" y="12545"/>
                </a:lnTo>
                <a:lnTo>
                  <a:pt x="4293" y="12362"/>
                </a:lnTo>
                <a:lnTo>
                  <a:pt x="4073" y="11995"/>
                </a:lnTo>
                <a:lnTo>
                  <a:pt x="3926" y="11848"/>
                </a:lnTo>
                <a:lnTo>
                  <a:pt x="3816" y="11738"/>
                </a:lnTo>
                <a:lnTo>
                  <a:pt x="3816" y="11665"/>
                </a:lnTo>
                <a:lnTo>
                  <a:pt x="3816" y="11592"/>
                </a:lnTo>
                <a:lnTo>
                  <a:pt x="3779" y="11555"/>
                </a:lnTo>
                <a:lnTo>
                  <a:pt x="3742" y="11518"/>
                </a:lnTo>
                <a:lnTo>
                  <a:pt x="3669" y="11555"/>
                </a:lnTo>
                <a:lnTo>
                  <a:pt x="3559" y="11628"/>
                </a:lnTo>
                <a:lnTo>
                  <a:pt x="3522" y="11702"/>
                </a:lnTo>
                <a:lnTo>
                  <a:pt x="3522" y="11848"/>
                </a:lnTo>
                <a:lnTo>
                  <a:pt x="3559" y="11958"/>
                </a:lnTo>
                <a:lnTo>
                  <a:pt x="3669" y="12105"/>
                </a:lnTo>
                <a:lnTo>
                  <a:pt x="3779" y="12252"/>
                </a:lnTo>
                <a:lnTo>
                  <a:pt x="3889" y="12435"/>
                </a:lnTo>
                <a:lnTo>
                  <a:pt x="3963" y="12655"/>
                </a:lnTo>
                <a:lnTo>
                  <a:pt x="3963" y="12655"/>
                </a:lnTo>
                <a:lnTo>
                  <a:pt x="3376" y="12435"/>
                </a:lnTo>
                <a:lnTo>
                  <a:pt x="2825" y="12105"/>
                </a:lnTo>
                <a:lnTo>
                  <a:pt x="2789" y="12069"/>
                </a:lnTo>
                <a:lnTo>
                  <a:pt x="2715" y="11958"/>
                </a:lnTo>
                <a:lnTo>
                  <a:pt x="2605" y="11885"/>
                </a:lnTo>
                <a:lnTo>
                  <a:pt x="2349" y="11812"/>
                </a:lnTo>
                <a:lnTo>
                  <a:pt x="2312" y="11738"/>
                </a:lnTo>
                <a:lnTo>
                  <a:pt x="2165" y="11115"/>
                </a:lnTo>
                <a:lnTo>
                  <a:pt x="2092" y="10748"/>
                </a:lnTo>
                <a:lnTo>
                  <a:pt x="2055" y="10381"/>
                </a:lnTo>
                <a:lnTo>
                  <a:pt x="2055" y="10051"/>
                </a:lnTo>
                <a:lnTo>
                  <a:pt x="2092" y="9868"/>
                </a:lnTo>
                <a:lnTo>
                  <a:pt x="2165" y="9758"/>
                </a:lnTo>
                <a:lnTo>
                  <a:pt x="2238" y="9611"/>
                </a:lnTo>
                <a:lnTo>
                  <a:pt x="2349" y="9538"/>
                </a:lnTo>
                <a:lnTo>
                  <a:pt x="2495" y="9464"/>
                </a:lnTo>
                <a:lnTo>
                  <a:pt x="2679" y="9391"/>
                </a:lnTo>
                <a:lnTo>
                  <a:pt x="2715" y="9391"/>
                </a:lnTo>
                <a:lnTo>
                  <a:pt x="2752" y="9354"/>
                </a:lnTo>
                <a:lnTo>
                  <a:pt x="2789" y="9281"/>
                </a:lnTo>
                <a:lnTo>
                  <a:pt x="2789" y="9207"/>
                </a:lnTo>
                <a:lnTo>
                  <a:pt x="2715" y="9024"/>
                </a:lnTo>
                <a:lnTo>
                  <a:pt x="2605" y="8841"/>
                </a:lnTo>
                <a:lnTo>
                  <a:pt x="2495" y="8694"/>
                </a:lnTo>
                <a:lnTo>
                  <a:pt x="2349" y="8510"/>
                </a:lnTo>
                <a:lnTo>
                  <a:pt x="2055" y="8254"/>
                </a:lnTo>
                <a:lnTo>
                  <a:pt x="1725" y="7960"/>
                </a:lnTo>
                <a:lnTo>
                  <a:pt x="1505" y="7813"/>
                </a:lnTo>
                <a:lnTo>
                  <a:pt x="1285" y="7630"/>
                </a:lnTo>
                <a:lnTo>
                  <a:pt x="1175" y="7447"/>
                </a:lnTo>
                <a:lnTo>
                  <a:pt x="991" y="7300"/>
                </a:lnTo>
                <a:lnTo>
                  <a:pt x="771" y="7153"/>
                </a:lnTo>
                <a:lnTo>
                  <a:pt x="551" y="7117"/>
                </a:lnTo>
                <a:lnTo>
                  <a:pt x="661" y="6566"/>
                </a:lnTo>
                <a:lnTo>
                  <a:pt x="771" y="6089"/>
                </a:lnTo>
                <a:lnTo>
                  <a:pt x="808" y="6016"/>
                </a:lnTo>
                <a:lnTo>
                  <a:pt x="955" y="5943"/>
                </a:lnTo>
                <a:lnTo>
                  <a:pt x="1101" y="5906"/>
                </a:lnTo>
                <a:lnTo>
                  <a:pt x="1248" y="5906"/>
                </a:lnTo>
                <a:lnTo>
                  <a:pt x="1395" y="5943"/>
                </a:lnTo>
                <a:lnTo>
                  <a:pt x="1505" y="6016"/>
                </a:lnTo>
                <a:lnTo>
                  <a:pt x="1615" y="6126"/>
                </a:lnTo>
                <a:lnTo>
                  <a:pt x="1652" y="6236"/>
                </a:lnTo>
                <a:lnTo>
                  <a:pt x="1652" y="6420"/>
                </a:lnTo>
                <a:lnTo>
                  <a:pt x="1652" y="6530"/>
                </a:lnTo>
                <a:lnTo>
                  <a:pt x="1688" y="6566"/>
                </a:lnTo>
                <a:lnTo>
                  <a:pt x="1725" y="6566"/>
                </a:lnTo>
                <a:lnTo>
                  <a:pt x="1945" y="6676"/>
                </a:lnTo>
                <a:lnTo>
                  <a:pt x="2128" y="6786"/>
                </a:lnTo>
                <a:lnTo>
                  <a:pt x="2275" y="6970"/>
                </a:lnTo>
                <a:lnTo>
                  <a:pt x="2385" y="7153"/>
                </a:lnTo>
                <a:lnTo>
                  <a:pt x="2459" y="7227"/>
                </a:lnTo>
                <a:lnTo>
                  <a:pt x="2532" y="7227"/>
                </a:lnTo>
                <a:lnTo>
                  <a:pt x="2605" y="7190"/>
                </a:lnTo>
                <a:lnTo>
                  <a:pt x="2642" y="7080"/>
                </a:lnTo>
                <a:lnTo>
                  <a:pt x="2532" y="5943"/>
                </a:lnTo>
                <a:lnTo>
                  <a:pt x="2752" y="5906"/>
                </a:lnTo>
                <a:lnTo>
                  <a:pt x="3009" y="5796"/>
                </a:lnTo>
                <a:lnTo>
                  <a:pt x="3229" y="5723"/>
                </a:lnTo>
                <a:lnTo>
                  <a:pt x="3449" y="5686"/>
                </a:lnTo>
                <a:lnTo>
                  <a:pt x="3669" y="5649"/>
                </a:lnTo>
                <a:lnTo>
                  <a:pt x="3889" y="5686"/>
                </a:lnTo>
                <a:lnTo>
                  <a:pt x="4293" y="5723"/>
                </a:lnTo>
                <a:lnTo>
                  <a:pt x="5100" y="5723"/>
                </a:lnTo>
                <a:lnTo>
                  <a:pt x="5283" y="5649"/>
                </a:lnTo>
                <a:lnTo>
                  <a:pt x="5503" y="5576"/>
                </a:lnTo>
                <a:lnTo>
                  <a:pt x="5577" y="5539"/>
                </a:lnTo>
                <a:lnTo>
                  <a:pt x="5613" y="5466"/>
                </a:lnTo>
                <a:lnTo>
                  <a:pt x="5613" y="5356"/>
                </a:lnTo>
                <a:lnTo>
                  <a:pt x="5577" y="5282"/>
                </a:lnTo>
                <a:lnTo>
                  <a:pt x="5246" y="4916"/>
                </a:lnTo>
                <a:lnTo>
                  <a:pt x="4880" y="4549"/>
                </a:lnTo>
                <a:lnTo>
                  <a:pt x="4696" y="4365"/>
                </a:lnTo>
                <a:lnTo>
                  <a:pt x="4513" y="4219"/>
                </a:lnTo>
                <a:lnTo>
                  <a:pt x="4293" y="4109"/>
                </a:lnTo>
                <a:lnTo>
                  <a:pt x="4036" y="3999"/>
                </a:lnTo>
                <a:lnTo>
                  <a:pt x="3999" y="3889"/>
                </a:lnTo>
                <a:lnTo>
                  <a:pt x="3963" y="3815"/>
                </a:lnTo>
                <a:lnTo>
                  <a:pt x="3852" y="3742"/>
                </a:lnTo>
                <a:lnTo>
                  <a:pt x="3742" y="3668"/>
                </a:lnTo>
                <a:lnTo>
                  <a:pt x="3376" y="3522"/>
                </a:lnTo>
                <a:lnTo>
                  <a:pt x="3192" y="3448"/>
                </a:lnTo>
                <a:lnTo>
                  <a:pt x="2972" y="3412"/>
                </a:lnTo>
                <a:lnTo>
                  <a:pt x="3412" y="3228"/>
                </a:lnTo>
                <a:lnTo>
                  <a:pt x="3816" y="3045"/>
                </a:lnTo>
                <a:lnTo>
                  <a:pt x="4256" y="2935"/>
                </a:lnTo>
                <a:lnTo>
                  <a:pt x="4696" y="2861"/>
                </a:lnTo>
                <a:lnTo>
                  <a:pt x="5136" y="2788"/>
                </a:lnTo>
                <a:lnTo>
                  <a:pt x="6494" y="2788"/>
                </a:lnTo>
                <a:lnTo>
                  <a:pt x="6567" y="2751"/>
                </a:lnTo>
                <a:lnTo>
                  <a:pt x="6567" y="2678"/>
                </a:lnTo>
                <a:close/>
                <a:moveTo>
                  <a:pt x="5100" y="15590"/>
                </a:moveTo>
                <a:lnTo>
                  <a:pt x="5246" y="15627"/>
                </a:lnTo>
                <a:lnTo>
                  <a:pt x="5503" y="15700"/>
                </a:lnTo>
                <a:lnTo>
                  <a:pt x="5393" y="15737"/>
                </a:lnTo>
                <a:lnTo>
                  <a:pt x="5320" y="15810"/>
                </a:lnTo>
                <a:lnTo>
                  <a:pt x="5246" y="15920"/>
                </a:lnTo>
                <a:lnTo>
                  <a:pt x="5246" y="16030"/>
                </a:lnTo>
                <a:lnTo>
                  <a:pt x="5210" y="16177"/>
                </a:lnTo>
                <a:lnTo>
                  <a:pt x="5246" y="16360"/>
                </a:lnTo>
                <a:lnTo>
                  <a:pt x="5246" y="16434"/>
                </a:lnTo>
                <a:lnTo>
                  <a:pt x="5283" y="16507"/>
                </a:lnTo>
                <a:lnTo>
                  <a:pt x="5356" y="16580"/>
                </a:lnTo>
                <a:lnTo>
                  <a:pt x="5430" y="16617"/>
                </a:lnTo>
                <a:lnTo>
                  <a:pt x="5540" y="16617"/>
                </a:lnTo>
                <a:lnTo>
                  <a:pt x="5870" y="16947"/>
                </a:lnTo>
                <a:lnTo>
                  <a:pt x="6237" y="17167"/>
                </a:lnTo>
                <a:lnTo>
                  <a:pt x="6567" y="17351"/>
                </a:lnTo>
                <a:lnTo>
                  <a:pt x="6750" y="17424"/>
                </a:lnTo>
                <a:lnTo>
                  <a:pt x="3449" y="17387"/>
                </a:lnTo>
                <a:lnTo>
                  <a:pt x="3596" y="17314"/>
                </a:lnTo>
                <a:lnTo>
                  <a:pt x="3926" y="17167"/>
                </a:lnTo>
                <a:lnTo>
                  <a:pt x="4256" y="16984"/>
                </a:lnTo>
                <a:lnTo>
                  <a:pt x="4476" y="16837"/>
                </a:lnTo>
                <a:lnTo>
                  <a:pt x="4696" y="16654"/>
                </a:lnTo>
                <a:lnTo>
                  <a:pt x="4770" y="16690"/>
                </a:lnTo>
                <a:lnTo>
                  <a:pt x="4880" y="16690"/>
                </a:lnTo>
                <a:lnTo>
                  <a:pt x="4953" y="16654"/>
                </a:lnTo>
                <a:lnTo>
                  <a:pt x="5026" y="16580"/>
                </a:lnTo>
                <a:lnTo>
                  <a:pt x="5136" y="16397"/>
                </a:lnTo>
                <a:lnTo>
                  <a:pt x="5210" y="16214"/>
                </a:lnTo>
                <a:lnTo>
                  <a:pt x="5173" y="16103"/>
                </a:lnTo>
                <a:lnTo>
                  <a:pt x="5100" y="16030"/>
                </a:lnTo>
                <a:lnTo>
                  <a:pt x="5063" y="15993"/>
                </a:lnTo>
                <a:lnTo>
                  <a:pt x="5100" y="15773"/>
                </a:lnTo>
                <a:lnTo>
                  <a:pt x="5100" y="15590"/>
                </a:lnTo>
                <a:close/>
                <a:moveTo>
                  <a:pt x="9795" y="0"/>
                </a:moveTo>
                <a:lnTo>
                  <a:pt x="9648" y="74"/>
                </a:lnTo>
                <a:lnTo>
                  <a:pt x="9391" y="110"/>
                </a:lnTo>
                <a:lnTo>
                  <a:pt x="9171" y="220"/>
                </a:lnTo>
                <a:lnTo>
                  <a:pt x="9061" y="294"/>
                </a:lnTo>
                <a:lnTo>
                  <a:pt x="8988" y="404"/>
                </a:lnTo>
                <a:lnTo>
                  <a:pt x="8951" y="514"/>
                </a:lnTo>
                <a:lnTo>
                  <a:pt x="8915" y="661"/>
                </a:lnTo>
                <a:lnTo>
                  <a:pt x="8915" y="771"/>
                </a:lnTo>
                <a:lnTo>
                  <a:pt x="8915" y="881"/>
                </a:lnTo>
                <a:lnTo>
                  <a:pt x="8988" y="1027"/>
                </a:lnTo>
                <a:lnTo>
                  <a:pt x="9025" y="1137"/>
                </a:lnTo>
                <a:lnTo>
                  <a:pt x="8254" y="2348"/>
                </a:lnTo>
                <a:lnTo>
                  <a:pt x="7631" y="2201"/>
                </a:lnTo>
                <a:lnTo>
                  <a:pt x="7007" y="2165"/>
                </a:lnTo>
                <a:lnTo>
                  <a:pt x="6384" y="2165"/>
                </a:lnTo>
                <a:lnTo>
                  <a:pt x="5797" y="2238"/>
                </a:lnTo>
                <a:lnTo>
                  <a:pt x="5650" y="2275"/>
                </a:lnTo>
                <a:lnTo>
                  <a:pt x="5577" y="2385"/>
                </a:lnTo>
                <a:lnTo>
                  <a:pt x="5100" y="2348"/>
                </a:lnTo>
                <a:lnTo>
                  <a:pt x="4623" y="2421"/>
                </a:lnTo>
                <a:lnTo>
                  <a:pt x="4109" y="2495"/>
                </a:lnTo>
                <a:lnTo>
                  <a:pt x="3632" y="2641"/>
                </a:lnTo>
                <a:lnTo>
                  <a:pt x="3192" y="2825"/>
                </a:lnTo>
                <a:lnTo>
                  <a:pt x="2715" y="3045"/>
                </a:lnTo>
                <a:lnTo>
                  <a:pt x="2312" y="3302"/>
                </a:lnTo>
                <a:lnTo>
                  <a:pt x="1945" y="3558"/>
                </a:lnTo>
                <a:lnTo>
                  <a:pt x="1505" y="3925"/>
                </a:lnTo>
                <a:lnTo>
                  <a:pt x="1138" y="4365"/>
                </a:lnTo>
                <a:lnTo>
                  <a:pt x="808" y="4806"/>
                </a:lnTo>
                <a:lnTo>
                  <a:pt x="551" y="5282"/>
                </a:lnTo>
                <a:lnTo>
                  <a:pt x="331" y="5796"/>
                </a:lnTo>
                <a:lnTo>
                  <a:pt x="184" y="6346"/>
                </a:lnTo>
                <a:lnTo>
                  <a:pt x="74" y="6896"/>
                </a:lnTo>
                <a:lnTo>
                  <a:pt x="1" y="7447"/>
                </a:lnTo>
                <a:lnTo>
                  <a:pt x="1" y="7997"/>
                </a:lnTo>
                <a:lnTo>
                  <a:pt x="38" y="8547"/>
                </a:lnTo>
                <a:lnTo>
                  <a:pt x="148" y="9097"/>
                </a:lnTo>
                <a:lnTo>
                  <a:pt x="294" y="9648"/>
                </a:lnTo>
                <a:lnTo>
                  <a:pt x="478" y="10161"/>
                </a:lnTo>
                <a:lnTo>
                  <a:pt x="698" y="10638"/>
                </a:lnTo>
                <a:lnTo>
                  <a:pt x="991" y="11115"/>
                </a:lnTo>
                <a:lnTo>
                  <a:pt x="1358" y="11555"/>
                </a:lnTo>
                <a:lnTo>
                  <a:pt x="1725" y="11958"/>
                </a:lnTo>
                <a:lnTo>
                  <a:pt x="2165" y="12325"/>
                </a:lnTo>
                <a:lnTo>
                  <a:pt x="2679" y="12655"/>
                </a:lnTo>
                <a:lnTo>
                  <a:pt x="3156" y="12912"/>
                </a:lnTo>
                <a:lnTo>
                  <a:pt x="3706" y="13132"/>
                </a:lnTo>
                <a:lnTo>
                  <a:pt x="4256" y="13279"/>
                </a:lnTo>
                <a:lnTo>
                  <a:pt x="4806" y="13389"/>
                </a:lnTo>
                <a:lnTo>
                  <a:pt x="5393" y="13462"/>
                </a:lnTo>
                <a:lnTo>
                  <a:pt x="5943" y="13462"/>
                </a:lnTo>
                <a:lnTo>
                  <a:pt x="6494" y="13426"/>
                </a:lnTo>
                <a:lnTo>
                  <a:pt x="7044" y="13352"/>
                </a:lnTo>
                <a:lnTo>
                  <a:pt x="7594" y="13206"/>
                </a:lnTo>
                <a:lnTo>
                  <a:pt x="8108" y="13022"/>
                </a:lnTo>
                <a:lnTo>
                  <a:pt x="8621" y="12802"/>
                </a:lnTo>
                <a:lnTo>
                  <a:pt x="9098" y="12509"/>
                </a:lnTo>
                <a:lnTo>
                  <a:pt x="9538" y="12215"/>
                </a:lnTo>
                <a:lnTo>
                  <a:pt x="10052" y="11775"/>
                </a:lnTo>
                <a:lnTo>
                  <a:pt x="10492" y="11262"/>
                </a:lnTo>
                <a:lnTo>
                  <a:pt x="10932" y="10711"/>
                </a:lnTo>
                <a:lnTo>
                  <a:pt x="11299" y="10161"/>
                </a:lnTo>
                <a:lnTo>
                  <a:pt x="11629" y="9538"/>
                </a:lnTo>
                <a:lnTo>
                  <a:pt x="11886" y="8914"/>
                </a:lnTo>
                <a:lnTo>
                  <a:pt x="12106" y="8290"/>
                </a:lnTo>
                <a:lnTo>
                  <a:pt x="12179" y="7924"/>
                </a:lnTo>
                <a:lnTo>
                  <a:pt x="12216" y="7593"/>
                </a:lnTo>
                <a:lnTo>
                  <a:pt x="12253" y="7080"/>
                </a:lnTo>
                <a:lnTo>
                  <a:pt x="12216" y="6603"/>
                </a:lnTo>
                <a:lnTo>
                  <a:pt x="12106" y="6126"/>
                </a:lnTo>
                <a:lnTo>
                  <a:pt x="11922" y="5649"/>
                </a:lnTo>
                <a:lnTo>
                  <a:pt x="11739" y="5172"/>
                </a:lnTo>
                <a:lnTo>
                  <a:pt x="11482" y="4732"/>
                </a:lnTo>
                <a:lnTo>
                  <a:pt x="11189" y="4329"/>
                </a:lnTo>
                <a:lnTo>
                  <a:pt x="10859" y="3962"/>
                </a:lnTo>
                <a:lnTo>
                  <a:pt x="10822" y="3852"/>
                </a:lnTo>
                <a:lnTo>
                  <a:pt x="10712" y="3815"/>
                </a:lnTo>
                <a:lnTo>
                  <a:pt x="10272" y="3375"/>
                </a:lnTo>
                <a:lnTo>
                  <a:pt x="10162" y="3302"/>
                </a:lnTo>
                <a:lnTo>
                  <a:pt x="9832" y="3082"/>
                </a:lnTo>
                <a:lnTo>
                  <a:pt x="9501" y="2861"/>
                </a:lnTo>
                <a:lnTo>
                  <a:pt x="9135" y="2678"/>
                </a:lnTo>
                <a:lnTo>
                  <a:pt x="8768" y="2531"/>
                </a:lnTo>
                <a:lnTo>
                  <a:pt x="8804" y="2458"/>
                </a:lnTo>
                <a:lnTo>
                  <a:pt x="8841" y="2421"/>
                </a:lnTo>
                <a:lnTo>
                  <a:pt x="8804" y="2348"/>
                </a:lnTo>
                <a:lnTo>
                  <a:pt x="9171" y="1871"/>
                </a:lnTo>
                <a:lnTo>
                  <a:pt x="9501" y="1394"/>
                </a:lnTo>
                <a:lnTo>
                  <a:pt x="9758" y="1394"/>
                </a:lnTo>
                <a:lnTo>
                  <a:pt x="9868" y="1358"/>
                </a:lnTo>
                <a:lnTo>
                  <a:pt x="9978" y="1284"/>
                </a:lnTo>
                <a:lnTo>
                  <a:pt x="10052" y="1211"/>
                </a:lnTo>
                <a:lnTo>
                  <a:pt x="10602" y="1468"/>
                </a:lnTo>
                <a:lnTo>
                  <a:pt x="11079" y="1798"/>
                </a:lnTo>
                <a:lnTo>
                  <a:pt x="11556" y="2128"/>
                </a:lnTo>
                <a:lnTo>
                  <a:pt x="11996" y="2531"/>
                </a:lnTo>
                <a:lnTo>
                  <a:pt x="12399" y="2972"/>
                </a:lnTo>
                <a:lnTo>
                  <a:pt x="12766" y="3412"/>
                </a:lnTo>
                <a:lnTo>
                  <a:pt x="13060" y="3925"/>
                </a:lnTo>
                <a:lnTo>
                  <a:pt x="13353" y="4439"/>
                </a:lnTo>
                <a:lnTo>
                  <a:pt x="13573" y="4989"/>
                </a:lnTo>
                <a:lnTo>
                  <a:pt x="13757" y="5539"/>
                </a:lnTo>
                <a:lnTo>
                  <a:pt x="13903" y="6126"/>
                </a:lnTo>
                <a:lnTo>
                  <a:pt x="14013" y="6713"/>
                </a:lnTo>
                <a:lnTo>
                  <a:pt x="14087" y="7300"/>
                </a:lnTo>
                <a:lnTo>
                  <a:pt x="14087" y="7887"/>
                </a:lnTo>
                <a:lnTo>
                  <a:pt x="14087" y="8510"/>
                </a:lnTo>
                <a:lnTo>
                  <a:pt x="14013" y="9097"/>
                </a:lnTo>
                <a:lnTo>
                  <a:pt x="13867" y="9758"/>
                </a:lnTo>
                <a:lnTo>
                  <a:pt x="13720" y="10381"/>
                </a:lnTo>
                <a:lnTo>
                  <a:pt x="13463" y="11005"/>
                </a:lnTo>
                <a:lnTo>
                  <a:pt x="13206" y="11592"/>
                </a:lnTo>
                <a:lnTo>
                  <a:pt x="12876" y="12179"/>
                </a:lnTo>
                <a:lnTo>
                  <a:pt x="12473" y="12692"/>
                </a:lnTo>
                <a:lnTo>
                  <a:pt x="12069" y="13206"/>
                </a:lnTo>
                <a:lnTo>
                  <a:pt x="11592" y="13683"/>
                </a:lnTo>
                <a:lnTo>
                  <a:pt x="11079" y="14049"/>
                </a:lnTo>
                <a:lnTo>
                  <a:pt x="10565" y="14416"/>
                </a:lnTo>
                <a:lnTo>
                  <a:pt x="9978" y="14710"/>
                </a:lnTo>
                <a:lnTo>
                  <a:pt x="9391" y="14966"/>
                </a:lnTo>
                <a:lnTo>
                  <a:pt x="8804" y="15150"/>
                </a:lnTo>
                <a:lnTo>
                  <a:pt x="8181" y="15260"/>
                </a:lnTo>
                <a:lnTo>
                  <a:pt x="7557" y="15333"/>
                </a:lnTo>
                <a:lnTo>
                  <a:pt x="6897" y="15370"/>
                </a:lnTo>
                <a:lnTo>
                  <a:pt x="6420" y="15333"/>
                </a:lnTo>
                <a:lnTo>
                  <a:pt x="5943" y="15296"/>
                </a:lnTo>
                <a:lnTo>
                  <a:pt x="5466" y="15186"/>
                </a:lnTo>
                <a:lnTo>
                  <a:pt x="5026" y="15076"/>
                </a:lnTo>
                <a:lnTo>
                  <a:pt x="4549" y="14893"/>
                </a:lnTo>
                <a:lnTo>
                  <a:pt x="4109" y="14673"/>
                </a:lnTo>
                <a:lnTo>
                  <a:pt x="3632" y="14453"/>
                </a:lnTo>
                <a:lnTo>
                  <a:pt x="3669" y="14416"/>
                </a:lnTo>
                <a:lnTo>
                  <a:pt x="3706" y="14343"/>
                </a:lnTo>
                <a:lnTo>
                  <a:pt x="3706" y="14269"/>
                </a:lnTo>
                <a:lnTo>
                  <a:pt x="3706" y="14196"/>
                </a:lnTo>
                <a:lnTo>
                  <a:pt x="3669" y="14123"/>
                </a:lnTo>
                <a:lnTo>
                  <a:pt x="3522" y="14013"/>
                </a:lnTo>
                <a:lnTo>
                  <a:pt x="3376" y="13939"/>
                </a:lnTo>
                <a:lnTo>
                  <a:pt x="3229" y="13903"/>
                </a:lnTo>
                <a:lnTo>
                  <a:pt x="3009" y="13903"/>
                </a:lnTo>
                <a:lnTo>
                  <a:pt x="2899" y="13939"/>
                </a:lnTo>
                <a:lnTo>
                  <a:pt x="2752" y="14013"/>
                </a:lnTo>
                <a:lnTo>
                  <a:pt x="2642" y="14123"/>
                </a:lnTo>
                <a:lnTo>
                  <a:pt x="2605" y="14269"/>
                </a:lnTo>
                <a:lnTo>
                  <a:pt x="2605" y="14416"/>
                </a:lnTo>
                <a:lnTo>
                  <a:pt x="2642" y="14563"/>
                </a:lnTo>
                <a:lnTo>
                  <a:pt x="2715" y="14710"/>
                </a:lnTo>
                <a:lnTo>
                  <a:pt x="2825" y="14820"/>
                </a:lnTo>
                <a:lnTo>
                  <a:pt x="2972" y="14856"/>
                </a:lnTo>
                <a:lnTo>
                  <a:pt x="3119" y="14893"/>
                </a:lnTo>
                <a:lnTo>
                  <a:pt x="3266" y="14856"/>
                </a:lnTo>
                <a:lnTo>
                  <a:pt x="3376" y="14746"/>
                </a:lnTo>
                <a:lnTo>
                  <a:pt x="3522" y="14856"/>
                </a:lnTo>
                <a:lnTo>
                  <a:pt x="4036" y="15150"/>
                </a:lnTo>
                <a:lnTo>
                  <a:pt x="4439" y="15333"/>
                </a:lnTo>
                <a:lnTo>
                  <a:pt x="4806" y="15480"/>
                </a:lnTo>
                <a:lnTo>
                  <a:pt x="4770" y="15553"/>
                </a:lnTo>
                <a:lnTo>
                  <a:pt x="4733" y="15590"/>
                </a:lnTo>
                <a:lnTo>
                  <a:pt x="4659" y="15810"/>
                </a:lnTo>
                <a:lnTo>
                  <a:pt x="4623" y="16030"/>
                </a:lnTo>
                <a:lnTo>
                  <a:pt x="4586" y="16470"/>
                </a:lnTo>
                <a:lnTo>
                  <a:pt x="3963" y="16654"/>
                </a:lnTo>
                <a:lnTo>
                  <a:pt x="3376" y="16910"/>
                </a:lnTo>
                <a:lnTo>
                  <a:pt x="2752" y="17167"/>
                </a:lnTo>
                <a:lnTo>
                  <a:pt x="2128" y="17387"/>
                </a:lnTo>
                <a:lnTo>
                  <a:pt x="2055" y="17424"/>
                </a:lnTo>
                <a:lnTo>
                  <a:pt x="2018" y="17497"/>
                </a:lnTo>
                <a:lnTo>
                  <a:pt x="1982" y="17571"/>
                </a:lnTo>
                <a:lnTo>
                  <a:pt x="1982" y="17644"/>
                </a:lnTo>
                <a:lnTo>
                  <a:pt x="2018" y="17717"/>
                </a:lnTo>
                <a:lnTo>
                  <a:pt x="2055" y="17791"/>
                </a:lnTo>
                <a:lnTo>
                  <a:pt x="2128" y="17828"/>
                </a:lnTo>
                <a:lnTo>
                  <a:pt x="2202" y="17864"/>
                </a:lnTo>
                <a:lnTo>
                  <a:pt x="8401" y="17901"/>
                </a:lnTo>
                <a:lnTo>
                  <a:pt x="8474" y="17901"/>
                </a:lnTo>
                <a:lnTo>
                  <a:pt x="8548" y="17864"/>
                </a:lnTo>
                <a:lnTo>
                  <a:pt x="8621" y="17791"/>
                </a:lnTo>
                <a:lnTo>
                  <a:pt x="8621" y="17717"/>
                </a:lnTo>
                <a:lnTo>
                  <a:pt x="8621" y="17644"/>
                </a:lnTo>
                <a:lnTo>
                  <a:pt x="8621" y="17571"/>
                </a:lnTo>
                <a:lnTo>
                  <a:pt x="8584" y="17497"/>
                </a:lnTo>
                <a:lnTo>
                  <a:pt x="8474" y="17424"/>
                </a:lnTo>
                <a:lnTo>
                  <a:pt x="8108" y="17277"/>
                </a:lnTo>
                <a:lnTo>
                  <a:pt x="7667" y="17167"/>
                </a:lnTo>
                <a:lnTo>
                  <a:pt x="7264" y="17057"/>
                </a:lnTo>
                <a:lnTo>
                  <a:pt x="6860" y="16947"/>
                </a:lnTo>
                <a:lnTo>
                  <a:pt x="6494" y="16764"/>
                </a:lnTo>
                <a:lnTo>
                  <a:pt x="6163" y="16544"/>
                </a:lnTo>
                <a:lnTo>
                  <a:pt x="5907" y="16324"/>
                </a:lnTo>
                <a:lnTo>
                  <a:pt x="5797" y="16214"/>
                </a:lnTo>
                <a:lnTo>
                  <a:pt x="5650" y="16140"/>
                </a:lnTo>
                <a:lnTo>
                  <a:pt x="5650" y="16103"/>
                </a:lnTo>
                <a:lnTo>
                  <a:pt x="5687" y="15920"/>
                </a:lnTo>
                <a:lnTo>
                  <a:pt x="5650" y="15737"/>
                </a:lnTo>
                <a:lnTo>
                  <a:pt x="6127" y="15810"/>
                </a:lnTo>
                <a:lnTo>
                  <a:pt x="6640" y="15847"/>
                </a:lnTo>
                <a:lnTo>
                  <a:pt x="7631" y="15847"/>
                </a:lnTo>
                <a:lnTo>
                  <a:pt x="8218" y="15773"/>
                </a:lnTo>
                <a:lnTo>
                  <a:pt x="8841" y="15627"/>
                </a:lnTo>
                <a:lnTo>
                  <a:pt x="9428" y="15480"/>
                </a:lnTo>
                <a:lnTo>
                  <a:pt x="10015" y="15260"/>
                </a:lnTo>
                <a:lnTo>
                  <a:pt x="10565" y="14966"/>
                </a:lnTo>
                <a:lnTo>
                  <a:pt x="11079" y="14673"/>
                </a:lnTo>
                <a:lnTo>
                  <a:pt x="11592" y="14306"/>
                </a:lnTo>
                <a:lnTo>
                  <a:pt x="12069" y="13903"/>
                </a:lnTo>
                <a:lnTo>
                  <a:pt x="12509" y="13462"/>
                </a:lnTo>
                <a:lnTo>
                  <a:pt x="12913" y="12986"/>
                </a:lnTo>
                <a:lnTo>
                  <a:pt x="13280" y="12472"/>
                </a:lnTo>
                <a:lnTo>
                  <a:pt x="13573" y="11922"/>
                </a:lnTo>
                <a:lnTo>
                  <a:pt x="13867" y="11372"/>
                </a:lnTo>
                <a:lnTo>
                  <a:pt x="14087" y="10785"/>
                </a:lnTo>
                <a:lnTo>
                  <a:pt x="14307" y="10198"/>
                </a:lnTo>
                <a:lnTo>
                  <a:pt x="14417" y="9574"/>
                </a:lnTo>
                <a:lnTo>
                  <a:pt x="14527" y="8951"/>
                </a:lnTo>
                <a:lnTo>
                  <a:pt x="14600" y="8327"/>
                </a:lnTo>
                <a:lnTo>
                  <a:pt x="14600" y="7703"/>
                </a:lnTo>
                <a:lnTo>
                  <a:pt x="14564" y="7080"/>
                </a:lnTo>
                <a:lnTo>
                  <a:pt x="14490" y="6456"/>
                </a:lnTo>
                <a:lnTo>
                  <a:pt x="14380" y="5833"/>
                </a:lnTo>
                <a:lnTo>
                  <a:pt x="14197" y="5209"/>
                </a:lnTo>
                <a:lnTo>
                  <a:pt x="13977" y="4622"/>
                </a:lnTo>
                <a:lnTo>
                  <a:pt x="13720" y="3999"/>
                </a:lnTo>
                <a:lnTo>
                  <a:pt x="13353" y="3412"/>
                </a:lnTo>
                <a:lnTo>
                  <a:pt x="12986" y="2861"/>
                </a:lnTo>
                <a:lnTo>
                  <a:pt x="12509" y="2311"/>
                </a:lnTo>
                <a:lnTo>
                  <a:pt x="12032" y="1834"/>
                </a:lnTo>
                <a:lnTo>
                  <a:pt x="11482" y="1394"/>
                </a:lnTo>
                <a:lnTo>
                  <a:pt x="10895" y="1027"/>
                </a:lnTo>
                <a:lnTo>
                  <a:pt x="10602" y="881"/>
                </a:lnTo>
                <a:lnTo>
                  <a:pt x="10272" y="734"/>
                </a:lnTo>
                <a:lnTo>
                  <a:pt x="10308" y="587"/>
                </a:lnTo>
                <a:lnTo>
                  <a:pt x="10308" y="441"/>
                </a:lnTo>
                <a:lnTo>
                  <a:pt x="10272" y="294"/>
                </a:lnTo>
                <a:lnTo>
                  <a:pt x="10198" y="147"/>
                </a:lnTo>
                <a:lnTo>
                  <a:pt x="10088" y="74"/>
                </a:lnTo>
                <a:lnTo>
                  <a:pt x="994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6" name="Google Shape;496;p10"/>
          <p:cNvSpPr/>
          <p:nvPr/>
        </p:nvSpPr>
        <p:spPr>
          <a:xfrm>
            <a:off x="11091747" y="-39763"/>
            <a:ext cx="609091" cy="567451"/>
          </a:xfrm>
          <a:custGeom>
            <a:avLst/>
            <a:gdLst/>
            <a:ahLst/>
            <a:cxnLst/>
            <a:rect l="l" t="t" r="r" b="b"/>
            <a:pathLst>
              <a:path w="16105" h="15004" extrusionOk="0">
                <a:moveTo>
                  <a:pt x="13170" y="587"/>
                </a:moveTo>
                <a:lnTo>
                  <a:pt x="13206" y="624"/>
                </a:lnTo>
                <a:lnTo>
                  <a:pt x="13280" y="661"/>
                </a:lnTo>
                <a:lnTo>
                  <a:pt x="13353" y="697"/>
                </a:lnTo>
                <a:lnTo>
                  <a:pt x="13610" y="771"/>
                </a:lnTo>
                <a:lnTo>
                  <a:pt x="13830" y="844"/>
                </a:lnTo>
                <a:lnTo>
                  <a:pt x="14013" y="954"/>
                </a:lnTo>
                <a:lnTo>
                  <a:pt x="14160" y="1174"/>
                </a:lnTo>
                <a:lnTo>
                  <a:pt x="14307" y="1394"/>
                </a:lnTo>
                <a:lnTo>
                  <a:pt x="14343" y="1651"/>
                </a:lnTo>
                <a:lnTo>
                  <a:pt x="14307" y="1908"/>
                </a:lnTo>
                <a:lnTo>
                  <a:pt x="14233" y="2128"/>
                </a:lnTo>
                <a:lnTo>
                  <a:pt x="14087" y="2348"/>
                </a:lnTo>
                <a:lnTo>
                  <a:pt x="13903" y="2531"/>
                </a:lnTo>
                <a:lnTo>
                  <a:pt x="13683" y="2678"/>
                </a:lnTo>
                <a:lnTo>
                  <a:pt x="13463" y="2788"/>
                </a:lnTo>
                <a:lnTo>
                  <a:pt x="13170" y="2825"/>
                </a:lnTo>
                <a:lnTo>
                  <a:pt x="12840" y="2788"/>
                </a:lnTo>
                <a:lnTo>
                  <a:pt x="12656" y="2751"/>
                </a:lnTo>
                <a:lnTo>
                  <a:pt x="12546" y="2715"/>
                </a:lnTo>
                <a:lnTo>
                  <a:pt x="12436" y="2641"/>
                </a:lnTo>
                <a:lnTo>
                  <a:pt x="12363" y="2495"/>
                </a:lnTo>
                <a:lnTo>
                  <a:pt x="12289" y="2495"/>
                </a:lnTo>
                <a:lnTo>
                  <a:pt x="12253" y="2275"/>
                </a:lnTo>
                <a:lnTo>
                  <a:pt x="12253" y="2054"/>
                </a:lnTo>
                <a:lnTo>
                  <a:pt x="12253" y="1871"/>
                </a:lnTo>
                <a:lnTo>
                  <a:pt x="12289" y="1724"/>
                </a:lnTo>
                <a:lnTo>
                  <a:pt x="12399" y="1394"/>
                </a:lnTo>
                <a:lnTo>
                  <a:pt x="12583" y="1064"/>
                </a:lnTo>
                <a:lnTo>
                  <a:pt x="12840" y="807"/>
                </a:lnTo>
                <a:lnTo>
                  <a:pt x="12986" y="697"/>
                </a:lnTo>
                <a:lnTo>
                  <a:pt x="13170" y="587"/>
                </a:lnTo>
                <a:close/>
                <a:moveTo>
                  <a:pt x="9061" y="3338"/>
                </a:moveTo>
                <a:lnTo>
                  <a:pt x="9245" y="3412"/>
                </a:lnTo>
                <a:lnTo>
                  <a:pt x="9245" y="3448"/>
                </a:lnTo>
                <a:lnTo>
                  <a:pt x="9171" y="3632"/>
                </a:lnTo>
                <a:lnTo>
                  <a:pt x="9171" y="3668"/>
                </a:lnTo>
                <a:lnTo>
                  <a:pt x="9135" y="3632"/>
                </a:lnTo>
                <a:lnTo>
                  <a:pt x="9061" y="3522"/>
                </a:lnTo>
                <a:lnTo>
                  <a:pt x="8988" y="3448"/>
                </a:lnTo>
                <a:lnTo>
                  <a:pt x="8988" y="3412"/>
                </a:lnTo>
                <a:lnTo>
                  <a:pt x="8988" y="3375"/>
                </a:lnTo>
                <a:lnTo>
                  <a:pt x="9061" y="3338"/>
                </a:lnTo>
                <a:close/>
                <a:moveTo>
                  <a:pt x="14123" y="440"/>
                </a:moveTo>
                <a:lnTo>
                  <a:pt x="14233" y="477"/>
                </a:lnTo>
                <a:lnTo>
                  <a:pt x="14307" y="587"/>
                </a:lnTo>
                <a:lnTo>
                  <a:pt x="14417" y="661"/>
                </a:lnTo>
                <a:lnTo>
                  <a:pt x="14454" y="807"/>
                </a:lnTo>
                <a:lnTo>
                  <a:pt x="14527" y="807"/>
                </a:lnTo>
                <a:lnTo>
                  <a:pt x="14490" y="624"/>
                </a:lnTo>
                <a:lnTo>
                  <a:pt x="14454" y="477"/>
                </a:lnTo>
                <a:lnTo>
                  <a:pt x="14600" y="551"/>
                </a:lnTo>
                <a:lnTo>
                  <a:pt x="14784" y="624"/>
                </a:lnTo>
                <a:lnTo>
                  <a:pt x="14967" y="771"/>
                </a:lnTo>
                <a:lnTo>
                  <a:pt x="15114" y="881"/>
                </a:lnTo>
                <a:lnTo>
                  <a:pt x="15224" y="1064"/>
                </a:lnTo>
                <a:lnTo>
                  <a:pt x="15334" y="1211"/>
                </a:lnTo>
                <a:lnTo>
                  <a:pt x="15444" y="1578"/>
                </a:lnTo>
                <a:lnTo>
                  <a:pt x="15554" y="1944"/>
                </a:lnTo>
                <a:lnTo>
                  <a:pt x="15627" y="2385"/>
                </a:lnTo>
                <a:lnTo>
                  <a:pt x="15664" y="2568"/>
                </a:lnTo>
                <a:lnTo>
                  <a:pt x="15627" y="2788"/>
                </a:lnTo>
                <a:lnTo>
                  <a:pt x="15591" y="2972"/>
                </a:lnTo>
                <a:lnTo>
                  <a:pt x="15481" y="3118"/>
                </a:lnTo>
                <a:lnTo>
                  <a:pt x="15187" y="3412"/>
                </a:lnTo>
                <a:lnTo>
                  <a:pt x="14930" y="3595"/>
                </a:lnTo>
                <a:lnTo>
                  <a:pt x="14600" y="3705"/>
                </a:lnTo>
                <a:lnTo>
                  <a:pt x="14270" y="3779"/>
                </a:lnTo>
                <a:lnTo>
                  <a:pt x="13940" y="3815"/>
                </a:lnTo>
                <a:lnTo>
                  <a:pt x="13720" y="3779"/>
                </a:lnTo>
                <a:lnTo>
                  <a:pt x="13500" y="3742"/>
                </a:lnTo>
                <a:lnTo>
                  <a:pt x="13316" y="3668"/>
                </a:lnTo>
                <a:lnTo>
                  <a:pt x="13133" y="3595"/>
                </a:lnTo>
                <a:lnTo>
                  <a:pt x="12950" y="3485"/>
                </a:lnTo>
                <a:lnTo>
                  <a:pt x="12803" y="3338"/>
                </a:lnTo>
                <a:lnTo>
                  <a:pt x="12656" y="3192"/>
                </a:lnTo>
                <a:lnTo>
                  <a:pt x="12546" y="3045"/>
                </a:lnTo>
                <a:lnTo>
                  <a:pt x="12840" y="3118"/>
                </a:lnTo>
                <a:lnTo>
                  <a:pt x="13133" y="3155"/>
                </a:lnTo>
                <a:lnTo>
                  <a:pt x="13426" y="3118"/>
                </a:lnTo>
                <a:lnTo>
                  <a:pt x="13720" y="3045"/>
                </a:lnTo>
                <a:lnTo>
                  <a:pt x="13977" y="2935"/>
                </a:lnTo>
                <a:lnTo>
                  <a:pt x="14233" y="2751"/>
                </a:lnTo>
                <a:lnTo>
                  <a:pt x="14417" y="2495"/>
                </a:lnTo>
                <a:lnTo>
                  <a:pt x="14600" y="2238"/>
                </a:lnTo>
                <a:lnTo>
                  <a:pt x="14674" y="1981"/>
                </a:lnTo>
                <a:lnTo>
                  <a:pt x="14710" y="1724"/>
                </a:lnTo>
                <a:lnTo>
                  <a:pt x="14674" y="1468"/>
                </a:lnTo>
                <a:lnTo>
                  <a:pt x="14600" y="1211"/>
                </a:lnTo>
                <a:lnTo>
                  <a:pt x="14490" y="991"/>
                </a:lnTo>
                <a:lnTo>
                  <a:pt x="14343" y="771"/>
                </a:lnTo>
                <a:lnTo>
                  <a:pt x="14160" y="587"/>
                </a:lnTo>
                <a:lnTo>
                  <a:pt x="13940" y="440"/>
                </a:lnTo>
                <a:close/>
                <a:moveTo>
                  <a:pt x="13757" y="0"/>
                </a:moveTo>
                <a:lnTo>
                  <a:pt x="13610" y="74"/>
                </a:lnTo>
                <a:lnTo>
                  <a:pt x="13353" y="110"/>
                </a:lnTo>
                <a:lnTo>
                  <a:pt x="13133" y="147"/>
                </a:lnTo>
                <a:lnTo>
                  <a:pt x="12913" y="257"/>
                </a:lnTo>
                <a:lnTo>
                  <a:pt x="12729" y="404"/>
                </a:lnTo>
                <a:lnTo>
                  <a:pt x="12509" y="551"/>
                </a:lnTo>
                <a:lnTo>
                  <a:pt x="12363" y="734"/>
                </a:lnTo>
                <a:lnTo>
                  <a:pt x="12216" y="917"/>
                </a:lnTo>
                <a:lnTo>
                  <a:pt x="12069" y="1137"/>
                </a:lnTo>
                <a:lnTo>
                  <a:pt x="11996" y="1321"/>
                </a:lnTo>
                <a:lnTo>
                  <a:pt x="11922" y="1578"/>
                </a:lnTo>
                <a:lnTo>
                  <a:pt x="11849" y="1798"/>
                </a:lnTo>
                <a:lnTo>
                  <a:pt x="11849" y="2054"/>
                </a:lnTo>
                <a:lnTo>
                  <a:pt x="11849" y="2275"/>
                </a:lnTo>
                <a:lnTo>
                  <a:pt x="11886" y="2531"/>
                </a:lnTo>
                <a:lnTo>
                  <a:pt x="11959" y="2751"/>
                </a:lnTo>
                <a:lnTo>
                  <a:pt x="12033" y="2972"/>
                </a:lnTo>
                <a:lnTo>
                  <a:pt x="12143" y="3192"/>
                </a:lnTo>
                <a:lnTo>
                  <a:pt x="12253" y="3375"/>
                </a:lnTo>
                <a:lnTo>
                  <a:pt x="12399" y="3558"/>
                </a:lnTo>
                <a:lnTo>
                  <a:pt x="12583" y="3705"/>
                </a:lnTo>
                <a:lnTo>
                  <a:pt x="12766" y="3852"/>
                </a:lnTo>
                <a:lnTo>
                  <a:pt x="12986" y="3999"/>
                </a:lnTo>
                <a:lnTo>
                  <a:pt x="13206" y="4072"/>
                </a:lnTo>
                <a:lnTo>
                  <a:pt x="13426" y="4145"/>
                </a:lnTo>
                <a:lnTo>
                  <a:pt x="13683" y="4219"/>
                </a:lnTo>
                <a:lnTo>
                  <a:pt x="14123" y="4219"/>
                </a:lnTo>
                <a:lnTo>
                  <a:pt x="14564" y="4145"/>
                </a:lnTo>
                <a:lnTo>
                  <a:pt x="15004" y="3999"/>
                </a:lnTo>
                <a:lnTo>
                  <a:pt x="15371" y="3779"/>
                </a:lnTo>
                <a:lnTo>
                  <a:pt x="15591" y="3632"/>
                </a:lnTo>
                <a:lnTo>
                  <a:pt x="15737" y="3448"/>
                </a:lnTo>
                <a:lnTo>
                  <a:pt x="15884" y="3265"/>
                </a:lnTo>
                <a:lnTo>
                  <a:pt x="15994" y="3045"/>
                </a:lnTo>
                <a:lnTo>
                  <a:pt x="16067" y="2788"/>
                </a:lnTo>
                <a:lnTo>
                  <a:pt x="16104" y="2495"/>
                </a:lnTo>
                <a:lnTo>
                  <a:pt x="16067" y="2238"/>
                </a:lnTo>
                <a:lnTo>
                  <a:pt x="15994" y="1981"/>
                </a:lnTo>
                <a:lnTo>
                  <a:pt x="15884" y="1431"/>
                </a:lnTo>
                <a:lnTo>
                  <a:pt x="15774" y="1174"/>
                </a:lnTo>
                <a:lnTo>
                  <a:pt x="15664" y="954"/>
                </a:lnTo>
                <a:lnTo>
                  <a:pt x="15517" y="734"/>
                </a:lnTo>
                <a:lnTo>
                  <a:pt x="15371" y="551"/>
                </a:lnTo>
                <a:lnTo>
                  <a:pt x="15150" y="367"/>
                </a:lnTo>
                <a:lnTo>
                  <a:pt x="14930" y="220"/>
                </a:lnTo>
                <a:lnTo>
                  <a:pt x="14637" y="74"/>
                </a:lnTo>
                <a:lnTo>
                  <a:pt x="14270" y="0"/>
                </a:lnTo>
                <a:close/>
                <a:moveTo>
                  <a:pt x="11115" y="4549"/>
                </a:moveTo>
                <a:lnTo>
                  <a:pt x="11446" y="4842"/>
                </a:lnTo>
                <a:lnTo>
                  <a:pt x="11299" y="4952"/>
                </a:lnTo>
                <a:lnTo>
                  <a:pt x="11115" y="4916"/>
                </a:lnTo>
                <a:lnTo>
                  <a:pt x="10932" y="4916"/>
                </a:lnTo>
                <a:lnTo>
                  <a:pt x="10639" y="4952"/>
                </a:lnTo>
                <a:lnTo>
                  <a:pt x="10859" y="4732"/>
                </a:lnTo>
                <a:lnTo>
                  <a:pt x="11115" y="4549"/>
                </a:lnTo>
                <a:close/>
                <a:moveTo>
                  <a:pt x="6860" y="3632"/>
                </a:moveTo>
                <a:lnTo>
                  <a:pt x="7007" y="3668"/>
                </a:lnTo>
                <a:lnTo>
                  <a:pt x="7044" y="3705"/>
                </a:lnTo>
                <a:lnTo>
                  <a:pt x="7044" y="3742"/>
                </a:lnTo>
                <a:lnTo>
                  <a:pt x="7044" y="3779"/>
                </a:lnTo>
                <a:lnTo>
                  <a:pt x="7080" y="3852"/>
                </a:lnTo>
                <a:lnTo>
                  <a:pt x="7191" y="3889"/>
                </a:lnTo>
                <a:lnTo>
                  <a:pt x="7374" y="3889"/>
                </a:lnTo>
                <a:lnTo>
                  <a:pt x="7411" y="3925"/>
                </a:lnTo>
                <a:lnTo>
                  <a:pt x="7447" y="4035"/>
                </a:lnTo>
                <a:lnTo>
                  <a:pt x="7484" y="4145"/>
                </a:lnTo>
                <a:lnTo>
                  <a:pt x="7484" y="4255"/>
                </a:lnTo>
                <a:lnTo>
                  <a:pt x="7447" y="4512"/>
                </a:lnTo>
                <a:lnTo>
                  <a:pt x="7374" y="4769"/>
                </a:lnTo>
                <a:lnTo>
                  <a:pt x="7227" y="5026"/>
                </a:lnTo>
                <a:lnTo>
                  <a:pt x="7154" y="5136"/>
                </a:lnTo>
                <a:lnTo>
                  <a:pt x="7044" y="5209"/>
                </a:lnTo>
                <a:lnTo>
                  <a:pt x="6934" y="5246"/>
                </a:lnTo>
                <a:lnTo>
                  <a:pt x="6787" y="5246"/>
                </a:lnTo>
                <a:lnTo>
                  <a:pt x="6787" y="4989"/>
                </a:lnTo>
                <a:lnTo>
                  <a:pt x="6750" y="4769"/>
                </a:lnTo>
                <a:lnTo>
                  <a:pt x="6640" y="4549"/>
                </a:lnTo>
                <a:lnTo>
                  <a:pt x="6494" y="4329"/>
                </a:lnTo>
                <a:lnTo>
                  <a:pt x="6310" y="4145"/>
                </a:lnTo>
                <a:lnTo>
                  <a:pt x="6090" y="4035"/>
                </a:lnTo>
                <a:lnTo>
                  <a:pt x="6090" y="3925"/>
                </a:lnTo>
                <a:lnTo>
                  <a:pt x="6163" y="3852"/>
                </a:lnTo>
                <a:lnTo>
                  <a:pt x="6237" y="3779"/>
                </a:lnTo>
                <a:lnTo>
                  <a:pt x="6347" y="3742"/>
                </a:lnTo>
                <a:lnTo>
                  <a:pt x="6567" y="3705"/>
                </a:lnTo>
                <a:lnTo>
                  <a:pt x="6860" y="3632"/>
                </a:lnTo>
                <a:close/>
                <a:moveTo>
                  <a:pt x="6530" y="3192"/>
                </a:moveTo>
                <a:lnTo>
                  <a:pt x="6494" y="3228"/>
                </a:lnTo>
                <a:lnTo>
                  <a:pt x="6457" y="3302"/>
                </a:lnTo>
                <a:lnTo>
                  <a:pt x="6457" y="3338"/>
                </a:lnTo>
                <a:lnTo>
                  <a:pt x="6457" y="3412"/>
                </a:lnTo>
                <a:lnTo>
                  <a:pt x="6200" y="3485"/>
                </a:lnTo>
                <a:lnTo>
                  <a:pt x="5980" y="3558"/>
                </a:lnTo>
                <a:lnTo>
                  <a:pt x="5797" y="3742"/>
                </a:lnTo>
                <a:lnTo>
                  <a:pt x="5760" y="3815"/>
                </a:lnTo>
                <a:lnTo>
                  <a:pt x="5687" y="3925"/>
                </a:lnTo>
                <a:lnTo>
                  <a:pt x="5687" y="4035"/>
                </a:lnTo>
                <a:lnTo>
                  <a:pt x="5687" y="4072"/>
                </a:lnTo>
                <a:lnTo>
                  <a:pt x="5797" y="4219"/>
                </a:lnTo>
                <a:lnTo>
                  <a:pt x="5907" y="4292"/>
                </a:lnTo>
                <a:lnTo>
                  <a:pt x="6053" y="4365"/>
                </a:lnTo>
                <a:lnTo>
                  <a:pt x="6163" y="4439"/>
                </a:lnTo>
                <a:lnTo>
                  <a:pt x="6274" y="4512"/>
                </a:lnTo>
                <a:lnTo>
                  <a:pt x="6347" y="4622"/>
                </a:lnTo>
                <a:lnTo>
                  <a:pt x="6420" y="4769"/>
                </a:lnTo>
                <a:lnTo>
                  <a:pt x="6494" y="5026"/>
                </a:lnTo>
                <a:lnTo>
                  <a:pt x="6457" y="5282"/>
                </a:lnTo>
                <a:lnTo>
                  <a:pt x="6494" y="5392"/>
                </a:lnTo>
                <a:lnTo>
                  <a:pt x="6530" y="5466"/>
                </a:lnTo>
                <a:lnTo>
                  <a:pt x="6750" y="5539"/>
                </a:lnTo>
                <a:lnTo>
                  <a:pt x="6934" y="5539"/>
                </a:lnTo>
                <a:lnTo>
                  <a:pt x="7117" y="5503"/>
                </a:lnTo>
                <a:lnTo>
                  <a:pt x="7264" y="5429"/>
                </a:lnTo>
                <a:lnTo>
                  <a:pt x="7411" y="5282"/>
                </a:lnTo>
                <a:lnTo>
                  <a:pt x="7521" y="5136"/>
                </a:lnTo>
                <a:lnTo>
                  <a:pt x="7631" y="4952"/>
                </a:lnTo>
                <a:lnTo>
                  <a:pt x="7704" y="4769"/>
                </a:lnTo>
                <a:lnTo>
                  <a:pt x="7741" y="4585"/>
                </a:lnTo>
                <a:lnTo>
                  <a:pt x="7777" y="4365"/>
                </a:lnTo>
                <a:lnTo>
                  <a:pt x="7777" y="4145"/>
                </a:lnTo>
                <a:lnTo>
                  <a:pt x="7777" y="3925"/>
                </a:lnTo>
                <a:lnTo>
                  <a:pt x="7704" y="3779"/>
                </a:lnTo>
                <a:lnTo>
                  <a:pt x="7631" y="3668"/>
                </a:lnTo>
                <a:lnTo>
                  <a:pt x="7484" y="3595"/>
                </a:lnTo>
                <a:lnTo>
                  <a:pt x="7337" y="3595"/>
                </a:lnTo>
                <a:lnTo>
                  <a:pt x="7301" y="3485"/>
                </a:lnTo>
                <a:lnTo>
                  <a:pt x="7227" y="3448"/>
                </a:lnTo>
                <a:lnTo>
                  <a:pt x="7044" y="3375"/>
                </a:lnTo>
                <a:lnTo>
                  <a:pt x="6824" y="3302"/>
                </a:lnTo>
                <a:lnTo>
                  <a:pt x="6677" y="3228"/>
                </a:lnTo>
                <a:lnTo>
                  <a:pt x="6567" y="3192"/>
                </a:lnTo>
                <a:close/>
                <a:moveTo>
                  <a:pt x="11739" y="5136"/>
                </a:moveTo>
                <a:lnTo>
                  <a:pt x="12179" y="5686"/>
                </a:lnTo>
                <a:lnTo>
                  <a:pt x="11776" y="5796"/>
                </a:lnTo>
                <a:lnTo>
                  <a:pt x="11409" y="6016"/>
                </a:lnTo>
                <a:lnTo>
                  <a:pt x="11042" y="6236"/>
                </a:lnTo>
                <a:lnTo>
                  <a:pt x="10895" y="6383"/>
                </a:lnTo>
                <a:lnTo>
                  <a:pt x="10785" y="6566"/>
                </a:lnTo>
                <a:lnTo>
                  <a:pt x="10749" y="6640"/>
                </a:lnTo>
                <a:lnTo>
                  <a:pt x="10785" y="6676"/>
                </a:lnTo>
                <a:lnTo>
                  <a:pt x="10859" y="6713"/>
                </a:lnTo>
                <a:lnTo>
                  <a:pt x="10932" y="6713"/>
                </a:lnTo>
                <a:lnTo>
                  <a:pt x="11262" y="6493"/>
                </a:lnTo>
                <a:lnTo>
                  <a:pt x="11556" y="6310"/>
                </a:lnTo>
                <a:lnTo>
                  <a:pt x="11849" y="6199"/>
                </a:lnTo>
                <a:lnTo>
                  <a:pt x="12143" y="6089"/>
                </a:lnTo>
                <a:lnTo>
                  <a:pt x="12253" y="6053"/>
                </a:lnTo>
                <a:lnTo>
                  <a:pt x="12363" y="6016"/>
                </a:lnTo>
                <a:lnTo>
                  <a:pt x="12399" y="5979"/>
                </a:lnTo>
                <a:lnTo>
                  <a:pt x="12619" y="6456"/>
                </a:lnTo>
                <a:lnTo>
                  <a:pt x="12840" y="6896"/>
                </a:lnTo>
                <a:lnTo>
                  <a:pt x="12803" y="6933"/>
                </a:lnTo>
                <a:lnTo>
                  <a:pt x="12326" y="7043"/>
                </a:lnTo>
                <a:lnTo>
                  <a:pt x="11812" y="7117"/>
                </a:lnTo>
                <a:lnTo>
                  <a:pt x="11299" y="7117"/>
                </a:lnTo>
                <a:lnTo>
                  <a:pt x="10749" y="7080"/>
                </a:lnTo>
                <a:lnTo>
                  <a:pt x="10675" y="7117"/>
                </a:lnTo>
                <a:lnTo>
                  <a:pt x="10639" y="7153"/>
                </a:lnTo>
                <a:lnTo>
                  <a:pt x="10639" y="7227"/>
                </a:lnTo>
                <a:lnTo>
                  <a:pt x="10712" y="7300"/>
                </a:lnTo>
                <a:lnTo>
                  <a:pt x="10932" y="7373"/>
                </a:lnTo>
                <a:lnTo>
                  <a:pt x="11189" y="7447"/>
                </a:lnTo>
                <a:lnTo>
                  <a:pt x="11702" y="7483"/>
                </a:lnTo>
                <a:lnTo>
                  <a:pt x="11959" y="7483"/>
                </a:lnTo>
                <a:lnTo>
                  <a:pt x="12216" y="7447"/>
                </a:lnTo>
                <a:lnTo>
                  <a:pt x="12583" y="7373"/>
                </a:lnTo>
                <a:lnTo>
                  <a:pt x="12693" y="7373"/>
                </a:lnTo>
                <a:lnTo>
                  <a:pt x="12766" y="7337"/>
                </a:lnTo>
                <a:lnTo>
                  <a:pt x="12803" y="7410"/>
                </a:lnTo>
                <a:lnTo>
                  <a:pt x="12840" y="7447"/>
                </a:lnTo>
                <a:lnTo>
                  <a:pt x="12876" y="7483"/>
                </a:lnTo>
                <a:lnTo>
                  <a:pt x="12986" y="7520"/>
                </a:lnTo>
                <a:lnTo>
                  <a:pt x="13023" y="7777"/>
                </a:lnTo>
                <a:lnTo>
                  <a:pt x="13060" y="8070"/>
                </a:lnTo>
                <a:lnTo>
                  <a:pt x="12986" y="8107"/>
                </a:lnTo>
                <a:lnTo>
                  <a:pt x="12693" y="7997"/>
                </a:lnTo>
                <a:lnTo>
                  <a:pt x="12473" y="7887"/>
                </a:lnTo>
                <a:lnTo>
                  <a:pt x="12253" y="7777"/>
                </a:lnTo>
                <a:lnTo>
                  <a:pt x="11886" y="7777"/>
                </a:lnTo>
                <a:lnTo>
                  <a:pt x="11776" y="7813"/>
                </a:lnTo>
                <a:lnTo>
                  <a:pt x="11226" y="7777"/>
                </a:lnTo>
                <a:lnTo>
                  <a:pt x="10895" y="7740"/>
                </a:lnTo>
                <a:lnTo>
                  <a:pt x="10749" y="7740"/>
                </a:lnTo>
                <a:lnTo>
                  <a:pt x="10675" y="7703"/>
                </a:lnTo>
                <a:lnTo>
                  <a:pt x="10565" y="7483"/>
                </a:lnTo>
                <a:lnTo>
                  <a:pt x="10529" y="7483"/>
                </a:lnTo>
                <a:lnTo>
                  <a:pt x="10529" y="7520"/>
                </a:lnTo>
                <a:lnTo>
                  <a:pt x="10529" y="7887"/>
                </a:lnTo>
                <a:lnTo>
                  <a:pt x="10529" y="7960"/>
                </a:lnTo>
                <a:lnTo>
                  <a:pt x="10602" y="7997"/>
                </a:lnTo>
                <a:lnTo>
                  <a:pt x="11042" y="8107"/>
                </a:lnTo>
                <a:lnTo>
                  <a:pt x="11482" y="8144"/>
                </a:lnTo>
                <a:lnTo>
                  <a:pt x="11482" y="8327"/>
                </a:lnTo>
                <a:lnTo>
                  <a:pt x="11519" y="8474"/>
                </a:lnTo>
                <a:lnTo>
                  <a:pt x="11592" y="8547"/>
                </a:lnTo>
                <a:lnTo>
                  <a:pt x="11629" y="8584"/>
                </a:lnTo>
                <a:lnTo>
                  <a:pt x="11776" y="8657"/>
                </a:lnTo>
                <a:lnTo>
                  <a:pt x="11959" y="8767"/>
                </a:lnTo>
                <a:lnTo>
                  <a:pt x="11409" y="8657"/>
                </a:lnTo>
                <a:lnTo>
                  <a:pt x="10969" y="8474"/>
                </a:lnTo>
                <a:lnTo>
                  <a:pt x="10712" y="8437"/>
                </a:lnTo>
                <a:lnTo>
                  <a:pt x="10455" y="8400"/>
                </a:lnTo>
                <a:lnTo>
                  <a:pt x="10198" y="8217"/>
                </a:lnTo>
                <a:lnTo>
                  <a:pt x="10052" y="8180"/>
                </a:lnTo>
                <a:lnTo>
                  <a:pt x="9942" y="8144"/>
                </a:lnTo>
                <a:lnTo>
                  <a:pt x="9722" y="8180"/>
                </a:lnTo>
                <a:lnTo>
                  <a:pt x="9575" y="8254"/>
                </a:lnTo>
                <a:lnTo>
                  <a:pt x="9465" y="8364"/>
                </a:lnTo>
                <a:lnTo>
                  <a:pt x="9355" y="8510"/>
                </a:lnTo>
                <a:lnTo>
                  <a:pt x="9245" y="8584"/>
                </a:lnTo>
                <a:lnTo>
                  <a:pt x="9098" y="8620"/>
                </a:lnTo>
                <a:lnTo>
                  <a:pt x="8841" y="8584"/>
                </a:lnTo>
                <a:lnTo>
                  <a:pt x="8621" y="8620"/>
                </a:lnTo>
                <a:lnTo>
                  <a:pt x="8401" y="8694"/>
                </a:lnTo>
                <a:lnTo>
                  <a:pt x="8181" y="8804"/>
                </a:lnTo>
                <a:lnTo>
                  <a:pt x="7924" y="8804"/>
                </a:lnTo>
                <a:lnTo>
                  <a:pt x="7851" y="8767"/>
                </a:lnTo>
                <a:lnTo>
                  <a:pt x="7814" y="8730"/>
                </a:lnTo>
                <a:lnTo>
                  <a:pt x="7814" y="8694"/>
                </a:lnTo>
                <a:lnTo>
                  <a:pt x="7887" y="8620"/>
                </a:lnTo>
                <a:lnTo>
                  <a:pt x="7998" y="8510"/>
                </a:lnTo>
                <a:lnTo>
                  <a:pt x="8144" y="8437"/>
                </a:lnTo>
                <a:lnTo>
                  <a:pt x="8401" y="8327"/>
                </a:lnTo>
                <a:lnTo>
                  <a:pt x="8731" y="8180"/>
                </a:lnTo>
                <a:lnTo>
                  <a:pt x="8915" y="8070"/>
                </a:lnTo>
                <a:lnTo>
                  <a:pt x="9025" y="7924"/>
                </a:lnTo>
                <a:lnTo>
                  <a:pt x="9135" y="7777"/>
                </a:lnTo>
                <a:lnTo>
                  <a:pt x="9208" y="7630"/>
                </a:lnTo>
                <a:lnTo>
                  <a:pt x="9208" y="7447"/>
                </a:lnTo>
                <a:lnTo>
                  <a:pt x="9171" y="7227"/>
                </a:lnTo>
                <a:lnTo>
                  <a:pt x="9098" y="7117"/>
                </a:lnTo>
                <a:lnTo>
                  <a:pt x="8988" y="7006"/>
                </a:lnTo>
                <a:lnTo>
                  <a:pt x="8841" y="6896"/>
                </a:lnTo>
                <a:lnTo>
                  <a:pt x="8694" y="6860"/>
                </a:lnTo>
                <a:lnTo>
                  <a:pt x="8548" y="6823"/>
                </a:lnTo>
                <a:lnTo>
                  <a:pt x="8401" y="6823"/>
                </a:lnTo>
                <a:lnTo>
                  <a:pt x="8254" y="6860"/>
                </a:lnTo>
                <a:lnTo>
                  <a:pt x="8108" y="6933"/>
                </a:lnTo>
                <a:lnTo>
                  <a:pt x="7924" y="7117"/>
                </a:lnTo>
                <a:lnTo>
                  <a:pt x="7924" y="7117"/>
                </a:lnTo>
                <a:lnTo>
                  <a:pt x="7998" y="6970"/>
                </a:lnTo>
                <a:lnTo>
                  <a:pt x="8108" y="6860"/>
                </a:lnTo>
                <a:lnTo>
                  <a:pt x="8291" y="6603"/>
                </a:lnTo>
                <a:lnTo>
                  <a:pt x="8511" y="6383"/>
                </a:lnTo>
                <a:lnTo>
                  <a:pt x="8768" y="6126"/>
                </a:lnTo>
                <a:lnTo>
                  <a:pt x="8951" y="5943"/>
                </a:lnTo>
                <a:lnTo>
                  <a:pt x="9135" y="5796"/>
                </a:lnTo>
                <a:lnTo>
                  <a:pt x="9171" y="5796"/>
                </a:lnTo>
                <a:lnTo>
                  <a:pt x="9391" y="5759"/>
                </a:lnTo>
                <a:lnTo>
                  <a:pt x="9612" y="5686"/>
                </a:lnTo>
                <a:lnTo>
                  <a:pt x="10052" y="5539"/>
                </a:lnTo>
                <a:lnTo>
                  <a:pt x="10455" y="5356"/>
                </a:lnTo>
                <a:lnTo>
                  <a:pt x="10639" y="5282"/>
                </a:lnTo>
                <a:lnTo>
                  <a:pt x="10895" y="5246"/>
                </a:lnTo>
                <a:lnTo>
                  <a:pt x="10895" y="5246"/>
                </a:lnTo>
                <a:lnTo>
                  <a:pt x="10602" y="5503"/>
                </a:lnTo>
                <a:lnTo>
                  <a:pt x="10492" y="5649"/>
                </a:lnTo>
                <a:lnTo>
                  <a:pt x="10419" y="5833"/>
                </a:lnTo>
                <a:lnTo>
                  <a:pt x="10455" y="5869"/>
                </a:lnTo>
                <a:lnTo>
                  <a:pt x="10639" y="5796"/>
                </a:lnTo>
                <a:lnTo>
                  <a:pt x="10822" y="5723"/>
                </a:lnTo>
                <a:lnTo>
                  <a:pt x="11152" y="5503"/>
                </a:lnTo>
                <a:lnTo>
                  <a:pt x="11739" y="5136"/>
                </a:lnTo>
                <a:close/>
                <a:moveTo>
                  <a:pt x="11996" y="8254"/>
                </a:moveTo>
                <a:lnTo>
                  <a:pt x="12546" y="8400"/>
                </a:lnTo>
                <a:lnTo>
                  <a:pt x="12729" y="8584"/>
                </a:lnTo>
                <a:lnTo>
                  <a:pt x="12803" y="8620"/>
                </a:lnTo>
                <a:lnTo>
                  <a:pt x="12876" y="8657"/>
                </a:lnTo>
                <a:lnTo>
                  <a:pt x="12950" y="8620"/>
                </a:lnTo>
                <a:lnTo>
                  <a:pt x="13023" y="8584"/>
                </a:lnTo>
                <a:lnTo>
                  <a:pt x="12950" y="9024"/>
                </a:lnTo>
                <a:lnTo>
                  <a:pt x="12509" y="8914"/>
                </a:lnTo>
                <a:lnTo>
                  <a:pt x="12399" y="8657"/>
                </a:lnTo>
                <a:lnTo>
                  <a:pt x="12216" y="8474"/>
                </a:lnTo>
                <a:lnTo>
                  <a:pt x="12033" y="8327"/>
                </a:lnTo>
                <a:lnTo>
                  <a:pt x="11959" y="8290"/>
                </a:lnTo>
                <a:lnTo>
                  <a:pt x="11996" y="8254"/>
                </a:lnTo>
                <a:close/>
                <a:moveTo>
                  <a:pt x="10932" y="8841"/>
                </a:moveTo>
                <a:lnTo>
                  <a:pt x="11519" y="9097"/>
                </a:lnTo>
                <a:lnTo>
                  <a:pt x="12106" y="9244"/>
                </a:lnTo>
                <a:lnTo>
                  <a:pt x="12033" y="9391"/>
                </a:lnTo>
                <a:lnTo>
                  <a:pt x="11922" y="9537"/>
                </a:lnTo>
                <a:lnTo>
                  <a:pt x="11776" y="9611"/>
                </a:lnTo>
                <a:lnTo>
                  <a:pt x="11702" y="9611"/>
                </a:lnTo>
                <a:lnTo>
                  <a:pt x="11629" y="9574"/>
                </a:lnTo>
                <a:lnTo>
                  <a:pt x="11519" y="9537"/>
                </a:lnTo>
                <a:lnTo>
                  <a:pt x="11409" y="9427"/>
                </a:lnTo>
                <a:lnTo>
                  <a:pt x="11226" y="9244"/>
                </a:lnTo>
                <a:lnTo>
                  <a:pt x="10932" y="8841"/>
                </a:lnTo>
                <a:close/>
                <a:moveTo>
                  <a:pt x="12509" y="9354"/>
                </a:moveTo>
                <a:lnTo>
                  <a:pt x="12876" y="9391"/>
                </a:lnTo>
                <a:lnTo>
                  <a:pt x="12656" y="10161"/>
                </a:lnTo>
                <a:lnTo>
                  <a:pt x="12583" y="10088"/>
                </a:lnTo>
                <a:lnTo>
                  <a:pt x="12363" y="10088"/>
                </a:lnTo>
                <a:lnTo>
                  <a:pt x="12216" y="10051"/>
                </a:lnTo>
                <a:lnTo>
                  <a:pt x="11886" y="9978"/>
                </a:lnTo>
                <a:lnTo>
                  <a:pt x="12106" y="9868"/>
                </a:lnTo>
                <a:lnTo>
                  <a:pt x="12289" y="9758"/>
                </a:lnTo>
                <a:lnTo>
                  <a:pt x="12399" y="9574"/>
                </a:lnTo>
                <a:lnTo>
                  <a:pt x="12509" y="9354"/>
                </a:lnTo>
                <a:close/>
                <a:moveTo>
                  <a:pt x="10382" y="9721"/>
                </a:moveTo>
                <a:lnTo>
                  <a:pt x="11409" y="10161"/>
                </a:lnTo>
                <a:lnTo>
                  <a:pt x="11922" y="10381"/>
                </a:lnTo>
                <a:lnTo>
                  <a:pt x="12253" y="10491"/>
                </a:lnTo>
                <a:lnTo>
                  <a:pt x="12399" y="10491"/>
                </a:lnTo>
                <a:lnTo>
                  <a:pt x="12509" y="10455"/>
                </a:lnTo>
                <a:lnTo>
                  <a:pt x="12326" y="10968"/>
                </a:lnTo>
                <a:lnTo>
                  <a:pt x="12033" y="10858"/>
                </a:lnTo>
                <a:lnTo>
                  <a:pt x="11886" y="10785"/>
                </a:lnTo>
                <a:lnTo>
                  <a:pt x="11776" y="10711"/>
                </a:lnTo>
                <a:lnTo>
                  <a:pt x="11519" y="10528"/>
                </a:lnTo>
                <a:lnTo>
                  <a:pt x="11409" y="10418"/>
                </a:lnTo>
                <a:lnTo>
                  <a:pt x="11262" y="10344"/>
                </a:lnTo>
                <a:lnTo>
                  <a:pt x="11079" y="10308"/>
                </a:lnTo>
                <a:lnTo>
                  <a:pt x="10895" y="10271"/>
                </a:lnTo>
                <a:lnTo>
                  <a:pt x="10492" y="10234"/>
                </a:lnTo>
                <a:lnTo>
                  <a:pt x="10455" y="9978"/>
                </a:lnTo>
                <a:lnTo>
                  <a:pt x="10382" y="9721"/>
                </a:lnTo>
                <a:close/>
                <a:moveTo>
                  <a:pt x="10455" y="10528"/>
                </a:moveTo>
                <a:lnTo>
                  <a:pt x="10785" y="10601"/>
                </a:lnTo>
                <a:lnTo>
                  <a:pt x="10969" y="10638"/>
                </a:lnTo>
                <a:lnTo>
                  <a:pt x="11115" y="10711"/>
                </a:lnTo>
                <a:lnTo>
                  <a:pt x="11336" y="10821"/>
                </a:lnTo>
                <a:lnTo>
                  <a:pt x="11519" y="10968"/>
                </a:lnTo>
                <a:lnTo>
                  <a:pt x="11702" y="11115"/>
                </a:lnTo>
                <a:lnTo>
                  <a:pt x="11886" y="11262"/>
                </a:lnTo>
                <a:lnTo>
                  <a:pt x="12106" y="11335"/>
                </a:lnTo>
                <a:lnTo>
                  <a:pt x="11739" y="11922"/>
                </a:lnTo>
                <a:lnTo>
                  <a:pt x="11629" y="11922"/>
                </a:lnTo>
                <a:lnTo>
                  <a:pt x="11482" y="11885"/>
                </a:lnTo>
                <a:lnTo>
                  <a:pt x="11226" y="11738"/>
                </a:lnTo>
                <a:lnTo>
                  <a:pt x="10565" y="11482"/>
                </a:lnTo>
                <a:lnTo>
                  <a:pt x="10272" y="11335"/>
                </a:lnTo>
                <a:lnTo>
                  <a:pt x="10382" y="10968"/>
                </a:lnTo>
                <a:lnTo>
                  <a:pt x="10455" y="10601"/>
                </a:lnTo>
                <a:lnTo>
                  <a:pt x="10455" y="10528"/>
                </a:lnTo>
                <a:close/>
                <a:moveTo>
                  <a:pt x="10125" y="11665"/>
                </a:moveTo>
                <a:lnTo>
                  <a:pt x="10785" y="11958"/>
                </a:lnTo>
                <a:lnTo>
                  <a:pt x="11115" y="12142"/>
                </a:lnTo>
                <a:lnTo>
                  <a:pt x="11299" y="12215"/>
                </a:lnTo>
                <a:lnTo>
                  <a:pt x="11482" y="12289"/>
                </a:lnTo>
                <a:lnTo>
                  <a:pt x="11226" y="12655"/>
                </a:lnTo>
                <a:lnTo>
                  <a:pt x="10895" y="12545"/>
                </a:lnTo>
                <a:lnTo>
                  <a:pt x="10455" y="12399"/>
                </a:lnTo>
                <a:lnTo>
                  <a:pt x="10052" y="12252"/>
                </a:lnTo>
                <a:lnTo>
                  <a:pt x="9868" y="12142"/>
                </a:lnTo>
                <a:lnTo>
                  <a:pt x="10125" y="11665"/>
                </a:lnTo>
                <a:close/>
                <a:moveTo>
                  <a:pt x="9355" y="9574"/>
                </a:moveTo>
                <a:lnTo>
                  <a:pt x="9575" y="9611"/>
                </a:lnTo>
                <a:lnTo>
                  <a:pt x="9795" y="9648"/>
                </a:lnTo>
                <a:lnTo>
                  <a:pt x="9978" y="9758"/>
                </a:lnTo>
                <a:lnTo>
                  <a:pt x="10052" y="9868"/>
                </a:lnTo>
                <a:lnTo>
                  <a:pt x="10088" y="9941"/>
                </a:lnTo>
                <a:lnTo>
                  <a:pt x="10125" y="10088"/>
                </a:lnTo>
                <a:lnTo>
                  <a:pt x="10125" y="10198"/>
                </a:lnTo>
                <a:lnTo>
                  <a:pt x="9832" y="10161"/>
                </a:lnTo>
                <a:lnTo>
                  <a:pt x="9795" y="10198"/>
                </a:lnTo>
                <a:lnTo>
                  <a:pt x="9795" y="10234"/>
                </a:lnTo>
                <a:lnTo>
                  <a:pt x="9942" y="10344"/>
                </a:lnTo>
                <a:lnTo>
                  <a:pt x="10088" y="10455"/>
                </a:lnTo>
                <a:lnTo>
                  <a:pt x="10015" y="10785"/>
                </a:lnTo>
                <a:lnTo>
                  <a:pt x="9942" y="11078"/>
                </a:lnTo>
                <a:lnTo>
                  <a:pt x="9905" y="11188"/>
                </a:lnTo>
                <a:lnTo>
                  <a:pt x="9648" y="11115"/>
                </a:lnTo>
                <a:lnTo>
                  <a:pt x="9391" y="11078"/>
                </a:lnTo>
                <a:lnTo>
                  <a:pt x="9355" y="11078"/>
                </a:lnTo>
                <a:lnTo>
                  <a:pt x="9318" y="11115"/>
                </a:lnTo>
                <a:lnTo>
                  <a:pt x="9318" y="11151"/>
                </a:lnTo>
                <a:lnTo>
                  <a:pt x="9355" y="11188"/>
                </a:lnTo>
                <a:lnTo>
                  <a:pt x="9538" y="11372"/>
                </a:lnTo>
                <a:lnTo>
                  <a:pt x="9795" y="11518"/>
                </a:lnTo>
                <a:lnTo>
                  <a:pt x="9501" y="11995"/>
                </a:lnTo>
                <a:lnTo>
                  <a:pt x="9061" y="11812"/>
                </a:lnTo>
                <a:lnTo>
                  <a:pt x="8584" y="11628"/>
                </a:lnTo>
                <a:lnTo>
                  <a:pt x="8548" y="11628"/>
                </a:lnTo>
                <a:lnTo>
                  <a:pt x="8548" y="11702"/>
                </a:lnTo>
                <a:lnTo>
                  <a:pt x="8731" y="11848"/>
                </a:lnTo>
                <a:lnTo>
                  <a:pt x="8915" y="12032"/>
                </a:lnTo>
                <a:lnTo>
                  <a:pt x="9318" y="12289"/>
                </a:lnTo>
                <a:lnTo>
                  <a:pt x="9061" y="12582"/>
                </a:lnTo>
                <a:lnTo>
                  <a:pt x="8805" y="12802"/>
                </a:lnTo>
                <a:lnTo>
                  <a:pt x="8548" y="12692"/>
                </a:lnTo>
                <a:lnTo>
                  <a:pt x="8401" y="12069"/>
                </a:lnTo>
                <a:lnTo>
                  <a:pt x="8291" y="11445"/>
                </a:lnTo>
                <a:lnTo>
                  <a:pt x="8218" y="11298"/>
                </a:lnTo>
                <a:lnTo>
                  <a:pt x="8144" y="11188"/>
                </a:lnTo>
                <a:lnTo>
                  <a:pt x="8034" y="11115"/>
                </a:lnTo>
                <a:lnTo>
                  <a:pt x="7374" y="11115"/>
                </a:lnTo>
                <a:lnTo>
                  <a:pt x="7264" y="11078"/>
                </a:lnTo>
                <a:lnTo>
                  <a:pt x="7154" y="11041"/>
                </a:lnTo>
                <a:lnTo>
                  <a:pt x="7007" y="10895"/>
                </a:lnTo>
                <a:lnTo>
                  <a:pt x="6897" y="10675"/>
                </a:lnTo>
                <a:lnTo>
                  <a:pt x="6860" y="10455"/>
                </a:lnTo>
                <a:lnTo>
                  <a:pt x="6860" y="10344"/>
                </a:lnTo>
                <a:lnTo>
                  <a:pt x="6897" y="10234"/>
                </a:lnTo>
                <a:lnTo>
                  <a:pt x="6934" y="10124"/>
                </a:lnTo>
                <a:lnTo>
                  <a:pt x="7007" y="10051"/>
                </a:lnTo>
                <a:lnTo>
                  <a:pt x="7227" y="9978"/>
                </a:lnTo>
                <a:lnTo>
                  <a:pt x="7447" y="9904"/>
                </a:lnTo>
                <a:lnTo>
                  <a:pt x="8328" y="9721"/>
                </a:lnTo>
                <a:lnTo>
                  <a:pt x="8401" y="9758"/>
                </a:lnTo>
                <a:lnTo>
                  <a:pt x="8548" y="9758"/>
                </a:lnTo>
                <a:lnTo>
                  <a:pt x="8841" y="9648"/>
                </a:lnTo>
                <a:lnTo>
                  <a:pt x="9135" y="9574"/>
                </a:lnTo>
                <a:close/>
                <a:moveTo>
                  <a:pt x="1028" y="7373"/>
                </a:moveTo>
                <a:lnTo>
                  <a:pt x="1028" y="7887"/>
                </a:lnTo>
                <a:lnTo>
                  <a:pt x="1101" y="8437"/>
                </a:lnTo>
                <a:lnTo>
                  <a:pt x="1138" y="8474"/>
                </a:lnTo>
                <a:lnTo>
                  <a:pt x="1211" y="8510"/>
                </a:lnTo>
                <a:lnTo>
                  <a:pt x="1285" y="8510"/>
                </a:lnTo>
                <a:lnTo>
                  <a:pt x="1358" y="8474"/>
                </a:lnTo>
                <a:lnTo>
                  <a:pt x="1872" y="8070"/>
                </a:lnTo>
                <a:lnTo>
                  <a:pt x="1945" y="8951"/>
                </a:lnTo>
                <a:lnTo>
                  <a:pt x="1982" y="9611"/>
                </a:lnTo>
                <a:lnTo>
                  <a:pt x="1982" y="9758"/>
                </a:lnTo>
                <a:lnTo>
                  <a:pt x="1982" y="9904"/>
                </a:lnTo>
                <a:lnTo>
                  <a:pt x="1872" y="10014"/>
                </a:lnTo>
                <a:lnTo>
                  <a:pt x="1762" y="10088"/>
                </a:lnTo>
                <a:lnTo>
                  <a:pt x="1615" y="10271"/>
                </a:lnTo>
                <a:lnTo>
                  <a:pt x="1505" y="10455"/>
                </a:lnTo>
                <a:lnTo>
                  <a:pt x="1468" y="10638"/>
                </a:lnTo>
                <a:lnTo>
                  <a:pt x="1468" y="10858"/>
                </a:lnTo>
                <a:lnTo>
                  <a:pt x="1505" y="11078"/>
                </a:lnTo>
                <a:lnTo>
                  <a:pt x="1578" y="11298"/>
                </a:lnTo>
                <a:lnTo>
                  <a:pt x="1688" y="11702"/>
                </a:lnTo>
                <a:lnTo>
                  <a:pt x="2165" y="12876"/>
                </a:lnTo>
                <a:lnTo>
                  <a:pt x="1835" y="12509"/>
                </a:lnTo>
                <a:lnTo>
                  <a:pt x="1505" y="12142"/>
                </a:lnTo>
                <a:lnTo>
                  <a:pt x="1211" y="11665"/>
                </a:lnTo>
                <a:lnTo>
                  <a:pt x="918" y="11188"/>
                </a:lnTo>
                <a:lnTo>
                  <a:pt x="735" y="10675"/>
                </a:lnTo>
                <a:lnTo>
                  <a:pt x="588" y="10161"/>
                </a:lnTo>
                <a:lnTo>
                  <a:pt x="551" y="9831"/>
                </a:lnTo>
                <a:lnTo>
                  <a:pt x="514" y="9501"/>
                </a:lnTo>
                <a:lnTo>
                  <a:pt x="551" y="9171"/>
                </a:lnTo>
                <a:lnTo>
                  <a:pt x="588" y="8841"/>
                </a:lnTo>
                <a:lnTo>
                  <a:pt x="771" y="8180"/>
                </a:lnTo>
                <a:lnTo>
                  <a:pt x="955" y="7557"/>
                </a:lnTo>
                <a:lnTo>
                  <a:pt x="1028" y="7373"/>
                </a:lnTo>
                <a:close/>
                <a:moveTo>
                  <a:pt x="9612" y="12472"/>
                </a:moveTo>
                <a:lnTo>
                  <a:pt x="9942" y="12619"/>
                </a:lnTo>
                <a:lnTo>
                  <a:pt x="10675" y="12912"/>
                </a:lnTo>
                <a:lnTo>
                  <a:pt x="10895" y="12986"/>
                </a:lnTo>
                <a:lnTo>
                  <a:pt x="10529" y="13316"/>
                </a:lnTo>
                <a:lnTo>
                  <a:pt x="10162" y="13609"/>
                </a:lnTo>
                <a:lnTo>
                  <a:pt x="9685" y="13279"/>
                </a:lnTo>
                <a:lnTo>
                  <a:pt x="9171" y="12986"/>
                </a:lnTo>
                <a:lnTo>
                  <a:pt x="9391" y="12729"/>
                </a:lnTo>
                <a:lnTo>
                  <a:pt x="9612" y="12472"/>
                </a:lnTo>
                <a:close/>
                <a:moveTo>
                  <a:pt x="2569" y="5209"/>
                </a:moveTo>
                <a:lnTo>
                  <a:pt x="2899" y="5319"/>
                </a:lnTo>
                <a:lnTo>
                  <a:pt x="3266" y="5356"/>
                </a:lnTo>
                <a:lnTo>
                  <a:pt x="3999" y="5356"/>
                </a:lnTo>
                <a:lnTo>
                  <a:pt x="4733" y="5429"/>
                </a:lnTo>
                <a:lnTo>
                  <a:pt x="5467" y="5539"/>
                </a:lnTo>
                <a:lnTo>
                  <a:pt x="5320" y="5649"/>
                </a:lnTo>
                <a:lnTo>
                  <a:pt x="5173" y="5723"/>
                </a:lnTo>
                <a:lnTo>
                  <a:pt x="4880" y="5833"/>
                </a:lnTo>
                <a:lnTo>
                  <a:pt x="4696" y="5943"/>
                </a:lnTo>
                <a:lnTo>
                  <a:pt x="4513" y="6053"/>
                </a:lnTo>
                <a:lnTo>
                  <a:pt x="4366" y="6236"/>
                </a:lnTo>
                <a:lnTo>
                  <a:pt x="4293" y="6420"/>
                </a:lnTo>
                <a:lnTo>
                  <a:pt x="4256" y="6493"/>
                </a:lnTo>
                <a:lnTo>
                  <a:pt x="4293" y="6603"/>
                </a:lnTo>
                <a:lnTo>
                  <a:pt x="4329" y="6676"/>
                </a:lnTo>
                <a:lnTo>
                  <a:pt x="4366" y="6750"/>
                </a:lnTo>
                <a:lnTo>
                  <a:pt x="4439" y="6823"/>
                </a:lnTo>
                <a:lnTo>
                  <a:pt x="4549" y="6823"/>
                </a:lnTo>
                <a:lnTo>
                  <a:pt x="4660" y="6860"/>
                </a:lnTo>
                <a:lnTo>
                  <a:pt x="4696" y="6933"/>
                </a:lnTo>
                <a:lnTo>
                  <a:pt x="4733" y="7117"/>
                </a:lnTo>
                <a:lnTo>
                  <a:pt x="4770" y="7300"/>
                </a:lnTo>
                <a:lnTo>
                  <a:pt x="4770" y="7667"/>
                </a:lnTo>
                <a:lnTo>
                  <a:pt x="4806" y="7813"/>
                </a:lnTo>
                <a:lnTo>
                  <a:pt x="4586" y="7520"/>
                </a:lnTo>
                <a:lnTo>
                  <a:pt x="4366" y="7263"/>
                </a:lnTo>
                <a:lnTo>
                  <a:pt x="4256" y="7190"/>
                </a:lnTo>
                <a:lnTo>
                  <a:pt x="4146" y="7153"/>
                </a:lnTo>
                <a:lnTo>
                  <a:pt x="3999" y="7117"/>
                </a:lnTo>
                <a:lnTo>
                  <a:pt x="3889" y="7153"/>
                </a:lnTo>
                <a:lnTo>
                  <a:pt x="3632" y="7227"/>
                </a:lnTo>
                <a:lnTo>
                  <a:pt x="3412" y="7373"/>
                </a:lnTo>
                <a:lnTo>
                  <a:pt x="3192" y="7593"/>
                </a:lnTo>
                <a:lnTo>
                  <a:pt x="2972" y="7813"/>
                </a:lnTo>
                <a:lnTo>
                  <a:pt x="2825" y="8070"/>
                </a:lnTo>
                <a:lnTo>
                  <a:pt x="2715" y="8364"/>
                </a:lnTo>
                <a:lnTo>
                  <a:pt x="2642" y="8657"/>
                </a:lnTo>
                <a:lnTo>
                  <a:pt x="2605" y="8951"/>
                </a:lnTo>
                <a:lnTo>
                  <a:pt x="2605" y="9244"/>
                </a:lnTo>
                <a:lnTo>
                  <a:pt x="2679" y="9537"/>
                </a:lnTo>
                <a:lnTo>
                  <a:pt x="2679" y="9611"/>
                </a:lnTo>
                <a:lnTo>
                  <a:pt x="2752" y="9648"/>
                </a:lnTo>
                <a:lnTo>
                  <a:pt x="2789" y="9684"/>
                </a:lnTo>
                <a:lnTo>
                  <a:pt x="3156" y="9684"/>
                </a:lnTo>
                <a:lnTo>
                  <a:pt x="3449" y="9758"/>
                </a:lnTo>
                <a:lnTo>
                  <a:pt x="3706" y="9868"/>
                </a:lnTo>
                <a:lnTo>
                  <a:pt x="3963" y="10014"/>
                </a:lnTo>
                <a:lnTo>
                  <a:pt x="4183" y="10198"/>
                </a:lnTo>
                <a:lnTo>
                  <a:pt x="4403" y="10418"/>
                </a:lnTo>
                <a:lnTo>
                  <a:pt x="4770" y="10858"/>
                </a:lnTo>
                <a:lnTo>
                  <a:pt x="4403" y="11151"/>
                </a:lnTo>
                <a:lnTo>
                  <a:pt x="4109" y="11445"/>
                </a:lnTo>
                <a:lnTo>
                  <a:pt x="3816" y="11775"/>
                </a:lnTo>
                <a:lnTo>
                  <a:pt x="3596" y="12142"/>
                </a:lnTo>
                <a:lnTo>
                  <a:pt x="3412" y="12545"/>
                </a:lnTo>
                <a:lnTo>
                  <a:pt x="3266" y="12986"/>
                </a:lnTo>
                <a:lnTo>
                  <a:pt x="3192" y="13426"/>
                </a:lnTo>
                <a:lnTo>
                  <a:pt x="3156" y="13866"/>
                </a:lnTo>
                <a:lnTo>
                  <a:pt x="3082" y="13829"/>
                </a:lnTo>
                <a:lnTo>
                  <a:pt x="2972" y="13719"/>
                </a:lnTo>
                <a:lnTo>
                  <a:pt x="2899" y="13572"/>
                </a:lnTo>
                <a:lnTo>
                  <a:pt x="2459" y="12582"/>
                </a:lnTo>
                <a:lnTo>
                  <a:pt x="2092" y="11702"/>
                </a:lnTo>
                <a:lnTo>
                  <a:pt x="1945" y="11262"/>
                </a:lnTo>
                <a:lnTo>
                  <a:pt x="1872" y="10821"/>
                </a:lnTo>
                <a:lnTo>
                  <a:pt x="1872" y="10638"/>
                </a:lnTo>
                <a:lnTo>
                  <a:pt x="1945" y="10491"/>
                </a:lnTo>
                <a:lnTo>
                  <a:pt x="2055" y="10381"/>
                </a:lnTo>
                <a:lnTo>
                  <a:pt x="2202" y="10271"/>
                </a:lnTo>
                <a:lnTo>
                  <a:pt x="2312" y="10161"/>
                </a:lnTo>
                <a:lnTo>
                  <a:pt x="2385" y="10051"/>
                </a:lnTo>
                <a:lnTo>
                  <a:pt x="2385" y="9904"/>
                </a:lnTo>
                <a:lnTo>
                  <a:pt x="2385" y="9721"/>
                </a:lnTo>
                <a:lnTo>
                  <a:pt x="2312" y="8730"/>
                </a:lnTo>
                <a:lnTo>
                  <a:pt x="2165" y="7740"/>
                </a:lnTo>
                <a:lnTo>
                  <a:pt x="2165" y="7667"/>
                </a:lnTo>
                <a:lnTo>
                  <a:pt x="2092" y="7593"/>
                </a:lnTo>
                <a:lnTo>
                  <a:pt x="1945" y="7593"/>
                </a:lnTo>
                <a:lnTo>
                  <a:pt x="1358" y="8070"/>
                </a:lnTo>
                <a:lnTo>
                  <a:pt x="1321" y="7667"/>
                </a:lnTo>
                <a:lnTo>
                  <a:pt x="1358" y="7263"/>
                </a:lnTo>
                <a:lnTo>
                  <a:pt x="1395" y="6860"/>
                </a:lnTo>
                <a:lnTo>
                  <a:pt x="1505" y="6456"/>
                </a:lnTo>
                <a:lnTo>
                  <a:pt x="1505" y="6383"/>
                </a:lnTo>
                <a:lnTo>
                  <a:pt x="1468" y="6310"/>
                </a:lnTo>
                <a:lnTo>
                  <a:pt x="1725" y="5796"/>
                </a:lnTo>
                <a:lnTo>
                  <a:pt x="1982" y="5319"/>
                </a:lnTo>
                <a:lnTo>
                  <a:pt x="2239" y="5356"/>
                </a:lnTo>
                <a:lnTo>
                  <a:pt x="2495" y="5392"/>
                </a:lnTo>
                <a:lnTo>
                  <a:pt x="2569" y="5356"/>
                </a:lnTo>
                <a:lnTo>
                  <a:pt x="2605" y="5319"/>
                </a:lnTo>
                <a:lnTo>
                  <a:pt x="2605" y="5282"/>
                </a:lnTo>
                <a:lnTo>
                  <a:pt x="2569" y="5209"/>
                </a:lnTo>
                <a:close/>
                <a:moveTo>
                  <a:pt x="8805" y="13939"/>
                </a:moveTo>
                <a:lnTo>
                  <a:pt x="9098" y="13976"/>
                </a:lnTo>
                <a:lnTo>
                  <a:pt x="9391" y="14049"/>
                </a:lnTo>
                <a:lnTo>
                  <a:pt x="9208" y="14086"/>
                </a:lnTo>
                <a:lnTo>
                  <a:pt x="9171" y="14049"/>
                </a:lnTo>
                <a:lnTo>
                  <a:pt x="9061" y="14049"/>
                </a:lnTo>
                <a:lnTo>
                  <a:pt x="8988" y="13976"/>
                </a:lnTo>
                <a:lnTo>
                  <a:pt x="8805" y="13939"/>
                </a:lnTo>
                <a:close/>
                <a:moveTo>
                  <a:pt x="5815" y="14178"/>
                </a:moveTo>
                <a:lnTo>
                  <a:pt x="5797" y="14196"/>
                </a:lnTo>
                <a:lnTo>
                  <a:pt x="5760" y="14196"/>
                </a:lnTo>
                <a:lnTo>
                  <a:pt x="5815" y="14178"/>
                </a:lnTo>
                <a:close/>
                <a:moveTo>
                  <a:pt x="7154" y="2935"/>
                </a:moveTo>
                <a:lnTo>
                  <a:pt x="7594" y="3008"/>
                </a:lnTo>
                <a:lnTo>
                  <a:pt x="8034" y="3082"/>
                </a:lnTo>
                <a:lnTo>
                  <a:pt x="8438" y="3155"/>
                </a:lnTo>
                <a:lnTo>
                  <a:pt x="8401" y="3192"/>
                </a:lnTo>
                <a:lnTo>
                  <a:pt x="8401" y="3228"/>
                </a:lnTo>
                <a:lnTo>
                  <a:pt x="8401" y="3265"/>
                </a:lnTo>
                <a:lnTo>
                  <a:pt x="8438" y="3265"/>
                </a:lnTo>
                <a:lnTo>
                  <a:pt x="8621" y="3228"/>
                </a:lnTo>
                <a:lnTo>
                  <a:pt x="8768" y="3265"/>
                </a:lnTo>
                <a:lnTo>
                  <a:pt x="8805" y="3265"/>
                </a:lnTo>
                <a:lnTo>
                  <a:pt x="8768" y="3338"/>
                </a:lnTo>
                <a:lnTo>
                  <a:pt x="8768" y="3412"/>
                </a:lnTo>
                <a:lnTo>
                  <a:pt x="8768" y="3448"/>
                </a:lnTo>
                <a:lnTo>
                  <a:pt x="8805" y="3485"/>
                </a:lnTo>
                <a:lnTo>
                  <a:pt x="8841" y="3485"/>
                </a:lnTo>
                <a:lnTo>
                  <a:pt x="8915" y="3522"/>
                </a:lnTo>
                <a:lnTo>
                  <a:pt x="8988" y="3558"/>
                </a:lnTo>
                <a:lnTo>
                  <a:pt x="9098" y="3668"/>
                </a:lnTo>
                <a:lnTo>
                  <a:pt x="9208" y="3815"/>
                </a:lnTo>
                <a:lnTo>
                  <a:pt x="9245" y="3852"/>
                </a:lnTo>
                <a:lnTo>
                  <a:pt x="9281" y="3889"/>
                </a:lnTo>
                <a:lnTo>
                  <a:pt x="9318" y="3852"/>
                </a:lnTo>
                <a:lnTo>
                  <a:pt x="9391" y="3742"/>
                </a:lnTo>
                <a:lnTo>
                  <a:pt x="9465" y="3632"/>
                </a:lnTo>
                <a:lnTo>
                  <a:pt x="9538" y="3558"/>
                </a:lnTo>
                <a:lnTo>
                  <a:pt x="9758" y="3632"/>
                </a:lnTo>
                <a:lnTo>
                  <a:pt x="9612" y="3815"/>
                </a:lnTo>
                <a:lnTo>
                  <a:pt x="9501" y="3999"/>
                </a:lnTo>
                <a:lnTo>
                  <a:pt x="9465" y="4072"/>
                </a:lnTo>
                <a:lnTo>
                  <a:pt x="9465" y="4182"/>
                </a:lnTo>
                <a:lnTo>
                  <a:pt x="9575" y="4182"/>
                </a:lnTo>
                <a:lnTo>
                  <a:pt x="9648" y="4145"/>
                </a:lnTo>
                <a:lnTo>
                  <a:pt x="9795" y="4035"/>
                </a:lnTo>
                <a:lnTo>
                  <a:pt x="10052" y="3815"/>
                </a:lnTo>
                <a:lnTo>
                  <a:pt x="10308" y="3962"/>
                </a:lnTo>
                <a:lnTo>
                  <a:pt x="10235" y="4035"/>
                </a:lnTo>
                <a:lnTo>
                  <a:pt x="9978" y="4365"/>
                </a:lnTo>
                <a:lnTo>
                  <a:pt x="9868" y="4512"/>
                </a:lnTo>
                <a:lnTo>
                  <a:pt x="9795" y="4696"/>
                </a:lnTo>
                <a:lnTo>
                  <a:pt x="9795" y="4732"/>
                </a:lnTo>
                <a:lnTo>
                  <a:pt x="9832" y="4732"/>
                </a:lnTo>
                <a:lnTo>
                  <a:pt x="10015" y="4659"/>
                </a:lnTo>
                <a:lnTo>
                  <a:pt x="10198" y="4549"/>
                </a:lnTo>
                <a:lnTo>
                  <a:pt x="10492" y="4329"/>
                </a:lnTo>
                <a:lnTo>
                  <a:pt x="10639" y="4182"/>
                </a:lnTo>
                <a:lnTo>
                  <a:pt x="10822" y="4292"/>
                </a:lnTo>
                <a:lnTo>
                  <a:pt x="10565" y="4549"/>
                </a:lnTo>
                <a:lnTo>
                  <a:pt x="10272" y="4879"/>
                </a:lnTo>
                <a:lnTo>
                  <a:pt x="10052" y="5209"/>
                </a:lnTo>
                <a:lnTo>
                  <a:pt x="9942" y="5246"/>
                </a:lnTo>
                <a:lnTo>
                  <a:pt x="9648" y="5392"/>
                </a:lnTo>
                <a:lnTo>
                  <a:pt x="9391" y="5539"/>
                </a:lnTo>
                <a:lnTo>
                  <a:pt x="9281" y="5539"/>
                </a:lnTo>
                <a:lnTo>
                  <a:pt x="9135" y="5576"/>
                </a:lnTo>
                <a:lnTo>
                  <a:pt x="8805" y="5759"/>
                </a:lnTo>
                <a:lnTo>
                  <a:pt x="8548" y="5979"/>
                </a:lnTo>
                <a:lnTo>
                  <a:pt x="8364" y="6089"/>
                </a:lnTo>
                <a:lnTo>
                  <a:pt x="8071" y="6346"/>
                </a:lnTo>
                <a:lnTo>
                  <a:pt x="7924" y="6566"/>
                </a:lnTo>
                <a:lnTo>
                  <a:pt x="7741" y="6750"/>
                </a:lnTo>
                <a:lnTo>
                  <a:pt x="7631" y="6970"/>
                </a:lnTo>
                <a:lnTo>
                  <a:pt x="7594" y="7153"/>
                </a:lnTo>
                <a:lnTo>
                  <a:pt x="7631" y="7227"/>
                </a:lnTo>
                <a:lnTo>
                  <a:pt x="7667" y="7300"/>
                </a:lnTo>
                <a:lnTo>
                  <a:pt x="7741" y="7373"/>
                </a:lnTo>
                <a:lnTo>
                  <a:pt x="7851" y="7410"/>
                </a:lnTo>
                <a:lnTo>
                  <a:pt x="7998" y="7410"/>
                </a:lnTo>
                <a:lnTo>
                  <a:pt x="8144" y="7337"/>
                </a:lnTo>
                <a:lnTo>
                  <a:pt x="8401" y="7190"/>
                </a:lnTo>
                <a:lnTo>
                  <a:pt x="8548" y="7153"/>
                </a:lnTo>
                <a:lnTo>
                  <a:pt x="8731" y="7227"/>
                </a:lnTo>
                <a:lnTo>
                  <a:pt x="8805" y="7263"/>
                </a:lnTo>
                <a:lnTo>
                  <a:pt x="8878" y="7337"/>
                </a:lnTo>
                <a:lnTo>
                  <a:pt x="8915" y="7410"/>
                </a:lnTo>
                <a:lnTo>
                  <a:pt x="8915" y="7483"/>
                </a:lnTo>
                <a:lnTo>
                  <a:pt x="8841" y="7593"/>
                </a:lnTo>
                <a:lnTo>
                  <a:pt x="8731" y="7740"/>
                </a:lnTo>
                <a:lnTo>
                  <a:pt x="8584" y="7850"/>
                </a:lnTo>
                <a:lnTo>
                  <a:pt x="8401" y="7960"/>
                </a:lnTo>
                <a:lnTo>
                  <a:pt x="8144" y="8070"/>
                </a:lnTo>
                <a:lnTo>
                  <a:pt x="7961" y="8144"/>
                </a:lnTo>
                <a:lnTo>
                  <a:pt x="7741" y="8254"/>
                </a:lnTo>
                <a:lnTo>
                  <a:pt x="7557" y="8400"/>
                </a:lnTo>
                <a:lnTo>
                  <a:pt x="7521" y="8474"/>
                </a:lnTo>
                <a:lnTo>
                  <a:pt x="7484" y="8584"/>
                </a:lnTo>
                <a:lnTo>
                  <a:pt x="7447" y="8767"/>
                </a:lnTo>
                <a:lnTo>
                  <a:pt x="7521" y="8914"/>
                </a:lnTo>
                <a:lnTo>
                  <a:pt x="7631" y="9061"/>
                </a:lnTo>
                <a:lnTo>
                  <a:pt x="7777" y="9134"/>
                </a:lnTo>
                <a:lnTo>
                  <a:pt x="7887" y="9171"/>
                </a:lnTo>
                <a:lnTo>
                  <a:pt x="8034" y="9207"/>
                </a:lnTo>
                <a:lnTo>
                  <a:pt x="8254" y="9134"/>
                </a:lnTo>
                <a:lnTo>
                  <a:pt x="8694" y="8951"/>
                </a:lnTo>
                <a:lnTo>
                  <a:pt x="9208" y="8951"/>
                </a:lnTo>
                <a:lnTo>
                  <a:pt x="9391" y="8877"/>
                </a:lnTo>
                <a:lnTo>
                  <a:pt x="9575" y="8767"/>
                </a:lnTo>
                <a:lnTo>
                  <a:pt x="9685" y="8657"/>
                </a:lnTo>
                <a:lnTo>
                  <a:pt x="9795" y="8547"/>
                </a:lnTo>
                <a:lnTo>
                  <a:pt x="9905" y="8547"/>
                </a:lnTo>
                <a:lnTo>
                  <a:pt x="10052" y="8584"/>
                </a:lnTo>
                <a:lnTo>
                  <a:pt x="10088" y="8620"/>
                </a:lnTo>
                <a:lnTo>
                  <a:pt x="10125" y="8620"/>
                </a:lnTo>
                <a:lnTo>
                  <a:pt x="10198" y="8657"/>
                </a:lnTo>
                <a:lnTo>
                  <a:pt x="10382" y="8804"/>
                </a:lnTo>
                <a:lnTo>
                  <a:pt x="10565" y="8987"/>
                </a:lnTo>
                <a:lnTo>
                  <a:pt x="11115" y="9648"/>
                </a:lnTo>
                <a:lnTo>
                  <a:pt x="10382" y="9391"/>
                </a:lnTo>
                <a:lnTo>
                  <a:pt x="10015" y="9281"/>
                </a:lnTo>
                <a:lnTo>
                  <a:pt x="9648" y="9171"/>
                </a:lnTo>
                <a:lnTo>
                  <a:pt x="9612" y="9207"/>
                </a:lnTo>
                <a:lnTo>
                  <a:pt x="9281" y="9171"/>
                </a:lnTo>
                <a:lnTo>
                  <a:pt x="8951" y="9207"/>
                </a:lnTo>
                <a:lnTo>
                  <a:pt x="8621" y="9281"/>
                </a:lnTo>
                <a:lnTo>
                  <a:pt x="8328" y="9391"/>
                </a:lnTo>
                <a:lnTo>
                  <a:pt x="8291" y="9427"/>
                </a:lnTo>
                <a:lnTo>
                  <a:pt x="8144" y="9427"/>
                </a:lnTo>
                <a:lnTo>
                  <a:pt x="7631" y="9537"/>
                </a:lnTo>
                <a:lnTo>
                  <a:pt x="7117" y="9648"/>
                </a:lnTo>
                <a:lnTo>
                  <a:pt x="6934" y="9684"/>
                </a:lnTo>
                <a:lnTo>
                  <a:pt x="6787" y="9794"/>
                </a:lnTo>
                <a:lnTo>
                  <a:pt x="6677" y="9904"/>
                </a:lnTo>
                <a:lnTo>
                  <a:pt x="6567" y="10088"/>
                </a:lnTo>
                <a:lnTo>
                  <a:pt x="6494" y="10271"/>
                </a:lnTo>
                <a:lnTo>
                  <a:pt x="6494" y="10455"/>
                </a:lnTo>
                <a:lnTo>
                  <a:pt x="6494" y="10601"/>
                </a:lnTo>
                <a:lnTo>
                  <a:pt x="6530" y="10785"/>
                </a:lnTo>
                <a:lnTo>
                  <a:pt x="6604" y="10968"/>
                </a:lnTo>
                <a:lnTo>
                  <a:pt x="6714" y="11115"/>
                </a:lnTo>
                <a:lnTo>
                  <a:pt x="6824" y="11225"/>
                </a:lnTo>
                <a:lnTo>
                  <a:pt x="6970" y="11335"/>
                </a:lnTo>
                <a:lnTo>
                  <a:pt x="7117" y="11408"/>
                </a:lnTo>
                <a:lnTo>
                  <a:pt x="7301" y="11445"/>
                </a:lnTo>
                <a:lnTo>
                  <a:pt x="7484" y="11482"/>
                </a:lnTo>
                <a:lnTo>
                  <a:pt x="7777" y="11482"/>
                </a:lnTo>
                <a:lnTo>
                  <a:pt x="7851" y="11555"/>
                </a:lnTo>
                <a:lnTo>
                  <a:pt x="7924" y="11665"/>
                </a:lnTo>
                <a:lnTo>
                  <a:pt x="7961" y="11812"/>
                </a:lnTo>
                <a:lnTo>
                  <a:pt x="8034" y="12105"/>
                </a:lnTo>
                <a:lnTo>
                  <a:pt x="8071" y="12362"/>
                </a:lnTo>
                <a:lnTo>
                  <a:pt x="8108" y="12509"/>
                </a:lnTo>
                <a:lnTo>
                  <a:pt x="7851" y="12435"/>
                </a:lnTo>
                <a:lnTo>
                  <a:pt x="7631" y="12399"/>
                </a:lnTo>
                <a:lnTo>
                  <a:pt x="7557" y="12362"/>
                </a:lnTo>
                <a:lnTo>
                  <a:pt x="7521" y="12215"/>
                </a:lnTo>
                <a:lnTo>
                  <a:pt x="7521" y="12179"/>
                </a:lnTo>
                <a:lnTo>
                  <a:pt x="7447" y="12179"/>
                </a:lnTo>
                <a:lnTo>
                  <a:pt x="7447" y="12215"/>
                </a:lnTo>
                <a:lnTo>
                  <a:pt x="7411" y="12472"/>
                </a:lnTo>
                <a:lnTo>
                  <a:pt x="7411" y="12509"/>
                </a:lnTo>
                <a:lnTo>
                  <a:pt x="7447" y="12545"/>
                </a:lnTo>
                <a:lnTo>
                  <a:pt x="7851" y="12729"/>
                </a:lnTo>
                <a:lnTo>
                  <a:pt x="8254" y="12949"/>
                </a:lnTo>
                <a:lnTo>
                  <a:pt x="8438" y="13316"/>
                </a:lnTo>
                <a:lnTo>
                  <a:pt x="8474" y="13389"/>
                </a:lnTo>
                <a:lnTo>
                  <a:pt x="8548" y="13426"/>
                </a:lnTo>
                <a:lnTo>
                  <a:pt x="8621" y="13426"/>
                </a:lnTo>
                <a:lnTo>
                  <a:pt x="8694" y="13389"/>
                </a:lnTo>
                <a:lnTo>
                  <a:pt x="8841" y="13279"/>
                </a:lnTo>
                <a:lnTo>
                  <a:pt x="9428" y="13609"/>
                </a:lnTo>
                <a:lnTo>
                  <a:pt x="9281" y="13609"/>
                </a:lnTo>
                <a:lnTo>
                  <a:pt x="8548" y="13536"/>
                </a:lnTo>
                <a:lnTo>
                  <a:pt x="7851" y="13536"/>
                </a:lnTo>
                <a:lnTo>
                  <a:pt x="7374" y="13206"/>
                </a:lnTo>
                <a:lnTo>
                  <a:pt x="6860" y="12912"/>
                </a:lnTo>
                <a:lnTo>
                  <a:pt x="6824" y="12876"/>
                </a:lnTo>
                <a:lnTo>
                  <a:pt x="6750" y="12912"/>
                </a:lnTo>
                <a:lnTo>
                  <a:pt x="6750" y="12949"/>
                </a:lnTo>
                <a:lnTo>
                  <a:pt x="6750" y="13022"/>
                </a:lnTo>
                <a:lnTo>
                  <a:pt x="6970" y="13316"/>
                </a:lnTo>
                <a:lnTo>
                  <a:pt x="7227" y="13572"/>
                </a:lnTo>
                <a:lnTo>
                  <a:pt x="6897" y="13609"/>
                </a:lnTo>
                <a:lnTo>
                  <a:pt x="6567" y="13646"/>
                </a:lnTo>
                <a:lnTo>
                  <a:pt x="6310" y="13426"/>
                </a:lnTo>
                <a:lnTo>
                  <a:pt x="6090" y="13169"/>
                </a:lnTo>
                <a:lnTo>
                  <a:pt x="6017" y="13169"/>
                </a:lnTo>
                <a:lnTo>
                  <a:pt x="5943" y="13242"/>
                </a:lnTo>
                <a:lnTo>
                  <a:pt x="5907" y="13389"/>
                </a:lnTo>
                <a:lnTo>
                  <a:pt x="5943" y="13499"/>
                </a:lnTo>
                <a:lnTo>
                  <a:pt x="5980" y="13646"/>
                </a:lnTo>
                <a:lnTo>
                  <a:pt x="6090" y="13756"/>
                </a:lnTo>
                <a:lnTo>
                  <a:pt x="5760" y="13829"/>
                </a:lnTo>
                <a:lnTo>
                  <a:pt x="5430" y="13939"/>
                </a:lnTo>
                <a:lnTo>
                  <a:pt x="5393" y="13903"/>
                </a:lnTo>
                <a:lnTo>
                  <a:pt x="5173" y="13682"/>
                </a:lnTo>
                <a:lnTo>
                  <a:pt x="5026" y="13609"/>
                </a:lnTo>
                <a:lnTo>
                  <a:pt x="4916" y="13572"/>
                </a:lnTo>
                <a:lnTo>
                  <a:pt x="4880" y="13572"/>
                </a:lnTo>
                <a:lnTo>
                  <a:pt x="4880" y="13609"/>
                </a:lnTo>
                <a:lnTo>
                  <a:pt x="4880" y="13682"/>
                </a:lnTo>
                <a:lnTo>
                  <a:pt x="4916" y="13793"/>
                </a:lnTo>
                <a:lnTo>
                  <a:pt x="4990" y="13939"/>
                </a:lnTo>
                <a:lnTo>
                  <a:pt x="5100" y="14086"/>
                </a:lnTo>
                <a:lnTo>
                  <a:pt x="5136" y="14086"/>
                </a:lnTo>
                <a:lnTo>
                  <a:pt x="4843" y="14306"/>
                </a:lnTo>
                <a:lnTo>
                  <a:pt x="4623" y="14269"/>
                </a:lnTo>
                <a:lnTo>
                  <a:pt x="4109" y="14196"/>
                </a:lnTo>
                <a:lnTo>
                  <a:pt x="3853" y="14159"/>
                </a:lnTo>
                <a:lnTo>
                  <a:pt x="3596" y="14086"/>
                </a:lnTo>
                <a:lnTo>
                  <a:pt x="3669" y="14013"/>
                </a:lnTo>
                <a:lnTo>
                  <a:pt x="3706" y="13903"/>
                </a:lnTo>
                <a:lnTo>
                  <a:pt x="3706" y="13829"/>
                </a:lnTo>
                <a:lnTo>
                  <a:pt x="3669" y="13719"/>
                </a:lnTo>
                <a:lnTo>
                  <a:pt x="3632" y="13646"/>
                </a:lnTo>
                <a:lnTo>
                  <a:pt x="3559" y="13609"/>
                </a:lnTo>
                <a:lnTo>
                  <a:pt x="3632" y="13242"/>
                </a:lnTo>
                <a:lnTo>
                  <a:pt x="3742" y="12876"/>
                </a:lnTo>
                <a:lnTo>
                  <a:pt x="3889" y="12509"/>
                </a:lnTo>
                <a:lnTo>
                  <a:pt x="4073" y="12179"/>
                </a:lnTo>
                <a:lnTo>
                  <a:pt x="4293" y="11848"/>
                </a:lnTo>
                <a:lnTo>
                  <a:pt x="4549" y="11555"/>
                </a:lnTo>
                <a:lnTo>
                  <a:pt x="4843" y="11298"/>
                </a:lnTo>
                <a:lnTo>
                  <a:pt x="5173" y="11115"/>
                </a:lnTo>
                <a:lnTo>
                  <a:pt x="5246" y="11041"/>
                </a:lnTo>
                <a:lnTo>
                  <a:pt x="5283" y="10931"/>
                </a:lnTo>
                <a:lnTo>
                  <a:pt x="5283" y="10858"/>
                </a:lnTo>
                <a:lnTo>
                  <a:pt x="5210" y="10785"/>
                </a:lnTo>
                <a:lnTo>
                  <a:pt x="4770" y="10234"/>
                </a:lnTo>
                <a:lnTo>
                  <a:pt x="4549" y="9978"/>
                </a:lnTo>
                <a:lnTo>
                  <a:pt x="4293" y="9758"/>
                </a:lnTo>
                <a:lnTo>
                  <a:pt x="3999" y="9574"/>
                </a:lnTo>
                <a:lnTo>
                  <a:pt x="3706" y="9427"/>
                </a:lnTo>
                <a:lnTo>
                  <a:pt x="3376" y="9317"/>
                </a:lnTo>
                <a:lnTo>
                  <a:pt x="3046" y="9281"/>
                </a:lnTo>
                <a:lnTo>
                  <a:pt x="3046" y="8877"/>
                </a:lnTo>
                <a:lnTo>
                  <a:pt x="3119" y="8510"/>
                </a:lnTo>
                <a:lnTo>
                  <a:pt x="3266" y="8180"/>
                </a:lnTo>
                <a:lnTo>
                  <a:pt x="3486" y="7887"/>
                </a:lnTo>
                <a:lnTo>
                  <a:pt x="3632" y="7740"/>
                </a:lnTo>
                <a:lnTo>
                  <a:pt x="3816" y="7593"/>
                </a:lnTo>
                <a:lnTo>
                  <a:pt x="3889" y="7557"/>
                </a:lnTo>
                <a:lnTo>
                  <a:pt x="3963" y="7557"/>
                </a:lnTo>
                <a:lnTo>
                  <a:pt x="4036" y="7593"/>
                </a:lnTo>
                <a:lnTo>
                  <a:pt x="4109" y="7630"/>
                </a:lnTo>
                <a:lnTo>
                  <a:pt x="4219" y="7740"/>
                </a:lnTo>
                <a:lnTo>
                  <a:pt x="4329" y="7887"/>
                </a:lnTo>
                <a:lnTo>
                  <a:pt x="4916" y="8657"/>
                </a:lnTo>
                <a:lnTo>
                  <a:pt x="5026" y="8730"/>
                </a:lnTo>
                <a:lnTo>
                  <a:pt x="5136" y="8767"/>
                </a:lnTo>
                <a:lnTo>
                  <a:pt x="5210" y="8730"/>
                </a:lnTo>
                <a:lnTo>
                  <a:pt x="5246" y="8694"/>
                </a:lnTo>
                <a:lnTo>
                  <a:pt x="5283" y="8620"/>
                </a:lnTo>
                <a:lnTo>
                  <a:pt x="5283" y="8547"/>
                </a:lnTo>
                <a:lnTo>
                  <a:pt x="5136" y="7006"/>
                </a:lnTo>
                <a:lnTo>
                  <a:pt x="5100" y="6823"/>
                </a:lnTo>
                <a:lnTo>
                  <a:pt x="4990" y="6640"/>
                </a:lnTo>
                <a:lnTo>
                  <a:pt x="4880" y="6493"/>
                </a:lnTo>
                <a:lnTo>
                  <a:pt x="4660" y="6456"/>
                </a:lnTo>
                <a:lnTo>
                  <a:pt x="4733" y="6420"/>
                </a:lnTo>
                <a:lnTo>
                  <a:pt x="4843" y="6346"/>
                </a:lnTo>
                <a:lnTo>
                  <a:pt x="5026" y="6199"/>
                </a:lnTo>
                <a:lnTo>
                  <a:pt x="5430" y="6016"/>
                </a:lnTo>
                <a:lnTo>
                  <a:pt x="5613" y="5943"/>
                </a:lnTo>
                <a:lnTo>
                  <a:pt x="5760" y="5796"/>
                </a:lnTo>
                <a:lnTo>
                  <a:pt x="5870" y="5649"/>
                </a:lnTo>
                <a:lnTo>
                  <a:pt x="5980" y="5466"/>
                </a:lnTo>
                <a:lnTo>
                  <a:pt x="5980" y="5392"/>
                </a:lnTo>
                <a:lnTo>
                  <a:pt x="5943" y="5319"/>
                </a:lnTo>
                <a:lnTo>
                  <a:pt x="5907" y="5246"/>
                </a:lnTo>
                <a:lnTo>
                  <a:pt x="5833" y="5209"/>
                </a:lnTo>
                <a:lnTo>
                  <a:pt x="4990" y="5099"/>
                </a:lnTo>
                <a:lnTo>
                  <a:pt x="4109" y="4989"/>
                </a:lnTo>
                <a:lnTo>
                  <a:pt x="3742" y="4989"/>
                </a:lnTo>
                <a:lnTo>
                  <a:pt x="3302" y="4952"/>
                </a:lnTo>
                <a:lnTo>
                  <a:pt x="2899" y="4989"/>
                </a:lnTo>
                <a:lnTo>
                  <a:pt x="2715" y="5026"/>
                </a:lnTo>
                <a:lnTo>
                  <a:pt x="2532" y="5099"/>
                </a:lnTo>
                <a:lnTo>
                  <a:pt x="2495" y="5136"/>
                </a:lnTo>
                <a:lnTo>
                  <a:pt x="2532" y="5209"/>
                </a:lnTo>
                <a:lnTo>
                  <a:pt x="2165" y="5062"/>
                </a:lnTo>
                <a:lnTo>
                  <a:pt x="2459" y="4732"/>
                </a:lnTo>
                <a:lnTo>
                  <a:pt x="2752" y="4402"/>
                </a:lnTo>
                <a:lnTo>
                  <a:pt x="3082" y="4145"/>
                </a:lnTo>
                <a:lnTo>
                  <a:pt x="3449" y="3889"/>
                </a:lnTo>
                <a:lnTo>
                  <a:pt x="3816" y="3668"/>
                </a:lnTo>
                <a:lnTo>
                  <a:pt x="4219" y="3448"/>
                </a:lnTo>
                <a:lnTo>
                  <a:pt x="4623" y="3302"/>
                </a:lnTo>
                <a:lnTo>
                  <a:pt x="5026" y="3155"/>
                </a:lnTo>
                <a:lnTo>
                  <a:pt x="5467" y="3045"/>
                </a:lnTo>
                <a:lnTo>
                  <a:pt x="5907" y="2972"/>
                </a:lnTo>
                <a:lnTo>
                  <a:pt x="6310" y="2935"/>
                </a:lnTo>
                <a:close/>
                <a:moveTo>
                  <a:pt x="5393" y="14343"/>
                </a:moveTo>
                <a:lnTo>
                  <a:pt x="5430" y="14379"/>
                </a:lnTo>
                <a:lnTo>
                  <a:pt x="5356" y="14379"/>
                </a:lnTo>
                <a:lnTo>
                  <a:pt x="5393" y="14343"/>
                </a:lnTo>
                <a:close/>
                <a:moveTo>
                  <a:pt x="7704" y="13903"/>
                </a:moveTo>
                <a:lnTo>
                  <a:pt x="7961" y="14049"/>
                </a:lnTo>
                <a:lnTo>
                  <a:pt x="8291" y="14196"/>
                </a:lnTo>
                <a:lnTo>
                  <a:pt x="8584" y="14306"/>
                </a:lnTo>
                <a:lnTo>
                  <a:pt x="8181" y="14379"/>
                </a:lnTo>
                <a:lnTo>
                  <a:pt x="7741" y="14416"/>
                </a:lnTo>
                <a:lnTo>
                  <a:pt x="7704" y="14306"/>
                </a:lnTo>
                <a:lnTo>
                  <a:pt x="7631" y="14233"/>
                </a:lnTo>
                <a:lnTo>
                  <a:pt x="7264" y="14123"/>
                </a:lnTo>
                <a:lnTo>
                  <a:pt x="6970" y="13939"/>
                </a:lnTo>
                <a:lnTo>
                  <a:pt x="7521" y="13903"/>
                </a:lnTo>
                <a:close/>
                <a:moveTo>
                  <a:pt x="6420" y="14013"/>
                </a:moveTo>
                <a:lnTo>
                  <a:pt x="6567" y="14123"/>
                </a:lnTo>
                <a:lnTo>
                  <a:pt x="6787" y="14306"/>
                </a:lnTo>
                <a:lnTo>
                  <a:pt x="7007" y="14453"/>
                </a:lnTo>
                <a:lnTo>
                  <a:pt x="6053" y="14416"/>
                </a:lnTo>
                <a:lnTo>
                  <a:pt x="6053" y="14343"/>
                </a:lnTo>
                <a:lnTo>
                  <a:pt x="6053" y="14269"/>
                </a:lnTo>
                <a:lnTo>
                  <a:pt x="5980" y="14196"/>
                </a:lnTo>
                <a:lnTo>
                  <a:pt x="5907" y="14159"/>
                </a:lnTo>
                <a:lnTo>
                  <a:pt x="5870" y="14159"/>
                </a:lnTo>
                <a:lnTo>
                  <a:pt x="5980" y="14123"/>
                </a:lnTo>
                <a:lnTo>
                  <a:pt x="6420" y="14013"/>
                </a:lnTo>
                <a:close/>
                <a:moveTo>
                  <a:pt x="6824" y="2385"/>
                </a:moveTo>
                <a:lnTo>
                  <a:pt x="6750" y="2421"/>
                </a:lnTo>
                <a:lnTo>
                  <a:pt x="6677" y="2495"/>
                </a:lnTo>
                <a:lnTo>
                  <a:pt x="6127" y="2531"/>
                </a:lnTo>
                <a:lnTo>
                  <a:pt x="5540" y="2605"/>
                </a:lnTo>
                <a:lnTo>
                  <a:pt x="5026" y="2715"/>
                </a:lnTo>
                <a:lnTo>
                  <a:pt x="4476" y="2861"/>
                </a:lnTo>
                <a:lnTo>
                  <a:pt x="3926" y="3082"/>
                </a:lnTo>
                <a:lnTo>
                  <a:pt x="3376" y="3375"/>
                </a:lnTo>
                <a:lnTo>
                  <a:pt x="2899" y="3705"/>
                </a:lnTo>
                <a:lnTo>
                  <a:pt x="2459" y="4109"/>
                </a:lnTo>
                <a:lnTo>
                  <a:pt x="2018" y="4512"/>
                </a:lnTo>
                <a:lnTo>
                  <a:pt x="1652" y="4989"/>
                </a:lnTo>
                <a:lnTo>
                  <a:pt x="1321" y="5466"/>
                </a:lnTo>
                <a:lnTo>
                  <a:pt x="1065" y="6016"/>
                </a:lnTo>
                <a:lnTo>
                  <a:pt x="735" y="6713"/>
                </a:lnTo>
                <a:lnTo>
                  <a:pt x="478" y="7447"/>
                </a:lnTo>
                <a:lnTo>
                  <a:pt x="221" y="8180"/>
                </a:lnTo>
                <a:lnTo>
                  <a:pt x="74" y="8914"/>
                </a:lnTo>
                <a:lnTo>
                  <a:pt x="38" y="9244"/>
                </a:lnTo>
                <a:lnTo>
                  <a:pt x="1" y="9611"/>
                </a:lnTo>
                <a:lnTo>
                  <a:pt x="38" y="9941"/>
                </a:lnTo>
                <a:lnTo>
                  <a:pt x="74" y="10271"/>
                </a:lnTo>
                <a:lnTo>
                  <a:pt x="148" y="10601"/>
                </a:lnTo>
                <a:lnTo>
                  <a:pt x="258" y="10931"/>
                </a:lnTo>
                <a:lnTo>
                  <a:pt x="368" y="11262"/>
                </a:lnTo>
                <a:lnTo>
                  <a:pt x="514" y="11555"/>
                </a:lnTo>
                <a:lnTo>
                  <a:pt x="881" y="12142"/>
                </a:lnTo>
                <a:lnTo>
                  <a:pt x="1285" y="12692"/>
                </a:lnTo>
                <a:lnTo>
                  <a:pt x="1725" y="13206"/>
                </a:lnTo>
                <a:lnTo>
                  <a:pt x="2202" y="13719"/>
                </a:lnTo>
                <a:lnTo>
                  <a:pt x="2459" y="13976"/>
                </a:lnTo>
                <a:lnTo>
                  <a:pt x="2752" y="14233"/>
                </a:lnTo>
                <a:lnTo>
                  <a:pt x="2825" y="14343"/>
                </a:lnTo>
                <a:lnTo>
                  <a:pt x="2899" y="14416"/>
                </a:lnTo>
                <a:lnTo>
                  <a:pt x="3009" y="14453"/>
                </a:lnTo>
                <a:lnTo>
                  <a:pt x="3119" y="14453"/>
                </a:lnTo>
                <a:lnTo>
                  <a:pt x="3192" y="14526"/>
                </a:lnTo>
                <a:lnTo>
                  <a:pt x="3559" y="14636"/>
                </a:lnTo>
                <a:lnTo>
                  <a:pt x="3889" y="14746"/>
                </a:lnTo>
                <a:lnTo>
                  <a:pt x="4623" y="14820"/>
                </a:lnTo>
                <a:lnTo>
                  <a:pt x="6017" y="14966"/>
                </a:lnTo>
                <a:lnTo>
                  <a:pt x="6714" y="15003"/>
                </a:lnTo>
                <a:lnTo>
                  <a:pt x="7411" y="15003"/>
                </a:lnTo>
                <a:lnTo>
                  <a:pt x="8108" y="14930"/>
                </a:lnTo>
                <a:lnTo>
                  <a:pt x="8768" y="14783"/>
                </a:lnTo>
                <a:lnTo>
                  <a:pt x="9465" y="14600"/>
                </a:lnTo>
                <a:lnTo>
                  <a:pt x="9758" y="14453"/>
                </a:lnTo>
                <a:lnTo>
                  <a:pt x="10088" y="14306"/>
                </a:lnTo>
                <a:lnTo>
                  <a:pt x="10382" y="14159"/>
                </a:lnTo>
                <a:lnTo>
                  <a:pt x="10675" y="13976"/>
                </a:lnTo>
                <a:lnTo>
                  <a:pt x="11152" y="13536"/>
                </a:lnTo>
                <a:lnTo>
                  <a:pt x="11629" y="13059"/>
                </a:lnTo>
                <a:lnTo>
                  <a:pt x="12033" y="12509"/>
                </a:lnTo>
                <a:lnTo>
                  <a:pt x="12399" y="11958"/>
                </a:lnTo>
                <a:lnTo>
                  <a:pt x="12729" y="11372"/>
                </a:lnTo>
                <a:lnTo>
                  <a:pt x="12986" y="10748"/>
                </a:lnTo>
                <a:lnTo>
                  <a:pt x="13243" y="10161"/>
                </a:lnTo>
                <a:lnTo>
                  <a:pt x="13426" y="9464"/>
                </a:lnTo>
                <a:lnTo>
                  <a:pt x="13500" y="9097"/>
                </a:lnTo>
                <a:lnTo>
                  <a:pt x="13573" y="8730"/>
                </a:lnTo>
                <a:lnTo>
                  <a:pt x="13573" y="8400"/>
                </a:lnTo>
                <a:lnTo>
                  <a:pt x="13573" y="8034"/>
                </a:lnTo>
                <a:lnTo>
                  <a:pt x="13573" y="7667"/>
                </a:lnTo>
                <a:lnTo>
                  <a:pt x="13500" y="7300"/>
                </a:lnTo>
                <a:lnTo>
                  <a:pt x="13426" y="6970"/>
                </a:lnTo>
                <a:lnTo>
                  <a:pt x="13353" y="6640"/>
                </a:lnTo>
                <a:lnTo>
                  <a:pt x="13206" y="6346"/>
                </a:lnTo>
                <a:lnTo>
                  <a:pt x="13060" y="6053"/>
                </a:lnTo>
                <a:lnTo>
                  <a:pt x="12693" y="5466"/>
                </a:lnTo>
                <a:lnTo>
                  <a:pt x="12289" y="4916"/>
                </a:lnTo>
                <a:lnTo>
                  <a:pt x="11849" y="4475"/>
                </a:lnTo>
                <a:lnTo>
                  <a:pt x="11372" y="4035"/>
                </a:lnTo>
                <a:lnTo>
                  <a:pt x="10895" y="3668"/>
                </a:lnTo>
                <a:lnTo>
                  <a:pt x="10345" y="3338"/>
                </a:lnTo>
                <a:lnTo>
                  <a:pt x="9795" y="3045"/>
                </a:lnTo>
                <a:lnTo>
                  <a:pt x="9208" y="2788"/>
                </a:lnTo>
                <a:lnTo>
                  <a:pt x="8584" y="2605"/>
                </a:lnTo>
                <a:lnTo>
                  <a:pt x="7998" y="2458"/>
                </a:lnTo>
                <a:lnTo>
                  <a:pt x="7447" y="238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7" name="Google Shape;497;p10"/>
          <p:cNvSpPr/>
          <p:nvPr/>
        </p:nvSpPr>
        <p:spPr>
          <a:xfrm>
            <a:off x="-11" y="1351155"/>
            <a:ext cx="496691" cy="513331"/>
          </a:xfrm>
          <a:custGeom>
            <a:avLst/>
            <a:gdLst/>
            <a:ahLst/>
            <a:cxnLst/>
            <a:rect l="l" t="t" r="r" b="b"/>
            <a:pathLst>
              <a:path w="13133" h="13573" extrusionOk="0">
                <a:moveTo>
                  <a:pt x="2714" y="1798"/>
                </a:moveTo>
                <a:lnTo>
                  <a:pt x="2971" y="1908"/>
                </a:lnTo>
                <a:lnTo>
                  <a:pt x="3118" y="2018"/>
                </a:lnTo>
                <a:lnTo>
                  <a:pt x="3265" y="2128"/>
                </a:lnTo>
                <a:lnTo>
                  <a:pt x="3411" y="2311"/>
                </a:lnTo>
                <a:lnTo>
                  <a:pt x="3485" y="2458"/>
                </a:lnTo>
                <a:lnTo>
                  <a:pt x="3375" y="2458"/>
                </a:lnTo>
                <a:lnTo>
                  <a:pt x="3301" y="2495"/>
                </a:lnTo>
                <a:lnTo>
                  <a:pt x="3265" y="2568"/>
                </a:lnTo>
                <a:lnTo>
                  <a:pt x="3228" y="2605"/>
                </a:lnTo>
                <a:lnTo>
                  <a:pt x="3155" y="2568"/>
                </a:lnTo>
                <a:lnTo>
                  <a:pt x="3008" y="2348"/>
                </a:lnTo>
                <a:lnTo>
                  <a:pt x="2825" y="1981"/>
                </a:lnTo>
                <a:lnTo>
                  <a:pt x="2714" y="1798"/>
                </a:lnTo>
                <a:close/>
                <a:moveTo>
                  <a:pt x="1908" y="2825"/>
                </a:moveTo>
                <a:lnTo>
                  <a:pt x="1797" y="2861"/>
                </a:lnTo>
                <a:lnTo>
                  <a:pt x="1761" y="2898"/>
                </a:lnTo>
                <a:lnTo>
                  <a:pt x="1687" y="2971"/>
                </a:lnTo>
                <a:lnTo>
                  <a:pt x="1687" y="3045"/>
                </a:lnTo>
                <a:lnTo>
                  <a:pt x="1687" y="3118"/>
                </a:lnTo>
                <a:lnTo>
                  <a:pt x="1724" y="3191"/>
                </a:lnTo>
                <a:lnTo>
                  <a:pt x="1797" y="3228"/>
                </a:lnTo>
                <a:lnTo>
                  <a:pt x="1944" y="3301"/>
                </a:lnTo>
                <a:lnTo>
                  <a:pt x="2054" y="3412"/>
                </a:lnTo>
                <a:lnTo>
                  <a:pt x="2164" y="3522"/>
                </a:lnTo>
                <a:lnTo>
                  <a:pt x="2201" y="3595"/>
                </a:lnTo>
                <a:lnTo>
                  <a:pt x="2274" y="3632"/>
                </a:lnTo>
                <a:lnTo>
                  <a:pt x="2384" y="3632"/>
                </a:lnTo>
                <a:lnTo>
                  <a:pt x="2458" y="3558"/>
                </a:lnTo>
                <a:lnTo>
                  <a:pt x="2494" y="3448"/>
                </a:lnTo>
                <a:lnTo>
                  <a:pt x="2494" y="3338"/>
                </a:lnTo>
                <a:lnTo>
                  <a:pt x="2421" y="3228"/>
                </a:lnTo>
                <a:lnTo>
                  <a:pt x="2348" y="3155"/>
                </a:lnTo>
                <a:lnTo>
                  <a:pt x="2164" y="2971"/>
                </a:lnTo>
                <a:lnTo>
                  <a:pt x="1981" y="2861"/>
                </a:lnTo>
                <a:lnTo>
                  <a:pt x="1908" y="2825"/>
                </a:lnTo>
                <a:close/>
                <a:moveTo>
                  <a:pt x="1137" y="2311"/>
                </a:moveTo>
                <a:lnTo>
                  <a:pt x="1614" y="2458"/>
                </a:lnTo>
                <a:lnTo>
                  <a:pt x="2054" y="2678"/>
                </a:lnTo>
                <a:lnTo>
                  <a:pt x="2201" y="2751"/>
                </a:lnTo>
                <a:lnTo>
                  <a:pt x="2348" y="2898"/>
                </a:lnTo>
                <a:lnTo>
                  <a:pt x="2458" y="3008"/>
                </a:lnTo>
                <a:lnTo>
                  <a:pt x="2531" y="3191"/>
                </a:lnTo>
                <a:lnTo>
                  <a:pt x="2568" y="3265"/>
                </a:lnTo>
                <a:lnTo>
                  <a:pt x="2568" y="3338"/>
                </a:lnTo>
                <a:lnTo>
                  <a:pt x="2531" y="3485"/>
                </a:lnTo>
                <a:lnTo>
                  <a:pt x="2384" y="3742"/>
                </a:lnTo>
                <a:lnTo>
                  <a:pt x="2274" y="3852"/>
                </a:lnTo>
                <a:lnTo>
                  <a:pt x="2164" y="3962"/>
                </a:lnTo>
                <a:lnTo>
                  <a:pt x="1834" y="3632"/>
                </a:lnTo>
                <a:lnTo>
                  <a:pt x="1541" y="3228"/>
                </a:lnTo>
                <a:lnTo>
                  <a:pt x="1321" y="2788"/>
                </a:lnTo>
                <a:lnTo>
                  <a:pt x="1137" y="2311"/>
                </a:lnTo>
                <a:close/>
                <a:moveTo>
                  <a:pt x="8804" y="514"/>
                </a:moveTo>
                <a:lnTo>
                  <a:pt x="8694" y="2531"/>
                </a:lnTo>
                <a:lnTo>
                  <a:pt x="8657" y="3632"/>
                </a:lnTo>
                <a:lnTo>
                  <a:pt x="8657" y="4549"/>
                </a:lnTo>
                <a:lnTo>
                  <a:pt x="7556" y="3778"/>
                </a:lnTo>
                <a:lnTo>
                  <a:pt x="7043" y="3375"/>
                </a:lnTo>
                <a:lnTo>
                  <a:pt x="6529" y="2971"/>
                </a:lnTo>
                <a:lnTo>
                  <a:pt x="6639" y="2788"/>
                </a:lnTo>
                <a:lnTo>
                  <a:pt x="6713" y="2678"/>
                </a:lnTo>
                <a:lnTo>
                  <a:pt x="7556" y="1798"/>
                </a:lnTo>
                <a:lnTo>
                  <a:pt x="8290" y="991"/>
                </a:lnTo>
                <a:lnTo>
                  <a:pt x="8510" y="734"/>
                </a:lnTo>
                <a:lnTo>
                  <a:pt x="8657" y="624"/>
                </a:lnTo>
                <a:lnTo>
                  <a:pt x="8804" y="514"/>
                </a:lnTo>
                <a:close/>
                <a:moveTo>
                  <a:pt x="660" y="4145"/>
                </a:moveTo>
                <a:lnTo>
                  <a:pt x="880" y="4219"/>
                </a:lnTo>
                <a:lnTo>
                  <a:pt x="1064" y="4255"/>
                </a:lnTo>
                <a:lnTo>
                  <a:pt x="1247" y="4329"/>
                </a:lnTo>
                <a:lnTo>
                  <a:pt x="1357" y="4439"/>
                </a:lnTo>
                <a:lnTo>
                  <a:pt x="1431" y="4585"/>
                </a:lnTo>
                <a:lnTo>
                  <a:pt x="1467" y="4659"/>
                </a:lnTo>
                <a:lnTo>
                  <a:pt x="1467" y="4732"/>
                </a:lnTo>
                <a:lnTo>
                  <a:pt x="1467" y="4805"/>
                </a:lnTo>
                <a:lnTo>
                  <a:pt x="1394" y="4842"/>
                </a:lnTo>
                <a:lnTo>
                  <a:pt x="1284" y="4805"/>
                </a:lnTo>
                <a:lnTo>
                  <a:pt x="1211" y="4769"/>
                </a:lnTo>
                <a:lnTo>
                  <a:pt x="990" y="4585"/>
                </a:lnTo>
                <a:lnTo>
                  <a:pt x="844" y="4402"/>
                </a:lnTo>
                <a:lnTo>
                  <a:pt x="660" y="4145"/>
                </a:lnTo>
                <a:close/>
                <a:moveTo>
                  <a:pt x="3962" y="2935"/>
                </a:moveTo>
                <a:lnTo>
                  <a:pt x="4218" y="3155"/>
                </a:lnTo>
                <a:lnTo>
                  <a:pt x="4035" y="3338"/>
                </a:lnTo>
                <a:lnTo>
                  <a:pt x="2641" y="4659"/>
                </a:lnTo>
                <a:lnTo>
                  <a:pt x="2311" y="5026"/>
                </a:lnTo>
                <a:lnTo>
                  <a:pt x="2054" y="5392"/>
                </a:lnTo>
                <a:lnTo>
                  <a:pt x="1797" y="5172"/>
                </a:lnTo>
                <a:lnTo>
                  <a:pt x="2971" y="4072"/>
                </a:lnTo>
                <a:lnTo>
                  <a:pt x="3485" y="3522"/>
                </a:lnTo>
                <a:lnTo>
                  <a:pt x="3742" y="3265"/>
                </a:lnTo>
                <a:lnTo>
                  <a:pt x="3962" y="2935"/>
                </a:lnTo>
                <a:close/>
                <a:moveTo>
                  <a:pt x="4989" y="5209"/>
                </a:moveTo>
                <a:lnTo>
                  <a:pt x="5356" y="5686"/>
                </a:lnTo>
                <a:lnTo>
                  <a:pt x="5686" y="6199"/>
                </a:lnTo>
                <a:lnTo>
                  <a:pt x="6199" y="7080"/>
                </a:lnTo>
                <a:lnTo>
                  <a:pt x="6199" y="7080"/>
                </a:lnTo>
                <a:lnTo>
                  <a:pt x="5282" y="6640"/>
                </a:lnTo>
                <a:lnTo>
                  <a:pt x="4365" y="6199"/>
                </a:lnTo>
                <a:lnTo>
                  <a:pt x="4512" y="5943"/>
                </a:lnTo>
                <a:lnTo>
                  <a:pt x="4989" y="5209"/>
                </a:lnTo>
                <a:close/>
                <a:moveTo>
                  <a:pt x="4879" y="4695"/>
                </a:moveTo>
                <a:lnTo>
                  <a:pt x="4805" y="4805"/>
                </a:lnTo>
                <a:lnTo>
                  <a:pt x="4218" y="5649"/>
                </a:lnTo>
                <a:lnTo>
                  <a:pt x="3962" y="6053"/>
                </a:lnTo>
                <a:lnTo>
                  <a:pt x="3852" y="6053"/>
                </a:lnTo>
                <a:lnTo>
                  <a:pt x="3778" y="6126"/>
                </a:lnTo>
                <a:lnTo>
                  <a:pt x="3742" y="6199"/>
                </a:lnTo>
                <a:lnTo>
                  <a:pt x="3705" y="6273"/>
                </a:lnTo>
                <a:lnTo>
                  <a:pt x="3742" y="6346"/>
                </a:lnTo>
                <a:lnTo>
                  <a:pt x="3778" y="6493"/>
                </a:lnTo>
                <a:lnTo>
                  <a:pt x="3852" y="6529"/>
                </a:lnTo>
                <a:lnTo>
                  <a:pt x="3925" y="6566"/>
                </a:lnTo>
                <a:lnTo>
                  <a:pt x="3998" y="6566"/>
                </a:lnTo>
                <a:lnTo>
                  <a:pt x="5172" y="7080"/>
                </a:lnTo>
                <a:lnTo>
                  <a:pt x="5722" y="7336"/>
                </a:lnTo>
                <a:lnTo>
                  <a:pt x="6053" y="7447"/>
                </a:lnTo>
                <a:lnTo>
                  <a:pt x="6346" y="7483"/>
                </a:lnTo>
                <a:lnTo>
                  <a:pt x="6419" y="7483"/>
                </a:lnTo>
                <a:lnTo>
                  <a:pt x="6493" y="7447"/>
                </a:lnTo>
                <a:lnTo>
                  <a:pt x="6529" y="7483"/>
                </a:lnTo>
                <a:lnTo>
                  <a:pt x="6603" y="7483"/>
                </a:lnTo>
                <a:lnTo>
                  <a:pt x="6639" y="7447"/>
                </a:lnTo>
                <a:lnTo>
                  <a:pt x="6639" y="7410"/>
                </a:lnTo>
                <a:lnTo>
                  <a:pt x="6566" y="7080"/>
                </a:lnTo>
                <a:lnTo>
                  <a:pt x="6456" y="6750"/>
                </a:lnTo>
                <a:lnTo>
                  <a:pt x="6273" y="6419"/>
                </a:lnTo>
                <a:lnTo>
                  <a:pt x="6089" y="6089"/>
                </a:lnTo>
                <a:lnTo>
                  <a:pt x="5649" y="5429"/>
                </a:lnTo>
                <a:lnTo>
                  <a:pt x="5135" y="4769"/>
                </a:lnTo>
                <a:lnTo>
                  <a:pt x="5062" y="4695"/>
                </a:lnTo>
                <a:close/>
                <a:moveTo>
                  <a:pt x="9757" y="9537"/>
                </a:moveTo>
                <a:lnTo>
                  <a:pt x="9794" y="9647"/>
                </a:lnTo>
                <a:lnTo>
                  <a:pt x="9831" y="9757"/>
                </a:lnTo>
                <a:lnTo>
                  <a:pt x="9867" y="9867"/>
                </a:lnTo>
                <a:lnTo>
                  <a:pt x="9867" y="9978"/>
                </a:lnTo>
                <a:lnTo>
                  <a:pt x="9831" y="10088"/>
                </a:lnTo>
                <a:lnTo>
                  <a:pt x="9794" y="9757"/>
                </a:lnTo>
                <a:lnTo>
                  <a:pt x="9757" y="9537"/>
                </a:lnTo>
                <a:close/>
                <a:moveTo>
                  <a:pt x="8950" y="8877"/>
                </a:moveTo>
                <a:lnTo>
                  <a:pt x="9207" y="9024"/>
                </a:lnTo>
                <a:lnTo>
                  <a:pt x="9207" y="9207"/>
                </a:lnTo>
                <a:lnTo>
                  <a:pt x="9281" y="9391"/>
                </a:lnTo>
                <a:lnTo>
                  <a:pt x="9391" y="9757"/>
                </a:lnTo>
                <a:lnTo>
                  <a:pt x="9574" y="10418"/>
                </a:lnTo>
                <a:lnTo>
                  <a:pt x="9464" y="10491"/>
                </a:lnTo>
                <a:lnTo>
                  <a:pt x="9391" y="10271"/>
                </a:lnTo>
                <a:lnTo>
                  <a:pt x="9281" y="10088"/>
                </a:lnTo>
                <a:lnTo>
                  <a:pt x="8914" y="9281"/>
                </a:lnTo>
                <a:lnTo>
                  <a:pt x="8840" y="9134"/>
                </a:lnTo>
                <a:lnTo>
                  <a:pt x="8767" y="9024"/>
                </a:lnTo>
                <a:lnTo>
                  <a:pt x="8950" y="8877"/>
                </a:lnTo>
                <a:close/>
                <a:moveTo>
                  <a:pt x="8547" y="9244"/>
                </a:moveTo>
                <a:lnTo>
                  <a:pt x="8547" y="9281"/>
                </a:lnTo>
                <a:lnTo>
                  <a:pt x="8657" y="9281"/>
                </a:lnTo>
                <a:lnTo>
                  <a:pt x="8694" y="9244"/>
                </a:lnTo>
                <a:lnTo>
                  <a:pt x="8657" y="9354"/>
                </a:lnTo>
                <a:lnTo>
                  <a:pt x="8657" y="9464"/>
                </a:lnTo>
                <a:lnTo>
                  <a:pt x="8767" y="9721"/>
                </a:lnTo>
                <a:lnTo>
                  <a:pt x="9024" y="10198"/>
                </a:lnTo>
                <a:lnTo>
                  <a:pt x="9170" y="10528"/>
                </a:lnTo>
                <a:lnTo>
                  <a:pt x="8804" y="10234"/>
                </a:lnTo>
                <a:lnTo>
                  <a:pt x="8804" y="10198"/>
                </a:lnTo>
                <a:lnTo>
                  <a:pt x="8767" y="9904"/>
                </a:lnTo>
                <a:lnTo>
                  <a:pt x="8657" y="9611"/>
                </a:lnTo>
                <a:lnTo>
                  <a:pt x="8584" y="9464"/>
                </a:lnTo>
                <a:lnTo>
                  <a:pt x="8474" y="9317"/>
                </a:lnTo>
                <a:lnTo>
                  <a:pt x="8547" y="9244"/>
                </a:lnTo>
                <a:close/>
                <a:moveTo>
                  <a:pt x="9464" y="10601"/>
                </a:moveTo>
                <a:lnTo>
                  <a:pt x="9574" y="10638"/>
                </a:lnTo>
                <a:lnTo>
                  <a:pt x="9464" y="10638"/>
                </a:lnTo>
                <a:lnTo>
                  <a:pt x="9464" y="10601"/>
                </a:lnTo>
                <a:close/>
                <a:moveTo>
                  <a:pt x="8877" y="8510"/>
                </a:moveTo>
                <a:lnTo>
                  <a:pt x="8584" y="8730"/>
                </a:lnTo>
                <a:lnTo>
                  <a:pt x="8327" y="8914"/>
                </a:lnTo>
                <a:lnTo>
                  <a:pt x="8143" y="9171"/>
                </a:lnTo>
                <a:lnTo>
                  <a:pt x="8070" y="9354"/>
                </a:lnTo>
                <a:lnTo>
                  <a:pt x="7997" y="9501"/>
                </a:lnTo>
                <a:lnTo>
                  <a:pt x="7997" y="9647"/>
                </a:lnTo>
                <a:lnTo>
                  <a:pt x="8033" y="9831"/>
                </a:lnTo>
                <a:lnTo>
                  <a:pt x="8070" y="9978"/>
                </a:lnTo>
                <a:lnTo>
                  <a:pt x="8143" y="10088"/>
                </a:lnTo>
                <a:lnTo>
                  <a:pt x="8363" y="10344"/>
                </a:lnTo>
                <a:lnTo>
                  <a:pt x="8584" y="10564"/>
                </a:lnTo>
                <a:lnTo>
                  <a:pt x="8914" y="10785"/>
                </a:lnTo>
                <a:lnTo>
                  <a:pt x="9244" y="10968"/>
                </a:lnTo>
                <a:lnTo>
                  <a:pt x="9391" y="11041"/>
                </a:lnTo>
                <a:lnTo>
                  <a:pt x="9537" y="11078"/>
                </a:lnTo>
                <a:lnTo>
                  <a:pt x="9684" y="11041"/>
                </a:lnTo>
                <a:lnTo>
                  <a:pt x="9867" y="10968"/>
                </a:lnTo>
                <a:lnTo>
                  <a:pt x="10051" y="10821"/>
                </a:lnTo>
                <a:lnTo>
                  <a:pt x="10234" y="10601"/>
                </a:lnTo>
                <a:lnTo>
                  <a:pt x="10271" y="10491"/>
                </a:lnTo>
                <a:lnTo>
                  <a:pt x="10271" y="10381"/>
                </a:lnTo>
                <a:lnTo>
                  <a:pt x="10271" y="10271"/>
                </a:lnTo>
                <a:lnTo>
                  <a:pt x="10198" y="10161"/>
                </a:lnTo>
                <a:lnTo>
                  <a:pt x="10198" y="9904"/>
                </a:lnTo>
                <a:lnTo>
                  <a:pt x="10161" y="9684"/>
                </a:lnTo>
                <a:lnTo>
                  <a:pt x="10088" y="9464"/>
                </a:lnTo>
                <a:lnTo>
                  <a:pt x="9977" y="9244"/>
                </a:lnTo>
                <a:lnTo>
                  <a:pt x="9831" y="9060"/>
                </a:lnTo>
                <a:lnTo>
                  <a:pt x="9647" y="8914"/>
                </a:lnTo>
                <a:lnTo>
                  <a:pt x="9464" y="8767"/>
                </a:lnTo>
                <a:lnTo>
                  <a:pt x="9060" y="8510"/>
                </a:lnTo>
                <a:close/>
                <a:moveTo>
                  <a:pt x="2604" y="8510"/>
                </a:moveTo>
                <a:lnTo>
                  <a:pt x="3815" y="9757"/>
                </a:lnTo>
                <a:lnTo>
                  <a:pt x="4292" y="10271"/>
                </a:lnTo>
                <a:lnTo>
                  <a:pt x="3852" y="10344"/>
                </a:lnTo>
                <a:lnTo>
                  <a:pt x="2678" y="10674"/>
                </a:lnTo>
                <a:lnTo>
                  <a:pt x="1577" y="10968"/>
                </a:lnTo>
                <a:lnTo>
                  <a:pt x="1064" y="11115"/>
                </a:lnTo>
                <a:lnTo>
                  <a:pt x="697" y="11188"/>
                </a:lnTo>
                <a:lnTo>
                  <a:pt x="587" y="11188"/>
                </a:lnTo>
                <a:lnTo>
                  <a:pt x="477" y="11151"/>
                </a:lnTo>
                <a:lnTo>
                  <a:pt x="1577" y="9721"/>
                </a:lnTo>
                <a:lnTo>
                  <a:pt x="1908" y="9317"/>
                </a:lnTo>
                <a:lnTo>
                  <a:pt x="2201" y="8914"/>
                </a:lnTo>
                <a:lnTo>
                  <a:pt x="2421" y="8730"/>
                </a:lnTo>
                <a:lnTo>
                  <a:pt x="2604" y="8510"/>
                </a:lnTo>
                <a:close/>
                <a:moveTo>
                  <a:pt x="8914" y="8180"/>
                </a:moveTo>
                <a:lnTo>
                  <a:pt x="9097" y="8217"/>
                </a:lnTo>
                <a:lnTo>
                  <a:pt x="9244" y="8253"/>
                </a:lnTo>
                <a:lnTo>
                  <a:pt x="9574" y="8400"/>
                </a:lnTo>
                <a:lnTo>
                  <a:pt x="9867" y="8584"/>
                </a:lnTo>
                <a:lnTo>
                  <a:pt x="10124" y="8840"/>
                </a:lnTo>
                <a:lnTo>
                  <a:pt x="10308" y="9171"/>
                </a:lnTo>
                <a:lnTo>
                  <a:pt x="10454" y="9464"/>
                </a:lnTo>
                <a:lnTo>
                  <a:pt x="10564" y="9794"/>
                </a:lnTo>
                <a:lnTo>
                  <a:pt x="10601" y="10161"/>
                </a:lnTo>
                <a:lnTo>
                  <a:pt x="10601" y="10528"/>
                </a:lnTo>
                <a:lnTo>
                  <a:pt x="10491" y="10858"/>
                </a:lnTo>
                <a:lnTo>
                  <a:pt x="10491" y="10895"/>
                </a:lnTo>
                <a:lnTo>
                  <a:pt x="10454" y="10858"/>
                </a:lnTo>
                <a:lnTo>
                  <a:pt x="10344" y="10785"/>
                </a:lnTo>
                <a:lnTo>
                  <a:pt x="10271" y="10785"/>
                </a:lnTo>
                <a:lnTo>
                  <a:pt x="10161" y="10821"/>
                </a:lnTo>
                <a:lnTo>
                  <a:pt x="10124" y="10931"/>
                </a:lnTo>
                <a:lnTo>
                  <a:pt x="10088" y="11078"/>
                </a:lnTo>
                <a:lnTo>
                  <a:pt x="10051" y="11188"/>
                </a:lnTo>
                <a:lnTo>
                  <a:pt x="9867" y="11298"/>
                </a:lnTo>
                <a:lnTo>
                  <a:pt x="9794" y="11371"/>
                </a:lnTo>
                <a:lnTo>
                  <a:pt x="9757" y="11445"/>
                </a:lnTo>
                <a:lnTo>
                  <a:pt x="9611" y="11481"/>
                </a:lnTo>
                <a:lnTo>
                  <a:pt x="9464" y="11481"/>
                </a:lnTo>
                <a:lnTo>
                  <a:pt x="9354" y="11445"/>
                </a:lnTo>
                <a:lnTo>
                  <a:pt x="9207" y="11408"/>
                </a:lnTo>
                <a:lnTo>
                  <a:pt x="8620" y="11078"/>
                </a:lnTo>
                <a:lnTo>
                  <a:pt x="8327" y="10895"/>
                </a:lnTo>
                <a:lnTo>
                  <a:pt x="8070" y="10674"/>
                </a:lnTo>
                <a:lnTo>
                  <a:pt x="7850" y="10418"/>
                </a:lnTo>
                <a:lnTo>
                  <a:pt x="7703" y="10124"/>
                </a:lnTo>
                <a:lnTo>
                  <a:pt x="7593" y="9794"/>
                </a:lnTo>
                <a:lnTo>
                  <a:pt x="7593" y="9501"/>
                </a:lnTo>
                <a:lnTo>
                  <a:pt x="7630" y="9171"/>
                </a:lnTo>
                <a:lnTo>
                  <a:pt x="7777" y="8877"/>
                </a:lnTo>
                <a:lnTo>
                  <a:pt x="7960" y="8620"/>
                </a:lnTo>
                <a:lnTo>
                  <a:pt x="8217" y="8400"/>
                </a:lnTo>
                <a:lnTo>
                  <a:pt x="8400" y="8290"/>
                </a:lnTo>
                <a:lnTo>
                  <a:pt x="8584" y="8217"/>
                </a:lnTo>
                <a:lnTo>
                  <a:pt x="8730" y="8180"/>
                </a:lnTo>
                <a:close/>
                <a:moveTo>
                  <a:pt x="8767" y="7777"/>
                </a:moveTo>
                <a:lnTo>
                  <a:pt x="8547" y="7813"/>
                </a:lnTo>
                <a:lnTo>
                  <a:pt x="8363" y="7850"/>
                </a:lnTo>
                <a:lnTo>
                  <a:pt x="8143" y="7960"/>
                </a:lnTo>
                <a:lnTo>
                  <a:pt x="7960" y="8033"/>
                </a:lnTo>
                <a:lnTo>
                  <a:pt x="7777" y="8180"/>
                </a:lnTo>
                <a:lnTo>
                  <a:pt x="7593" y="8364"/>
                </a:lnTo>
                <a:lnTo>
                  <a:pt x="7446" y="8510"/>
                </a:lnTo>
                <a:lnTo>
                  <a:pt x="7336" y="8657"/>
                </a:lnTo>
                <a:lnTo>
                  <a:pt x="7190" y="9024"/>
                </a:lnTo>
                <a:lnTo>
                  <a:pt x="7116" y="9427"/>
                </a:lnTo>
                <a:lnTo>
                  <a:pt x="7116" y="9831"/>
                </a:lnTo>
                <a:lnTo>
                  <a:pt x="7153" y="10051"/>
                </a:lnTo>
                <a:lnTo>
                  <a:pt x="7226" y="10271"/>
                </a:lnTo>
                <a:lnTo>
                  <a:pt x="7336" y="10454"/>
                </a:lnTo>
                <a:lnTo>
                  <a:pt x="7446" y="10638"/>
                </a:lnTo>
                <a:lnTo>
                  <a:pt x="7740" y="11005"/>
                </a:lnTo>
                <a:lnTo>
                  <a:pt x="8107" y="11298"/>
                </a:lnTo>
                <a:lnTo>
                  <a:pt x="8510" y="11555"/>
                </a:lnTo>
                <a:lnTo>
                  <a:pt x="8914" y="11775"/>
                </a:lnTo>
                <a:lnTo>
                  <a:pt x="9134" y="11885"/>
                </a:lnTo>
                <a:lnTo>
                  <a:pt x="9354" y="11958"/>
                </a:lnTo>
                <a:lnTo>
                  <a:pt x="9574" y="11958"/>
                </a:lnTo>
                <a:lnTo>
                  <a:pt x="9757" y="11922"/>
                </a:lnTo>
                <a:lnTo>
                  <a:pt x="9977" y="11848"/>
                </a:lnTo>
                <a:lnTo>
                  <a:pt x="10198" y="11702"/>
                </a:lnTo>
                <a:lnTo>
                  <a:pt x="10381" y="11555"/>
                </a:lnTo>
                <a:lnTo>
                  <a:pt x="10491" y="11371"/>
                </a:lnTo>
                <a:lnTo>
                  <a:pt x="10674" y="11298"/>
                </a:lnTo>
                <a:lnTo>
                  <a:pt x="10784" y="11151"/>
                </a:lnTo>
                <a:lnTo>
                  <a:pt x="10895" y="10968"/>
                </a:lnTo>
                <a:lnTo>
                  <a:pt x="10968" y="10785"/>
                </a:lnTo>
                <a:lnTo>
                  <a:pt x="11005" y="10601"/>
                </a:lnTo>
                <a:lnTo>
                  <a:pt x="11005" y="10381"/>
                </a:lnTo>
                <a:lnTo>
                  <a:pt x="11005" y="10124"/>
                </a:lnTo>
                <a:lnTo>
                  <a:pt x="10968" y="9684"/>
                </a:lnTo>
                <a:lnTo>
                  <a:pt x="10821" y="9207"/>
                </a:lnTo>
                <a:lnTo>
                  <a:pt x="10638" y="8804"/>
                </a:lnTo>
                <a:lnTo>
                  <a:pt x="10491" y="8620"/>
                </a:lnTo>
                <a:lnTo>
                  <a:pt x="10344" y="8437"/>
                </a:lnTo>
                <a:lnTo>
                  <a:pt x="10198" y="8290"/>
                </a:lnTo>
                <a:lnTo>
                  <a:pt x="10014" y="8143"/>
                </a:lnTo>
                <a:lnTo>
                  <a:pt x="9831" y="8033"/>
                </a:lnTo>
                <a:lnTo>
                  <a:pt x="9611" y="7923"/>
                </a:lnTo>
                <a:lnTo>
                  <a:pt x="9427" y="7850"/>
                </a:lnTo>
                <a:lnTo>
                  <a:pt x="9207" y="7813"/>
                </a:lnTo>
                <a:lnTo>
                  <a:pt x="8987" y="7777"/>
                </a:lnTo>
                <a:close/>
                <a:moveTo>
                  <a:pt x="9024" y="0"/>
                </a:moveTo>
                <a:lnTo>
                  <a:pt x="8767" y="37"/>
                </a:lnTo>
                <a:lnTo>
                  <a:pt x="8547" y="110"/>
                </a:lnTo>
                <a:lnTo>
                  <a:pt x="8363" y="257"/>
                </a:lnTo>
                <a:lnTo>
                  <a:pt x="8180" y="440"/>
                </a:lnTo>
                <a:lnTo>
                  <a:pt x="7593" y="1027"/>
                </a:lnTo>
                <a:lnTo>
                  <a:pt x="7006" y="1651"/>
                </a:lnTo>
                <a:lnTo>
                  <a:pt x="6639" y="2054"/>
                </a:lnTo>
                <a:lnTo>
                  <a:pt x="6383" y="2311"/>
                </a:lnTo>
                <a:lnTo>
                  <a:pt x="6199" y="2605"/>
                </a:lnTo>
                <a:lnTo>
                  <a:pt x="5796" y="2201"/>
                </a:lnTo>
                <a:lnTo>
                  <a:pt x="5722" y="2128"/>
                </a:lnTo>
                <a:lnTo>
                  <a:pt x="5502" y="2128"/>
                </a:lnTo>
                <a:lnTo>
                  <a:pt x="5392" y="2201"/>
                </a:lnTo>
                <a:lnTo>
                  <a:pt x="5356" y="2238"/>
                </a:lnTo>
                <a:lnTo>
                  <a:pt x="4915" y="2531"/>
                </a:lnTo>
                <a:lnTo>
                  <a:pt x="4512" y="2898"/>
                </a:lnTo>
                <a:lnTo>
                  <a:pt x="4292" y="2715"/>
                </a:lnTo>
                <a:lnTo>
                  <a:pt x="4072" y="2495"/>
                </a:lnTo>
                <a:lnTo>
                  <a:pt x="3998" y="2458"/>
                </a:lnTo>
                <a:lnTo>
                  <a:pt x="3888" y="2458"/>
                </a:lnTo>
                <a:lnTo>
                  <a:pt x="3815" y="2495"/>
                </a:lnTo>
                <a:lnTo>
                  <a:pt x="3778" y="2568"/>
                </a:lnTo>
                <a:lnTo>
                  <a:pt x="3778" y="2421"/>
                </a:lnTo>
                <a:lnTo>
                  <a:pt x="3778" y="2311"/>
                </a:lnTo>
                <a:lnTo>
                  <a:pt x="3668" y="2128"/>
                </a:lnTo>
                <a:lnTo>
                  <a:pt x="3521" y="1908"/>
                </a:lnTo>
                <a:lnTo>
                  <a:pt x="3338" y="1761"/>
                </a:lnTo>
                <a:lnTo>
                  <a:pt x="3118" y="1614"/>
                </a:lnTo>
                <a:lnTo>
                  <a:pt x="2861" y="1504"/>
                </a:lnTo>
                <a:lnTo>
                  <a:pt x="2458" y="1321"/>
                </a:lnTo>
                <a:lnTo>
                  <a:pt x="2348" y="1321"/>
                </a:lnTo>
                <a:lnTo>
                  <a:pt x="2238" y="1357"/>
                </a:lnTo>
                <a:lnTo>
                  <a:pt x="2201" y="1431"/>
                </a:lnTo>
                <a:lnTo>
                  <a:pt x="2201" y="1504"/>
                </a:lnTo>
                <a:lnTo>
                  <a:pt x="2531" y="2238"/>
                </a:lnTo>
                <a:lnTo>
                  <a:pt x="2678" y="2531"/>
                </a:lnTo>
                <a:lnTo>
                  <a:pt x="2751" y="2678"/>
                </a:lnTo>
                <a:lnTo>
                  <a:pt x="2861" y="2825"/>
                </a:lnTo>
                <a:lnTo>
                  <a:pt x="3008" y="2898"/>
                </a:lnTo>
                <a:lnTo>
                  <a:pt x="3191" y="2935"/>
                </a:lnTo>
                <a:lnTo>
                  <a:pt x="3338" y="2935"/>
                </a:lnTo>
                <a:lnTo>
                  <a:pt x="3485" y="2861"/>
                </a:lnTo>
                <a:lnTo>
                  <a:pt x="3632" y="2788"/>
                </a:lnTo>
                <a:lnTo>
                  <a:pt x="3301" y="3155"/>
                </a:lnTo>
                <a:lnTo>
                  <a:pt x="2971" y="3485"/>
                </a:lnTo>
                <a:lnTo>
                  <a:pt x="2935" y="3412"/>
                </a:lnTo>
                <a:lnTo>
                  <a:pt x="2935" y="3265"/>
                </a:lnTo>
                <a:lnTo>
                  <a:pt x="2898" y="3081"/>
                </a:lnTo>
                <a:lnTo>
                  <a:pt x="2825" y="2825"/>
                </a:lnTo>
                <a:lnTo>
                  <a:pt x="2678" y="2605"/>
                </a:lnTo>
                <a:lnTo>
                  <a:pt x="2458" y="2384"/>
                </a:lnTo>
                <a:lnTo>
                  <a:pt x="2238" y="2238"/>
                </a:lnTo>
                <a:lnTo>
                  <a:pt x="1981" y="2091"/>
                </a:lnTo>
                <a:lnTo>
                  <a:pt x="1687" y="1981"/>
                </a:lnTo>
                <a:lnTo>
                  <a:pt x="1431" y="1908"/>
                </a:lnTo>
                <a:lnTo>
                  <a:pt x="880" y="1834"/>
                </a:lnTo>
                <a:lnTo>
                  <a:pt x="770" y="1834"/>
                </a:lnTo>
                <a:lnTo>
                  <a:pt x="697" y="1871"/>
                </a:lnTo>
                <a:lnTo>
                  <a:pt x="624" y="1944"/>
                </a:lnTo>
                <a:lnTo>
                  <a:pt x="624" y="2054"/>
                </a:lnTo>
                <a:lnTo>
                  <a:pt x="697" y="2384"/>
                </a:lnTo>
                <a:lnTo>
                  <a:pt x="807" y="2751"/>
                </a:lnTo>
                <a:lnTo>
                  <a:pt x="917" y="3045"/>
                </a:lnTo>
                <a:lnTo>
                  <a:pt x="1101" y="3375"/>
                </a:lnTo>
                <a:lnTo>
                  <a:pt x="1284" y="3668"/>
                </a:lnTo>
                <a:lnTo>
                  <a:pt x="1504" y="3925"/>
                </a:lnTo>
                <a:lnTo>
                  <a:pt x="1724" y="4182"/>
                </a:lnTo>
                <a:lnTo>
                  <a:pt x="1981" y="4439"/>
                </a:lnTo>
                <a:lnTo>
                  <a:pt x="2018" y="4439"/>
                </a:lnTo>
                <a:lnTo>
                  <a:pt x="1761" y="4695"/>
                </a:lnTo>
                <a:lnTo>
                  <a:pt x="1761" y="4549"/>
                </a:lnTo>
                <a:lnTo>
                  <a:pt x="1724" y="4402"/>
                </a:lnTo>
                <a:lnTo>
                  <a:pt x="1614" y="4255"/>
                </a:lnTo>
                <a:lnTo>
                  <a:pt x="1467" y="4108"/>
                </a:lnTo>
                <a:lnTo>
                  <a:pt x="1321" y="3998"/>
                </a:lnTo>
                <a:lnTo>
                  <a:pt x="1101" y="3925"/>
                </a:lnTo>
                <a:lnTo>
                  <a:pt x="697" y="3815"/>
                </a:lnTo>
                <a:lnTo>
                  <a:pt x="330" y="3742"/>
                </a:lnTo>
                <a:lnTo>
                  <a:pt x="220" y="3742"/>
                </a:lnTo>
                <a:lnTo>
                  <a:pt x="147" y="3815"/>
                </a:lnTo>
                <a:lnTo>
                  <a:pt x="110" y="3925"/>
                </a:lnTo>
                <a:lnTo>
                  <a:pt x="147" y="3998"/>
                </a:lnTo>
                <a:lnTo>
                  <a:pt x="367" y="4329"/>
                </a:lnTo>
                <a:lnTo>
                  <a:pt x="624" y="4732"/>
                </a:lnTo>
                <a:lnTo>
                  <a:pt x="807" y="4915"/>
                </a:lnTo>
                <a:lnTo>
                  <a:pt x="954" y="5062"/>
                </a:lnTo>
                <a:lnTo>
                  <a:pt x="1137" y="5172"/>
                </a:lnTo>
                <a:lnTo>
                  <a:pt x="1321" y="5246"/>
                </a:lnTo>
                <a:lnTo>
                  <a:pt x="1321" y="5282"/>
                </a:lnTo>
                <a:lnTo>
                  <a:pt x="1394" y="5356"/>
                </a:lnTo>
                <a:lnTo>
                  <a:pt x="1834" y="5759"/>
                </a:lnTo>
                <a:lnTo>
                  <a:pt x="1651" y="6126"/>
                </a:lnTo>
                <a:lnTo>
                  <a:pt x="1504" y="6493"/>
                </a:lnTo>
                <a:lnTo>
                  <a:pt x="1394" y="6896"/>
                </a:lnTo>
                <a:lnTo>
                  <a:pt x="1321" y="6933"/>
                </a:lnTo>
                <a:lnTo>
                  <a:pt x="1321" y="7043"/>
                </a:lnTo>
                <a:lnTo>
                  <a:pt x="1321" y="7153"/>
                </a:lnTo>
                <a:lnTo>
                  <a:pt x="1357" y="7263"/>
                </a:lnTo>
                <a:lnTo>
                  <a:pt x="1431" y="7373"/>
                </a:lnTo>
                <a:lnTo>
                  <a:pt x="1467" y="7410"/>
                </a:lnTo>
                <a:lnTo>
                  <a:pt x="1541" y="7447"/>
                </a:lnTo>
                <a:lnTo>
                  <a:pt x="1651" y="7593"/>
                </a:lnTo>
                <a:lnTo>
                  <a:pt x="2311" y="8217"/>
                </a:lnTo>
                <a:lnTo>
                  <a:pt x="2164" y="8327"/>
                </a:lnTo>
                <a:lnTo>
                  <a:pt x="2018" y="8437"/>
                </a:lnTo>
                <a:lnTo>
                  <a:pt x="1761" y="8694"/>
                </a:lnTo>
                <a:lnTo>
                  <a:pt x="1394" y="9207"/>
                </a:lnTo>
                <a:lnTo>
                  <a:pt x="990" y="9721"/>
                </a:lnTo>
                <a:lnTo>
                  <a:pt x="220" y="10748"/>
                </a:lnTo>
                <a:lnTo>
                  <a:pt x="73" y="10968"/>
                </a:lnTo>
                <a:lnTo>
                  <a:pt x="0" y="11151"/>
                </a:lnTo>
                <a:lnTo>
                  <a:pt x="0" y="11225"/>
                </a:lnTo>
                <a:lnTo>
                  <a:pt x="37" y="11335"/>
                </a:lnTo>
                <a:lnTo>
                  <a:pt x="183" y="11518"/>
                </a:lnTo>
                <a:lnTo>
                  <a:pt x="257" y="11592"/>
                </a:lnTo>
                <a:lnTo>
                  <a:pt x="367" y="11628"/>
                </a:lnTo>
                <a:lnTo>
                  <a:pt x="550" y="11665"/>
                </a:lnTo>
                <a:lnTo>
                  <a:pt x="770" y="11628"/>
                </a:lnTo>
                <a:lnTo>
                  <a:pt x="990" y="11592"/>
                </a:lnTo>
                <a:lnTo>
                  <a:pt x="2348" y="11188"/>
                </a:lnTo>
                <a:lnTo>
                  <a:pt x="3595" y="10821"/>
                </a:lnTo>
                <a:lnTo>
                  <a:pt x="4072" y="10711"/>
                </a:lnTo>
                <a:lnTo>
                  <a:pt x="4292" y="10638"/>
                </a:lnTo>
                <a:lnTo>
                  <a:pt x="4512" y="10491"/>
                </a:lnTo>
                <a:lnTo>
                  <a:pt x="5025" y="11005"/>
                </a:lnTo>
                <a:lnTo>
                  <a:pt x="5539" y="11518"/>
                </a:lnTo>
                <a:lnTo>
                  <a:pt x="6089" y="11995"/>
                </a:lnTo>
                <a:lnTo>
                  <a:pt x="6676" y="12398"/>
                </a:lnTo>
                <a:lnTo>
                  <a:pt x="7006" y="12619"/>
                </a:lnTo>
                <a:lnTo>
                  <a:pt x="7373" y="12802"/>
                </a:lnTo>
                <a:lnTo>
                  <a:pt x="7740" y="12985"/>
                </a:lnTo>
                <a:lnTo>
                  <a:pt x="8070" y="13132"/>
                </a:lnTo>
                <a:lnTo>
                  <a:pt x="8474" y="13242"/>
                </a:lnTo>
                <a:lnTo>
                  <a:pt x="8840" y="13352"/>
                </a:lnTo>
                <a:lnTo>
                  <a:pt x="9207" y="13426"/>
                </a:lnTo>
                <a:lnTo>
                  <a:pt x="9611" y="13499"/>
                </a:lnTo>
                <a:lnTo>
                  <a:pt x="9977" y="13536"/>
                </a:lnTo>
                <a:lnTo>
                  <a:pt x="10381" y="13572"/>
                </a:lnTo>
                <a:lnTo>
                  <a:pt x="11115" y="13536"/>
                </a:lnTo>
                <a:lnTo>
                  <a:pt x="11812" y="13426"/>
                </a:lnTo>
                <a:lnTo>
                  <a:pt x="12215" y="13316"/>
                </a:lnTo>
                <a:lnTo>
                  <a:pt x="12362" y="13279"/>
                </a:lnTo>
                <a:lnTo>
                  <a:pt x="12435" y="13279"/>
                </a:lnTo>
                <a:lnTo>
                  <a:pt x="12435" y="13316"/>
                </a:lnTo>
                <a:lnTo>
                  <a:pt x="12509" y="13352"/>
                </a:lnTo>
                <a:lnTo>
                  <a:pt x="12545" y="13352"/>
                </a:lnTo>
                <a:lnTo>
                  <a:pt x="12582" y="13316"/>
                </a:lnTo>
                <a:lnTo>
                  <a:pt x="12619" y="13279"/>
                </a:lnTo>
                <a:lnTo>
                  <a:pt x="12655" y="13169"/>
                </a:lnTo>
                <a:lnTo>
                  <a:pt x="12655" y="13022"/>
                </a:lnTo>
                <a:lnTo>
                  <a:pt x="12545" y="12949"/>
                </a:lnTo>
                <a:lnTo>
                  <a:pt x="12435" y="12912"/>
                </a:lnTo>
                <a:lnTo>
                  <a:pt x="12178" y="12912"/>
                </a:lnTo>
                <a:lnTo>
                  <a:pt x="11702" y="13022"/>
                </a:lnTo>
                <a:lnTo>
                  <a:pt x="11188" y="13095"/>
                </a:lnTo>
                <a:lnTo>
                  <a:pt x="10748" y="13132"/>
                </a:lnTo>
                <a:lnTo>
                  <a:pt x="10308" y="13095"/>
                </a:lnTo>
                <a:lnTo>
                  <a:pt x="9867" y="13095"/>
                </a:lnTo>
                <a:lnTo>
                  <a:pt x="9464" y="13022"/>
                </a:lnTo>
                <a:lnTo>
                  <a:pt x="9024" y="12949"/>
                </a:lnTo>
                <a:lnTo>
                  <a:pt x="8584" y="12802"/>
                </a:lnTo>
                <a:lnTo>
                  <a:pt x="8180" y="12655"/>
                </a:lnTo>
                <a:lnTo>
                  <a:pt x="7777" y="12509"/>
                </a:lnTo>
                <a:lnTo>
                  <a:pt x="7300" y="12252"/>
                </a:lnTo>
                <a:lnTo>
                  <a:pt x="6860" y="11958"/>
                </a:lnTo>
                <a:lnTo>
                  <a:pt x="6419" y="11628"/>
                </a:lnTo>
                <a:lnTo>
                  <a:pt x="6016" y="11298"/>
                </a:lnTo>
                <a:lnTo>
                  <a:pt x="5246" y="10564"/>
                </a:lnTo>
                <a:lnTo>
                  <a:pt x="4512" y="9794"/>
                </a:lnTo>
                <a:lnTo>
                  <a:pt x="3008" y="8290"/>
                </a:lnTo>
                <a:lnTo>
                  <a:pt x="2274" y="7520"/>
                </a:lnTo>
                <a:lnTo>
                  <a:pt x="2091" y="7300"/>
                </a:lnTo>
                <a:lnTo>
                  <a:pt x="1871" y="7080"/>
                </a:lnTo>
                <a:lnTo>
                  <a:pt x="1944" y="6713"/>
                </a:lnTo>
                <a:lnTo>
                  <a:pt x="2054" y="6383"/>
                </a:lnTo>
                <a:lnTo>
                  <a:pt x="2238" y="6053"/>
                </a:lnTo>
                <a:lnTo>
                  <a:pt x="2421" y="5722"/>
                </a:lnTo>
                <a:lnTo>
                  <a:pt x="2641" y="5429"/>
                </a:lnTo>
                <a:lnTo>
                  <a:pt x="2898" y="5172"/>
                </a:lnTo>
                <a:lnTo>
                  <a:pt x="3411" y="4622"/>
                </a:lnTo>
                <a:lnTo>
                  <a:pt x="4475" y="3558"/>
                </a:lnTo>
                <a:lnTo>
                  <a:pt x="5025" y="3045"/>
                </a:lnTo>
                <a:lnTo>
                  <a:pt x="5246" y="2825"/>
                </a:lnTo>
                <a:lnTo>
                  <a:pt x="5392" y="2678"/>
                </a:lnTo>
                <a:lnTo>
                  <a:pt x="5502" y="2605"/>
                </a:lnTo>
                <a:lnTo>
                  <a:pt x="5612" y="2715"/>
                </a:lnTo>
                <a:lnTo>
                  <a:pt x="5392" y="2825"/>
                </a:lnTo>
                <a:lnTo>
                  <a:pt x="5246" y="2971"/>
                </a:lnTo>
                <a:lnTo>
                  <a:pt x="4952" y="3301"/>
                </a:lnTo>
                <a:lnTo>
                  <a:pt x="4805" y="3485"/>
                </a:lnTo>
                <a:lnTo>
                  <a:pt x="4695" y="3668"/>
                </a:lnTo>
                <a:lnTo>
                  <a:pt x="4585" y="3888"/>
                </a:lnTo>
                <a:lnTo>
                  <a:pt x="4585" y="3962"/>
                </a:lnTo>
                <a:lnTo>
                  <a:pt x="4622" y="4072"/>
                </a:lnTo>
                <a:lnTo>
                  <a:pt x="4659" y="4145"/>
                </a:lnTo>
                <a:lnTo>
                  <a:pt x="4732" y="4145"/>
                </a:lnTo>
                <a:lnTo>
                  <a:pt x="4915" y="4035"/>
                </a:lnTo>
                <a:lnTo>
                  <a:pt x="5025" y="3888"/>
                </a:lnTo>
                <a:lnTo>
                  <a:pt x="5209" y="3558"/>
                </a:lnTo>
                <a:lnTo>
                  <a:pt x="5502" y="3228"/>
                </a:lnTo>
                <a:lnTo>
                  <a:pt x="5759" y="2898"/>
                </a:lnTo>
                <a:lnTo>
                  <a:pt x="6016" y="3118"/>
                </a:lnTo>
                <a:lnTo>
                  <a:pt x="5832" y="3301"/>
                </a:lnTo>
                <a:lnTo>
                  <a:pt x="5612" y="3522"/>
                </a:lnTo>
                <a:lnTo>
                  <a:pt x="5466" y="3742"/>
                </a:lnTo>
                <a:lnTo>
                  <a:pt x="5356" y="3962"/>
                </a:lnTo>
                <a:lnTo>
                  <a:pt x="5319" y="4072"/>
                </a:lnTo>
                <a:lnTo>
                  <a:pt x="5392" y="4182"/>
                </a:lnTo>
                <a:lnTo>
                  <a:pt x="5502" y="4219"/>
                </a:lnTo>
                <a:lnTo>
                  <a:pt x="5539" y="4219"/>
                </a:lnTo>
                <a:lnTo>
                  <a:pt x="5612" y="4182"/>
                </a:lnTo>
                <a:lnTo>
                  <a:pt x="5796" y="3998"/>
                </a:lnTo>
                <a:lnTo>
                  <a:pt x="5942" y="3778"/>
                </a:lnTo>
                <a:lnTo>
                  <a:pt x="6089" y="3558"/>
                </a:lnTo>
                <a:lnTo>
                  <a:pt x="6199" y="3301"/>
                </a:lnTo>
                <a:lnTo>
                  <a:pt x="6309" y="3375"/>
                </a:lnTo>
                <a:lnTo>
                  <a:pt x="6456" y="3485"/>
                </a:lnTo>
                <a:lnTo>
                  <a:pt x="6346" y="3595"/>
                </a:lnTo>
                <a:lnTo>
                  <a:pt x="6236" y="3705"/>
                </a:lnTo>
                <a:lnTo>
                  <a:pt x="6089" y="3962"/>
                </a:lnTo>
                <a:lnTo>
                  <a:pt x="5869" y="4255"/>
                </a:lnTo>
                <a:lnTo>
                  <a:pt x="5796" y="4402"/>
                </a:lnTo>
                <a:lnTo>
                  <a:pt x="5722" y="4585"/>
                </a:lnTo>
                <a:lnTo>
                  <a:pt x="5722" y="4622"/>
                </a:lnTo>
                <a:lnTo>
                  <a:pt x="5722" y="4695"/>
                </a:lnTo>
                <a:lnTo>
                  <a:pt x="5796" y="4732"/>
                </a:lnTo>
                <a:lnTo>
                  <a:pt x="5906" y="4769"/>
                </a:lnTo>
                <a:lnTo>
                  <a:pt x="6016" y="4695"/>
                </a:lnTo>
                <a:lnTo>
                  <a:pt x="6126" y="4585"/>
                </a:lnTo>
                <a:lnTo>
                  <a:pt x="6199" y="4439"/>
                </a:lnTo>
                <a:lnTo>
                  <a:pt x="6383" y="4145"/>
                </a:lnTo>
                <a:lnTo>
                  <a:pt x="6456" y="3962"/>
                </a:lnTo>
                <a:lnTo>
                  <a:pt x="6603" y="3632"/>
                </a:lnTo>
                <a:lnTo>
                  <a:pt x="7300" y="4145"/>
                </a:lnTo>
                <a:lnTo>
                  <a:pt x="7116" y="4292"/>
                </a:lnTo>
                <a:lnTo>
                  <a:pt x="6933" y="4439"/>
                </a:lnTo>
                <a:lnTo>
                  <a:pt x="6713" y="4695"/>
                </a:lnTo>
                <a:lnTo>
                  <a:pt x="6529" y="5026"/>
                </a:lnTo>
                <a:lnTo>
                  <a:pt x="6529" y="5099"/>
                </a:lnTo>
                <a:lnTo>
                  <a:pt x="6529" y="5172"/>
                </a:lnTo>
                <a:lnTo>
                  <a:pt x="6566" y="5209"/>
                </a:lnTo>
                <a:lnTo>
                  <a:pt x="6639" y="5246"/>
                </a:lnTo>
                <a:lnTo>
                  <a:pt x="6676" y="5282"/>
                </a:lnTo>
                <a:lnTo>
                  <a:pt x="6749" y="5282"/>
                </a:lnTo>
                <a:lnTo>
                  <a:pt x="6823" y="5246"/>
                </a:lnTo>
                <a:lnTo>
                  <a:pt x="6860" y="5172"/>
                </a:lnTo>
                <a:lnTo>
                  <a:pt x="7153" y="4695"/>
                </a:lnTo>
                <a:lnTo>
                  <a:pt x="7410" y="4255"/>
                </a:lnTo>
                <a:lnTo>
                  <a:pt x="7740" y="4475"/>
                </a:lnTo>
                <a:lnTo>
                  <a:pt x="7483" y="4732"/>
                </a:lnTo>
                <a:lnTo>
                  <a:pt x="7116" y="5136"/>
                </a:lnTo>
                <a:lnTo>
                  <a:pt x="7080" y="5209"/>
                </a:lnTo>
                <a:lnTo>
                  <a:pt x="7043" y="5246"/>
                </a:lnTo>
                <a:lnTo>
                  <a:pt x="7080" y="5319"/>
                </a:lnTo>
                <a:lnTo>
                  <a:pt x="7116" y="5356"/>
                </a:lnTo>
                <a:lnTo>
                  <a:pt x="7190" y="5392"/>
                </a:lnTo>
                <a:lnTo>
                  <a:pt x="7263" y="5429"/>
                </a:lnTo>
                <a:lnTo>
                  <a:pt x="7336" y="5429"/>
                </a:lnTo>
                <a:lnTo>
                  <a:pt x="7373" y="5356"/>
                </a:lnTo>
                <a:lnTo>
                  <a:pt x="7556" y="5172"/>
                </a:lnTo>
                <a:lnTo>
                  <a:pt x="7740" y="4989"/>
                </a:lnTo>
                <a:lnTo>
                  <a:pt x="7813" y="4805"/>
                </a:lnTo>
                <a:lnTo>
                  <a:pt x="7850" y="4695"/>
                </a:lnTo>
                <a:lnTo>
                  <a:pt x="7887" y="4585"/>
                </a:lnTo>
                <a:lnTo>
                  <a:pt x="8474" y="4989"/>
                </a:lnTo>
                <a:lnTo>
                  <a:pt x="8107" y="5319"/>
                </a:lnTo>
                <a:lnTo>
                  <a:pt x="7813" y="5722"/>
                </a:lnTo>
                <a:lnTo>
                  <a:pt x="7777" y="5796"/>
                </a:lnTo>
                <a:lnTo>
                  <a:pt x="7777" y="5833"/>
                </a:lnTo>
                <a:lnTo>
                  <a:pt x="7813" y="5943"/>
                </a:lnTo>
                <a:lnTo>
                  <a:pt x="7887" y="5979"/>
                </a:lnTo>
                <a:lnTo>
                  <a:pt x="7997" y="5979"/>
                </a:lnTo>
                <a:lnTo>
                  <a:pt x="8033" y="5943"/>
                </a:lnTo>
                <a:lnTo>
                  <a:pt x="8327" y="5502"/>
                </a:lnTo>
                <a:lnTo>
                  <a:pt x="8584" y="5062"/>
                </a:lnTo>
                <a:lnTo>
                  <a:pt x="9024" y="5356"/>
                </a:lnTo>
                <a:lnTo>
                  <a:pt x="8767" y="5612"/>
                </a:lnTo>
                <a:lnTo>
                  <a:pt x="8584" y="5796"/>
                </a:lnTo>
                <a:lnTo>
                  <a:pt x="8510" y="5906"/>
                </a:lnTo>
                <a:lnTo>
                  <a:pt x="8474" y="6053"/>
                </a:lnTo>
                <a:lnTo>
                  <a:pt x="8253" y="6383"/>
                </a:lnTo>
                <a:lnTo>
                  <a:pt x="8217" y="6456"/>
                </a:lnTo>
                <a:lnTo>
                  <a:pt x="8253" y="6566"/>
                </a:lnTo>
                <a:lnTo>
                  <a:pt x="8290" y="6603"/>
                </a:lnTo>
                <a:lnTo>
                  <a:pt x="8363" y="6640"/>
                </a:lnTo>
                <a:lnTo>
                  <a:pt x="8474" y="6640"/>
                </a:lnTo>
                <a:lnTo>
                  <a:pt x="8547" y="6566"/>
                </a:lnTo>
                <a:lnTo>
                  <a:pt x="8804" y="6199"/>
                </a:lnTo>
                <a:lnTo>
                  <a:pt x="8877" y="6126"/>
                </a:lnTo>
                <a:lnTo>
                  <a:pt x="8950" y="6016"/>
                </a:lnTo>
                <a:lnTo>
                  <a:pt x="9097" y="5796"/>
                </a:lnTo>
                <a:lnTo>
                  <a:pt x="9244" y="5539"/>
                </a:lnTo>
                <a:lnTo>
                  <a:pt x="9537" y="5722"/>
                </a:lnTo>
                <a:lnTo>
                  <a:pt x="9354" y="5906"/>
                </a:lnTo>
                <a:lnTo>
                  <a:pt x="9207" y="6126"/>
                </a:lnTo>
                <a:lnTo>
                  <a:pt x="8950" y="6419"/>
                </a:lnTo>
                <a:lnTo>
                  <a:pt x="8877" y="6566"/>
                </a:lnTo>
                <a:lnTo>
                  <a:pt x="8840" y="6750"/>
                </a:lnTo>
                <a:lnTo>
                  <a:pt x="8914" y="6823"/>
                </a:lnTo>
                <a:lnTo>
                  <a:pt x="8950" y="6860"/>
                </a:lnTo>
                <a:lnTo>
                  <a:pt x="8987" y="6860"/>
                </a:lnTo>
                <a:lnTo>
                  <a:pt x="9134" y="6786"/>
                </a:lnTo>
                <a:lnTo>
                  <a:pt x="9244" y="6640"/>
                </a:lnTo>
                <a:lnTo>
                  <a:pt x="9391" y="6383"/>
                </a:lnTo>
                <a:lnTo>
                  <a:pt x="9537" y="6126"/>
                </a:lnTo>
                <a:lnTo>
                  <a:pt x="9721" y="5869"/>
                </a:lnTo>
                <a:lnTo>
                  <a:pt x="10198" y="6236"/>
                </a:lnTo>
                <a:lnTo>
                  <a:pt x="10051" y="6419"/>
                </a:lnTo>
                <a:lnTo>
                  <a:pt x="9867" y="6640"/>
                </a:lnTo>
                <a:lnTo>
                  <a:pt x="9684" y="6860"/>
                </a:lnTo>
                <a:lnTo>
                  <a:pt x="9611" y="7006"/>
                </a:lnTo>
                <a:lnTo>
                  <a:pt x="9574" y="7116"/>
                </a:lnTo>
                <a:lnTo>
                  <a:pt x="9574" y="7190"/>
                </a:lnTo>
                <a:lnTo>
                  <a:pt x="9611" y="7263"/>
                </a:lnTo>
                <a:lnTo>
                  <a:pt x="9757" y="7263"/>
                </a:lnTo>
                <a:lnTo>
                  <a:pt x="9867" y="7190"/>
                </a:lnTo>
                <a:lnTo>
                  <a:pt x="9941" y="7080"/>
                </a:lnTo>
                <a:lnTo>
                  <a:pt x="10124" y="6823"/>
                </a:lnTo>
                <a:lnTo>
                  <a:pt x="10271" y="6603"/>
                </a:lnTo>
                <a:lnTo>
                  <a:pt x="10381" y="6383"/>
                </a:lnTo>
                <a:lnTo>
                  <a:pt x="10895" y="6823"/>
                </a:lnTo>
                <a:lnTo>
                  <a:pt x="10931" y="6860"/>
                </a:lnTo>
                <a:lnTo>
                  <a:pt x="10638" y="7226"/>
                </a:lnTo>
                <a:lnTo>
                  <a:pt x="10381" y="7593"/>
                </a:lnTo>
                <a:lnTo>
                  <a:pt x="10271" y="7703"/>
                </a:lnTo>
                <a:lnTo>
                  <a:pt x="10271" y="7777"/>
                </a:lnTo>
                <a:lnTo>
                  <a:pt x="10271" y="7813"/>
                </a:lnTo>
                <a:lnTo>
                  <a:pt x="10344" y="7923"/>
                </a:lnTo>
                <a:lnTo>
                  <a:pt x="10418" y="7960"/>
                </a:lnTo>
                <a:lnTo>
                  <a:pt x="10491" y="7923"/>
                </a:lnTo>
                <a:lnTo>
                  <a:pt x="10528" y="7887"/>
                </a:lnTo>
                <a:lnTo>
                  <a:pt x="10821" y="7483"/>
                </a:lnTo>
                <a:lnTo>
                  <a:pt x="11115" y="7043"/>
                </a:lnTo>
                <a:lnTo>
                  <a:pt x="11445" y="7447"/>
                </a:lnTo>
                <a:lnTo>
                  <a:pt x="11298" y="7703"/>
                </a:lnTo>
                <a:lnTo>
                  <a:pt x="11151" y="7960"/>
                </a:lnTo>
                <a:lnTo>
                  <a:pt x="10968" y="8253"/>
                </a:lnTo>
                <a:lnTo>
                  <a:pt x="10931" y="8437"/>
                </a:lnTo>
                <a:lnTo>
                  <a:pt x="10931" y="8510"/>
                </a:lnTo>
                <a:lnTo>
                  <a:pt x="10931" y="8584"/>
                </a:lnTo>
                <a:lnTo>
                  <a:pt x="10968" y="8657"/>
                </a:lnTo>
                <a:lnTo>
                  <a:pt x="11041" y="8657"/>
                </a:lnTo>
                <a:lnTo>
                  <a:pt x="11188" y="8584"/>
                </a:lnTo>
                <a:lnTo>
                  <a:pt x="11261" y="8474"/>
                </a:lnTo>
                <a:lnTo>
                  <a:pt x="11408" y="8180"/>
                </a:lnTo>
                <a:lnTo>
                  <a:pt x="11628" y="7703"/>
                </a:lnTo>
                <a:lnTo>
                  <a:pt x="11812" y="7997"/>
                </a:lnTo>
                <a:lnTo>
                  <a:pt x="11995" y="8290"/>
                </a:lnTo>
                <a:lnTo>
                  <a:pt x="11812" y="8694"/>
                </a:lnTo>
                <a:lnTo>
                  <a:pt x="11628" y="9097"/>
                </a:lnTo>
                <a:lnTo>
                  <a:pt x="11518" y="9097"/>
                </a:lnTo>
                <a:lnTo>
                  <a:pt x="11408" y="9317"/>
                </a:lnTo>
                <a:lnTo>
                  <a:pt x="11335" y="9501"/>
                </a:lnTo>
                <a:lnTo>
                  <a:pt x="11335" y="9574"/>
                </a:lnTo>
                <a:lnTo>
                  <a:pt x="11335" y="9647"/>
                </a:lnTo>
                <a:lnTo>
                  <a:pt x="11408" y="9721"/>
                </a:lnTo>
                <a:lnTo>
                  <a:pt x="11591" y="9721"/>
                </a:lnTo>
                <a:lnTo>
                  <a:pt x="11628" y="9684"/>
                </a:lnTo>
                <a:lnTo>
                  <a:pt x="11812" y="9427"/>
                </a:lnTo>
                <a:lnTo>
                  <a:pt x="11958" y="9171"/>
                </a:lnTo>
                <a:lnTo>
                  <a:pt x="12105" y="8914"/>
                </a:lnTo>
                <a:lnTo>
                  <a:pt x="12178" y="8657"/>
                </a:lnTo>
                <a:lnTo>
                  <a:pt x="12325" y="9024"/>
                </a:lnTo>
                <a:lnTo>
                  <a:pt x="12472" y="9427"/>
                </a:lnTo>
                <a:lnTo>
                  <a:pt x="12068" y="10088"/>
                </a:lnTo>
                <a:lnTo>
                  <a:pt x="11995" y="10088"/>
                </a:lnTo>
                <a:lnTo>
                  <a:pt x="11922" y="10271"/>
                </a:lnTo>
                <a:lnTo>
                  <a:pt x="11848" y="10418"/>
                </a:lnTo>
                <a:lnTo>
                  <a:pt x="11848" y="10491"/>
                </a:lnTo>
                <a:lnTo>
                  <a:pt x="11848" y="10528"/>
                </a:lnTo>
                <a:lnTo>
                  <a:pt x="11922" y="10601"/>
                </a:lnTo>
                <a:lnTo>
                  <a:pt x="12068" y="10601"/>
                </a:lnTo>
                <a:lnTo>
                  <a:pt x="12142" y="10564"/>
                </a:lnTo>
                <a:lnTo>
                  <a:pt x="12362" y="10198"/>
                </a:lnTo>
                <a:lnTo>
                  <a:pt x="12582" y="9831"/>
                </a:lnTo>
                <a:lnTo>
                  <a:pt x="12692" y="10454"/>
                </a:lnTo>
                <a:lnTo>
                  <a:pt x="12509" y="10638"/>
                </a:lnTo>
                <a:lnTo>
                  <a:pt x="12362" y="10858"/>
                </a:lnTo>
                <a:lnTo>
                  <a:pt x="12215" y="11078"/>
                </a:lnTo>
                <a:lnTo>
                  <a:pt x="12178" y="11225"/>
                </a:lnTo>
                <a:lnTo>
                  <a:pt x="12178" y="11371"/>
                </a:lnTo>
                <a:lnTo>
                  <a:pt x="12215" y="11408"/>
                </a:lnTo>
                <a:lnTo>
                  <a:pt x="12252" y="11408"/>
                </a:lnTo>
                <a:lnTo>
                  <a:pt x="12362" y="11371"/>
                </a:lnTo>
                <a:lnTo>
                  <a:pt x="12472" y="11298"/>
                </a:lnTo>
                <a:lnTo>
                  <a:pt x="12582" y="11078"/>
                </a:lnTo>
                <a:lnTo>
                  <a:pt x="12692" y="10858"/>
                </a:lnTo>
                <a:lnTo>
                  <a:pt x="12729" y="11188"/>
                </a:lnTo>
                <a:lnTo>
                  <a:pt x="12655" y="11775"/>
                </a:lnTo>
                <a:lnTo>
                  <a:pt x="12509" y="11922"/>
                </a:lnTo>
                <a:lnTo>
                  <a:pt x="12362" y="12068"/>
                </a:lnTo>
                <a:lnTo>
                  <a:pt x="12325" y="12215"/>
                </a:lnTo>
                <a:lnTo>
                  <a:pt x="12325" y="12288"/>
                </a:lnTo>
                <a:lnTo>
                  <a:pt x="12362" y="12362"/>
                </a:lnTo>
                <a:lnTo>
                  <a:pt x="12435" y="12398"/>
                </a:lnTo>
                <a:lnTo>
                  <a:pt x="12472" y="12398"/>
                </a:lnTo>
                <a:lnTo>
                  <a:pt x="12619" y="12288"/>
                </a:lnTo>
                <a:lnTo>
                  <a:pt x="12655" y="12655"/>
                </a:lnTo>
                <a:lnTo>
                  <a:pt x="12692" y="12692"/>
                </a:lnTo>
                <a:lnTo>
                  <a:pt x="12729" y="12655"/>
                </a:lnTo>
                <a:lnTo>
                  <a:pt x="12802" y="12545"/>
                </a:lnTo>
                <a:lnTo>
                  <a:pt x="12912" y="12398"/>
                </a:lnTo>
                <a:lnTo>
                  <a:pt x="13022" y="12068"/>
                </a:lnTo>
                <a:lnTo>
                  <a:pt x="13095" y="11738"/>
                </a:lnTo>
                <a:lnTo>
                  <a:pt x="13132" y="11408"/>
                </a:lnTo>
                <a:lnTo>
                  <a:pt x="13132" y="11005"/>
                </a:lnTo>
                <a:lnTo>
                  <a:pt x="13132" y="10638"/>
                </a:lnTo>
                <a:lnTo>
                  <a:pt x="13095" y="10234"/>
                </a:lnTo>
                <a:lnTo>
                  <a:pt x="13022" y="9867"/>
                </a:lnTo>
                <a:lnTo>
                  <a:pt x="12949" y="9464"/>
                </a:lnTo>
                <a:lnTo>
                  <a:pt x="12839" y="9060"/>
                </a:lnTo>
                <a:lnTo>
                  <a:pt x="12692" y="8694"/>
                </a:lnTo>
                <a:lnTo>
                  <a:pt x="12545" y="8327"/>
                </a:lnTo>
                <a:lnTo>
                  <a:pt x="12325" y="7960"/>
                </a:lnTo>
                <a:lnTo>
                  <a:pt x="12142" y="7630"/>
                </a:lnTo>
                <a:lnTo>
                  <a:pt x="11885" y="7300"/>
                </a:lnTo>
                <a:lnTo>
                  <a:pt x="11628" y="6970"/>
                </a:lnTo>
                <a:lnTo>
                  <a:pt x="11335" y="6640"/>
                </a:lnTo>
                <a:lnTo>
                  <a:pt x="11041" y="6346"/>
                </a:lnTo>
                <a:lnTo>
                  <a:pt x="10344" y="5759"/>
                </a:lnTo>
                <a:lnTo>
                  <a:pt x="9647" y="5246"/>
                </a:lnTo>
                <a:lnTo>
                  <a:pt x="8914" y="4732"/>
                </a:lnTo>
                <a:lnTo>
                  <a:pt x="8987" y="4439"/>
                </a:lnTo>
                <a:lnTo>
                  <a:pt x="9024" y="4182"/>
                </a:lnTo>
                <a:lnTo>
                  <a:pt x="9060" y="3558"/>
                </a:lnTo>
                <a:lnTo>
                  <a:pt x="9097" y="2898"/>
                </a:lnTo>
                <a:lnTo>
                  <a:pt x="9281" y="220"/>
                </a:lnTo>
                <a:lnTo>
                  <a:pt x="9244" y="110"/>
                </a:lnTo>
                <a:lnTo>
                  <a:pt x="9207" y="37"/>
                </a:lnTo>
                <a:lnTo>
                  <a:pt x="9097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8" name="Google Shape;498;p10"/>
          <p:cNvSpPr/>
          <p:nvPr/>
        </p:nvSpPr>
        <p:spPr>
          <a:xfrm>
            <a:off x="11599141" y="238816"/>
            <a:ext cx="695056" cy="718656"/>
          </a:xfrm>
          <a:custGeom>
            <a:avLst/>
            <a:gdLst/>
            <a:ahLst/>
            <a:cxnLst/>
            <a:rect l="l" t="t" r="r" b="b"/>
            <a:pathLst>
              <a:path w="18378" h="19002" extrusionOk="0">
                <a:moveTo>
                  <a:pt x="13793" y="5429"/>
                </a:moveTo>
                <a:lnTo>
                  <a:pt x="13682" y="5466"/>
                </a:lnTo>
                <a:lnTo>
                  <a:pt x="13572" y="5502"/>
                </a:lnTo>
                <a:lnTo>
                  <a:pt x="13499" y="5576"/>
                </a:lnTo>
                <a:lnTo>
                  <a:pt x="13352" y="5759"/>
                </a:lnTo>
                <a:lnTo>
                  <a:pt x="13352" y="5869"/>
                </a:lnTo>
                <a:lnTo>
                  <a:pt x="13352" y="5979"/>
                </a:lnTo>
                <a:lnTo>
                  <a:pt x="13389" y="6016"/>
                </a:lnTo>
                <a:lnTo>
                  <a:pt x="13426" y="6053"/>
                </a:lnTo>
                <a:lnTo>
                  <a:pt x="13499" y="6053"/>
                </a:lnTo>
                <a:lnTo>
                  <a:pt x="13572" y="5979"/>
                </a:lnTo>
                <a:lnTo>
                  <a:pt x="13646" y="5943"/>
                </a:lnTo>
                <a:lnTo>
                  <a:pt x="13719" y="5796"/>
                </a:lnTo>
                <a:lnTo>
                  <a:pt x="13829" y="5649"/>
                </a:lnTo>
                <a:lnTo>
                  <a:pt x="13903" y="5502"/>
                </a:lnTo>
                <a:lnTo>
                  <a:pt x="13903" y="5466"/>
                </a:lnTo>
                <a:lnTo>
                  <a:pt x="13903" y="5429"/>
                </a:lnTo>
                <a:close/>
                <a:moveTo>
                  <a:pt x="13242" y="6089"/>
                </a:moveTo>
                <a:lnTo>
                  <a:pt x="13169" y="6126"/>
                </a:lnTo>
                <a:lnTo>
                  <a:pt x="13022" y="6309"/>
                </a:lnTo>
                <a:lnTo>
                  <a:pt x="12912" y="6493"/>
                </a:lnTo>
                <a:lnTo>
                  <a:pt x="12875" y="6529"/>
                </a:lnTo>
                <a:lnTo>
                  <a:pt x="12875" y="6603"/>
                </a:lnTo>
                <a:lnTo>
                  <a:pt x="12949" y="6676"/>
                </a:lnTo>
                <a:lnTo>
                  <a:pt x="13022" y="6713"/>
                </a:lnTo>
                <a:lnTo>
                  <a:pt x="13096" y="6676"/>
                </a:lnTo>
                <a:lnTo>
                  <a:pt x="13132" y="6639"/>
                </a:lnTo>
                <a:lnTo>
                  <a:pt x="13242" y="6456"/>
                </a:lnTo>
                <a:lnTo>
                  <a:pt x="13352" y="6273"/>
                </a:lnTo>
                <a:lnTo>
                  <a:pt x="13389" y="6199"/>
                </a:lnTo>
                <a:lnTo>
                  <a:pt x="13316" y="6126"/>
                </a:lnTo>
                <a:lnTo>
                  <a:pt x="13242" y="6089"/>
                </a:lnTo>
                <a:close/>
                <a:moveTo>
                  <a:pt x="17241" y="6419"/>
                </a:moveTo>
                <a:lnTo>
                  <a:pt x="17534" y="6713"/>
                </a:lnTo>
                <a:lnTo>
                  <a:pt x="17497" y="6713"/>
                </a:lnTo>
                <a:lnTo>
                  <a:pt x="17387" y="6823"/>
                </a:lnTo>
                <a:lnTo>
                  <a:pt x="17351" y="6676"/>
                </a:lnTo>
                <a:lnTo>
                  <a:pt x="17241" y="6419"/>
                </a:lnTo>
                <a:close/>
                <a:moveTo>
                  <a:pt x="12692" y="6786"/>
                </a:moveTo>
                <a:lnTo>
                  <a:pt x="12582" y="6860"/>
                </a:lnTo>
                <a:lnTo>
                  <a:pt x="12435" y="6970"/>
                </a:lnTo>
                <a:lnTo>
                  <a:pt x="12399" y="7116"/>
                </a:lnTo>
                <a:lnTo>
                  <a:pt x="12362" y="7190"/>
                </a:lnTo>
                <a:lnTo>
                  <a:pt x="12399" y="7226"/>
                </a:lnTo>
                <a:lnTo>
                  <a:pt x="12472" y="7300"/>
                </a:lnTo>
                <a:lnTo>
                  <a:pt x="12582" y="7300"/>
                </a:lnTo>
                <a:lnTo>
                  <a:pt x="12619" y="7263"/>
                </a:lnTo>
                <a:lnTo>
                  <a:pt x="12655" y="7190"/>
                </a:lnTo>
                <a:lnTo>
                  <a:pt x="12729" y="7043"/>
                </a:lnTo>
                <a:lnTo>
                  <a:pt x="12802" y="7006"/>
                </a:lnTo>
                <a:lnTo>
                  <a:pt x="12839" y="6933"/>
                </a:lnTo>
                <a:lnTo>
                  <a:pt x="12875" y="6860"/>
                </a:lnTo>
                <a:lnTo>
                  <a:pt x="12875" y="6823"/>
                </a:lnTo>
                <a:lnTo>
                  <a:pt x="12839" y="6823"/>
                </a:lnTo>
                <a:lnTo>
                  <a:pt x="12765" y="6786"/>
                </a:lnTo>
                <a:close/>
                <a:moveTo>
                  <a:pt x="17571" y="6750"/>
                </a:moveTo>
                <a:lnTo>
                  <a:pt x="17828" y="7043"/>
                </a:lnTo>
                <a:lnTo>
                  <a:pt x="18048" y="7373"/>
                </a:lnTo>
                <a:lnTo>
                  <a:pt x="17828" y="7593"/>
                </a:lnTo>
                <a:lnTo>
                  <a:pt x="17828" y="7520"/>
                </a:lnTo>
                <a:lnTo>
                  <a:pt x="17864" y="7336"/>
                </a:lnTo>
                <a:lnTo>
                  <a:pt x="17828" y="7116"/>
                </a:lnTo>
                <a:lnTo>
                  <a:pt x="17828" y="7080"/>
                </a:lnTo>
                <a:lnTo>
                  <a:pt x="17754" y="7006"/>
                </a:lnTo>
                <a:lnTo>
                  <a:pt x="17681" y="7006"/>
                </a:lnTo>
                <a:lnTo>
                  <a:pt x="17644" y="7043"/>
                </a:lnTo>
                <a:lnTo>
                  <a:pt x="17681" y="7080"/>
                </a:lnTo>
                <a:lnTo>
                  <a:pt x="17644" y="7226"/>
                </a:lnTo>
                <a:lnTo>
                  <a:pt x="17607" y="7446"/>
                </a:lnTo>
                <a:lnTo>
                  <a:pt x="17534" y="7667"/>
                </a:lnTo>
                <a:lnTo>
                  <a:pt x="17534" y="7887"/>
                </a:lnTo>
                <a:lnTo>
                  <a:pt x="17534" y="7960"/>
                </a:lnTo>
                <a:lnTo>
                  <a:pt x="17131" y="8584"/>
                </a:lnTo>
                <a:lnTo>
                  <a:pt x="17167" y="8217"/>
                </a:lnTo>
                <a:lnTo>
                  <a:pt x="17241" y="7850"/>
                </a:lnTo>
                <a:lnTo>
                  <a:pt x="17387" y="7630"/>
                </a:lnTo>
                <a:lnTo>
                  <a:pt x="17387" y="7593"/>
                </a:lnTo>
                <a:lnTo>
                  <a:pt x="17387" y="7520"/>
                </a:lnTo>
                <a:lnTo>
                  <a:pt x="17461" y="7483"/>
                </a:lnTo>
                <a:lnTo>
                  <a:pt x="17497" y="7446"/>
                </a:lnTo>
                <a:lnTo>
                  <a:pt x="17534" y="7373"/>
                </a:lnTo>
                <a:lnTo>
                  <a:pt x="17534" y="7263"/>
                </a:lnTo>
                <a:lnTo>
                  <a:pt x="17497" y="7080"/>
                </a:lnTo>
                <a:lnTo>
                  <a:pt x="17571" y="6750"/>
                </a:lnTo>
                <a:close/>
                <a:moveTo>
                  <a:pt x="16874" y="8840"/>
                </a:moveTo>
                <a:lnTo>
                  <a:pt x="16947" y="8877"/>
                </a:lnTo>
                <a:lnTo>
                  <a:pt x="16874" y="8950"/>
                </a:lnTo>
                <a:lnTo>
                  <a:pt x="16874" y="8877"/>
                </a:lnTo>
                <a:lnTo>
                  <a:pt x="16874" y="8840"/>
                </a:lnTo>
                <a:close/>
                <a:moveTo>
                  <a:pt x="11445" y="8584"/>
                </a:moveTo>
                <a:lnTo>
                  <a:pt x="11408" y="8620"/>
                </a:lnTo>
                <a:lnTo>
                  <a:pt x="11298" y="8657"/>
                </a:lnTo>
                <a:lnTo>
                  <a:pt x="11188" y="8804"/>
                </a:lnTo>
                <a:lnTo>
                  <a:pt x="11188" y="8840"/>
                </a:lnTo>
                <a:lnTo>
                  <a:pt x="11188" y="8914"/>
                </a:lnTo>
                <a:lnTo>
                  <a:pt x="11188" y="8987"/>
                </a:lnTo>
                <a:lnTo>
                  <a:pt x="11225" y="9024"/>
                </a:lnTo>
                <a:lnTo>
                  <a:pt x="11408" y="9024"/>
                </a:lnTo>
                <a:lnTo>
                  <a:pt x="11445" y="8987"/>
                </a:lnTo>
                <a:lnTo>
                  <a:pt x="11555" y="8804"/>
                </a:lnTo>
                <a:lnTo>
                  <a:pt x="11555" y="8730"/>
                </a:lnTo>
                <a:lnTo>
                  <a:pt x="11555" y="8657"/>
                </a:lnTo>
                <a:lnTo>
                  <a:pt x="11518" y="8620"/>
                </a:lnTo>
                <a:lnTo>
                  <a:pt x="11445" y="8584"/>
                </a:lnTo>
                <a:close/>
                <a:moveTo>
                  <a:pt x="16580" y="8804"/>
                </a:moveTo>
                <a:lnTo>
                  <a:pt x="16580" y="8877"/>
                </a:lnTo>
                <a:lnTo>
                  <a:pt x="16580" y="9060"/>
                </a:lnTo>
                <a:lnTo>
                  <a:pt x="16617" y="9170"/>
                </a:lnTo>
                <a:lnTo>
                  <a:pt x="16654" y="9244"/>
                </a:lnTo>
                <a:lnTo>
                  <a:pt x="16397" y="9611"/>
                </a:lnTo>
                <a:lnTo>
                  <a:pt x="16360" y="9391"/>
                </a:lnTo>
                <a:lnTo>
                  <a:pt x="16324" y="9170"/>
                </a:lnTo>
                <a:lnTo>
                  <a:pt x="16324" y="9097"/>
                </a:lnTo>
                <a:lnTo>
                  <a:pt x="16580" y="8804"/>
                </a:lnTo>
                <a:close/>
                <a:moveTo>
                  <a:pt x="16067" y="9391"/>
                </a:moveTo>
                <a:lnTo>
                  <a:pt x="16067" y="9684"/>
                </a:lnTo>
                <a:lnTo>
                  <a:pt x="16103" y="9794"/>
                </a:lnTo>
                <a:lnTo>
                  <a:pt x="16177" y="9941"/>
                </a:lnTo>
                <a:lnTo>
                  <a:pt x="15993" y="10161"/>
                </a:lnTo>
                <a:lnTo>
                  <a:pt x="15920" y="10308"/>
                </a:lnTo>
                <a:lnTo>
                  <a:pt x="15957" y="9867"/>
                </a:lnTo>
                <a:lnTo>
                  <a:pt x="15920" y="9794"/>
                </a:lnTo>
                <a:lnTo>
                  <a:pt x="15847" y="9757"/>
                </a:lnTo>
                <a:lnTo>
                  <a:pt x="15810" y="9721"/>
                </a:lnTo>
                <a:lnTo>
                  <a:pt x="16067" y="9391"/>
                </a:lnTo>
                <a:close/>
                <a:moveTo>
                  <a:pt x="9611" y="2348"/>
                </a:moveTo>
                <a:lnTo>
                  <a:pt x="9574" y="2421"/>
                </a:lnTo>
                <a:lnTo>
                  <a:pt x="9134" y="2861"/>
                </a:lnTo>
                <a:lnTo>
                  <a:pt x="8767" y="3375"/>
                </a:lnTo>
                <a:lnTo>
                  <a:pt x="7997" y="4365"/>
                </a:lnTo>
                <a:lnTo>
                  <a:pt x="7630" y="4879"/>
                </a:lnTo>
                <a:lnTo>
                  <a:pt x="7227" y="5356"/>
                </a:lnTo>
                <a:lnTo>
                  <a:pt x="6823" y="5832"/>
                </a:lnTo>
                <a:lnTo>
                  <a:pt x="6346" y="6273"/>
                </a:lnTo>
                <a:lnTo>
                  <a:pt x="6273" y="6346"/>
                </a:lnTo>
                <a:lnTo>
                  <a:pt x="6273" y="6456"/>
                </a:lnTo>
                <a:lnTo>
                  <a:pt x="6236" y="6456"/>
                </a:lnTo>
                <a:lnTo>
                  <a:pt x="6163" y="6493"/>
                </a:lnTo>
                <a:lnTo>
                  <a:pt x="6163" y="6566"/>
                </a:lnTo>
                <a:lnTo>
                  <a:pt x="6199" y="6603"/>
                </a:lnTo>
                <a:lnTo>
                  <a:pt x="6309" y="6786"/>
                </a:lnTo>
                <a:lnTo>
                  <a:pt x="6493" y="6970"/>
                </a:lnTo>
                <a:lnTo>
                  <a:pt x="6823" y="7263"/>
                </a:lnTo>
                <a:lnTo>
                  <a:pt x="7593" y="7813"/>
                </a:lnTo>
                <a:lnTo>
                  <a:pt x="8437" y="8363"/>
                </a:lnTo>
                <a:lnTo>
                  <a:pt x="8620" y="8510"/>
                </a:lnTo>
                <a:lnTo>
                  <a:pt x="8767" y="8694"/>
                </a:lnTo>
                <a:lnTo>
                  <a:pt x="9061" y="9060"/>
                </a:lnTo>
                <a:lnTo>
                  <a:pt x="9207" y="9207"/>
                </a:lnTo>
                <a:lnTo>
                  <a:pt x="9391" y="9354"/>
                </a:lnTo>
                <a:lnTo>
                  <a:pt x="9758" y="9574"/>
                </a:lnTo>
                <a:lnTo>
                  <a:pt x="10638" y="10161"/>
                </a:lnTo>
                <a:lnTo>
                  <a:pt x="11482" y="10784"/>
                </a:lnTo>
                <a:lnTo>
                  <a:pt x="12289" y="11408"/>
                </a:lnTo>
                <a:lnTo>
                  <a:pt x="12362" y="11445"/>
                </a:lnTo>
                <a:lnTo>
                  <a:pt x="12472" y="11445"/>
                </a:lnTo>
                <a:lnTo>
                  <a:pt x="12545" y="11408"/>
                </a:lnTo>
                <a:lnTo>
                  <a:pt x="12582" y="11371"/>
                </a:lnTo>
                <a:lnTo>
                  <a:pt x="12619" y="11298"/>
                </a:lnTo>
                <a:lnTo>
                  <a:pt x="12655" y="11188"/>
                </a:lnTo>
                <a:lnTo>
                  <a:pt x="12619" y="11115"/>
                </a:lnTo>
                <a:lnTo>
                  <a:pt x="12545" y="11041"/>
                </a:lnTo>
                <a:lnTo>
                  <a:pt x="11775" y="10418"/>
                </a:lnTo>
                <a:lnTo>
                  <a:pt x="11812" y="10381"/>
                </a:lnTo>
                <a:lnTo>
                  <a:pt x="11922" y="10198"/>
                </a:lnTo>
                <a:lnTo>
                  <a:pt x="11995" y="10014"/>
                </a:lnTo>
                <a:lnTo>
                  <a:pt x="11995" y="9941"/>
                </a:lnTo>
                <a:lnTo>
                  <a:pt x="11958" y="9904"/>
                </a:lnTo>
                <a:lnTo>
                  <a:pt x="11885" y="9904"/>
                </a:lnTo>
                <a:lnTo>
                  <a:pt x="11738" y="10051"/>
                </a:lnTo>
                <a:lnTo>
                  <a:pt x="11592" y="10234"/>
                </a:lnTo>
                <a:lnTo>
                  <a:pt x="11555" y="10271"/>
                </a:lnTo>
                <a:lnTo>
                  <a:pt x="11005" y="9867"/>
                </a:lnTo>
                <a:lnTo>
                  <a:pt x="10821" y="9757"/>
                </a:lnTo>
                <a:lnTo>
                  <a:pt x="10858" y="9684"/>
                </a:lnTo>
                <a:lnTo>
                  <a:pt x="10895" y="9611"/>
                </a:lnTo>
                <a:lnTo>
                  <a:pt x="11041" y="9464"/>
                </a:lnTo>
                <a:lnTo>
                  <a:pt x="11078" y="9427"/>
                </a:lnTo>
                <a:lnTo>
                  <a:pt x="11078" y="9354"/>
                </a:lnTo>
                <a:lnTo>
                  <a:pt x="11078" y="9317"/>
                </a:lnTo>
                <a:lnTo>
                  <a:pt x="11005" y="9281"/>
                </a:lnTo>
                <a:lnTo>
                  <a:pt x="10968" y="9317"/>
                </a:lnTo>
                <a:lnTo>
                  <a:pt x="10895" y="9281"/>
                </a:lnTo>
                <a:lnTo>
                  <a:pt x="10821" y="9317"/>
                </a:lnTo>
                <a:lnTo>
                  <a:pt x="10711" y="9427"/>
                </a:lnTo>
                <a:lnTo>
                  <a:pt x="10601" y="9574"/>
                </a:lnTo>
                <a:lnTo>
                  <a:pt x="10124" y="9281"/>
                </a:lnTo>
                <a:lnTo>
                  <a:pt x="10051" y="9207"/>
                </a:lnTo>
                <a:lnTo>
                  <a:pt x="10234" y="8914"/>
                </a:lnTo>
                <a:lnTo>
                  <a:pt x="10234" y="8840"/>
                </a:lnTo>
                <a:lnTo>
                  <a:pt x="10234" y="8804"/>
                </a:lnTo>
                <a:lnTo>
                  <a:pt x="10198" y="8730"/>
                </a:lnTo>
                <a:lnTo>
                  <a:pt x="10088" y="8694"/>
                </a:lnTo>
                <a:lnTo>
                  <a:pt x="10051" y="8730"/>
                </a:lnTo>
                <a:lnTo>
                  <a:pt x="10014" y="8767"/>
                </a:lnTo>
                <a:lnTo>
                  <a:pt x="9758" y="9060"/>
                </a:lnTo>
                <a:lnTo>
                  <a:pt x="9537" y="8877"/>
                </a:lnTo>
                <a:lnTo>
                  <a:pt x="9354" y="8694"/>
                </a:lnTo>
                <a:lnTo>
                  <a:pt x="9134" y="8437"/>
                </a:lnTo>
                <a:lnTo>
                  <a:pt x="9207" y="8327"/>
                </a:lnTo>
                <a:lnTo>
                  <a:pt x="9281" y="8217"/>
                </a:lnTo>
                <a:lnTo>
                  <a:pt x="9354" y="7960"/>
                </a:lnTo>
                <a:lnTo>
                  <a:pt x="9354" y="7887"/>
                </a:lnTo>
                <a:lnTo>
                  <a:pt x="9317" y="7850"/>
                </a:lnTo>
                <a:lnTo>
                  <a:pt x="9244" y="7850"/>
                </a:lnTo>
                <a:lnTo>
                  <a:pt x="9171" y="7887"/>
                </a:lnTo>
                <a:lnTo>
                  <a:pt x="8987" y="8107"/>
                </a:lnTo>
                <a:lnTo>
                  <a:pt x="8951" y="8180"/>
                </a:lnTo>
                <a:lnTo>
                  <a:pt x="8767" y="8033"/>
                </a:lnTo>
                <a:lnTo>
                  <a:pt x="8327" y="7740"/>
                </a:lnTo>
                <a:lnTo>
                  <a:pt x="8364" y="7446"/>
                </a:lnTo>
                <a:lnTo>
                  <a:pt x="8364" y="7410"/>
                </a:lnTo>
                <a:lnTo>
                  <a:pt x="8327" y="7336"/>
                </a:lnTo>
                <a:lnTo>
                  <a:pt x="8290" y="7300"/>
                </a:lnTo>
                <a:lnTo>
                  <a:pt x="8180" y="7300"/>
                </a:lnTo>
                <a:lnTo>
                  <a:pt x="8107" y="7336"/>
                </a:lnTo>
                <a:lnTo>
                  <a:pt x="8070" y="7446"/>
                </a:lnTo>
                <a:lnTo>
                  <a:pt x="8034" y="7556"/>
                </a:lnTo>
                <a:lnTo>
                  <a:pt x="7960" y="7520"/>
                </a:lnTo>
                <a:lnTo>
                  <a:pt x="7410" y="7116"/>
                </a:lnTo>
                <a:lnTo>
                  <a:pt x="7447" y="7080"/>
                </a:lnTo>
                <a:lnTo>
                  <a:pt x="7520" y="6970"/>
                </a:lnTo>
                <a:lnTo>
                  <a:pt x="7520" y="6896"/>
                </a:lnTo>
                <a:lnTo>
                  <a:pt x="7520" y="6860"/>
                </a:lnTo>
                <a:lnTo>
                  <a:pt x="7557" y="6750"/>
                </a:lnTo>
                <a:lnTo>
                  <a:pt x="7520" y="6713"/>
                </a:lnTo>
                <a:lnTo>
                  <a:pt x="7483" y="6713"/>
                </a:lnTo>
                <a:lnTo>
                  <a:pt x="7410" y="6750"/>
                </a:lnTo>
                <a:lnTo>
                  <a:pt x="7337" y="6750"/>
                </a:lnTo>
                <a:lnTo>
                  <a:pt x="7227" y="6823"/>
                </a:lnTo>
                <a:lnTo>
                  <a:pt x="7116" y="6896"/>
                </a:lnTo>
                <a:lnTo>
                  <a:pt x="6640" y="6639"/>
                </a:lnTo>
                <a:lnTo>
                  <a:pt x="6640" y="6603"/>
                </a:lnTo>
                <a:lnTo>
                  <a:pt x="7116" y="6163"/>
                </a:lnTo>
                <a:lnTo>
                  <a:pt x="7557" y="5649"/>
                </a:lnTo>
                <a:lnTo>
                  <a:pt x="7593" y="5722"/>
                </a:lnTo>
                <a:lnTo>
                  <a:pt x="7630" y="5759"/>
                </a:lnTo>
                <a:lnTo>
                  <a:pt x="7740" y="5759"/>
                </a:lnTo>
                <a:lnTo>
                  <a:pt x="8034" y="5576"/>
                </a:lnTo>
                <a:lnTo>
                  <a:pt x="8327" y="5392"/>
                </a:lnTo>
                <a:lnTo>
                  <a:pt x="8620" y="5209"/>
                </a:lnTo>
                <a:lnTo>
                  <a:pt x="8914" y="5025"/>
                </a:lnTo>
                <a:lnTo>
                  <a:pt x="9244" y="4879"/>
                </a:lnTo>
                <a:lnTo>
                  <a:pt x="9574" y="4732"/>
                </a:lnTo>
                <a:lnTo>
                  <a:pt x="9941" y="4659"/>
                </a:lnTo>
                <a:lnTo>
                  <a:pt x="10308" y="4622"/>
                </a:lnTo>
                <a:lnTo>
                  <a:pt x="10491" y="4622"/>
                </a:lnTo>
                <a:lnTo>
                  <a:pt x="10675" y="4659"/>
                </a:lnTo>
                <a:lnTo>
                  <a:pt x="10821" y="4732"/>
                </a:lnTo>
                <a:lnTo>
                  <a:pt x="10931" y="4842"/>
                </a:lnTo>
                <a:lnTo>
                  <a:pt x="11041" y="4989"/>
                </a:lnTo>
                <a:lnTo>
                  <a:pt x="11078" y="5136"/>
                </a:lnTo>
                <a:lnTo>
                  <a:pt x="11151" y="5502"/>
                </a:lnTo>
                <a:lnTo>
                  <a:pt x="11151" y="5906"/>
                </a:lnTo>
                <a:lnTo>
                  <a:pt x="11151" y="6309"/>
                </a:lnTo>
                <a:lnTo>
                  <a:pt x="11151" y="6676"/>
                </a:lnTo>
                <a:lnTo>
                  <a:pt x="11188" y="7006"/>
                </a:lnTo>
                <a:lnTo>
                  <a:pt x="11261" y="7373"/>
                </a:lnTo>
                <a:lnTo>
                  <a:pt x="11445" y="7703"/>
                </a:lnTo>
                <a:lnTo>
                  <a:pt x="11408" y="7813"/>
                </a:lnTo>
                <a:lnTo>
                  <a:pt x="11372" y="7923"/>
                </a:lnTo>
                <a:lnTo>
                  <a:pt x="11372" y="8033"/>
                </a:lnTo>
                <a:lnTo>
                  <a:pt x="11372" y="8143"/>
                </a:lnTo>
                <a:lnTo>
                  <a:pt x="11445" y="8253"/>
                </a:lnTo>
                <a:lnTo>
                  <a:pt x="11482" y="8327"/>
                </a:lnTo>
                <a:lnTo>
                  <a:pt x="11592" y="8400"/>
                </a:lnTo>
                <a:lnTo>
                  <a:pt x="11665" y="8474"/>
                </a:lnTo>
                <a:lnTo>
                  <a:pt x="11775" y="8510"/>
                </a:lnTo>
                <a:lnTo>
                  <a:pt x="12105" y="8510"/>
                </a:lnTo>
                <a:lnTo>
                  <a:pt x="12435" y="8694"/>
                </a:lnTo>
                <a:lnTo>
                  <a:pt x="12765" y="8840"/>
                </a:lnTo>
                <a:lnTo>
                  <a:pt x="13022" y="8877"/>
                </a:lnTo>
                <a:lnTo>
                  <a:pt x="13316" y="8877"/>
                </a:lnTo>
                <a:lnTo>
                  <a:pt x="13646" y="8804"/>
                </a:lnTo>
                <a:lnTo>
                  <a:pt x="13939" y="8694"/>
                </a:lnTo>
                <a:lnTo>
                  <a:pt x="14233" y="8584"/>
                </a:lnTo>
                <a:lnTo>
                  <a:pt x="14489" y="8400"/>
                </a:lnTo>
                <a:lnTo>
                  <a:pt x="14746" y="8217"/>
                </a:lnTo>
                <a:lnTo>
                  <a:pt x="14930" y="8033"/>
                </a:lnTo>
                <a:lnTo>
                  <a:pt x="14966" y="7997"/>
                </a:lnTo>
                <a:lnTo>
                  <a:pt x="14966" y="7923"/>
                </a:lnTo>
                <a:lnTo>
                  <a:pt x="14930" y="7813"/>
                </a:lnTo>
                <a:lnTo>
                  <a:pt x="14820" y="7777"/>
                </a:lnTo>
                <a:lnTo>
                  <a:pt x="14710" y="7777"/>
                </a:lnTo>
                <a:lnTo>
                  <a:pt x="14123" y="8143"/>
                </a:lnTo>
                <a:lnTo>
                  <a:pt x="13829" y="8290"/>
                </a:lnTo>
                <a:lnTo>
                  <a:pt x="13462" y="8400"/>
                </a:lnTo>
                <a:lnTo>
                  <a:pt x="13206" y="8474"/>
                </a:lnTo>
                <a:lnTo>
                  <a:pt x="12912" y="8437"/>
                </a:lnTo>
                <a:lnTo>
                  <a:pt x="12692" y="8363"/>
                </a:lnTo>
                <a:lnTo>
                  <a:pt x="12472" y="8217"/>
                </a:lnTo>
                <a:lnTo>
                  <a:pt x="12545" y="8107"/>
                </a:lnTo>
                <a:lnTo>
                  <a:pt x="12582" y="7960"/>
                </a:lnTo>
                <a:lnTo>
                  <a:pt x="12582" y="7850"/>
                </a:lnTo>
                <a:lnTo>
                  <a:pt x="12545" y="7777"/>
                </a:lnTo>
                <a:lnTo>
                  <a:pt x="12509" y="7740"/>
                </a:lnTo>
                <a:lnTo>
                  <a:pt x="12325" y="7630"/>
                </a:lnTo>
                <a:lnTo>
                  <a:pt x="12142" y="7520"/>
                </a:lnTo>
                <a:lnTo>
                  <a:pt x="11812" y="7520"/>
                </a:lnTo>
                <a:lnTo>
                  <a:pt x="11628" y="7116"/>
                </a:lnTo>
                <a:lnTo>
                  <a:pt x="11518" y="6713"/>
                </a:lnTo>
                <a:lnTo>
                  <a:pt x="11518" y="6346"/>
                </a:lnTo>
                <a:lnTo>
                  <a:pt x="11518" y="6016"/>
                </a:lnTo>
                <a:lnTo>
                  <a:pt x="11555" y="5649"/>
                </a:lnTo>
                <a:lnTo>
                  <a:pt x="11518" y="5282"/>
                </a:lnTo>
                <a:lnTo>
                  <a:pt x="11445" y="4989"/>
                </a:lnTo>
                <a:lnTo>
                  <a:pt x="11335" y="4732"/>
                </a:lnTo>
                <a:lnTo>
                  <a:pt x="11188" y="4549"/>
                </a:lnTo>
                <a:lnTo>
                  <a:pt x="11005" y="4402"/>
                </a:lnTo>
                <a:lnTo>
                  <a:pt x="10785" y="4329"/>
                </a:lnTo>
                <a:lnTo>
                  <a:pt x="10565" y="4255"/>
                </a:lnTo>
                <a:lnTo>
                  <a:pt x="10051" y="4255"/>
                </a:lnTo>
                <a:lnTo>
                  <a:pt x="9758" y="4292"/>
                </a:lnTo>
                <a:lnTo>
                  <a:pt x="9464" y="4365"/>
                </a:lnTo>
                <a:lnTo>
                  <a:pt x="8914" y="4585"/>
                </a:lnTo>
                <a:lnTo>
                  <a:pt x="8400" y="4879"/>
                </a:lnTo>
                <a:lnTo>
                  <a:pt x="7960" y="5209"/>
                </a:lnTo>
                <a:lnTo>
                  <a:pt x="8290" y="4769"/>
                </a:lnTo>
                <a:lnTo>
                  <a:pt x="9061" y="3742"/>
                </a:lnTo>
                <a:lnTo>
                  <a:pt x="9464" y="3191"/>
                </a:lnTo>
                <a:lnTo>
                  <a:pt x="9831" y="2641"/>
                </a:lnTo>
                <a:lnTo>
                  <a:pt x="9868" y="2568"/>
                </a:lnTo>
                <a:lnTo>
                  <a:pt x="9868" y="2531"/>
                </a:lnTo>
                <a:lnTo>
                  <a:pt x="9794" y="2421"/>
                </a:lnTo>
                <a:lnTo>
                  <a:pt x="9721" y="2384"/>
                </a:lnTo>
                <a:lnTo>
                  <a:pt x="9684" y="2348"/>
                </a:lnTo>
                <a:close/>
                <a:moveTo>
                  <a:pt x="15663" y="9867"/>
                </a:moveTo>
                <a:lnTo>
                  <a:pt x="15700" y="9904"/>
                </a:lnTo>
                <a:lnTo>
                  <a:pt x="15627" y="10381"/>
                </a:lnTo>
                <a:lnTo>
                  <a:pt x="15663" y="10418"/>
                </a:lnTo>
                <a:lnTo>
                  <a:pt x="15663" y="10454"/>
                </a:lnTo>
                <a:lnTo>
                  <a:pt x="15773" y="10491"/>
                </a:lnTo>
                <a:lnTo>
                  <a:pt x="15443" y="10895"/>
                </a:lnTo>
                <a:lnTo>
                  <a:pt x="15443" y="10821"/>
                </a:lnTo>
                <a:lnTo>
                  <a:pt x="15333" y="10491"/>
                </a:lnTo>
                <a:lnTo>
                  <a:pt x="15296" y="10454"/>
                </a:lnTo>
                <a:lnTo>
                  <a:pt x="15260" y="10454"/>
                </a:lnTo>
                <a:lnTo>
                  <a:pt x="15223" y="10491"/>
                </a:lnTo>
                <a:lnTo>
                  <a:pt x="15223" y="10528"/>
                </a:lnTo>
                <a:lnTo>
                  <a:pt x="15186" y="10821"/>
                </a:lnTo>
                <a:lnTo>
                  <a:pt x="15186" y="11188"/>
                </a:lnTo>
                <a:lnTo>
                  <a:pt x="15223" y="11225"/>
                </a:lnTo>
                <a:lnTo>
                  <a:pt x="14746" y="11848"/>
                </a:lnTo>
                <a:lnTo>
                  <a:pt x="14746" y="11591"/>
                </a:lnTo>
                <a:lnTo>
                  <a:pt x="14746" y="11371"/>
                </a:lnTo>
                <a:lnTo>
                  <a:pt x="14746" y="11115"/>
                </a:lnTo>
                <a:lnTo>
                  <a:pt x="14710" y="11078"/>
                </a:lnTo>
                <a:lnTo>
                  <a:pt x="15333" y="10308"/>
                </a:lnTo>
                <a:lnTo>
                  <a:pt x="15663" y="9867"/>
                </a:lnTo>
                <a:close/>
                <a:moveTo>
                  <a:pt x="14526" y="11298"/>
                </a:moveTo>
                <a:lnTo>
                  <a:pt x="14453" y="11555"/>
                </a:lnTo>
                <a:lnTo>
                  <a:pt x="14416" y="11775"/>
                </a:lnTo>
                <a:lnTo>
                  <a:pt x="14453" y="11885"/>
                </a:lnTo>
                <a:lnTo>
                  <a:pt x="14489" y="11958"/>
                </a:lnTo>
                <a:lnTo>
                  <a:pt x="14563" y="11995"/>
                </a:lnTo>
                <a:lnTo>
                  <a:pt x="14600" y="11995"/>
                </a:lnTo>
                <a:lnTo>
                  <a:pt x="14123" y="12619"/>
                </a:lnTo>
                <a:lnTo>
                  <a:pt x="14049" y="12655"/>
                </a:lnTo>
                <a:lnTo>
                  <a:pt x="14049" y="12362"/>
                </a:lnTo>
                <a:lnTo>
                  <a:pt x="14049" y="12142"/>
                </a:lnTo>
                <a:lnTo>
                  <a:pt x="14049" y="12032"/>
                </a:lnTo>
                <a:lnTo>
                  <a:pt x="14013" y="11922"/>
                </a:lnTo>
                <a:lnTo>
                  <a:pt x="14526" y="11298"/>
                </a:lnTo>
                <a:close/>
                <a:moveTo>
                  <a:pt x="4806" y="7997"/>
                </a:moveTo>
                <a:lnTo>
                  <a:pt x="4769" y="8033"/>
                </a:lnTo>
                <a:lnTo>
                  <a:pt x="4769" y="8070"/>
                </a:lnTo>
                <a:lnTo>
                  <a:pt x="4952" y="8217"/>
                </a:lnTo>
                <a:lnTo>
                  <a:pt x="5099" y="8327"/>
                </a:lnTo>
                <a:lnTo>
                  <a:pt x="5576" y="8584"/>
                </a:lnTo>
                <a:lnTo>
                  <a:pt x="6126" y="8840"/>
                </a:lnTo>
                <a:lnTo>
                  <a:pt x="6640" y="9134"/>
                </a:lnTo>
                <a:lnTo>
                  <a:pt x="7116" y="9501"/>
                </a:lnTo>
                <a:lnTo>
                  <a:pt x="7557" y="9831"/>
                </a:lnTo>
                <a:lnTo>
                  <a:pt x="8437" y="10638"/>
                </a:lnTo>
                <a:lnTo>
                  <a:pt x="9244" y="11371"/>
                </a:lnTo>
                <a:lnTo>
                  <a:pt x="10088" y="12105"/>
                </a:lnTo>
                <a:lnTo>
                  <a:pt x="10344" y="12325"/>
                </a:lnTo>
                <a:lnTo>
                  <a:pt x="10748" y="12655"/>
                </a:lnTo>
                <a:lnTo>
                  <a:pt x="10931" y="12765"/>
                </a:lnTo>
                <a:lnTo>
                  <a:pt x="11115" y="12839"/>
                </a:lnTo>
                <a:lnTo>
                  <a:pt x="11225" y="12839"/>
                </a:lnTo>
                <a:lnTo>
                  <a:pt x="11298" y="12802"/>
                </a:lnTo>
                <a:lnTo>
                  <a:pt x="11335" y="12765"/>
                </a:lnTo>
                <a:lnTo>
                  <a:pt x="11372" y="12692"/>
                </a:lnTo>
                <a:lnTo>
                  <a:pt x="11372" y="12582"/>
                </a:lnTo>
                <a:lnTo>
                  <a:pt x="11335" y="12472"/>
                </a:lnTo>
                <a:lnTo>
                  <a:pt x="11151" y="12325"/>
                </a:lnTo>
                <a:lnTo>
                  <a:pt x="10711" y="11995"/>
                </a:lnTo>
                <a:lnTo>
                  <a:pt x="10271" y="11628"/>
                </a:lnTo>
                <a:lnTo>
                  <a:pt x="9391" y="10858"/>
                </a:lnTo>
                <a:lnTo>
                  <a:pt x="8547" y="10051"/>
                </a:lnTo>
                <a:lnTo>
                  <a:pt x="8107" y="9684"/>
                </a:lnTo>
                <a:lnTo>
                  <a:pt x="7703" y="9354"/>
                </a:lnTo>
                <a:lnTo>
                  <a:pt x="7227" y="9024"/>
                </a:lnTo>
                <a:lnTo>
                  <a:pt x="6786" y="8694"/>
                </a:lnTo>
                <a:lnTo>
                  <a:pt x="6309" y="8437"/>
                </a:lnTo>
                <a:lnTo>
                  <a:pt x="5833" y="8217"/>
                </a:lnTo>
                <a:lnTo>
                  <a:pt x="5356" y="8033"/>
                </a:lnTo>
                <a:lnTo>
                  <a:pt x="5209" y="7997"/>
                </a:lnTo>
                <a:close/>
                <a:moveTo>
                  <a:pt x="954" y="12582"/>
                </a:moveTo>
                <a:lnTo>
                  <a:pt x="1101" y="12692"/>
                </a:lnTo>
                <a:lnTo>
                  <a:pt x="1064" y="12765"/>
                </a:lnTo>
                <a:lnTo>
                  <a:pt x="1064" y="12839"/>
                </a:lnTo>
                <a:lnTo>
                  <a:pt x="1064" y="12875"/>
                </a:lnTo>
                <a:lnTo>
                  <a:pt x="1101" y="12839"/>
                </a:lnTo>
                <a:lnTo>
                  <a:pt x="1211" y="12912"/>
                </a:lnTo>
                <a:lnTo>
                  <a:pt x="1247" y="12985"/>
                </a:lnTo>
                <a:lnTo>
                  <a:pt x="1247" y="13059"/>
                </a:lnTo>
                <a:lnTo>
                  <a:pt x="1284" y="13242"/>
                </a:lnTo>
                <a:lnTo>
                  <a:pt x="991" y="13095"/>
                </a:lnTo>
                <a:lnTo>
                  <a:pt x="844" y="13059"/>
                </a:lnTo>
                <a:lnTo>
                  <a:pt x="697" y="13022"/>
                </a:lnTo>
                <a:lnTo>
                  <a:pt x="844" y="12765"/>
                </a:lnTo>
                <a:lnTo>
                  <a:pt x="954" y="12582"/>
                </a:lnTo>
                <a:close/>
                <a:moveTo>
                  <a:pt x="2715" y="10858"/>
                </a:moveTo>
                <a:lnTo>
                  <a:pt x="2641" y="10931"/>
                </a:lnTo>
                <a:lnTo>
                  <a:pt x="2641" y="10968"/>
                </a:lnTo>
                <a:lnTo>
                  <a:pt x="2788" y="11151"/>
                </a:lnTo>
                <a:lnTo>
                  <a:pt x="2935" y="11261"/>
                </a:lnTo>
                <a:lnTo>
                  <a:pt x="3302" y="11445"/>
                </a:lnTo>
                <a:lnTo>
                  <a:pt x="3778" y="11775"/>
                </a:lnTo>
                <a:lnTo>
                  <a:pt x="4255" y="12105"/>
                </a:lnTo>
                <a:lnTo>
                  <a:pt x="5099" y="12765"/>
                </a:lnTo>
                <a:lnTo>
                  <a:pt x="5539" y="13095"/>
                </a:lnTo>
                <a:lnTo>
                  <a:pt x="5759" y="13242"/>
                </a:lnTo>
                <a:lnTo>
                  <a:pt x="5869" y="13279"/>
                </a:lnTo>
                <a:lnTo>
                  <a:pt x="6053" y="13279"/>
                </a:lnTo>
                <a:lnTo>
                  <a:pt x="6126" y="13242"/>
                </a:lnTo>
                <a:lnTo>
                  <a:pt x="6163" y="13169"/>
                </a:lnTo>
                <a:lnTo>
                  <a:pt x="6126" y="13059"/>
                </a:lnTo>
                <a:lnTo>
                  <a:pt x="6089" y="12985"/>
                </a:lnTo>
                <a:lnTo>
                  <a:pt x="6016" y="12875"/>
                </a:lnTo>
                <a:lnTo>
                  <a:pt x="5869" y="12729"/>
                </a:lnTo>
                <a:lnTo>
                  <a:pt x="5502" y="12472"/>
                </a:lnTo>
                <a:lnTo>
                  <a:pt x="4512" y="11738"/>
                </a:lnTo>
                <a:lnTo>
                  <a:pt x="4035" y="11408"/>
                </a:lnTo>
                <a:lnTo>
                  <a:pt x="3522" y="11078"/>
                </a:lnTo>
                <a:lnTo>
                  <a:pt x="3338" y="11005"/>
                </a:lnTo>
                <a:lnTo>
                  <a:pt x="3118" y="10895"/>
                </a:lnTo>
                <a:lnTo>
                  <a:pt x="2935" y="10858"/>
                </a:lnTo>
                <a:close/>
                <a:moveTo>
                  <a:pt x="13756" y="12252"/>
                </a:moveTo>
                <a:lnTo>
                  <a:pt x="13719" y="12362"/>
                </a:lnTo>
                <a:lnTo>
                  <a:pt x="13719" y="12619"/>
                </a:lnTo>
                <a:lnTo>
                  <a:pt x="13719" y="12912"/>
                </a:lnTo>
                <a:lnTo>
                  <a:pt x="13756" y="12985"/>
                </a:lnTo>
                <a:lnTo>
                  <a:pt x="13793" y="13022"/>
                </a:lnTo>
                <a:lnTo>
                  <a:pt x="13719" y="13095"/>
                </a:lnTo>
                <a:lnTo>
                  <a:pt x="13389" y="13536"/>
                </a:lnTo>
                <a:lnTo>
                  <a:pt x="13426" y="13132"/>
                </a:lnTo>
                <a:lnTo>
                  <a:pt x="13462" y="12912"/>
                </a:lnTo>
                <a:lnTo>
                  <a:pt x="13462" y="12765"/>
                </a:lnTo>
                <a:lnTo>
                  <a:pt x="13426" y="12655"/>
                </a:lnTo>
                <a:lnTo>
                  <a:pt x="13756" y="12252"/>
                </a:lnTo>
                <a:close/>
                <a:moveTo>
                  <a:pt x="4402" y="8694"/>
                </a:moveTo>
                <a:lnTo>
                  <a:pt x="4329" y="8730"/>
                </a:lnTo>
                <a:lnTo>
                  <a:pt x="4255" y="8804"/>
                </a:lnTo>
                <a:lnTo>
                  <a:pt x="4255" y="8877"/>
                </a:lnTo>
                <a:lnTo>
                  <a:pt x="4255" y="8987"/>
                </a:lnTo>
                <a:lnTo>
                  <a:pt x="4292" y="9060"/>
                </a:lnTo>
                <a:lnTo>
                  <a:pt x="4365" y="9134"/>
                </a:lnTo>
                <a:lnTo>
                  <a:pt x="4512" y="9207"/>
                </a:lnTo>
                <a:lnTo>
                  <a:pt x="4842" y="9354"/>
                </a:lnTo>
                <a:lnTo>
                  <a:pt x="5136" y="9501"/>
                </a:lnTo>
                <a:lnTo>
                  <a:pt x="5392" y="9647"/>
                </a:lnTo>
                <a:lnTo>
                  <a:pt x="5869" y="10014"/>
                </a:lnTo>
                <a:lnTo>
                  <a:pt x="6346" y="10418"/>
                </a:lnTo>
                <a:lnTo>
                  <a:pt x="6786" y="10858"/>
                </a:lnTo>
                <a:lnTo>
                  <a:pt x="8584" y="12398"/>
                </a:lnTo>
                <a:lnTo>
                  <a:pt x="9501" y="13169"/>
                </a:lnTo>
                <a:lnTo>
                  <a:pt x="9721" y="13315"/>
                </a:lnTo>
                <a:lnTo>
                  <a:pt x="9941" y="13462"/>
                </a:lnTo>
                <a:lnTo>
                  <a:pt x="10161" y="13572"/>
                </a:lnTo>
                <a:lnTo>
                  <a:pt x="10271" y="13609"/>
                </a:lnTo>
                <a:lnTo>
                  <a:pt x="10381" y="13609"/>
                </a:lnTo>
                <a:lnTo>
                  <a:pt x="10454" y="13572"/>
                </a:lnTo>
                <a:lnTo>
                  <a:pt x="10491" y="13536"/>
                </a:lnTo>
                <a:lnTo>
                  <a:pt x="10528" y="13462"/>
                </a:lnTo>
                <a:lnTo>
                  <a:pt x="10491" y="13389"/>
                </a:lnTo>
                <a:lnTo>
                  <a:pt x="10418" y="13242"/>
                </a:lnTo>
                <a:lnTo>
                  <a:pt x="10271" y="13132"/>
                </a:lnTo>
                <a:lnTo>
                  <a:pt x="9978" y="12949"/>
                </a:lnTo>
                <a:lnTo>
                  <a:pt x="9537" y="12619"/>
                </a:lnTo>
                <a:lnTo>
                  <a:pt x="9134" y="12288"/>
                </a:lnTo>
                <a:lnTo>
                  <a:pt x="7557" y="10931"/>
                </a:lnTo>
                <a:lnTo>
                  <a:pt x="6823" y="10271"/>
                </a:lnTo>
                <a:lnTo>
                  <a:pt x="6089" y="9647"/>
                </a:lnTo>
                <a:lnTo>
                  <a:pt x="5686" y="9354"/>
                </a:lnTo>
                <a:lnTo>
                  <a:pt x="5246" y="9097"/>
                </a:lnTo>
                <a:lnTo>
                  <a:pt x="4769" y="8950"/>
                </a:lnTo>
                <a:lnTo>
                  <a:pt x="4549" y="8840"/>
                </a:lnTo>
                <a:lnTo>
                  <a:pt x="4475" y="8767"/>
                </a:lnTo>
                <a:lnTo>
                  <a:pt x="4439" y="8694"/>
                </a:lnTo>
                <a:close/>
                <a:moveTo>
                  <a:pt x="1541" y="13022"/>
                </a:moveTo>
                <a:lnTo>
                  <a:pt x="2091" y="13389"/>
                </a:lnTo>
                <a:lnTo>
                  <a:pt x="2091" y="13572"/>
                </a:lnTo>
                <a:lnTo>
                  <a:pt x="2126" y="13749"/>
                </a:lnTo>
                <a:lnTo>
                  <a:pt x="1504" y="13389"/>
                </a:lnTo>
                <a:lnTo>
                  <a:pt x="1578" y="13352"/>
                </a:lnTo>
                <a:lnTo>
                  <a:pt x="1614" y="13315"/>
                </a:lnTo>
                <a:lnTo>
                  <a:pt x="1614" y="13279"/>
                </a:lnTo>
                <a:lnTo>
                  <a:pt x="1614" y="13205"/>
                </a:lnTo>
                <a:lnTo>
                  <a:pt x="1541" y="13095"/>
                </a:lnTo>
                <a:lnTo>
                  <a:pt x="1541" y="13022"/>
                </a:lnTo>
                <a:close/>
                <a:moveTo>
                  <a:pt x="13206" y="12949"/>
                </a:moveTo>
                <a:lnTo>
                  <a:pt x="13169" y="13022"/>
                </a:lnTo>
                <a:lnTo>
                  <a:pt x="13059" y="13756"/>
                </a:lnTo>
                <a:lnTo>
                  <a:pt x="13059" y="13829"/>
                </a:lnTo>
                <a:lnTo>
                  <a:pt x="13096" y="13866"/>
                </a:lnTo>
                <a:lnTo>
                  <a:pt x="12912" y="14086"/>
                </a:lnTo>
                <a:lnTo>
                  <a:pt x="12912" y="13719"/>
                </a:lnTo>
                <a:lnTo>
                  <a:pt x="12875" y="13352"/>
                </a:lnTo>
                <a:lnTo>
                  <a:pt x="13206" y="12949"/>
                </a:lnTo>
                <a:close/>
                <a:moveTo>
                  <a:pt x="2458" y="13646"/>
                </a:moveTo>
                <a:lnTo>
                  <a:pt x="2641" y="13792"/>
                </a:lnTo>
                <a:lnTo>
                  <a:pt x="2788" y="13902"/>
                </a:lnTo>
                <a:lnTo>
                  <a:pt x="2788" y="14086"/>
                </a:lnTo>
                <a:lnTo>
                  <a:pt x="2825" y="14233"/>
                </a:lnTo>
                <a:lnTo>
                  <a:pt x="2605" y="14086"/>
                </a:lnTo>
                <a:lnTo>
                  <a:pt x="2385" y="13939"/>
                </a:lnTo>
                <a:lnTo>
                  <a:pt x="2495" y="13939"/>
                </a:lnTo>
                <a:lnTo>
                  <a:pt x="2568" y="13866"/>
                </a:lnTo>
                <a:lnTo>
                  <a:pt x="2568" y="13829"/>
                </a:lnTo>
                <a:lnTo>
                  <a:pt x="2568" y="13756"/>
                </a:lnTo>
                <a:lnTo>
                  <a:pt x="2458" y="13646"/>
                </a:lnTo>
                <a:close/>
                <a:moveTo>
                  <a:pt x="3595" y="9794"/>
                </a:moveTo>
                <a:lnTo>
                  <a:pt x="3558" y="9831"/>
                </a:lnTo>
                <a:lnTo>
                  <a:pt x="3522" y="9867"/>
                </a:lnTo>
                <a:lnTo>
                  <a:pt x="3558" y="9977"/>
                </a:lnTo>
                <a:lnTo>
                  <a:pt x="3595" y="10088"/>
                </a:lnTo>
                <a:lnTo>
                  <a:pt x="3815" y="10234"/>
                </a:lnTo>
                <a:lnTo>
                  <a:pt x="4659" y="10821"/>
                </a:lnTo>
                <a:lnTo>
                  <a:pt x="5466" y="11518"/>
                </a:lnTo>
                <a:lnTo>
                  <a:pt x="6236" y="12178"/>
                </a:lnTo>
                <a:lnTo>
                  <a:pt x="7080" y="12839"/>
                </a:lnTo>
                <a:lnTo>
                  <a:pt x="7923" y="13462"/>
                </a:lnTo>
                <a:lnTo>
                  <a:pt x="8730" y="14049"/>
                </a:lnTo>
                <a:lnTo>
                  <a:pt x="9134" y="14343"/>
                </a:lnTo>
                <a:lnTo>
                  <a:pt x="9574" y="14563"/>
                </a:lnTo>
                <a:lnTo>
                  <a:pt x="9684" y="14563"/>
                </a:lnTo>
                <a:lnTo>
                  <a:pt x="9794" y="14526"/>
                </a:lnTo>
                <a:lnTo>
                  <a:pt x="9868" y="14453"/>
                </a:lnTo>
                <a:lnTo>
                  <a:pt x="9904" y="14416"/>
                </a:lnTo>
                <a:lnTo>
                  <a:pt x="9904" y="14379"/>
                </a:lnTo>
                <a:lnTo>
                  <a:pt x="9904" y="14306"/>
                </a:lnTo>
                <a:lnTo>
                  <a:pt x="9868" y="14269"/>
                </a:lnTo>
                <a:lnTo>
                  <a:pt x="9794" y="14196"/>
                </a:lnTo>
                <a:lnTo>
                  <a:pt x="9721" y="14159"/>
                </a:lnTo>
                <a:lnTo>
                  <a:pt x="9501" y="14012"/>
                </a:lnTo>
                <a:lnTo>
                  <a:pt x="9281" y="13866"/>
                </a:lnTo>
                <a:lnTo>
                  <a:pt x="8290" y="13205"/>
                </a:lnTo>
                <a:lnTo>
                  <a:pt x="7373" y="12508"/>
                </a:lnTo>
                <a:lnTo>
                  <a:pt x="6493" y="11812"/>
                </a:lnTo>
                <a:lnTo>
                  <a:pt x="5649" y="11115"/>
                </a:lnTo>
                <a:lnTo>
                  <a:pt x="4769" y="10418"/>
                </a:lnTo>
                <a:lnTo>
                  <a:pt x="4549" y="10234"/>
                </a:lnTo>
                <a:lnTo>
                  <a:pt x="4145" y="9977"/>
                </a:lnTo>
                <a:lnTo>
                  <a:pt x="3925" y="9867"/>
                </a:lnTo>
                <a:lnTo>
                  <a:pt x="3742" y="9794"/>
                </a:lnTo>
                <a:close/>
                <a:moveTo>
                  <a:pt x="3155" y="14122"/>
                </a:moveTo>
                <a:lnTo>
                  <a:pt x="3778" y="14563"/>
                </a:lnTo>
                <a:lnTo>
                  <a:pt x="3742" y="14746"/>
                </a:lnTo>
                <a:lnTo>
                  <a:pt x="3742" y="14856"/>
                </a:lnTo>
                <a:lnTo>
                  <a:pt x="3338" y="14563"/>
                </a:lnTo>
                <a:lnTo>
                  <a:pt x="3338" y="14489"/>
                </a:lnTo>
                <a:lnTo>
                  <a:pt x="3302" y="14416"/>
                </a:lnTo>
                <a:lnTo>
                  <a:pt x="3192" y="14269"/>
                </a:lnTo>
                <a:lnTo>
                  <a:pt x="3155" y="14122"/>
                </a:lnTo>
                <a:close/>
                <a:moveTo>
                  <a:pt x="12692" y="13536"/>
                </a:moveTo>
                <a:lnTo>
                  <a:pt x="12619" y="13976"/>
                </a:lnTo>
                <a:lnTo>
                  <a:pt x="12582" y="14416"/>
                </a:lnTo>
                <a:lnTo>
                  <a:pt x="12582" y="14489"/>
                </a:lnTo>
                <a:lnTo>
                  <a:pt x="12142" y="15040"/>
                </a:lnTo>
                <a:lnTo>
                  <a:pt x="12142" y="14893"/>
                </a:lnTo>
                <a:lnTo>
                  <a:pt x="12142" y="14563"/>
                </a:lnTo>
                <a:lnTo>
                  <a:pt x="12105" y="14269"/>
                </a:lnTo>
                <a:lnTo>
                  <a:pt x="12692" y="13536"/>
                </a:lnTo>
                <a:close/>
                <a:moveTo>
                  <a:pt x="4035" y="14746"/>
                </a:moveTo>
                <a:lnTo>
                  <a:pt x="4402" y="15003"/>
                </a:lnTo>
                <a:lnTo>
                  <a:pt x="4402" y="15040"/>
                </a:lnTo>
                <a:lnTo>
                  <a:pt x="4402" y="15150"/>
                </a:lnTo>
                <a:lnTo>
                  <a:pt x="4439" y="15223"/>
                </a:lnTo>
                <a:lnTo>
                  <a:pt x="4549" y="15370"/>
                </a:lnTo>
                <a:lnTo>
                  <a:pt x="4659" y="15553"/>
                </a:lnTo>
                <a:lnTo>
                  <a:pt x="4255" y="15223"/>
                </a:lnTo>
                <a:lnTo>
                  <a:pt x="4255" y="15150"/>
                </a:lnTo>
                <a:lnTo>
                  <a:pt x="4219" y="15076"/>
                </a:lnTo>
                <a:lnTo>
                  <a:pt x="4109" y="14966"/>
                </a:lnTo>
                <a:lnTo>
                  <a:pt x="4035" y="14856"/>
                </a:lnTo>
                <a:lnTo>
                  <a:pt x="4035" y="14746"/>
                </a:lnTo>
                <a:close/>
                <a:moveTo>
                  <a:pt x="11922" y="14489"/>
                </a:moveTo>
                <a:lnTo>
                  <a:pt x="11885" y="14856"/>
                </a:lnTo>
                <a:lnTo>
                  <a:pt x="11848" y="15113"/>
                </a:lnTo>
                <a:lnTo>
                  <a:pt x="11848" y="15260"/>
                </a:lnTo>
                <a:lnTo>
                  <a:pt x="11848" y="15370"/>
                </a:lnTo>
                <a:lnTo>
                  <a:pt x="11555" y="15700"/>
                </a:lnTo>
                <a:lnTo>
                  <a:pt x="11592" y="15480"/>
                </a:lnTo>
                <a:lnTo>
                  <a:pt x="11555" y="15223"/>
                </a:lnTo>
                <a:lnTo>
                  <a:pt x="11555" y="15150"/>
                </a:lnTo>
                <a:lnTo>
                  <a:pt x="11482" y="15113"/>
                </a:lnTo>
                <a:lnTo>
                  <a:pt x="11445" y="15113"/>
                </a:lnTo>
                <a:lnTo>
                  <a:pt x="11922" y="14489"/>
                </a:lnTo>
                <a:close/>
                <a:moveTo>
                  <a:pt x="4769" y="15223"/>
                </a:moveTo>
                <a:lnTo>
                  <a:pt x="5026" y="15406"/>
                </a:lnTo>
                <a:lnTo>
                  <a:pt x="5576" y="15810"/>
                </a:lnTo>
                <a:lnTo>
                  <a:pt x="5576" y="15883"/>
                </a:lnTo>
                <a:lnTo>
                  <a:pt x="5576" y="16177"/>
                </a:lnTo>
                <a:lnTo>
                  <a:pt x="5576" y="16287"/>
                </a:lnTo>
                <a:lnTo>
                  <a:pt x="4916" y="15773"/>
                </a:lnTo>
                <a:lnTo>
                  <a:pt x="4952" y="15663"/>
                </a:lnTo>
                <a:lnTo>
                  <a:pt x="4952" y="15553"/>
                </a:lnTo>
                <a:lnTo>
                  <a:pt x="4916" y="15480"/>
                </a:lnTo>
                <a:lnTo>
                  <a:pt x="4879" y="15370"/>
                </a:lnTo>
                <a:lnTo>
                  <a:pt x="4769" y="15223"/>
                </a:lnTo>
                <a:close/>
                <a:moveTo>
                  <a:pt x="5833" y="15993"/>
                </a:moveTo>
                <a:lnTo>
                  <a:pt x="6456" y="16507"/>
                </a:lnTo>
                <a:lnTo>
                  <a:pt x="6420" y="16580"/>
                </a:lnTo>
                <a:lnTo>
                  <a:pt x="6383" y="16690"/>
                </a:lnTo>
                <a:lnTo>
                  <a:pt x="6346" y="16874"/>
                </a:lnTo>
                <a:lnTo>
                  <a:pt x="5869" y="16507"/>
                </a:lnTo>
                <a:lnTo>
                  <a:pt x="5869" y="16323"/>
                </a:lnTo>
                <a:lnTo>
                  <a:pt x="5869" y="16140"/>
                </a:lnTo>
                <a:lnTo>
                  <a:pt x="5833" y="15993"/>
                </a:lnTo>
                <a:close/>
                <a:moveTo>
                  <a:pt x="11298" y="15260"/>
                </a:moveTo>
                <a:lnTo>
                  <a:pt x="11298" y="15443"/>
                </a:lnTo>
                <a:lnTo>
                  <a:pt x="11225" y="15957"/>
                </a:lnTo>
                <a:lnTo>
                  <a:pt x="11225" y="16030"/>
                </a:lnTo>
                <a:lnTo>
                  <a:pt x="11261" y="16067"/>
                </a:lnTo>
                <a:lnTo>
                  <a:pt x="10088" y="17387"/>
                </a:lnTo>
                <a:lnTo>
                  <a:pt x="10088" y="17130"/>
                </a:lnTo>
                <a:lnTo>
                  <a:pt x="10088" y="16984"/>
                </a:lnTo>
                <a:lnTo>
                  <a:pt x="10308" y="16653"/>
                </a:lnTo>
                <a:lnTo>
                  <a:pt x="10821" y="15920"/>
                </a:lnTo>
                <a:lnTo>
                  <a:pt x="10785" y="16067"/>
                </a:lnTo>
                <a:lnTo>
                  <a:pt x="10711" y="16287"/>
                </a:lnTo>
                <a:lnTo>
                  <a:pt x="10711" y="16397"/>
                </a:lnTo>
                <a:lnTo>
                  <a:pt x="10711" y="16507"/>
                </a:lnTo>
                <a:lnTo>
                  <a:pt x="10748" y="16543"/>
                </a:lnTo>
                <a:lnTo>
                  <a:pt x="10785" y="16543"/>
                </a:lnTo>
                <a:lnTo>
                  <a:pt x="10895" y="16470"/>
                </a:lnTo>
                <a:lnTo>
                  <a:pt x="10968" y="16360"/>
                </a:lnTo>
                <a:lnTo>
                  <a:pt x="11005" y="16103"/>
                </a:lnTo>
                <a:lnTo>
                  <a:pt x="11005" y="15663"/>
                </a:lnTo>
                <a:lnTo>
                  <a:pt x="11225" y="15370"/>
                </a:lnTo>
                <a:lnTo>
                  <a:pt x="11298" y="15260"/>
                </a:lnTo>
                <a:close/>
                <a:moveTo>
                  <a:pt x="6566" y="16580"/>
                </a:moveTo>
                <a:lnTo>
                  <a:pt x="7006" y="17020"/>
                </a:lnTo>
                <a:lnTo>
                  <a:pt x="7006" y="17240"/>
                </a:lnTo>
                <a:lnTo>
                  <a:pt x="7006" y="17460"/>
                </a:lnTo>
                <a:lnTo>
                  <a:pt x="6896" y="17350"/>
                </a:lnTo>
                <a:lnTo>
                  <a:pt x="6640" y="17130"/>
                </a:lnTo>
                <a:lnTo>
                  <a:pt x="6640" y="17020"/>
                </a:lnTo>
                <a:lnTo>
                  <a:pt x="6603" y="16800"/>
                </a:lnTo>
                <a:lnTo>
                  <a:pt x="6566" y="16580"/>
                </a:lnTo>
                <a:close/>
                <a:moveTo>
                  <a:pt x="9464" y="404"/>
                </a:moveTo>
                <a:lnTo>
                  <a:pt x="9684" y="440"/>
                </a:lnTo>
                <a:lnTo>
                  <a:pt x="9868" y="477"/>
                </a:lnTo>
                <a:lnTo>
                  <a:pt x="10051" y="587"/>
                </a:lnTo>
                <a:lnTo>
                  <a:pt x="10418" y="844"/>
                </a:lnTo>
                <a:lnTo>
                  <a:pt x="10711" y="1064"/>
                </a:lnTo>
                <a:lnTo>
                  <a:pt x="12582" y="2421"/>
                </a:lnTo>
                <a:lnTo>
                  <a:pt x="14489" y="3815"/>
                </a:lnTo>
                <a:lnTo>
                  <a:pt x="15443" y="4512"/>
                </a:lnTo>
                <a:lnTo>
                  <a:pt x="15700" y="4732"/>
                </a:lnTo>
                <a:lnTo>
                  <a:pt x="15847" y="4805"/>
                </a:lnTo>
                <a:lnTo>
                  <a:pt x="15993" y="4879"/>
                </a:lnTo>
                <a:lnTo>
                  <a:pt x="15590" y="5356"/>
                </a:lnTo>
                <a:lnTo>
                  <a:pt x="15223" y="5869"/>
                </a:lnTo>
                <a:lnTo>
                  <a:pt x="15040" y="6089"/>
                </a:lnTo>
                <a:lnTo>
                  <a:pt x="14856" y="6383"/>
                </a:lnTo>
                <a:lnTo>
                  <a:pt x="14783" y="6529"/>
                </a:lnTo>
                <a:lnTo>
                  <a:pt x="14746" y="6639"/>
                </a:lnTo>
                <a:lnTo>
                  <a:pt x="14746" y="6786"/>
                </a:lnTo>
                <a:lnTo>
                  <a:pt x="14856" y="6896"/>
                </a:lnTo>
                <a:lnTo>
                  <a:pt x="14966" y="7006"/>
                </a:lnTo>
                <a:lnTo>
                  <a:pt x="15076" y="7080"/>
                </a:lnTo>
                <a:lnTo>
                  <a:pt x="15370" y="7190"/>
                </a:lnTo>
                <a:lnTo>
                  <a:pt x="15957" y="7300"/>
                </a:lnTo>
                <a:lnTo>
                  <a:pt x="16727" y="7446"/>
                </a:lnTo>
                <a:lnTo>
                  <a:pt x="17021" y="7520"/>
                </a:lnTo>
                <a:lnTo>
                  <a:pt x="16984" y="7593"/>
                </a:lnTo>
                <a:lnTo>
                  <a:pt x="16470" y="8143"/>
                </a:lnTo>
                <a:lnTo>
                  <a:pt x="15993" y="8730"/>
                </a:lnTo>
                <a:lnTo>
                  <a:pt x="15040" y="9904"/>
                </a:lnTo>
                <a:lnTo>
                  <a:pt x="12912" y="12508"/>
                </a:lnTo>
                <a:lnTo>
                  <a:pt x="11848" y="13792"/>
                </a:lnTo>
                <a:lnTo>
                  <a:pt x="10821" y="15113"/>
                </a:lnTo>
                <a:lnTo>
                  <a:pt x="10344" y="15736"/>
                </a:lnTo>
                <a:lnTo>
                  <a:pt x="9904" y="16397"/>
                </a:lnTo>
                <a:lnTo>
                  <a:pt x="9464" y="17057"/>
                </a:lnTo>
                <a:lnTo>
                  <a:pt x="9317" y="17277"/>
                </a:lnTo>
                <a:lnTo>
                  <a:pt x="9207" y="17497"/>
                </a:lnTo>
                <a:lnTo>
                  <a:pt x="8987" y="17387"/>
                </a:lnTo>
                <a:lnTo>
                  <a:pt x="8767" y="17350"/>
                </a:lnTo>
                <a:lnTo>
                  <a:pt x="8290" y="17204"/>
                </a:lnTo>
                <a:lnTo>
                  <a:pt x="7997" y="17094"/>
                </a:lnTo>
                <a:lnTo>
                  <a:pt x="7740" y="16910"/>
                </a:lnTo>
                <a:lnTo>
                  <a:pt x="7483" y="16727"/>
                </a:lnTo>
                <a:lnTo>
                  <a:pt x="7227" y="16507"/>
                </a:lnTo>
                <a:lnTo>
                  <a:pt x="6750" y="16067"/>
                </a:lnTo>
                <a:lnTo>
                  <a:pt x="6273" y="15663"/>
                </a:lnTo>
                <a:lnTo>
                  <a:pt x="5723" y="15296"/>
                </a:lnTo>
                <a:lnTo>
                  <a:pt x="5209" y="14929"/>
                </a:lnTo>
                <a:lnTo>
                  <a:pt x="3045" y="13462"/>
                </a:lnTo>
                <a:lnTo>
                  <a:pt x="1908" y="12619"/>
                </a:lnTo>
                <a:lnTo>
                  <a:pt x="1321" y="12215"/>
                </a:lnTo>
                <a:lnTo>
                  <a:pt x="697" y="11848"/>
                </a:lnTo>
                <a:lnTo>
                  <a:pt x="624" y="11812"/>
                </a:lnTo>
                <a:lnTo>
                  <a:pt x="1614" y="10381"/>
                </a:lnTo>
                <a:lnTo>
                  <a:pt x="2641" y="8950"/>
                </a:lnTo>
                <a:lnTo>
                  <a:pt x="3668" y="7556"/>
                </a:lnTo>
                <a:lnTo>
                  <a:pt x="4732" y="6163"/>
                </a:lnTo>
                <a:lnTo>
                  <a:pt x="6970" y="3338"/>
                </a:lnTo>
                <a:lnTo>
                  <a:pt x="8144" y="1944"/>
                </a:lnTo>
                <a:lnTo>
                  <a:pt x="8730" y="1284"/>
                </a:lnTo>
                <a:lnTo>
                  <a:pt x="9244" y="550"/>
                </a:lnTo>
                <a:lnTo>
                  <a:pt x="9281" y="477"/>
                </a:lnTo>
                <a:lnTo>
                  <a:pt x="9281" y="404"/>
                </a:lnTo>
                <a:close/>
                <a:moveTo>
                  <a:pt x="7227" y="17204"/>
                </a:moveTo>
                <a:lnTo>
                  <a:pt x="7667" y="17460"/>
                </a:lnTo>
                <a:lnTo>
                  <a:pt x="8107" y="17681"/>
                </a:lnTo>
                <a:lnTo>
                  <a:pt x="8070" y="17937"/>
                </a:lnTo>
                <a:lnTo>
                  <a:pt x="8107" y="18194"/>
                </a:lnTo>
                <a:lnTo>
                  <a:pt x="7850" y="18084"/>
                </a:lnTo>
                <a:lnTo>
                  <a:pt x="7447" y="17791"/>
                </a:lnTo>
                <a:lnTo>
                  <a:pt x="7410" y="17644"/>
                </a:lnTo>
                <a:lnTo>
                  <a:pt x="7337" y="17497"/>
                </a:lnTo>
                <a:lnTo>
                  <a:pt x="7227" y="17204"/>
                </a:lnTo>
                <a:close/>
                <a:moveTo>
                  <a:pt x="9831" y="17460"/>
                </a:moveTo>
                <a:lnTo>
                  <a:pt x="9868" y="17534"/>
                </a:lnTo>
                <a:lnTo>
                  <a:pt x="9904" y="17571"/>
                </a:lnTo>
                <a:lnTo>
                  <a:pt x="9464" y="18084"/>
                </a:lnTo>
                <a:lnTo>
                  <a:pt x="9207" y="18341"/>
                </a:lnTo>
                <a:lnTo>
                  <a:pt x="9171" y="18231"/>
                </a:lnTo>
                <a:lnTo>
                  <a:pt x="9134" y="18121"/>
                </a:lnTo>
                <a:lnTo>
                  <a:pt x="9134" y="17974"/>
                </a:lnTo>
                <a:lnTo>
                  <a:pt x="9317" y="17974"/>
                </a:lnTo>
                <a:lnTo>
                  <a:pt x="9317" y="17937"/>
                </a:lnTo>
                <a:lnTo>
                  <a:pt x="9391" y="17937"/>
                </a:lnTo>
                <a:lnTo>
                  <a:pt x="9464" y="17901"/>
                </a:lnTo>
                <a:lnTo>
                  <a:pt x="9574" y="17827"/>
                </a:lnTo>
                <a:lnTo>
                  <a:pt x="9647" y="17681"/>
                </a:lnTo>
                <a:lnTo>
                  <a:pt x="9794" y="17460"/>
                </a:lnTo>
                <a:close/>
                <a:moveTo>
                  <a:pt x="9464" y="0"/>
                </a:moveTo>
                <a:lnTo>
                  <a:pt x="9281" y="37"/>
                </a:lnTo>
                <a:lnTo>
                  <a:pt x="9134" y="110"/>
                </a:lnTo>
                <a:lnTo>
                  <a:pt x="9024" y="147"/>
                </a:lnTo>
                <a:lnTo>
                  <a:pt x="8951" y="257"/>
                </a:lnTo>
                <a:lnTo>
                  <a:pt x="8914" y="294"/>
                </a:lnTo>
                <a:lnTo>
                  <a:pt x="8914" y="330"/>
                </a:lnTo>
                <a:lnTo>
                  <a:pt x="8327" y="954"/>
                </a:lnTo>
                <a:lnTo>
                  <a:pt x="7740" y="1614"/>
                </a:lnTo>
                <a:lnTo>
                  <a:pt x="6640" y="2971"/>
                </a:lnTo>
                <a:lnTo>
                  <a:pt x="5502" y="4365"/>
                </a:lnTo>
                <a:lnTo>
                  <a:pt x="4402" y="5759"/>
                </a:lnTo>
                <a:lnTo>
                  <a:pt x="2421" y="8400"/>
                </a:lnTo>
                <a:lnTo>
                  <a:pt x="477" y="11041"/>
                </a:lnTo>
                <a:lnTo>
                  <a:pt x="330" y="11261"/>
                </a:lnTo>
                <a:lnTo>
                  <a:pt x="37" y="11701"/>
                </a:lnTo>
                <a:lnTo>
                  <a:pt x="0" y="11775"/>
                </a:lnTo>
                <a:lnTo>
                  <a:pt x="0" y="11885"/>
                </a:lnTo>
                <a:lnTo>
                  <a:pt x="37" y="11958"/>
                </a:lnTo>
                <a:lnTo>
                  <a:pt x="74" y="12032"/>
                </a:lnTo>
                <a:lnTo>
                  <a:pt x="147" y="12068"/>
                </a:lnTo>
                <a:lnTo>
                  <a:pt x="220" y="12105"/>
                </a:lnTo>
                <a:lnTo>
                  <a:pt x="294" y="12105"/>
                </a:lnTo>
                <a:lnTo>
                  <a:pt x="404" y="12068"/>
                </a:lnTo>
                <a:lnTo>
                  <a:pt x="440" y="12142"/>
                </a:lnTo>
                <a:lnTo>
                  <a:pt x="697" y="12398"/>
                </a:lnTo>
                <a:lnTo>
                  <a:pt x="587" y="12508"/>
                </a:lnTo>
                <a:lnTo>
                  <a:pt x="514" y="12655"/>
                </a:lnTo>
                <a:lnTo>
                  <a:pt x="440" y="12802"/>
                </a:lnTo>
                <a:lnTo>
                  <a:pt x="404" y="12949"/>
                </a:lnTo>
                <a:lnTo>
                  <a:pt x="404" y="13022"/>
                </a:lnTo>
                <a:lnTo>
                  <a:pt x="440" y="13059"/>
                </a:lnTo>
                <a:lnTo>
                  <a:pt x="514" y="13095"/>
                </a:lnTo>
                <a:lnTo>
                  <a:pt x="550" y="13095"/>
                </a:lnTo>
                <a:lnTo>
                  <a:pt x="624" y="13205"/>
                </a:lnTo>
                <a:lnTo>
                  <a:pt x="697" y="13315"/>
                </a:lnTo>
                <a:lnTo>
                  <a:pt x="881" y="13462"/>
                </a:lnTo>
                <a:lnTo>
                  <a:pt x="1284" y="13719"/>
                </a:lnTo>
                <a:lnTo>
                  <a:pt x="2385" y="14416"/>
                </a:lnTo>
                <a:lnTo>
                  <a:pt x="3558" y="15223"/>
                </a:lnTo>
                <a:lnTo>
                  <a:pt x="4659" y="16103"/>
                </a:lnTo>
                <a:lnTo>
                  <a:pt x="6420" y="17534"/>
                </a:lnTo>
                <a:lnTo>
                  <a:pt x="6420" y="17571"/>
                </a:lnTo>
                <a:lnTo>
                  <a:pt x="6493" y="17644"/>
                </a:lnTo>
                <a:lnTo>
                  <a:pt x="6566" y="17644"/>
                </a:lnTo>
                <a:lnTo>
                  <a:pt x="6823" y="17864"/>
                </a:lnTo>
                <a:lnTo>
                  <a:pt x="7300" y="18231"/>
                </a:lnTo>
                <a:lnTo>
                  <a:pt x="7777" y="18561"/>
                </a:lnTo>
                <a:lnTo>
                  <a:pt x="8034" y="18671"/>
                </a:lnTo>
                <a:lnTo>
                  <a:pt x="8254" y="18781"/>
                </a:lnTo>
                <a:lnTo>
                  <a:pt x="8510" y="18854"/>
                </a:lnTo>
                <a:lnTo>
                  <a:pt x="8620" y="18854"/>
                </a:lnTo>
                <a:lnTo>
                  <a:pt x="8767" y="18818"/>
                </a:lnTo>
                <a:lnTo>
                  <a:pt x="8804" y="18744"/>
                </a:lnTo>
                <a:lnTo>
                  <a:pt x="8840" y="18708"/>
                </a:lnTo>
                <a:lnTo>
                  <a:pt x="8840" y="18634"/>
                </a:lnTo>
                <a:lnTo>
                  <a:pt x="8804" y="18561"/>
                </a:lnTo>
                <a:lnTo>
                  <a:pt x="8730" y="18488"/>
                </a:lnTo>
                <a:lnTo>
                  <a:pt x="8620" y="18414"/>
                </a:lnTo>
                <a:lnTo>
                  <a:pt x="8437" y="18341"/>
                </a:lnTo>
                <a:lnTo>
                  <a:pt x="8400" y="18341"/>
                </a:lnTo>
                <a:lnTo>
                  <a:pt x="8400" y="18157"/>
                </a:lnTo>
                <a:lnTo>
                  <a:pt x="8400" y="17974"/>
                </a:lnTo>
                <a:lnTo>
                  <a:pt x="8364" y="17791"/>
                </a:lnTo>
                <a:lnTo>
                  <a:pt x="8620" y="17864"/>
                </a:lnTo>
                <a:lnTo>
                  <a:pt x="8951" y="17937"/>
                </a:lnTo>
                <a:lnTo>
                  <a:pt x="8877" y="18121"/>
                </a:lnTo>
                <a:lnTo>
                  <a:pt x="8877" y="18267"/>
                </a:lnTo>
                <a:lnTo>
                  <a:pt x="8914" y="18451"/>
                </a:lnTo>
                <a:lnTo>
                  <a:pt x="8987" y="18598"/>
                </a:lnTo>
                <a:lnTo>
                  <a:pt x="8877" y="18781"/>
                </a:lnTo>
                <a:lnTo>
                  <a:pt x="8877" y="18854"/>
                </a:lnTo>
                <a:lnTo>
                  <a:pt x="8914" y="18964"/>
                </a:lnTo>
                <a:lnTo>
                  <a:pt x="9024" y="19001"/>
                </a:lnTo>
                <a:lnTo>
                  <a:pt x="9097" y="18964"/>
                </a:lnTo>
                <a:lnTo>
                  <a:pt x="9281" y="18854"/>
                </a:lnTo>
                <a:lnTo>
                  <a:pt x="9427" y="18708"/>
                </a:lnTo>
                <a:lnTo>
                  <a:pt x="9721" y="18414"/>
                </a:lnTo>
                <a:lnTo>
                  <a:pt x="10344" y="17717"/>
                </a:lnTo>
                <a:lnTo>
                  <a:pt x="11555" y="16397"/>
                </a:lnTo>
                <a:lnTo>
                  <a:pt x="12802" y="14929"/>
                </a:lnTo>
                <a:lnTo>
                  <a:pt x="14013" y="13462"/>
                </a:lnTo>
                <a:lnTo>
                  <a:pt x="15150" y="11958"/>
                </a:lnTo>
                <a:lnTo>
                  <a:pt x="16214" y="10454"/>
                </a:lnTo>
                <a:lnTo>
                  <a:pt x="17314" y="8950"/>
                </a:lnTo>
                <a:lnTo>
                  <a:pt x="17791" y="8253"/>
                </a:lnTo>
                <a:lnTo>
                  <a:pt x="18011" y="7887"/>
                </a:lnTo>
                <a:lnTo>
                  <a:pt x="18231" y="7483"/>
                </a:lnTo>
                <a:lnTo>
                  <a:pt x="18304" y="7483"/>
                </a:lnTo>
                <a:lnTo>
                  <a:pt x="18341" y="7446"/>
                </a:lnTo>
                <a:lnTo>
                  <a:pt x="18378" y="7373"/>
                </a:lnTo>
                <a:lnTo>
                  <a:pt x="18378" y="7300"/>
                </a:lnTo>
                <a:lnTo>
                  <a:pt x="18268" y="7080"/>
                </a:lnTo>
                <a:lnTo>
                  <a:pt x="18158" y="6860"/>
                </a:lnTo>
                <a:lnTo>
                  <a:pt x="17828" y="6493"/>
                </a:lnTo>
                <a:lnTo>
                  <a:pt x="17644" y="6346"/>
                </a:lnTo>
                <a:lnTo>
                  <a:pt x="17424" y="6199"/>
                </a:lnTo>
                <a:lnTo>
                  <a:pt x="17277" y="6126"/>
                </a:lnTo>
                <a:lnTo>
                  <a:pt x="17131" y="6089"/>
                </a:lnTo>
                <a:lnTo>
                  <a:pt x="16910" y="5576"/>
                </a:lnTo>
                <a:lnTo>
                  <a:pt x="16837" y="5319"/>
                </a:lnTo>
                <a:lnTo>
                  <a:pt x="16800" y="5062"/>
                </a:lnTo>
                <a:lnTo>
                  <a:pt x="16800" y="4915"/>
                </a:lnTo>
                <a:lnTo>
                  <a:pt x="16727" y="4769"/>
                </a:lnTo>
                <a:lnTo>
                  <a:pt x="16654" y="4695"/>
                </a:lnTo>
                <a:lnTo>
                  <a:pt x="16470" y="4695"/>
                </a:lnTo>
                <a:lnTo>
                  <a:pt x="16397" y="4732"/>
                </a:lnTo>
                <a:lnTo>
                  <a:pt x="16360" y="4769"/>
                </a:lnTo>
                <a:lnTo>
                  <a:pt x="16397" y="4842"/>
                </a:lnTo>
                <a:lnTo>
                  <a:pt x="16434" y="4879"/>
                </a:lnTo>
                <a:lnTo>
                  <a:pt x="16434" y="4915"/>
                </a:lnTo>
                <a:lnTo>
                  <a:pt x="16434" y="5099"/>
                </a:lnTo>
                <a:lnTo>
                  <a:pt x="16434" y="5356"/>
                </a:lnTo>
                <a:lnTo>
                  <a:pt x="16470" y="5539"/>
                </a:lnTo>
                <a:lnTo>
                  <a:pt x="16544" y="5759"/>
                </a:lnTo>
                <a:lnTo>
                  <a:pt x="16690" y="6126"/>
                </a:lnTo>
                <a:lnTo>
                  <a:pt x="16984" y="7006"/>
                </a:lnTo>
                <a:lnTo>
                  <a:pt x="17021" y="7080"/>
                </a:lnTo>
                <a:lnTo>
                  <a:pt x="16544" y="6970"/>
                </a:lnTo>
                <a:lnTo>
                  <a:pt x="15920" y="6860"/>
                </a:lnTo>
                <a:lnTo>
                  <a:pt x="15296" y="6713"/>
                </a:lnTo>
                <a:lnTo>
                  <a:pt x="15186" y="6639"/>
                </a:lnTo>
                <a:lnTo>
                  <a:pt x="15223" y="6603"/>
                </a:lnTo>
                <a:lnTo>
                  <a:pt x="15333" y="6419"/>
                </a:lnTo>
                <a:lnTo>
                  <a:pt x="15700" y="5906"/>
                </a:lnTo>
                <a:lnTo>
                  <a:pt x="16030" y="5392"/>
                </a:lnTo>
                <a:lnTo>
                  <a:pt x="16287" y="4915"/>
                </a:lnTo>
                <a:lnTo>
                  <a:pt x="16360" y="4842"/>
                </a:lnTo>
                <a:lnTo>
                  <a:pt x="16360" y="4732"/>
                </a:lnTo>
                <a:lnTo>
                  <a:pt x="16324" y="4622"/>
                </a:lnTo>
                <a:lnTo>
                  <a:pt x="16250" y="4512"/>
                </a:lnTo>
                <a:lnTo>
                  <a:pt x="16067" y="4329"/>
                </a:lnTo>
                <a:lnTo>
                  <a:pt x="15590" y="4035"/>
                </a:lnTo>
                <a:lnTo>
                  <a:pt x="14526" y="3265"/>
                </a:lnTo>
                <a:lnTo>
                  <a:pt x="12435" y="1724"/>
                </a:lnTo>
                <a:lnTo>
                  <a:pt x="11445" y="1027"/>
                </a:lnTo>
                <a:lnTo>
                  <a:pt x="10454" y="330"/>
                </a:lnTo>
                <a:lnTo>
                  <a:pt x="10124" y="147"/>
                </a:lnTo>
                <a:lnTo>
                  <a:pt x="9794" y="37"/>
                </a:lnTo>
                <a:lnTo>
                  <a:pt x="961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499" name="Google Shape;499;p10"/>
          <p:cNvSpPr/>
          <p:nvPr/>
        </p:nvSpPr>
        <p:spPr>
          <a:xfrm>
            <a:off x="933939" y="6076801"/>
            <a:ext cx="672893" cy="534169"/>
          </a:xfrm>
          <a:custGeom>
            <a:avLst/>
            <a:gdLst/>
            <a:ahLst/>
            <a:cxnLst/>
            <a:rect l="l" t="t" r="r" b="b"/>
            <a:pathLst>
              <a:path w="17792" h="14124" extrusionOk="0">
                <a:moveTo>
                  <a:pt x="10565" y="2275"/>
                </a:moveTo>
                <a:lnTo>
                  <a:pt x="10785" y="2312"/>
                </a:lnTo>
                <a:lnTo>
                  <a:pt x="11189" y="2422"/>
                </a:lnTo>
                <a:lnTo>
                  <a:pt x="11555" y="2605"/>
                </a:lnTo>
                <a:lnTo>
                  <a:pt x="11445" y="2605"/>
                </a:lnTo>
                <a:lnTo>
                  <a:pt x="10638" y="2899"/>
                </a:lnTo>
                <a:lnTo>
                  <a:pt x="9868" y="3192"/>
                </a:lnTo>
                <a:lnTo>
                  <a:pt x="9245" y="3449"/>
                </a:lnTo>
                <a:lnTo>
                  <a:pt x="8584" y="3706"/>
                </a:lnTo>
                <a:lnTo>
                  <a:pt x="7961" y="4036"/>
                </a:lnTo>
                <a:lnTo>
                  <a:pt x="7667" y="4219"/>
                </a:lnTo>
                <a:lnTo>
                  <a:pt x="7410" y="4439"/>
                </a:lnTo>
                <a:lnTo>
                  <a:pt x="7631" y="4073"/>
                </a:lnTo>
                <a:lnTo>
                  <a:pt x="7887" y="3743"/>
                </a:lnTo>
                <a:lnTo>
                  <a:pt x="8144" y="3412"/>
                </a:lnTo>
                <a:lnTo>
                  <a:pt x="8438" y="3156"/>
                </a:lnTo>
                <a:lnTo>
                  <a:pt x="8768" y="2899"/>
                </a:lnTo>
                <a:lnTo>
                  <a:pt x="9098" y="2679"/>
                </a:lnTo>
                <a:lnTo>
                  <a:pt x="9501" y="2495"/>
                </a:lnTo>
                <a:lnTo>
                  <a:pt x="9905" y="2349"/>
                </a:lnTo>
                <a:lnTo>
                  <a:pt x="10125" y="2312"/>
                </a:lnTo>
                <a:lnTo>
                  <a:pt x="10345" y="2275"/>
                </a:lnTo>
                <a:close/>
                <a:moveTo>
                  <a:pt x="1285" y="2129"/>
                </a:moveTo>
                <a:lnTo>
                  <a:pt x="1248" y="2165"/>
                </a:lnTo>
                <a:lnTo>
                  <a:pt x="1101" y="2275"/>
                </a:lnTo>
                <a:lnTo>
                  <a:pt x="991" y="2422"/>
                </a:lnTo>
                <a:lnTo>
                  <a:pt x="808" y="2715"/>
                </a:lnTo>
                <a:lnTo>
                  <a:pt x="588" y="2605"/>
                </a:lnTo>
                <a:lnTo>
                  <a:pt x="441" y="2422"/>
                </a:lnTo>
                <a:lnTo>
                  <a:pt x="258" y="2239"/>
                </a:lnTo>
                <a:lnTo>
                  <a:pt x="184" y="2202"/>
                </a:lnTo>
                <a:lnTo>
                  <a:pt x="111" y="2202"/>
                </a:lnTo>
                <a:lnTo>
                  <a:pt x="37" y="2239"/>
                </a:lnTo>
                <a:lnTo>
                  <a:pt x="1" y="2312"/>
                </a:lnTo>
                <a:lnTo>
                  <a:pt x="1" y="2495"/>
                </a:lnTo>
                <a:lnTo>
                  <a:pt x="74" y="2642"/>
                </a:lnTo>
                <a:lnTo>
                  <a:pt x="147" y="2789"/>
                </a:lnTo>
                <a:lnTo>
                  <a:pt x="258" y="2936"/>
                </a:lnTo>
                <a:lnTo>
                  <a:pt x="404" y="3046"/>
                </a:lnTo>
                <a:lnTo>
                  <a:pt x="588" y="3119"/>
                </a:lnTo>
                <a:lnTo>
                  <a:pt x="294" y="3706"/>
                </a:lnTo>
                <a:lnTo>
                  <a:pt x="74" y="4293"/>
                </a:lnTo>
                <a:lnTo>
                  <a:pt x="74" y="4403"/>
                </a:lnTo>
                <a:lnTo>
                  <a:pt x="74" y="4476"/>
                </a:lnTo>
                <a:lnTo>
                  <a:pt x="147" y="4549"/>
                </a:lnTo>
                <a:lnTo>
                  <a:pt x="221" y="4586"/>
                </a:lnTo>
                <a:lnTo>
                  <a:pt x="294" y="4623"/>
                </a:lnTo>
                <a:lnTo>
                  <a:pt x="368" y="4586"/>
                </a:lnTo>
                <a:lnTo>
                  <a:pt x="441" y="4549"/>
                </a:lnTo>
                <a:lnTo>
                  <a:pt x="514" y="4476"/>
                </a:lnTo>
                <a:lnTo>
                  <a:pt x="991" y="3339"/>
                </a:lnTo>
                <a:lnTo>
                  <a:pt x="1248" y="2789"/>
                </a:lnTo>
                <a:lnTo>
                  <a:pt x="1321" y="2495"/>
                </a:lnTo>
                <a:lnTo>
                  <a:pt x="1395" y="2202"/>
                </a:lnTo>
                <a:lnTo>
                  <a:pt x="1358" y="2165"/>
                </a:lnTo>
                <a:lnTo>
                  <a:pt x="1321" y="2129"/>
                </a:lnTo>
                <a:close/>
                <a:moveTo>
                  <a:pt x="11702" y="2715"/>
                </a:moveTo>
                <a:lnTo>
                  <a:pt x="11959" y="2936"/>
                </a:lnTo>
                <a:lnTo>
                  <a:pt x="12142" y="3156"/>
                </a:lnTo>
                <a:lnTo>
                  <a:pt x="12216" y="3266"/>
                </a:lnTo>
                <a:lnTo>
                  <a:pt x="11812" y="3412"/>
                </a:lnTo>
                <a:lnTo>
                  <a:pt x="11445" y="3559"/>
                </a:lnTo>
                <a:lnTo>
                  <a:pt x="9758" y="4183"/>
                </a:lnTo>
                <a:lnTo>
                  <a:pt x="8254" y="4770"/>
                </a:lnTo>
                <a:lnTo>
                  <a:pt x="7484" y="5100"/>
                </a:lnTo>
                <a:lnTo>
                  <a:pt x="7117" y="5283"/>
                </a:lnTo>
                <a:lnTo>
                  <a:pt x="6787" y="5503"/>
                </a:lnTo>
                <a:lnTo>
                  <a:pt x="7337" y="4549"/>
                </a:lnTo>
                <a:lnTo>
                  <a:pt x="7374" y="4549"/>
                </a:lnTo>
                <a:lnTo>
                  <a:pt x="8364" y="4073"/>
                </a:lnTo>
                <a:lnTo>
                  <a:pt x="9355" y="3632"/>
                </a:lnTo>
                <a:lnTo>
                  <a:pt x="11409" y="2862"/>
                </a:lnTo>
                <a:lnTo>
                  <a:pt x="11445" y="2936"/>
                </a:lnTo>
                <a:lnTo>
                  <a:pt x="11519" y="2972"/>
                </a:lnTo>
                <a:lnTo>
                  <a:pt x="11592" y="3009"/>
                </a:lnTo>
                <a:lnTo>
                  <a:pt x="11666" y="2972"/>
                </a:lnTo>
                <a:lnTo>
                  <a:pt x="11739" y="2899"/>
                </a:lnTo>
                <a:lnTo>
                  <a:pt x="11739" y="2789"/>
                </a:lnTo>
                <a:lnTo>
                  <a:pt x="11702" y="2715"/>
                </a:lnTo>
                <a:close/>
                <a:moveTo>
                  <a:pt x="12326" y="3522"/>
                </a:moveTo>
                <a:lnTo>
                  <a:pt x="12399" y="3596"/>
                </a:lnTo>
                <a:lnTo>
                  <a:pt x="12436" y="3596"/>
                </a:lnTo>
                <a:lnTo>
                  <a:pt x="12583" y="3926"/>
                </a:lnTo>
                <a:lnTo>
                  <a:pt x="12546" y="3926"/>
                </a:lnTo>
                <a:lnTo>
                  <a:pt x="12473" y="3963"/>
                </a:lnTo>
                <a:lnTo>
                  <a:pt x="12289" y="4109"/>
                </a:lnTo>
                <a:lnTo>
                  <a:pt x="12106" y="4219"/>
                </a:lnTo>
                <a:lnTo>
                  <a:pt x="11702" y="4403"/>
                </a:lnTo>
                <a:lnTo>
                  <a:pt x="11262" y="4586"/>
                </a:lnTo>
                <a:lnTo>
                  <a:pt x="10822" y="4733"/>
                </a:lnTo>
                <a:lnTo>
                  <a:pt x="9941" y="5026"/>
                </a:lnTo>
                <a:lnTo>
                  <a:pt x="9061" y="5393"/>
                </a:lnTo>
                <a:lnTo>
                  <a:pt x="8217" y="5723"/>
                </a:lnTo>
                <a:lnTo>
                  <a:pt x="7374" y="6127"/>
                </a:lnTo>
                <a:lnTo>
                  <a:pt x="6750" y="6384"/>
                </a:lnTo>
                <a:lnTo>
                  <a:pt x="6420" y="6567"/>
                </a:lnTo>
                <a:lnTo>
                  <a:pt x="6090" y="6750"/>
                </a:lnTo>
                <a:lnTo>
                  <a:pt x="6310" y="6384"/>
                </a:lnTo>
                <a:lnTo>
                  <a:pt x="6677" y="5650"/>
                </a:lnTo>
                <a:lnTo>
                  <a:pt x="7410" y="5467"/>
                </a:lnTo>
                <a:lnTo>
                  <a:pt x="8107" y="5173"/>
                </a:lnTo>
                <a:lnTo>
                  <a:pt x="9465" y="4623"/>
                </a:lnTo>
                <a:lnTo>
                  <a:pt x="10932" y="4073"/>
                </a:lnTo>
                <a:lnTo>
                  <a:pt x="11629" y="3816"/>
                </a:lnTo>
                <a:lnTo>
                  <a:pt x="12326" y="3522"/>
                </a:lnTo>
                <a:close/>
                <a:moveTo>
                  <a:pt x="5100" y="8401"/>
                </a:moveTo>
                <a:lnTo>
                  <a:pt x="4989" y="8438"/>
                </a:lnTo>
                <a:lnTo>
                  <a:pt x="4953" y="8474"/>
                </a:lnTo>
                <a:lnTo>
                  <a:pt x="4953" y="8511"/>
                </a:lnTo>
                <a:lnTo>
                  <a:pt x="4916" y="8768"/>
                </a:lnTo>
                <a:lnTo>
                  <a:pt x="4879" y="8988"/>
                </a:lnTo>
                <a:lnTo>
                  <a:pt x="4879" y="9245"/>
                </a:lnTo>
                <a:lnTo>
                  <a:pt x="4916" y="9355"/>
                </a:lnTo>
                <a:lnTo>
                  <a:pt x="4989" y="9465"/>
                </a:lnTo>
                <a:lnTo>
                  <a:pt x="5026" y="9501"/>
                </a:lnTo>
                <a:lnTo>
                  <a:pt x="5173" y="9501"/>
                </a:lnTo>
                <a:lnTo>
                  <a:pt x="5210" y="9465"/>
                </a:lnTo>
                <a:lnTo>
                  <a:pt x="5283" y="9391"/>
                </a:lnTo>
                <a:lnTo>
                  <a:pt x="5320" y="9281"/>
                </a:lnTo>
                <a:lnTo>
                  <a:pt x="5320" y="9061"/>
                </a:lnTo>
                <a:lnTo>
                  <a:pt x="5320" y="8768"/>
                </a:lnTo>
                <a:lnTo>
                  <a:pt x="5283" y="8511"/>
                </a:lnTo>
                <a:lnTo>
                  <a:pt x="5246" y="8474"/>
                </a:lnTo>
                <a:lnTo>
                  <a:pt x="5210" y="8438"/>
                </a:lnTo>
                <a:lnTo>
                  <a:pt x="5100" y="8401"/>
                </a:lnTo>
                <a:close/>
                <a:moveTo>
                  <a:pt x="5210" y="9685"/>
                </a:moveTo>
                <a:lnTo>
                  <a:pt x="5136" y="9722"/>
                </a:lnTo>
                <a:lnTo>
                  <a:pt x="5063" y="9758"/>
                </a:lnTo>
                <a:lnTo>
                  <a:pt x="5026" y="9795"/>
                </a:lnTo>
                <a:lnTo>
                  <a:pt x="4989" y="9905"/>
                </a:lnTo>
                <a:lnTo>
                  <a:pt x="4989" y="9978"/>
                </a:lnTo>
                <a:lnTo>
                  <a:pt x="4916" y="10308"/>
                </a:lnTo>
                <a:lnTo>
                  <a:pt x="4916" y="10639"/>
                </a:lnTo>
                <a:lnTo>
                  <a:pt x="4953" y="10749"/>
                </a:lnTo>
                <a:lnTo>
                  <a:pt x="4989" y="10785"/>
                </a:lnTo>
                <a:lnTo>
                  <a:pt x="5063" y="10822"/>
                </a:lnTo>
                <a:lnTo>
                  <a:pt x="5173" y="10822"/>
                </a:lnTo>
                <a:lnTo>
                  <a:pt x="5246" y="10785"/>
                </a:lnTo>
                <a:lnTo>
                  <a:pt x="5283" y="10749"/>
                </a:lnTo>
                <a:lnTo>
                  <a:pt x="5283" y="10639"/>
                </a:lnTo>
                <a:lnTo>
                  <a:pt x="5283" y="10272"/>
                </a:lnTo>
                <a:lnTo>
                  <a:pt x="5356" y="9905"/>
                </a:lnTo>
                <a:lnTo>
                  <a:pt x="5356" y="9832"/>
                </a:lnTo>
                <a:lnTo>
                  <a:pt x="5320" y="9758"/>
                </a:lnTo>
                <a:lnTo>
                  <a:pt x="5283" y="9722"/>
                </a:lnTo>
                <a:lnTo>
                  <a:pt x="5210" y="9685"/>
                </a:lnTo>
                <a:close/>
                <a:moveTo>
                  <a:pt x="14600" y="9501"/>
                </a:moveTo>
                <a:lnTo>
                  <a:pt x="14563" y="9575"/>
                </a:lnTo>
                <a:lnTo>
                  <a:pt x="14490" y="9868"/>
                </a:lnTo>
                <a:lnTo>
                  <a:pt x="14417" y="10125"/>
                </a:lnTo>
                <a:lnTo>
                  <a:pt x="14380" y="10712"/>
                </a:lnTo>
                <a:lnTo>
                  <a:pt x="14417" y="10785"/>
                </a:lnTo>
                <a:lnTo>
                  <a:pt x="14453" y="10859"/>
                </a:lnTo>
                <a:lnTo>
                  <a:pt x="14527" y="10895"/>
                </a:lnTo>
                <a:lnTo>
                  <a:pt x="14600" y="10932"/>
                </a:lnTo>
                <a:lnTo>
                  <a:pt x="14673" y="10932"/>
                </a:lnTo>
                <a:lnTo>
                  <a:pt x="14747" y="10895"/>
                </a:lnTo>
                <a:lnTo>
                  <a:pt x="14783" y="10859"/>
                </a:lnTo>
                <a:lnTo>
                  <a:pt x="14820" y="10785"/>
                </a:lnTo>
                <a:lnTo>
                  <a:pt x="14820" y="10639"/>
                </a:lnTo>
                <a:lnTo>
                  <a:pt x="14820" y="10088"/>
                </a:lnTo>
                <a:lnTo>
                  <a:pt x="14820" y="9832"/>
                </a:lnTo>
                <a:lnTo>
                  <a:pt x="14747" y="9575"/>
                </a:lnTo>
                <a:lnTo>
                  <a:pt x="14710" y="9501"/>
                </a:lnTo>
                <a:close/>
                <a:moveTo>
                  <a:pt x="12729" y="4183"/>
                </a:moveTo>
                <a:lnTo>
                  <a:pt x="12986" y="4880"/>
                </a:lnTo>
                <a:lnTo>
                  <a:pt x="12766" y="4990"/>
                </a:lnTo>
                <a:lnTo>
                  <a:pt x="12509" y="5100"/>
                </a:lnTo>
                <a:lnTo>
                  <a:pt x="12032" y="5320"/>
                </a:lnTo>
                <a:lnTo>
                  <a:pt x="10969" y="5833"/>
                </a:lnTo>
                <a:lnTo>
                  <a:pt x="9978" y="6310"/>
                </a:lnTo>
                <a:lnTo>
                  <a:pt x="8988" y="6714"/>
                </a:lnTo>
                <a:lnTo>
                  <a:pt x="8071" y="7007"/>
                </a:lnTo>
                <a:lnTo>
                  <a:pt x="7117" y="7301"/>
                </a:lnTo>
                <a:lnTo>
                  <a:pt x="6677" y="7484"/>
                </a:lnTo>
                <a:lnTo>
                  <a:pt x="6237" y="7704"/>
                </a:lnTo>
                <a:lnTo>
                  <a:pt x="5796" y="7924"/>
                </a:lnTo>
                <a:lnTo>
                  <a:pt x="5430" y="8218"/>
                </a:lnTo>
                <a:lnTo>
                  <a:pt x="5393" y="8254"/>
                </a:lnTo>
                <a:lnTo>
                  <a:pt x="5393" y="8291"/>
                </a:lnTo>
                <a:lnTo>
                  <a:pt x="5430" y="8328"/>
                </a:lnTo>
                <a:lnTo>
                  <a:pt x="5466" y="8328"/>
                </a:lnTo>
                <a:lnTo>
                  <a:pt x="6420" y="7961"/>
                </a:lnTo>
                <a:lnTo>
                  <a:pt x="7337" y="7594"/>
                </a:lnTo>
                <a:lnTo>
                  <a:pt x="8364" y="7264"/>
                </a:lnTo>
                <a:lnTo>
                  <a:pt x="9391" y="6897"/>
                </a:lnTo>
                <a:lnTo>
                  <a:pt x="10345" y="6530"/>
                </a:lnTo>
                <a:lnTo>
                  <a:pt x="11262" y="6090"/>
                </a:lnTo>
                <a:lnTo>
                  <a:pt x="12326" y="5577"/>
                </a:lnTo>
                <a:lnTo>
                  <a:pt x="12729" y="5393"/>
                </a:lnTo>
                <a:lnTo>
                  <a:pt x="12913" y="5283"/>
                </a:lnTo>
                <a:lnTo>
                  <a:pt x="13133" y="5210"/>
                </a:lnTo>
                <a:lnTo>
                  <a:pt x="13169" y="5356"/>
                </a:lnTo>
                <a:lnTo>
                  <a:pt x="13426" y="5870"/>
                </a:lnTo>
                <a:lnTo>
                  <a:pt x="13390" y="5870"/>
                </a:lnTo>
                <a:lnTo>
                  <a:pt x="13353" y="5797"/>
                </a:lnTo>
                <a:lnTo>
                  <a:pt x="13280" y="5760"/>
                </a:lnTo>
                <a:lnTo>
                  <a:pt x="13206" y="5723"/>
                </a:lnTo>
                <a:lnTo>
                  <a:pt x="13133" y="5760"/>
                </a:lnTo>
                <a:lnTo>
                  <a:pt x="12216" y="6237"/>
                </a:lnTo>
                <a:lnTo>
                  <a:pt x="11299" y="6677"/>
                </a:lnTo>
                <a:lnTo>
                  <a:pt x="10345" y="7081"/>
                </a:lnTo>
                <a:lnTo>
                  <a:pt x="9428" y="7484"/>
                </a:lnTo>
                <a:lnTo>
                  <a:pt x="8474" y="7851"/>
                </a:lnTo>
                <a:lnTo>
                  <a:pt x="7520" y="8181"/>
                </a:lnTo>
                <a:lnTo>
                  <a:pt x="6640" y="8474"/>
                </a:lnTo>
                <a:lnTo>
                  <a:pt x="6163" y="8658"/>
                </a:lnTo>
                <a:lnTo>
                  <a:pt x="5980" y="8768"/>
                </a:lnTo>
                <a:lnTo>
                  <a:pt x="5760" y="8878"/>
                </a:lnTo>
                <a:lnTo>
                  <a:pt x="5760" y="8915"/>
                </a:lnTo>
                <a:lnTo>
                  <a:pt x="5760" y="8951"/>
                </a:lnTo>
                <a:lnTo>
                  <a:pt x="6273" y="8951"/>
                </a:lnTo>
                <a:lnTo>
                  <a:pt x="6713" y="8805"/>
                </a:lnTo>
                <a:lnTo>
                  <a:pt x="7631" y="8511"/>
                </a:lnTo>
                <a:lnTo>
                  <a:pt x="8621" y="8144"/>
                </a:lnTo>
                <a:lnTo>
                  <a:pt x="9611" y="7777"/>
                </a:lnTo>
                <a:lnTo>
                  <a:pt x="10528" y="7411"/>
                </a:lnTo>
                <a:lnTo>
                  <a:pt x="11409" y="7007"/>
                </a:lnTo>
                <a:lnTo>
                  <a:pt x="12289" y="6604"/>
                </a:lnTo>
                <a:lnTo>
                  <a:pt x="13133" y="6163"/>
                </a:lnTo>
                <a:lnTo>
                  <a:pt x="13206" y="6200"/>
                </a:lnTo>
                <a:lnTo>
                  <a:pt x="13316" y="6200"/>
                </a:lnTo>
                <a:lnTo>
                  <a:pt x="13390" y="6163"/>
                </a:lnTo>
                <a:lnTo>
                  <a:pt x="13463" y="6090"/>
                </a:lnTo>
                <a:lnTo>
                  <a:pt x="13500" y="6053"/>
                </a:lnTo>
                <a:lnTo>
                  <a:pt x="13866" y="6714"/>
                </a:lnTo>
                <a:lnTo>
                  <a:pt x="13646" y="6787"/>
                </a:lnTo>
                <a:lnTo>
                  <a:pt x="13463" y="6860"/>
                </a:lnTo>
                <a:lnTo>
                  <a:pt x="12913" y="7081"/>
                </a:lnTo>
                <a:lnTo>
                  <a:pt x="12399" y="7337"/>
                </a:lnTo>
                <a:lnTo>
                  <a:pt x="11225" y="7961"/>
                </a:lnTo>
                <a:lnTo>
                  <a:pt x="10675" y="8254"/>
                </a:lnTo>
                <a:lnTo>
                  <a:pt x="10052" y="8548"/>
                </a:lnTo>
                <a:lnTo>
                  <a:pt x="9428" y="8768"/>
                </a:lnTo>
                <a:lnTo>
                  <a:pt x="8804" y="8951"/>
                </a:lnTo>
                <a:lnTo>
                  <a:pt x="7520" y="9318"/>
                </a:lnTo>
                <a:lnTo>
                  <a:pt x="6200" y="9722"/>
                </a:lnTo>
                <a:lnTo>
                  <a:pt x="5796" y="9868"/>
                </a:lnTo>
                <a:lnTo>
                  <a:pt x="5650" y="10015"/>
                </a:lnTo>
                <a:lnTo>
                  <a:pt x="5576" y="10052"/>
                </a:lnTo>
                <a:lnTo>
                  <a:pt x="5576" y="10015"/>
                </a:lnTo>
                <a:lnTo>
                  <a:pt x="5540" y="9978"/>
                </a:lnTo>
                <a:lnTo>
                  <a:pt x="5540" y="10015"/>
                </a:lnTo>
                <a:lnTo>
                  <a:pt x="5503" y="10088"/>
                </a:lnTo>
                <a:lnTo>
                  <a:pt x="5503" y="10198"/>
                </a:lnTo>
                <a:lnTo>
                  <a:pt x="5540" y="10235"/>
                </a:lnTo>
                <a:lnTo>
                  <a:pt x="5576" y="10235"/>
                </a:lnTo>
                <a:lnTo>
                  <a:pt x="5796" y="10125"/>
                </a:lnTo>
                <a:lnTo>
                  <a:pt x="6017" y="10052"/>
                </a:lnTo>
                <a:lnTo>
                  <a:pt x="6530" y="9942"/>
                </a:lnTo>
                <a:lnTo>
                  <a:pt x="7704" y="9575"/>
                </a:lnTo>
                <a:lnTo>
                  <a:pt x="8878" y="9281"/>
                </a:lnTo>
                <a:lnTo>
                  <a:pt x="9465" y="9098"/>
                </a:lnTo>
                <a:lnTo>
                  <a:pt x="10015" y="8878"/>
                </a:lnTo>
                <a:lnTo>
                  <a:pt x="10528" y="8695"/>
                </a:lnTo>
                <a:lnTo>
                  <a:pt x="11005" y="8438"/>
                </a:lnTo>
                <a:lnTo>
                  <a:pt x="11959" y="7924"/>
                </a:lnTo>
                <a:lnTo>
                  <a:pt x="12473" y="7667"/>
                </a:lnTo>
                <a:lnTo>
                  <a:pt x="12986" y="7411"/>
                </a:lnTo>
                <a:lnTo>
                  <a:pt x="13573" y="7191"/>
                </a:lnTo>
                <a:lnTo>
                  <a:pt x="13756" y="7117"/>
                </a:lnTo>
                <a:lnTo>
                  <a:pt x="14013" y="7044"/>
                </a:lnTo>
                <a:lnTo>
                  <a:pt x="14050" y="7081"/>
                </a:lnTo>
                <a:lnTo>
                  <a:pt x="14160" y="7081"/>
                </a:lnTo>
                <a:lnTo>
                  <a:pt x="14197" y="7191"/>
                </a:lnTo>
                <a:lnTo>
                  <a:pt x="13830" y="7374"/>
                </a:lnTo>
                <a:lnTo>
                  <a:pt x="13500" y="7594"/>
                </a:lnTo>
                <a:lnTo>
                  <a:pt x="12436" y="8218"/>
                </a:lnTo>
                <a:lnTo>
                  <a:pt x="11335" y="8768"/>
                </a:lnTo>
                <a:lnTo>
                  <a:pt x="10198" y="9245"/>
                </a:lnTo>
                <a:lnTo>
                  <a:pt x="9061" y="9685"/>
                </a:lnTo>
                <a:lnTo>
                  <a:pt x="7887" y="10088"/>
                </a:lnTo>
                <a:lnTo>
                  <a:pt x="6750" y="10455"/>
                </a:lnTo>
                <a:lnTo>
                  <a:pt x="6200" y="10639"/>
                </a:lnTo>
                <a:lnTo>
                  <a:pt x="5906" y="10749"/>
                </a:lnTo>
                <a:lnTo>
                  <a:pt x="5650" y="10895"/>
                </a:lnTo>
                <a:lnTo>
                  <a:pt x="5613" y="10932"/>
                </a:lnTo>
                <a:lnTo>
                  <a:pt x="5613" y="10969"/>
                </a:lnTo>
                <a:lnTo>
                  <a:pt x="5613" y="11005"/>
                </a:lnTo>
                <a:lnTo>
                  <a:pt x="5686" y="11042"/>
                </a:lnTo>
                <a:lnTo>
                  <a:pt x="5943" y="11005"/>
                </a:lnTo>
                <a:lnTo>
                  <a:pt x="6200" y="10969"/>
                </a:lnTo>
                <a:lnTo>
                  <a:pt x="6713" y="10822"/>
                </a:lnTo>
                <a:lnTo>
                  <a:pt x="7337" y="10602"/>
                </a:lnTo>
                <a:lnTo>
                  <a:pt x="7961" y="10419"/>
                </a:lnTo>
                <a:lnTo>
                  <a:pt x="9208" y="10015"/>
                </a:lnTo>
                <a:lnTo>
                  <a:pt x="10418" y="9538"/>
                </a:lnTo>
                <a:lnTo>
                  <a:pt x="11445" y="9061"/>
                </a:lnTo>
                <a:lnTo>
                  <a:pt x="12473" y="8584"/>
                </a:lnTo>
                <a:lnTo>
                  <a:pt x="13573" y="7961"/>
                </a:lnTo>
                <a:lnTo>
                  <a:pt x="14013" y="7741"/>
                </a:lnTo>
                <a:lnTo>
                  <a:pt x="14233" y="7594"/>
                </a:lnTo>
                <a:lnTo>
                  <a:pt x="14417" y="7447"/>
                </a:lnTo>
                <a:lnTo>
                  <a:pt x="14527" y="7594"/>
                </a:lnTo>
                <a:lnTo>
                  <a:pt x="14527" y="7631"/>
                </a:lnTo>
                <a:lnTo>
                  <a:pt x="14417" y="7961"/>
                </a:lnTo>
                <a:lnTo>
                  <a:pt x="14417" y="8328"/>
                </a:lnTo>
                <a:lnTo>
                  <a:pt x="14343" y="8254"/>
                </a:lnTo>
                <a:lnTo>
                  <a:pt x="14233" y="8254"/>
                </a:lnTo>
                <a:lnTo>
                  <a:pt x="13830" y="8438"/>
                </a:lnTo>
                <a:lnTo>
                  <a:pt x="13426" y="8658"/>
                </a:lnTo>
                <a:lnTo>
                  <a:pt x="12693" y="9135"/>
                </a:lnTo>
                <a:lnTo>
                  <a:pt x="12252" y="9428"/>
                </a:lnTo>
                <a:lnTo>
                  <a:pt x="11776" y="9685"/>
                </a:lnTo>
                <a:lnTo>
                  <a:pt x="11299" y="9942"/>
                </a:lnTo>
                <a:lnTo>
                  <a:pt x="10822" y="10125"/>
                </a:lnTo>
                <a:lnTo>
                  <a:pt x="8658" y="10822"/>
                </a:lnTo>
                <a:lnTo>
                  <a:pt x="7741" y="11115"/>
                </a:lnTo>
                <a:lnTo>
                  <a:pt x="7300" y="11262"/>
                </a:lnTo>
                <a:lnTo>
                  <a:pt x="6860" y="11446"/>
                </a:lnTo>
                <a:lnTo>
                  <a:pt x="5283" y="11409"/>
                </a:lnTo>
                <a:lnTo>
                  <a:pt x="5246" y="11189"/>
                </a:lnTo>
                <a:lnTo>
                  <a:pt x="5173" y="11115"/>
                </a:lnTo>
                <a:lnTo>
                  <a:pt x="5026" y="11115"/>
                </a:lnTo>
                <a:lnTo>
                  <a:pt x="4989" y="11189"/>
                </a:lnTo>
                <a:lnTo>
                  <a:pt x="4953" y="11409"/>
                </a:lnTo>
                <a:lnTo>
                  <a:pt x="4182" y="11336"/>
                </a:lnTo>
                <a:lnTo>
                  <a:pt x="3816" y="11336"/>
                </a:lnTo>
                <a:lnTo>
                  <a:pt x="3412" y="11372"/>
                </a:lnTo>
                <a:lnTo>
                  <a:pt x="3119" y="11409"/>
                </a:lnTo>
                <a:lnTo>
                  <a:pt x="2862" y="11556"/>
                </a:lnTo>
                <a:lnTo>
                  <a:pt x="2825" y="11005"/>
                </a:lnTo>
                <a:lnTo>
                  <a:pt x="2715" y="9428"/>
                </a:lnTo>
                <a:lnTo>
                  <a:pt x="2715" y="9171"/>
                </a:lnTo>
                <a:lnTo>
                  <a:pt x="2972" y="9171"/>
                </a:lnTo>
                <a:lnTo>
                  <a:pt x="3265" y="9135"/>
                </a:lnTo>
                <a:lnTo>
                  <a:pt x="3522" y="9061"/>
                </a:lnTo>
                <a:lnTo>
                  <a:pt x="3779" y="8988"/>
                </a:lnTo>
                <a:lnTo>
                  <a:pt x="4036" y="8841"/>
                </a:lnTo>
                <a:lnTo>
                  <a:pt x="4293" y="8695"/>
                </a:lnTo>
                <a:lnTo>
                  <a:pt x="4733" y="8401"/>
                </a:lnTo>
                <a:lnTo>
                  <a:pt x="5063" y="8108"/>
                </a:lnTo>
                <a:lnTo>
                  <a:pt x="5356" y="7777"/>
                </a:lnTo>
                <a:lnTo>
                  <a:pt x="5613" y="7447"/>
                </a:lnTo>
                <a:lnTo>
                  <a:pt x="5870" y="7117"/>
                </a:lnTo>
                <a:lnTo>
                  <a:pt x="6273" y="7007"/>
                </a:lnTo>
                <a:lnTo>
                  <a:pt x="6640" y="6824"/>
                </a:lnTo>
                <a:lnTo>
                  <a:pt x="7410" y="6420"/>
                </a:lnTo>
                <a:lnTo>
                  <a:pt x="8401" y="5980"/>
                </a:lnTo>
                <a:lnTo>
                  <a:pt x="9355" y="5577"/>
                </a:lnTo>
                <a:lnTo>
                  <a:pt x="10308" y="5246"/>
                </a:lnTo>
                <a:lnTo>
                  <a:pt x="11262" y="4880"/>
                </a:lnTo>
                <a:lnTo>
                  <a:pt x="12032" y="4623"/>
                </a:lnTo>
                <a:lnTo>
                  <a:pt x="12436" y="4403"/>
                </a:lnTo>
                <a:lnTo>
                  <a:pt x="12619" y="4219"/>
                </a:lnTo>
                <a:lnTo>
                  <a:pt x="12729" y="4183"/>
                </a:lnTo>
                <a:close/>
                <a:moveTo>
                  <a:pt x="2385" y="1"/>
                </a:moveTo>
                <a:lnTo>
                  <a:pt x="2238" y="38"/>
                </a:lnTo>
                <a:lnTo>
                  <a:pt x="2202" y="74"/>
                </a:lnTo>
                <a:lnTo>
                  <a:pt x="2165" y="111"/>
                </a:lnTo>
                <a:lnTo>
                  <a:pt x="2055" y="368"/>
                </a:lnTo>
                <a:lnTo>
                  <a:pt x="1982" y="515"/>
                </a:lnTo>
                <a:lnTo>
                  <a:pt x="1578" y="1432"/>
                </a:lnTo>
                <a:lnTo>
                  <a:pt x="1541" y="1542"/>
                </a:lnTo>
                <a:lnTo>
                  <a:pt x="1578" y="1615"/>
                </a:lnTo>
                <a:lnTo>
                  <a:pt x="1615" y="1688"/>
                </a:lnTo>
                <a:lnTo>
                  <a:pt x="1688" y="1762"/>
                </a:lnTo>
                <a:lnTo>
                  <a:pt x="1761" y="1798"/>
                </a:lnTo>
                <a:lnTo>
                  <a:pt x="1835" y="1798"/>
                </a:lnTo>
                <a:lnTo>
                  <a:pt x="1908" y="1762"/>
                </a:lnTo>
                <a:lnTo>
                  <a:pt x="1982" y="1652"/>
                </a:lnTo>
                <a:lnTo>
                  <a:pt x="2128" y="1358"/>
                </a:lnTo>
                <a:lnTo>
                  <a:pt x="2092" y="2165"/>
                </a:lnTo>
                <a:lnTo>
                  <a:pt x="2092" y="2972"/>
                </a:lnTo>
                <a:lnTo>
                  <a:pt x="2055" y="4073"/>
                </a:lnTo>
                <a:lnTo>
                  <a:pt x="1982" y="4109"/>
                </a:lnTo>
                <a:lnTo>
                  <a:pt x="1835" y="4073"/>
                </a:lnTo>
                <a:lnTo>
                  <a:pt x="1725" y="3999"/>
                </a:lnTo>
                <a:lnTo>
                  <a:pt x="1615" y="3999"/>
                </a:lnTo>
                <a:lnTo>
                  <a:pt x="1541" y="4036"/>
                </a:lnTo>
                <a:lnTo>
                  <a:pt x="1505" y="4109"/>
                </a:lnTo>
                <a:lnTo>
                  <a:pt x="1541" y="4219"/>
                </a:lnTo>
                <a:lnTo>
                  <a:pt x="1651" y="4293"/>
                </a:lnTo>
                <a:lnTo>
                  <a:pt x="1761" y="4366"/>
                </a:lnTo>
                <a:lnTo>
                  <a:pt x="1908" y="4403"/>
                </a:lnTo>
                <a:lnTo>
                  <a:pt x="2055" y="4439"/>
                </a:lnTo>
                <a:lnTo>
                  <a:pt x="2055" y="5540"/>
                </a:lnTo>
                <a:lnTo>
                  <a:pt x="1908" y="5577"/>
                </a:lnTo>
                <a:lnTo>
                  <a:pt x="1651" y="5613"/>
                </a:lnTo>
                <a:lnTo>
                  <a:pt x="1615" y="5687"/>
                </a:lnTo>
                <a:lnTo>
                  <a:pt x="1541" y="5723"/>
                </a:lnTo>
                <a:lnTo>
                  <a:pt x="1541" y="5760"/>
                </a:lnTo>
                <a:lnTo>
                  <a:pt x="1505" y="5797"/>
                </a:lnTo>
                <a:lnTo>
                  <a:pt x="1541" y="5833"/>
                </a:lnTo>
                <a:lnTo>
                  <a:pt x="1578" y="5833"/>
                </a:lnTo>
                <a:lnTo>
                  <a:pt x="1651" y="5907"/>
                </a:lnTo>
                <a:lnTo>
                  <a:pt x="2055" y="5907"/>
                </a:lnTo>
                <a:lnTo>
                  <a:pt x="2092" y="6200"/>
                </a:lnTo>
                <a:lnTo>
                  <a:pt x="2092" y="7154"/>
                </a:lnTo>
                <a:lnTo>
                  <a:pt x="1835" y="7227"/>
                </a:lnTo>
                <a:lnTo>
                  <a:pt x="1541" y="7374"/>
                </a:lnTo>
                <a:lnTo>
                  <a:pt x="1505" y="7411"/>
                </a:lnTo>
                <a:lnTo>
                  <a:pt x="1505" y="7447"/>
                </a:lnTo>
                <a:lnTo>
                  <a:pt x="1541" y="7484"/>
                </a:lnTo>
                <a:lnTo>
                  <a:pt x="1578" y="7521"/>
                </a:lnTo>
                <a:lnTo>
                  <a:pt x="2092" y="7521"/>
                </a:lnTo>
                <a:lnTo>
                  <a:pt x="2165" y="8951"/>
                </a:lnTo>
                <a:lnTo>
                  <a:pt x="2165" y="8988"/>
                </a:lnTo>
                <a:lnTo>
                  <a:pt x="1982" y="8951"/>
                </a:lnTo>
                <a:lnTo>
                  <a:pt x="1578" y="8951"/>
                </a:lnTo>
                <a:lnTo>
                  <a:pt x="1505" y="8988"/>
                </a:lnTo>
                <a:lnTo>
                  <a:pt x="1468" y="9061"/>
                </a:lnTo>
                <a:lnTo>
                  <a:pt x="1468" y="9135"/>
                </a:lnTo>
                <a:lnTo>
                  <a:pt x="1541" y="9208"/>
                </a:lnTo>
                <a:lnTo>
                  <a:pt x="1688" y="9245"/>
                </a:lnTo>
                <a:lnTo>
                  <a:pt x="1835" y="9318"/>
                </a:lnTo>
                <a:lnTo>
                  <a:pt x="2202" y="9391"/>
                </a:lnTo>
                <a:lnTo>
                  <a:pt x="2238" y="10419"/>
                </a:lnTo>
                <a:lnTo>
                  <a:pt x="2018" y="10419"/>
                </a:lnTo>
                <a:lnTo>
                  <a:pt x="1798" y="10455"/>
                </a:lnTo>
                <a:lnTo>
                  <a:pt x="1725" y="10529"/>
                </a:lnTo>
                <a:lnTo>
                  <a:pt x="1651" y="10602"/>
                </a:lnTo>
                <a:lnTo>
                  <a:pt x="1578" y="10675"/>
                </a:lnTo>
                <a:lnTo>
                  <a:pt x="1615" y="10749"/>
                </a:lnTo>
                <a:lnTo>
                  <a:pt x="1688" y="10822"/>
                </a:lnTo>
                <a:lnTo>
                  <a:pt x="2128" y="10822"/>
                </a:lnTo>
                <a:lnTo>
                  <a:pt x="2275" y="10859"/>
                </a:lnTo>
                <a:lnTo>
                  <a:pt x="2275" y="10895"/>
                </a:lnTo>
                <a:lnTo>
                  <a:pt x="2312" y="11702"/>
                </a:lnTo>
                <a:lnTo>
                  <a:pt x="2348" y="11959"/>
                </a:lnTo>
                <a:lnTo>
                  <a:pt x="2385" y="12106"/>
                </a:lnTo>
                <a:lnTo>
                  <a:pt x="2495" y="12216"/>
                </a:lnTo>
                <a:lnTo>
                  <a:pt x="2568" y="12253"/>
                </a:lnTo>
                <a:lnTo>
                  <a:pt x="2679" y="12253"/>
                </a:lnTo>
                <a:lnTo>
                  <a:pt x="2752" y="12216"/>
                </a:lnTo>
                <a:lnTo>
                  <a:pt x="2789" y="12143"/>
                </a:lnTo>
                <a:lnTo>
                  <a:pt x="2825" y="12106"/>
                </a:lnTo>
                <a:lnTo>
                  <a:pt x="3009" y="11959"/>
                </a:lnTo>
                <a:lnTo>
                  <a:pt x="3265" y="11886"/>
                </a:lnTo>
                <a:lnTo>
                  <a:pt x="3486" y="11849"/>
                </a:lnTo>
                <a:lnTo>
                  <a:pt x="3742" y="11849"/>
                </a:lnTo>
                <a:lnTo>
                  <a:pt x="3742" y="12033"/>
                </a:lnTo>
                <a:lnTo>
                  <a:pt x="3742" y="12216"/>
                </a:lnTo>
                <a:lnTo>
                  <a:pt x="3816" y="12363"/>
                </a:lnTo>
                <a:lnTo>
                  <a:pt x="3889" y="12509"/>
                </a:lnTo>
                <a:lnTo>
                  <a:pt x="3962" y="12583"/>
                </a:lnTo>
                <a:lnTo>
                  <a:pt x="4036" y="12546"/>
                </a:lnTo>
                <a:lnTo>
                  <a:pt x="4109" y="12509"/>
                </a:lnTo>
                <a:lnTo>
                  <a:pt x="4146" y="12436"/>
                </a:lnTo>
                <a:lnTo>
                  <a:pt x="4072" y="12216"/>
                </a:lnTo>
                <a:lnTo>
                  <a:pt x="4036" y="12069"/>
                </a:lnTo>
                <a:lnTo>
                  <a:pt x="4036" y="11886"/>
                </a:lnTo>
                <a:lnTo>
                  <a:pt x="5063" y="11922"/>
                </a:lnTo>
                <a:lnTo>
                  <a:pt x="5063" y="12143"/>
                </a:lnTo>
                <a:lnTo>
                  <a:pt x="5100" y="12619"/>
                </a:lnTo>
                <a:lnTo>
                  <a:pt x="5136" y="12693"/>
                </a:lnTo>
                <a:lnTo>
                  <a:pt x="5173" y="12766"/>
                </a:lnTo>
                <a:lnTo>
                  <a:pt x="5320" y="12766"/>
                </a:lnTo>
                <a:lnTo>
                  <a:pt x="5466" y="12729"/>
                </a:lnTo>
                <a:lnTo>
                  <a:pt x="5503" y="12619"/>
                </a:lnTo>
                <a:lnTo>
                  <a:pt x="5540" y="12473"/>
                </a:lnTo>
                <a:lnTo>
                  <a:pt x="5466" y="12363"/>
                </a:lnTo>
                <a:lnTo>
                  <a:pt x="5393" y="12326"/>
                </a:lnTo>
                <a:lnTo>
                  <a:pt x="5356" y="12106"/>
                </a:lnTo>
                <a:lnTo>
                  <a:pt x="5283" y="11922"/>
                </a:lnTo>
                <a:lnTo>
                  <a:pt x="5906" y="11959"/>
                </a:lnTo>
                <a:lnTo>
                  <a:pt x="6493" y="11959"/>
                </a:lnTo>
                <a:lnTo>
                  <a:pt x="6493" y="11996"/>
                </a:lnTo>
                <a:lnTo>
                  <a:pt x="6457" y="12179"/>
                </a:lnTo>
                <a:lnTo>
                  <a:pt x="6420" y="12399"/>
                </a:lnTo>
                <a:lnTo>
                  <a:pt x="6457" y="12583"/>
                </a:lnTo>
                <a:lnTo>
                  <a:pt x="6567" y="12766"/>
                </a:lnTo>
                <a:lnTo>
                  <a:pt x="6603" y="12840"/>
                </a:lnTo>
                <a:lnTo>
                  <a:pt x="6677" y="12876"/>
                </a:lnTo>
                <a:lnTo>
                  <a:pt x="6750" y="12876"/>
                </a:lnTo>
                <a:lnTo>
                  <a:pt x="6824" y="12840"/>
                </a:lnTo>
                <a:lnTo>
                  <a:pt x="6897" y="12766"/>
                </a:lnTo>
                <a:lnTo>
                  <a:pt x="6897" y="12729"/>
                </a:lnTo>
                <a:lnTo>
                  <a:pt x="6897" y="12656"/>
                </a:lnTo>
                <a:lnTo>
                  <a:pt x="6824" y="12619"/>
                </a:lnTo>
                <a:lnTo>
                  <a:pt x="6787" y="12583"/>
                </a:lnTo>
                <a:lnTo>
                  <a:pt x="6713" y="12399"/>
                </a:lnTo>
                <a:lnTo>
                  <a:pt x="6677" y="12216"/>
                </a:lnTo>
                <a:lnTo>
                  <a:pt x="6640" y="11996"/>
                </a:lnTo>
                <a:lnTo>
                  <a:pt x="6640" y="11959"/>
                </a:lnTo>
                <a:lnTo>
                  <a:pt x="7924" y="11996"/>
                </a:lnTo>
                <a:lnTo>
                  <a:pt x="7851" y="12033"/>
                </a:lnTo>
                <a:lnTo>
                  <a:pt x="7814" y="12106"/>
                </a:lnTo>
                <a:lnTo>
                  <a:pt x="7777" y="12253"/>
                </a:lnTo>
                <a:lnTo>
                  <a:pt x="7777" y="12399"/>
                </a:lnTo>
                <a:lnTo>
                  <a:pt x="7777" y="12509"/>
                </a:lnTo>
                <a:lnTo>
                  <a:pt x="7814" y="12619"/>
                </a:lnTo>
                <a:lnTo>
                  <a:pt x="7887" y="12729"/>
                </a:lnTo>
                <a:lnTo>
                  <a:pt x="7961" y="12766"/>
                </a:lnTo>
                <a:lnTo>
                  <a:pt x="8034" y="12729"/>
                </a:lnTo>
                <a:lnTo>
                  <a:pt x="8107" y="12693"/>
                </a:lnTo>
                <a:lnTo>
                  <a:pt x="8144" y="12619"/>
                </a:lnTo>
                <a:lnTo>
                  <a:pt x="8107" y="12473"/>
                </a:lnTo>
                <a:lnTo>
                  <a:pt x="8071" y="12289"/>
                </a:lnTo>
                <a:lnTo>
                  <a:pt x="8071" y="12179"/>
                </a:lnTo>
                <a:lnTo>
                  <a:pt x="8034" y="12106"/>
                </a:lnTo>
                <a:lnTo>
                  <a:pt x="8034" y="12033"/>
                </a:lnTo>
                <a:lnTo>
                  <a:pt x="8034" y="11996"/>
                </a:lnTo>
                <a:lnTo>
                  <a:pt x="9391" y="11996"/>
                </a:lnTo>
                <a:lnTo>
                  <a:pt x="9318" y="12216"/>
                </a:lnTo>
                <a:lnTo>
                  <a:pt x="9318" y="12473"/>
                </a:lnTo>
                <a:lnTo>
                  <a:pt x="9355" y="12546"/>
                </a:lnTo>
                <a:lnTo>
                  <a:pt x="9428" y="12583"/>
                </a:lnTo>
                <a:lnTo>
                  <a:pt x="9611" y="12583"/>
                </a:lnTo>
                <a:lnTo>
                  <a:pt x="9685" y="12546"/>
                </a:lnTo>
                <a:lnTo>
                  <a:pt x="9721" y="12473"/>
                </a:lnTo>
                <a:lnTo>
                  <a:pt x="9721" y="12436"/>
                </a:lnTo>
                <a:lnTo>
                  <a:pt x="9721" y="12363"/>
                </a:lnTo>
                <a:lnTo>
                  <a:pt x="9611" y="12326"/>
                </a:lnTo>
                <a:lnTo>
                  <a:pt x="9611" y="11996"/>
                </a:lnTo>
                <a:lnTo>
                  <a:pt x="10638" y="11996"/>
                </a:lnTo>
                <a:lnTo>
                  <a:pt x="10675" y="12253"/>
                </a:lnTo>
                <a:lnTo>
                  <a:pt x="10748" y="12509"/>
                </a:lnTo>
                <a:lnTo>
                  <a:pt x="10822" y="12583"/>
                </a:lnTo>
                <a:lnTo>
                  <a:pt x="10969" y="12583"/>
                </a:lnTo>
                <a:lnTo>
                  <a:pt x="11005" y="12509"/>
                </a:lnTo>
                <a:lnTo>
                  <a:pt x="11042" y="12399"/>
                </a:lnTo>
                <a:lnTo>
                  <a:pt x="10969" y="12179"/>
                </a:lnTo>
                <a:lnTo>
                  <a:pt x="10895" y="11996"/>
                </a:lnTo>
                <a:lnTo>
                  <a:pt x="12106" y="11996"/>
                </a:lnTo>
                <a:lnTo>
                  <a:pt x="12069" y="12069"/>
                </a:lnTo>
                <a:lnTo>
                  <a:pt x="12032" y="12143"/>
                </a:lnTo>
                <a:lnTo>
                  <a:pt x="11996" y="12363"/>
                </a:lnTo>
                <a:lnTo>
                  <a:pt x="12032" y="12473"/>
                </a:lnTo>
                <a:lnTo>
                  <a:pt x="12069" y="12619"/>
                </a:lnTo>
                <a:lnTo>
                  <a:pt x="12142" y="12729"/>
                </a:lnTo>
                <a:lnTo>
                  <a:pt x="12216" y="12803"/>
                </a:lnTo>
                <a:lnTo>
                  <a:pt x="12289" y="12840"/>
                </a:lnTo>
                <a:lnTo>
                  <a:pt x="12362" y="12803"/>
                </a:lnTo>
                <a:lnTo>
                  <a:pt x="12399" y="12766"/>
                </a:lnTo>
                <a:lnTo>
                  <a:pt x="12399" y="12693"/>
                </a:lnTo>
                <a:lnTo>
                  <a:pt x="12362" y="12546"/>
                </a:lnTo>
                <a:lnTo>
                  <a:pt x="12289" y="12363"/>
                </a:lnTo>
                <a:lnTo>
                  <a:pt x="12252" y="12179"/>
                </a:lnTo>
                <a:lnTo>
                  <a:pt x="12252" y="11959"/>
                </a:lnTo>
                <a:lnTo>
                  <a:pt x="13353" y="11959"/>
                </a:lnTo>
                <a:lnTo>
                  <a:pt x="13280" y="12106"/>
                </a:lnTo>
                <a:lnTo>
                  <a:pt x="13243" y="12253"/>
                </a:lnTo>
                <a:lnTo>
                  <a:pt x="13243" y="12436"/>
                </a:lnTo>
                <a:lnTo>
                  <a:pt x="13316" y="12583"/>
                </a:lnTo>
                <a:lnTo>
                  <a:pt x="13353" y="12619"/>
                </a:lnTo>
                <a:lnTo>
                  <a:pt x="13426" y="12656"/>
                </a:lnTo>
                <a:lnTo>
                  <a:pt x="13500" y="12656"/>
                </a:lnTo>
                <a:lnTo>
                  <a:pt x="13573" y="12583"/>
                </a:lnTo>
                <a:lnTo>
                  <a:pt x="13610" y="12436"/>
                </a:lnTo>
                <a:lnTo>
                  <a:pt x="13536" y="12216"/>
                </a:lnTo>
                <a:lnTo>
                  <a:pt x="13536" y="12069"/>
                </a:lnTo>
                <a:lnTo>
                  <a:pt x="13573" y="11922"/>
                </a:lnTo>
                <a:lnTo>
                  <a:pt x="14563" y="11886"/>
                </a:lnTo>
                <a:lnTo>
                  <a:pt x="14563" y="11886"/>
                </a:lnTo>
                <a:lnTo>
                  <a:pt x="14527" y="12363"/>
                </a:lnTo>
                <a:lnTo>
                  <a:pt x="14563" y="12436"/>
                </a:lnTo>
                <a:lnTo>
                  <a:pt x="14637" y="12509"/>
                </a:lnTo>
                <a:lnTo>
                  <a:pt x="14747" y="12509"/>
                </a:lnTo>
                <a:lnTo>
                  <a:pt x="14820" y="12473"/>
                </a:lnTo>
                <a:lnTo>
                  <a:pt x="14893" y="12399"/>
                </a:lnTo>
                <a:lnTo>
                  <a:pt x="14967" y="12289"/>
                </a:lnTo>
                <a:lnTo>
                  <a:pt x="14967" y="12179"/>
                </a:lnTo>
                <a:lnTo>
                  <a:pt x="14967" y="12069"/>
                </a:lnTo>
                <a:lnTo>
                  <a:pt x="14930" y="11996"/>
                </a:lnTo>
                <a:lnTo>
                  <a:pt x="14857" y="11959"/>
                </a:lnTo>
                <a:lnTo>
                  <a:pt x="14857" y="11886"/>
                </a:lnTo>
                <a:lnTo>
                  <a:pt x="16618" y="11776"/>
                </a:lnTo>
                <a:lnTo>
                  <a:pt x="16654" y="11812"/>
                </a:lnTo>
                <a:lnTo>
                  <a:pt x="16544" y="11996"/>
                </a:lnTo>
                <a:lnTo>
                  <a:pt x="16361" y="12179"/>
                </a:lnTo>
                <a:lnTo>
                  <a:pt x="16287" y="12289"/>
                </a:lnTo>
                <a:lnTo>
                  <a:pt x="16251" y="12363"/>
                </a:lnTo>
                <a:lnTo>
                  <a:pt x="16287" y="12436"/>
                </a:lnTo>
                <a:lnTo>
                  <a:pt x="16324" y="12509"/>
                </a:lnTo>
                <a:lnTo>
                  <a:pt x="16397" y="12546"/>
                </a:lnTo>
                <a:lnTo>
                  <a:pt x="16471" y="12583"/>
                </a:lnTo>
                <a:lnTo>
                  <a:pt x="16544" y="12583"/>
                </a:lnTo>
                <a:lnTo>
                  <a:pt x="16581" y="12546"/>
                </a:lnTo>
                <a:lnTo>
                  <a:pt x="16728" y="12473"/>
                </a:lnTo>
                <a:lnTo>
                  <a:pt x="16801" y="12363"/>
                </a:lnTo>
                <a:lnTo>
                  <a:pt x="16984" y="12106"/>
                </a:lnTo>
                <a:lnTo>
                  <a:pt x="17461" y="11482"/>
                </a:lnTo>
                <a:lnTo>
                  <a:pt x="17461" y="11409"/>
                </a:lnTo>
                <a:lnTo>
                  <a:pt x="17461" y="11336"/>
                </a:lnTo>
                <a:lnTo>
                  <a:pt x="17461" y="11262"/>
                </a:lnTo>
                <a:lnTo>
                  <a:pt x="17425" y="11189"/>
                </a:lnTo>
                <a:lnTo>
                  <a:pt x="17058" y="10895"/>
                </a:lnTo>
                <a:lnTo>
                  <a:pt x="16728" y="10639"/>
                </a:lnTo>
                <a:lnTo>
                  <a:pt x="16654" y="10602"/>
                </a:lnTo>
                <a:lnTo>
                  <a:pt x="16581" y="10602"/>
                </a:lnTo>
                <a:lnTo>
                  <a:pt x="16544" y="10639"/>
                </a:lnTo>
                <a:lnTo>
                  <a:pt x="16471" y="10675"/>
                </a:lnTo>
                <a:lnTo>
                  <a:pt x="16434" y="10785"/>
                </a:lnTo>
                <a:lnTo>
                  <a:pt x="16434" y="10859"/>
                </a:lnTo>
                <a:lnTo>
                  <a:pt x="16471" y="10932"/>
                </a:lnTo>
                <a:lnTo>
                  <a:pt x="16801" y="11226"/>
                </a:lnTo>
                <a:lnTo>
                  <a:pt x="13940" y="11372"/>
                </a:lnTo>
                <a:lnTo>
                  <a:pt x="14050" y="11336"/>
                </a:lnTo>
                <a:lnTo>
                  <a:pt x="14270" y="11189"/>
                </a:lnTo>
                <a:lnTo>
                  <a:pt x="14343" y="11115"/>
                </a:lnTo>
                <a:lnTo>
                  <a:pt x="14417" y="11005"/>
                </a:lnTo>
                <a:lnTo>
                  <a:pt x="14417" y="10932"/>
                </a:lnTo>
                <a:lnTo>
                  <a:pt x="14380" y="10895"/>
                </a:lnTo>
                <a:lnTo>
                  <a:pt x="14233" y="10895"/>
                </a:lnTo>
                <a:lnTo>
                  <a:pt x="14123" y="10932"/>
                </a:lnTo>
                <a:lnTo>
                  <a:pt x="13903" y="11079"/>
                </a:lnTo>
                <a:lnTo>
                  <a:pt x="13720" y="11226"/>
                </a:lnTo>
                <a:lnTo>
                  <a:pt x="13573" y="11409"/>
                </a:lnTo>
                <a:lnTo>
                  <a:pt x="12289" y="11446"/>
                </a:lnTo>
                <a:lnTo>
                  <a:pt x="12546" y="11336"/>
                </a:lnTo>
                <a:lnTo>
                  <a:pt x="12839" y="11226"/>
                </a:lnTo>
                <a:lnTo>
                  <a:pt x="13169" y="11079"/>
                </a:lnTo>
                <a:lnTo>
                  <a:pt x="13500" y="10895"/>
                </a:lnTo>
                <a:lnTo>
                  <a:pt x="13793" y="10675"/>
                </a:lnTo>
                <a:lnTo>
                  <a:pt x="14050" y="10419"/>
                </a:lnTo>
                <a:lnTo>
                  <a:pt x="14087" y="10308"/>
                </a:lnTo>
                <a:lnTo>
                  <a:pt x="14050" y="10235"/>
                </a:lnTo>
                <a:lnTo>
                  <a:pt x="13976" y="10198"/>
                </a:lnTo>
                <a:lnTo>
                  <a:pt x="13903" y="10235"/>
                </a:lnTo>
                <a:lnTo>
                  <a:pt x="13646" y="10382"/>
                </a:lnTo>
                <a:lnTo>
                  <a:pt x="13390" y="10565"/>
                </a:lnTo>
                <a:lnTo>
                  <a:pt x="13133" y="10749"/>
                </a:lnTo>
                <a:lnTo>
                  <a:pt x="12876" y="10895"/>
                </a:lnTo>
                <a:lnTo>
                  <a:pt x="12583" y="11042"/>
                </a:lnTo>
                <a:lnTo>
                  <a:pt x="12289" y="11152"/>
                </a:lnTo>
                <a:lnTo>
                  <a:pt x="11996" y="11299"/>
                </a:lnTo>
                <a:lnTo>
                  <a:pt x="11702" y="11446"/>
                </a:lnTo>
                <a:lnTo>
                  <a:pt x="10162" y="11482"/>
                </a:lnTo>
                <a:lnTo>
                  <a:pt x="10602" y="11299"/>
                </a:lnTo>
                <a:lnTo>
                  <a:pt x="12216" y="10639"/>
                </a:lnTo>
                <a:lnTo>
                  <a:pt x="12766" y="10455"/>
                </a:lnTo>
                <a:lnTo>
                  <a:pt x="13316" y="10162"/>
                </a:lnTo>
                <a:lnTo>
                  <a:pt x="13573" y="10015"/>
                </a:lnTo>
                <a:lnTo>
                  <a:pt x="13793" y="9832"/>
                </a:lnTo>
                <a:lnTo>
                  <a:pt x="13976" y="9612"/>
                </a:lnTo>
                <a:lnTo>
                  <a:pt x="14087" y="9355"/>
                </a:lnTo>
                <a:lnTo>
                  <a:pt x="14087" y="9245"/>
                </a:lnTo>
                <a:lnTo>
                  <a:pt x="14050" y="9208"/>
                </a:lnTo>
                <a:lnTo>
                  <a:pt x="13940" y="9171"/>
                </a:lnTo>
                <a:lnTo>
                  <a:pt x="13866" y="9208"/>
                </a:lnTo>
                <a:lnTo>
                  <a:pt x="13463" y="9612"/>
                </a:lnTo>
                <a:lnTo>
                  <a:pt x="13243" y="9795"/>
                </a:lnTo>
                <a:lnTo>
                  <a:pt x="12986" y="9978"/>
                </a:lnTo>
                <a:lnTo>
                  <a:pt x="12693" y="10125"/>
                </a:lnTo>
                <a:lnTo>
                  <a:pt x="12399" y="10235"/>
                </a:lnTo>
                <a:lnTo>
                  <a:pt x="11776" y="10492"/>
                </a:lnTo>
                <a:lnTo>
                  <a:pt x="10418" y="11042"/>
                </a:lnTo>
                <a:lnTo>
                  <a:pt x="9905" y="11262"/>
                </a:lnTo>
                <a:lnTo>
                  <a:pt x="9428" y="11482"/>
                </a:lnTo>
                <a:lnTo>
                  <a:pt x="7667" y="11482"/>
                </a:lnTo>
                <a:lnTo>
                  <a:pt x="8621" y="11152"/>
                </a:lnTo>
                <a:lnTo>
                  <a:pt x="10895" y="10419"/>
                </a:lnTo>
                <a:lnTo>
                  <a:pt x="11335" y="10235"/>
                </a:lnTo>
                <a:lnTo>
                  <a:pt x="11776" y="10052"/>
                </a:lnTo>
                <a:lnTo>
                  <a:pt x="12179" y="9832"/>
                </a:lnTo>
                <a:lnTo>
                  <a:pt x="12583" y="9575"/>
                </a:lnTo>
                <a:lnTo>
                  <a:pt x="13426" y="9025"/>
                </a:lnTo>
                <a:lnTo>
                  <a:pt x="13866" y="8768"/>
                </a:lnTo>
                <a:lnTo>
                  <a:pt x="14307" y="8548"/>
                </a:lnTo>
                <a:lnTo>
                  <a:pt x="14380" y="8511"/>
                </a:lnTo>
                <a:lnTo>
                  <a:pt x="14417" y="8474"/>
                </a:lnTo>
                <a:lnTo>
                  <a:pt x="14417" y="8841"/>
                </a:lnTo>
                <a:lnTo>
                  <a:pt x="14453" y="8915"/>
                </a:lnTo>
                <a:lnTo>
                  <a:pt x="14490" y="8951"/>
                </a:lnTo>
                <a:lnTo>
                  <a:pt x="14527" y="8988"/>
                </a:lnTo>
                <a:lnTo>
                  <a:pt x="14600" y="9025"/>
                </a:lnTo>
                <a:lnTo>
                  <a:pt x="14673" y="8988"/>
                </a:lnTo>
                <a:lnTo>
                  <a:pt x="14747" y="8951"/>
                </a:lnTo>
                <a:lnTo>
                  <a:pt x="14783" y="8915"/>
                </a:lnTo>
                <a:lnTo>
                  <a:pt x="14783" y="8841"/>
                </a:lnTo>
                <a:lnTo>
                  <a:pt x="14783" y="8291"/>
                </a:lnTo>
                <a:lnTo>
                  <a:pt x="14747" y="8034"/>
                </a:lnTo>
                <a:lnTo>
                  <a:pt x="14673" y="7777"/>
                </a:lnTo>
                <a:lnTo>
                  <a:pt x="15077" y="8181"/>
                </a:lnTo>
                <a:lnTo>
                  <a:pt x="15517" y="8584"/>
                </a:lnTo>
                <a:lnTo>
                  <a:pt x="15737" y="8768"/>
                </a:lnTo>
                <a:lnTo>
                  <a:pt x="15847" y="8841"/>
                </a:lnTo>
                <a:lnTo>
                  <a:pt x="15994" y="8878"/>
                </a:lnTo>
                <a:lnTo>
                  <a:pt x="16361" y="8915"/>
                </a:lnTo>
                <a:lnTo>
                  <a:pt x="16764" y="8915"/>
                </a:lnTo>
                <a:lnTo>
                  <a:pt x="17204" y="8878"/>
                </a:lnTo>
                <a:lnTo>
                  <a:pt x="17608" y="8731"/>
                </a:lnTo>
                <a:lnTo>
                  <a:pt x="17681" y="8695"/>
                </a:lnTo>
                <a:lnTo>
                  <a:pt x="17755" y="8584"/>
                </a:lnTo>
                <a:lnTo>
                  <a:pt x="17791" y="8511"/>
                </a:lnTo>
                <a:lnTo>
                  <a:pt x="17755" y="8438"/>
                </a:lnTo>
                <a:lnTo>
                  <a:pt x="17718" y="8328"/>
                </a:lnTo>
                <a:lnTo>
                  <a:pt x="17681" y="8291"/>
                </a:lnTo>
                <a:lnTo>
                  <a:pt x="17571" y="8254"/>
                </a:lnTo>
                <a:lnTo>
                  <a:pt x="17461" y="8254"/>
                </a:lnTo>
                <a:lnTo>
                  <a:pt x="17131" y="8364"/>
                </a:lnTo>
                <a:lnTo>
                  <a:pt x="16764" y="8401"/>
                </a:lnTo>
                <a:lnTo>
                  <a:pt x="16397" y="8438"/>
                </a:lnTo>
                <a:lnTo>
                  <a:pt x="16177" y="8401"/>
                </a:lnTo>
                <a:lnTo>
                  <a:pt x="16031" y="8364"/>
                </a:lnTo>
                <a:lnTo>
                  <a:pt x="15480" y="7888"/>
                </a:lnTo>
                <a:lnTo>
                  <a:pt x="15004" y="7374"/>
                </a:lnTo>
                <a:lnTo>
                  <a:pt x="14563" y="6824"/>
                </a:lnTo>
                <a:lnTo>
                  <a:pt x="14160" y="6237"/>
                </a:lnTo>
                <a:lnTo>
                  <a:pt x="13830" y="5613"/>
                </a:lnTo>
                <a:lnTo>
                  <a:pt x="13536" y="4990"/>
                </a:lnTo>
                <a:lnTo>
                  <a:pt x="13096" y="3926"/>
                </a:lnTo>
                <a:lnTo>
                  <a:pt x="12803" y="3412"/>
                </a:lnTo>
                <a:lnTo>
                  <a:pt x="12509" y="2936"/>
                </a:lnTo>
                <a:lnTo>
                  <a:pt x="12326" y="2752"/>
                </a:lnTo>
                <a:lnTo>
                  <a:pt x="12142" y="2532"/>
                </a:lnTo>
                <a:lnTo>
                  <a:pt x="11959" y="2349"/>
                </a:lnTo>
                <a:lnTo>
                  <a:pt x="11739" y="2202"/>
                </a:lnTo>
                <a:lnTo>
                  <a:pt x="11482" y="2092"/>
                </a:lnTo>
                <a:lnTo>
                  <a:pt x="11225" y="1982"/>
                </a:lnTo>
                <a:lnTo>
                  <a:pt x="10932" y="1908"/>
                </a:lnTo>
                <a:lnTo>
                  <a:pt x="10602" y="1872"/>
                </a:lnTo>
                <a:lnTo>
                  <a:pt x="10308" y="1872"/>
                </a:lnTo>
                <a:lnTo>
                  <a:pt x="9978" y="1908"/>
                </a:lnTo>
                <a:lnTo>
                  <a:pt x="9685" y="1982"/>
                </a:lnTo>
                <a:lnTo>
                  <a:pt x="9391" y="2055"/>
                </a:lnTo>
                <a:lnTo>
                  <a:pt x="9098" y="2202"/>
                </a:lnTo>
                <a:lnTo>
                  <a:pt x="8841" y="2349"/>
                </a:lnTo>
                <a:lnTo>
                  <a:pt x="8584" y="2495"/>
                </a:lnTo>
                <a:lnTo>
                  <a:pt x="8327" y="2715"/>
                </a:lnTo>
                <a:lnTo>
                  <a:pt x="7887" y="3119"/>
                </a:lnTo>
                <a:lnTo>
                  <a:pt x="7484" y="3632"/>
                </a:lnTo>
                <a:lnTo>
                  <a:pt x="7117" y="4146"/>
                </a:lnTo>
                <a:lnTo>
                  <a:pt x="6787" y="4660"/>
                </a:lnTo>
                <a:lnTo>
                  <a:pt x="6127" y="5833"/>
                </a:lnTo>
                <a:lnTo>
                  <a:pt x="5796" y="6457"/>
                </a:lnTo>
                <a:lnTo>
                  <a:pt x="5430" y="7044"/>
                </a:lnTo>
                <a:lnTo>
                  <a:pt x="4989" y="7594"/>
                </a:lnTo>
                <a:lnTo>
                  <a:pt x="4769" y="7851"/>
                </a:lnTo>
                <a:lnTo>
                  <a:pt x="4513" y="8071"/>
                </a:lnTo>
                <a:lnTo>
                  <a:pt x="4256" y="8291"/>
                </a:lnTo>
                <a:lnTo>
                  <a:pt x="3962" y="8474"/>
                </a:lnTo>
                <a:lnTo>
                  <a:pt x="3669" y="8621"/>
                </a:lnTo>
                <a:lnTo>
                  <a:pt x="3339" y="8731"/>
                </a:lnTo>
                <a:lnTo>
                  <a:pt x="3009" y="8841"/>
                </a:lnTo>
                <a:lnTo>
                  <a:pt x="2715" y="8915"/>
                </a:lnTo>
                <a:lnTo>
                  <a:pt x="2605" y="6200"/>
                </a:lnTo>
                <a:lnTo>
                  <a:pt x="2568" y="3119"/>
                </a:lnTo>
                <a:lnTo>
                  <a:pt x="2605" y="1505"/>
                </a:lnTo>
                <a:lnTo>
                  <a:pt x="2568" y="1138"/>
                </a:lnTo>
                <a:lnTo>
                  <a:pt x="2715" y="1395"/>
                </a:lnTo>
                <a:lnTo>
                  <a:pt x="2862" y="1652"/>
                </a:lnTo>
                <a:lnTo>
                  <a:pt x="2899" y="1725"/>
                </a:lnTo>
                <a:lnTo>
                  <a:pt x="2972" y="1762"/>
                </a:lnTo>
                <a:lnTo>
                  <a:pt x="3119" y="1762"/>
                </a:lnTo>
                <a:lnTo>
                  <a:pt x="3192" y="1688"/>
                </a:lnTo>
                <a:lnTo>
                  <a:pt x="3229" y="1652"/>
                </a:lnTo>
                <a:lnTo>
                  <a:pt x="3265" y="1578"/>
                </a:lnTo>
                <a:lnTo>
                  <a:pt x="3265" y="1505"/>
                </a:lnTo>
                <a:lnTo>
                  <a:pt x="3155" y="1138"/>
                </a:lnTo>
                <a:lnTo>
                  <a:pt x="2972" y="771"/>
                </a:lnTo>
                <a:lnTo>
                  <a:pt x="2568" y="111"/>
                </a:lnTo>
                <a:lnTo>
                  <a:pt x="2495" y="38"/>
                </a:lnTo>
                <a:lnTo>
                  <a:pt x="2385" y="1"/>
                </a:lnTo>
                <a:close/>
                <a:moveTo>
                  <a:pt x="15554" y="12546"/>
                </a:moveTo>
                <a:lnTo>
                  <a:pt x="15480" y="12583"/>
                </a:lnTo>
                <a:lnTo>
                  <a:pt x="15370" y="12619"/>
                </a:lnTo>
                <a:lnTo>
                  <a:pt x="15224" y="12766"/>
                </a:lnTo>
                <a:lnTo>
                  <a:pt x="15077" y="12913"/>
                </a:lnTo>
                <a:lnTo>
                  <a:pt x="15077" y="12950"/>
                </a:lnTo>
                <a:lnTo>
                  <a:pt x="14820" y="12803"/>
                </a:lnTo>
                <a:lnTo>
                  <a:pt x="14527" y="12693"/>
                </a:lnTo>
                <a:lnTo>
                  <a:pt x="14453" y="12693"/>
                </a:lnTo>
                <a:lnTo>
                  <a:pt x="14417" y="12729"/>
                </a:lnTo>
                <a:lnTo>
                  <a:pt x="14380" y="12803"/>
                </a:lnTo>
                <a:lnTo>
                  <a:pt x="14380" y="12876"/>
                </a:lnTo>
                <a:lnTo>
                  <a:pt x="14563" y="13096"/>
                </a:lnTo>
                <a:lnTo>
                  <a:pt x="14783" y="13316"/>
                </a:lnTo>
                <a:lnTo>
                  <a:pt x="14673" y="13463"/>
                </a:lnTo>
                <a:lnTo>
                  <a:pt x="14490" y="13720"/>
                </a:lnTo>
                <a:lnTo>
                  <a:pt x="14417" y="13867"/>
                </a:lnTo>
                <a:lnTo>
                  <a:pt x="14417" y="14013"/>
                </a:lnTo>
                <a:lnTo>
                  <a:pt x="14453" y="14087"/>
                </a:lnTo>
                <a:lnTo>
                  <a:pt x="14490" y="14123"/>
                </a:lnTo>
                <a:lnTo>
                  <a:pt x="14600" y="14123"/>
                </a:lnTo>
                <a:lnTo>
                  <a:pt x="14673" y="14087"/>
                </a:lnTo>
                <a:lnTo>
                  <a:pt x="14783" y="14050"/>
                </a:lnTo>
                <a:lnTo>
                  <a:pt x="14893" y="13903"/>
                </a:lnTo>
                <a:lnTo>
                  <a:pt x="15150" y="13573"/>
                </a:lnTo>
                <a:lnTo>
                  <a:pt x="15590" y="13903"/>
                </a:lnTo>
                <a:lnTo>
                  <a:pt x="15700" y="13940"/>
                </a:lnTo>
                <a:lnTo>
                  <a:pt x="15774" y="13940"/>
                </a:lnTo>
                <a:lnTo>
                  <a:pt x="15847" y="13903"/>
                </a:lnTo>
                <a:lnTo>
                  <a:pt x="15884" y="13830"/>
                </a:lnTo>
                <a:lnTo>
                  <a:pt x="15921" y="13757"/>
                </a:lnTo>
                <a:lnTo>
                  <a:pt x="15921" y="13647"/>
                </a:lnTo>
                <a:lnTo>
                  <a:pt x="15921" y="13573"/>
                </a:lnTo>
                <a:lnTo>
                  <a:pt x="15847" y="13500"/>
                </a:lnTo>
                <a:lnTo>
                  <a:pt x="15407" y="13170"/>
                </a:lnTo>
                <a:lnTo>
                  <a:pt x="15480" y="13096"/>
                </a:lnTo>
                <a:lnTo>
                  <a:pt x="15590" y="12876"/>
                </a:lnTo>
                <a:lnTo>
                  <a:pt x="15664" y="12803"/>
                </a:lnTo>
                <a:lnTo>
                  <a:pt x="15737" y="12766"/>
                </a:lnTo>
                <a:lnTo>
                  <a:pt x="15774" y="12729"/>
                </a:lnTo>
                <a:lnTo>
                  <a:pt x="15811" y="12693"/>
                </a:lnTo>
                <a:lnTo>
                  <a:pt x="15811" y="12656"/>
                </a:lnTo>
                <a:lnTo>
                  <a:pt x="15774" y="12656"/>
                </a:lnTo>
                <a:lnTo>
                  <a:pt x="15664" y="12583"/>
                </a:lnTo>
                <a:lnTo>
                  <a:pt x="15554" y="12546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0" name="Google Shape;500;p10"/>
          <p:cNvSpPr/>
          <p:nvPr/>
        </p:nvSpPr>
        <p:spPr>
          <a:xfrm>
            <a:off x="345290" y="-115001"/>
            <a:ext cx="627093" cy="589613"/>
          </a:xfrm>
          <a:custGeom>
            <a:avLst/>
            <a:gdLst/>
            <a:ahLst/>
            <a:cxnLst/>
            <a:rect l="l" t="t" r="r" b="b"/>
            <a:pathLst>
              <a:path w="16581" h="15590" extrusionOk="0">
                <a:moveTo>
                  <a:pt x="13793" y="2568"/>
                </a:moveTo>
                <a:lnTo>
                  <a:pt x="14123" y="2641"/>
                </a:lnTo>
                <a:lnTo>
                  <a:pt x="14123" y="2678"/>
                </a:lnTo>
                <a:lnTo>
                  <a:pt x="14086" y="2825"/>
                </a:lnTo>
                <a:lnTo>
                  <a:pt x="14013" y="2935"/>
                </a:lnTo>
                <a:lnTo>
                  <a:pt x="13866" y="3045"/>
                </a:lnTo>
                <a:lnTo>
                  <a:pt x="13756" y="3081"/>
                </a:lnTo>
                <a:lnTo>
                  <a:pt x="13573" y="2971"/>
                </a:lnTo>
                <a:lnTo>
                  <a:pt x="13609" y="2788"/>
                </a:lnTo>
                <a:lnTo>
                  <a:pt x="13683" y="2678"/>
                </a:lnTo>
                <a:lnTo>
                  <a:pt x="13720" y="2605"/>
                </a:lnTo>
                <a:lnTo>
                  <a:pt x="13793" y="2568"/>
                </a:lnTo>
                <a:close/>
                <a:moveTo>
                  <a:pt x="9428" y="3705"/>
                </a:moveTo>
                <a:lnTo>
                  <a:pt x="9831" y="4475"/>
                </a:lnTo>
                <a:lnTo>
                  <a:pt x="10161" y="5246"/>
                </a:lnTo>
                <a:lnTo>
                  <a:pt x="8327" y="4402"/>
                </a:lnTo>
                <a:lnTo>
                  <a:pt x="8878" y="4035"/>
                </a:lnTo>
                <a:lnTo>
                  <a:pt x="9428" y="3705"/>
                </a:lnTo>
                <a:close/>
                <a:moveTo>
                  <a:pt x="5283" y="3668"/>
                </a:moveTo>
                <a:lnTo>
                  <a:pt x="6383" y="4072"/>
                </a:lnTo>
                <a:lnTo>
                  <a:pt x="7410" y="4512"/>
                </a:lnTo>
                <a:lnTo>
                  <a:pt x="6383" y="5319"/>
                </a:lnTo>
                <a:lnTo>
                  <a:pt x="5393" y="6163"/>
                </a:lnTo>
                <a:lnTo>
                  <a:pt x="5319" y="5282"/>
                </a:lnTo>
                <a:lnTo>
                  <a:pt x="5283" y="4365"/>
                </a:lnTo>
                <a:lnTo>
                  <a:pt x="5283" y="3668"/>
                </a:lnTo>
                <a:close/>
                <a:moveTo>
                  <a:pt x="13096" y="2494"/>
                </a:moveTo>
                <a:lnTo>
                  <a:pt x="13023" y="2641"/>
                </a:lnTo>
                <a:lnTo>
                  <a:pt x="12986" y="2825"/>
                </a:lnTo>
                <a:lnTo>
                  <a:pt x="12949" y="3008"/>
                </a:lnTo>
                <a:lnTo>
                  <a:pt x="12986" y="3191"/>
                </a:lnTo>
                <a:lnTo>
                  <a:pt x="13096" y="3412"/>
                </a:lnTo>
                <a:lnTo>
                  <a:pt x="13243" y="3595"/>
                </a:lnTo>
                <a:lnTo>
                  <a:pt x="13426" y="3705"/>
                </a:lnTo>
                <a:lnTo>
                  <a:pt x="13646" y="3778"/>
                </a:lnTo>
                <a:lnTo>
                  <a:pt x="13793" y="3815"/>
                </a:lnTo>
                <a:lnTo>
                  <a:pt x="13536" y="4512"/>
                </a:lnTo>
                <a:lnTo>
                  <a:pt x="13243" y="5209"/>
                </a:lnTo>
                <a:lnTo>
                  <a:pt x="12913" y="5869"/>
                </a:lnTo>
                <a:lnTo>
                  <a:pt x="12546" y="6529"/>
                </a:lnTo>
                <a:lnTo>
                  <a:pt x="11665" y="6016"/>
                </a:lnTo>
                <a:lnTo>
                  <a:pt x="10785" y="5576"/>
                </a:lnTo>
                <a:lnTo>
                  <a:pt x="10602" y="5026"/>
                </a:lnTo>
                <a:lnTo>
                  <a:pt x="10345" y="4475"/>
                </a:lnTo>
                <a:lnTo>
                  <a:pt x="10125" y="3962"/>
                </a:lnTo>
                <a:lnTo>
                  <a:pt x="9831" y="3448"/>
                </a:lnTo>
                <a:lnTo>
                  <a:pt x="10602" y="3045"/>
                </a:lnTo>
                <a:lnTo>
                  <a:pt x="11005" y="2898"/>
                </a:lnTo>
                <a:lnTo>
                  <a:pt x="11409" y="2751"/>
                </a:lnTo>
                <a:lnTo>
                  <a:pt x="11849" y="2641"/>
                </a:lnTo>
                <a:lnTo>
                  <a:pt x="12252" y="2568"/>
                </a:lnTo>
                <a:lnTo>
                  <a:pt x="12692" y="2494"/>
                </a:lnTo>
                <a:close/>
                <a:moveTo>
                  <a:pt x="2605" y="6713"/>
                </a:moveTo>
                <a:lnTo>
                  <a:pt x="2678" y="6750"/>
                </a:lnTo>
                <a:lnTo>
                  <a:pt x="2752" y="6823"/>
                </a:lnTo>
                <a:lnTo>
                  <a:pt x="2788" y="6970"/>
                </a:lnTo>
                <a:lnTo>
                  <a:pt x="2752" y="7116"/>
                </a:lnTo>
                <a:lnTo>
                  <a:pt x="2715" y="7153"/>
                </a:lnTo>
                <a:lnTo>
                  <a:pt x="2605" y="7226"/>
                </a:lnTo>
                <a:lnTo>
                  <a:pt x="2458" y="7336"/>
                </a:lnTo>
                <a:lnTo>
                  <a:pt x="2165" y="7116"/>
                </a:lnTo>
                <a:lnTo>
                  <a:pt x="2275" y="6970"/>
                </a:lnTo>
                <a:lnTo>
                  <a:pt x="2275" y="6896"/>
                </a:lnTo>
                <a:lnTo>
                  <a:pt x="2458" y="6860"/>
                </a:lnTo>
                <a:lnTo>
                  <a:pt x="2715" y="6860"/>
                </a:lnTo>
                <a:lnTo>
                  <a:pt x="2715" y="6823"/>
                </a:lnTo>
                <a:lnTo>
                  <a:pt x="2678" y="6786"/>
                </a:lnTo>
                <a:lnTo>
                  <a:pt x="2605" y="6713"/>
                </a:lnTo>
                <a:close/>
                <a:moveTo>
                  <a:pt x="8364" y="6529"/>
                </a:moveTo>
                <a:lnTo>
                  <a:pt x="8547" y="6566"/>
                </a:lnTo>
                <a:lnTo>
                  <a:pt x="8657" y="6603"/>
                </a:lnTo>
                <a:lnTo>
                  <a:pt x="8657" y="6713"/>
                </a:lnTo>
                <a:lnTo>
                  <a:pt x="8694" y="6860"/>
                </a:lnTo>
                <a:lnTo>
                  <a:pt x="8694" y="6970"/>
                </a:lnTo>
                <a:lnTo>
                  <a:pt x="8694" y="7116"/>
                </a:lnTo>
                <a:lnTo>
                  <a:pt x="8657" y="7226"/>
                </a:lnTo>
                <a:lnTo>
                  <a:pt x="8621" y="7336"/>
                </a:lnTo>
                <a:lnTo>
                  <a:pt x="8547" y="7446"/>
                </a:lnTo>
                <a:lnTo>
                  <a:pt x="8364" y="7446"/>
                </a:lnTo>
                <a:lnTo>
                  <a:pt x="8107" y="7520"/>
                </a:lnTo>
                <a:lnTo>
                  <a:pt x="7850" y="7593"/>
                </a:lnTo>
                <a:lnTo>
                  <a:pt x="7704" y="7483"/>
                </a:lnTo>
                <a:lnTo>
                  <a:pt x="7630" y="7336"/>
                </a:lnTo>
                <a:lnTo>
                  <a:pt x="7557" y="7190"/>
                </a:lnTo>
                <a:lnTo>
                  <a:pt x="7594" y="7006"/>
                </a:lnTo>
                <a:lnTo>
                  <a:pt x="7667" y="6750"/>
                </a:lnTo>
                <a:lnTo>
                  <a:pt x="7777" y="6750"/>
                </a:lnTo>
                <a:lnTo>
                  <a:pt x="7850" y="6786"/>
                </a:lnTo>
                <a:lnTo>
                  <a:pt x="7924" y="6750"/>
                </a:lnTo>
                <a:lnTo>
                  <a:pt x="7960" y="6713"/>
                </a:lnTo>
                <a:lnTo>
                  <a:pt x="8071" y="6566"/>
                </a:lnTo>
                <a:lnTo>
                  <a:pt x="8364" y="6529"/>
                </a:lnTo>
                <a:close/>
                <a:moveTo>
                  <a:pt x="3155" y="3191"/>
                </a:moveTo>
                <a:lnTo>
                  <a:pt x="3595" y="3228"/>
                </a:lnTo>
                <a:lnTo>
                  <a:pt x="4036" y="3301"/>
                </a:lnTo>
                <a:lnTo>
                  <a:pt x="4439" y="3412"/>
                </a:lnTo>
                <a:lnTo>
                  <a:pt x="4879" y="3522"/>
                </a:lnTo>
                <a:lnTo>
                  <a:pt x="4843" y="4072"/>
                </a:lnTo>
                <a:lnTo>
                  <a:pt x="4843" y="4659"/>
                </a:lnTo>
                <a:lnTo>
                  <a:pt x="4879" y="5282"/>
                </a:lnTo>
                <a:lnTo>
                  <a:pt x="4989" y="6529"/>
                </a:lnTo>
                <a:lnTo>
                  <a:pt x="4182" y="7263"/>
                </a:lnTo>
                <a:lnTo>
                  <a:pt x="3779" y="7630"/>
                </a:lnTo>
                <a:lnTo>
                  <a:pt x="3375" y="8033"/>
                </a:lnTo>
                <a:lnTo>
                  <a:pt x="3265" y="7960"/>
                </a:lnTo>
                <a:lnTo>
                  <a:pt x="2898" y="7667"/>
                </a:lnTo>
                <a:lnTo>
                  <a:pt x="3008" y="7520"/>
                </a:lnTo>
                <a:lnTo>
                  <a:pt x="3119" y="7410"/>
                </a:lnTo>
                <a:lnTo>
                  <a:pt x="3155" y="7336"/>
                </a:lnTo>
                <a:lnTo>
                  <a:pt x="3192" y="7300"/>
                </a:lnTo>
                <a:lnTo>
                  <a:pt x="3192" y="7153"/>
                </a:lnTo>
                <a:lnTo>
                  <a:pt x="3229" y="6933"/>
                </a:lnTo>
                <a:lnTo>
                  <a:pt x="3192" y="6823"/>
                </a:lnTo>
                <a:lnTo>
                  <a:pt x="3155" y="6676"/>
                </a:lnTo>
                <a:lnTo>
                  <a:pt x="3119" y="6566"/>
                </a:lnTo>
                <a:lnTo>
                  <a:pt x="3045" y="6456"/>
                </a:lnTo>
                <a:lnTo>
                  <a:pt x="2972" y="6383"/>
                </a:lnTo>
                <a:lnTo>
                  <a:pt x="2862" y="6309"/>
                </a:lnTo>
                <a:lnTo>
                  <a:pt x="2752" y="6273"/>
                </a:lnTo>
                <a:lnTo>
                  <a:pt x="2605" y="6236"/>
                </a:lnTo>
                <a:lnTo>
                  <a:pt x="2495" y="6236"/>
                </a:lnTo>
                <a:lnTo>
                  <a:pt x="2348" y="6273"/>
                </a:lnTo>
                <a:lnTo>
                  <a:pt x="2128" y="6383"/>
                </a:lnTo>
                <a:lnTo>
                  <a:pt x="1908" y="6529"/>
                </a:lnTo>
                <a:lnTo>
                  <a:pt x="1761" y="6713"/>
                </a:lnTo>
                <a:lnTo>
                  <a:pt x="1321" y="6309"/>
                </a:lnTo>
                <a:lnTo>
                  <a:pt x="954" y="5833"/>
                </a:lnTo>
                <a:lnTo>
                  <a:pt x="734" y="5502"/>
                </a:lnTo>
                <a:lnTo>
                  <a:pt x="624" y="5172"/>
                </a:lnTo>
                <a:lnTo>
                  <a:pt x="551" y="4805"/>
                </a:lnTo>
                <a:lnTo>
                  <a:pt x="514" y="4439"/>
                </a:lnTo>
                <a:lnTo>
                  <a:pt x="551" y="4255"/>
                </a:lnTo>
                <a:lnTo>
                  <a:pt x="624" y="4072"/>
                </a:lnTo>
                <a:lnTo>
                  <a:pt x="734" y="3925"/>
                </a:lnTo>
                <a:lnTo>
                  <a:pt x="844" y="3778"/>
                </a:lnTo>
                <a:lnTo>
                  <a:pt x="991" y="3668"/>
                </a:lnTo>
                <a:lnTo>
                  <a:pt x="1174" y="3558"/>
                </a:lnTo>
                <a:lnTo>
                  <a:pt x="1541" y="3412"/>
                </a:lnTo>
                <a:lnTo>
                  <a:pt x="1908" y="3265"/>
                </a:lnTo>
                <a:lnTo>
                  <a:pt x="2312" y="3191"/>
                </a:lnTo>
                <a:close/>
                <a:moveTo>
                  <a:pt x="11005" y="6199"/>
                </a:moveTo>
                <a:lnTo>
                  <a:pt x="12289" y="6896"/>
                </a:lnTo>
                <a:lnTo>
                  <a:pt x="11885" y="7483"/>
                </a:lnTo>
                <a:lnTo>
                  <a:pt x="11482" y="8033"/>
                </a:lnTo>
                <a:lnTo>
                  <a:pt x="11335" y="7410"/>
                </a:lnTo>
                <a:lnTo>
                  <a:pt x="11188" y="6750"/>
                </a:lnTo>
                <a:lnTo>
                  <a:pt x="11005" y="6199"/>
                </a:lnTo>
                <a:close/>
                <a:moveTo>
                  <a:pt x="7264" y="8180"/>
                </a:moveTo>
                <a:lnTo>
                  <a:pt x="7410" y="8253"/>
                </a:lnTo>
                <a:lnTo>
                  <a:pt x="7594" y="8290"/>
                </a:lnTo>
                <a:lnTo>
                  <a:pt x="7960" y="8290"/>
                </a:lnTo>
                <a:lnTo>
                  <a:pt x="7704" y="8327"/>
                </a:lnTo>
                <a:lnTo>
                  <a:pt x="7557" y="8327"/>
                </a:lnTo>
                <a:lnTo>
                  <a:pt x="7447" y="8290"/>
                </a:lnTo>
                <a:lnTo>
                  <a:pt x="7337" y="8253"/>
                </a:lnTo>
                <a:lnTo>
                  <a:pt x="7264" y="8180"/>
                </a:lnTo>
                <a:close/>
                <a:moveTo>
                  <a:pt x="8181" y="5979"/>
                </a:moveTo>
                <a:lnTo>
                  <a:pt x="7997" y="6016"/>
                </a:lnTo>
                <a:lnTo>
                  <a:pt x="7814" y="6089"/>
                </a:lnTo>
                <a:lnTo>
                  <a:pt x="7667" y="6236"/>
                </a:lnTo>
                <a:lnTo>
                  <a:pt x="7410" y="6346"/>
                </a:lnTo>
                <a:lnTo>
                  <a:pt x="7190" y="6529"/>
                </a:lnTo>
                <a:lnTo>
                  <a:pt x="6970" y="6713"/>
                </a:lnTo>
                <a:lnTo>
                  <a:pt x="6787" y="6933"/>
                </a:lnTo>
                <a:lnTo>
                  <a:pt x="6677" y="7080"/>
                </a:lnTo>
                <a:lnTo>
                  <a:pt x="6640" y="7263"/>
                </a:lnTo>
                <a:lnTo>
                  <a:pt x="6567" y="7410"/>
                </a:lnTo>
                <a:lnTo>
                  <a:pt x="6567" y="7593"/>
                </a:lnTo>
                <a:lnTo>
                  <a:pt x="6567" y="7923"/>
                </a:lnTo>
                <a:lnTo>
                  <a:pt x="6677" y="8253"/>
                </a:lnTo>
                <a:lnTo>
                  <a:pt x="6787" y="8437"/>
                </a:lnTo>
                <a:lnTo>
                  <a:pt x="6897" y="8584"/>
                </a:lnTo>
                <a:lnTo>
                  <a:pt x="7043" y="8694"/>
                </a:lnTo>
                <a:lnTo>
                  <a:pt x="7190" y="8767"/>
                </a:lnTo>
                <a:lnTo>
                  <a:pt x="7374" y="8804"/>
                </a:lnTo>
                <a:lnTo>
                  <a:pt x="7557" y="8840"/>
                </a:lnTo>
                <a:lnTo>
                  <a:pt x="7924" y="8840"/>
                </a:lnTo>
                <a:lnTo>
                  <a:pt x="8254" y="8767"/>
                </a:lnTo>
                <a:lnTo>
                  <a:pt x="8584" y="8620"/>
                </a:lnTo>
                <a:lnTo>
                  <a:pt x="8914" y="8364"/>
                </a:lnTo>
                <a:lnTo>
                  <a:pt x="9208" y="8070"/>
                </a:lnTo>
                <a:lnTo>
                  <a:pt x="9464" y="7740"/>
                </a:lnTo>
                <a:lnTo>
                  <a:pt x="9538" y="7593"/>
                </a:lnTo>
                <a:lnTo>
                  <a:pt x="9611" y="7410"/>
                </a:lnTo>
                <a:lnTo>
                  <a:pt x="9648" y="7226"/>
                </a:lnTo>
                <a:lnTo>
                  <a:pt x="9648" y="7043"/>
                </a:lnTo>
                <a:lnTo>
                  <a:pt x="9648" y="6860"/>
                </a:lnTo>
                <a:lnTo>
                  <a:pt x="9574" y="6713"/>
                </a:lnTo>
                <a:lnTo>
                  <a:pt x="9464" y="6529"/>
                </a:lnTo>
                <a:lnTo>
                  <a:pt x="9354" y="6419"/>
                </a:lnTo>
                <a:lnTo>
                  <a:pt x="9208" y="6273"/>
                </a:lnTo>
                <a:lnTo>
                  <a:pt x="9061" y="6199"/>
                </a:lnTo>
                <a:lnTo>
                  <a:pt x="8731" y="6053"/>
                </a:lnTo>
                <a:lnTo>
                  <a:pt x="8364" y="5979"/>
                </a:lnTo>
                <a:close/>
                <a:moveTo>
                  <a:pt x="5063" y="7080"/>
                </a:moveTo>
                <a:lnTo>
                  <a:pt x="5246" y="8180"/>
                </a:lnTo>
                <a:lnTo>
                  <a:pt x="5466" y="9281"/>
                </a:lnTo>
                <a:lnTo>
                  <a:pt x="4622" y="8804"/>
                </a:lnTo>
                <a:lnTo>
                  <a:pt x="3779" y="8290"/>
                </a:lnTo>
                <a:lnTo>
                  <a:pt x="4439" y="7667"/>
                </a:lnTo>
                <a:lnTo>
                  <a:pt x="5063" y="7080"/>
                </a:lnTo>
                <a:close/>
                <a:moveTo>
                  <a:pt x="7887" y="4732"/>
                </a:moveTo>
                <a:lnTo>
                  <a:pt x="9171" y="5282"/>
                </a:lnTo>
                <a:lnTo>
                  <a:pt x="10381" y="5869"/>
                </a:lnTo>
                <a:lnTo>
                  <a:pt x="10602" y="6529"/>
                </a:lnTo>
                <a:lnTo>
                  <a:pt x="10785" y="7190"/>
                </a:lnTo>
                <a:lnTo>
                  <a:pt x="10932" y="7850"/>
                </a:lnTo>
                <a:lnTo>
                  <a:pt x="11078" y="8547"/>
                </a:lnTo>
                <a:lnTo>
                  <a:pt x="10565" y="9097"/>
                </a:lnTo>
                <a:lnTo>
                  <a:pt x="10015" y="9647"/>
                </a:lnTo>
                <a:lnTo>
                  <a:pt x="9428" y="10161"/>
                </a:lnTo>
                <a:lnTo>
                  <a:pt x="8841" y="10674"/>
                </a:lnTo>
                <a:lnTo>
                  <a:pt x="8107" y="10418"/>
                </a:lnTo>
                <a:lnTo>
                  <a:pt x="7374" y="10161"/>
                </a:lnTo>
                <a:lnTo>
                  <a:pt x="6677" y="9867"/>
                </a:lnTo>
                <a:lnTo>
                  <a:pt x="5980" y="9537"/>
                </a:lnTo>
                <a:lnTo>
                  <a:pt x="5723" y="8143"/>
                </a:lnTo>
                <a:lnTo>
                  <a:pt x="5466" y="6713"/>
                </a:lnTo>
                <a:lnTo>
                  <a:pt x="6677" y="5722"/>
                </a:lnTo>
                <a:lnTo>
                  <a:pt x="7887" y="4732"/>
                </a:lnTo>
                <a:close/>
                <a:moveTo>
                  <a:pt x="11152" y="9171"/>
                </a:moveTo>
                <a:lnTo>
                  <a:pt x="11225" y="10161"/>
                </a:lnTo>
                <a:lnTo>
                  <a:pt x="11225" y="11188"/>
                </a:lnTo>
                <a:lnTo>
                  <a:pt x="11225" y="11225"/>
                </a:lnTo>
                <a:lnTo>
                  <a:pt x="10308" y="11041"/>
                </a:lnTo>
                <a:lnTo>
                  <a:pt x="9391" y="10821"/>
                </a:lnTo>
                <a:lnTo>
                  <a:pt x="10015" y="10308"/>
                </a:lnTo>
                <a:lnTo>
                  <a:pt x="10565" y="9794"/>
                </a:lnTo>
                <a:lnTo>
                  <a:pt x="11152" y="9171"/>
                </a:lnTo>
                <a:close/>
                <a:moveTo>
                  <a:pt x="12729" y="7153"/>
                </a:moveTo>
                <a:lnTo>
                  <a:pt x="13243" y="7483"/>
                </a:lnTo>
                <a:lnTo>
                  <a:pt x="13756" y="7813"/>
                </a:lnTo>
                <a:lnTo>
                  <a:pt x="14233" y="8180"/>
                </a:lnTo>
                <a:lnTo>
                  <a:pt x="14673" y="8584"/>
                </a:lnTo>
                <a:lnTo>
                  <a:pt x="15113" y="9024"/>
                </a:lnTo>
                <a:lnTo>
                  <a:pt x="15480" y="9464"/>
                </a:lnTo>
                <a:lnTo>
                  <a:pt x="15810" y="9941"/>
                </a:lnTo>
                <a:lnTo>
                  <a:pt x="16067" y="10454"/>
                </a:lnTo>
                <a:lnTo>
                  <a:pt x="16251" y="11005"/>
                </a:lnTo>
                <a:lnTo>
                  <a:pt x="16177" y="11041"/>
                </a:lnTo>
                <a:lnTo>
                  <a:pt x="15957" y="11188"/>
                </a:lnTo>
                <a:lnTo>
                  <a:pt x="15700" y="11298"/>
                </a:lnTo>
                <a:lnTo>
                  <a:pt x="15444" y="11371"/>
                </a:lnTo>
                <a:lnTo>
                  <a:pt x="15187" y="11445"/>
                </a:lnTo>
                <a:lnTo>
                  <a:pt x="15113" y="11371"/>
                </a:lnTo>
                <a:lnTo>
                  <a:pt x="15077" y="11408"/>
                </a:lnTo>
                <a:lnTo>
                  <a:pt x="14233" y="11445"/>
                </a:lnTo>
                <a:lnTo>
                  <a:pt x="13389" y="11408"/>
                </a:lnTo>
                <a:lnTo>
                  <a:pt x="12582" y="11371"/>
                </a:lnTo>
                <a:lnTo>
                  <a:pt x="11739" y="11298"/>
                </a:lnTo>
                <a:lnTo>
                  <a:pt x="11702" y="10198"/>
                </a:lnTo>
                <a:lnTo>
                  <a:pt x="11665" y="9464"/>
                </a:lnTo>
                <a:lnTo>
                  <a:pt x="11592" y="8694"/>
                </a:lnTo>
                <a:lnTo>
                  <a:pt x="12179" y="7923"/>
                </a:lnTo>
                <a:lnTo>
                  <a:pt x="12729" y="7153"/>
                </a:lnTo>
                <a:close/>
                <a:moveTo>
                  <a:pt x="6126" y="10161"/>
                </a:moveTo>
                <a:lnTo>
                  <a:pt x="6787" y="10454"/>
                </a:lnTo>
                <a:lnTo>
                  <a:pt x="7447" y="10711"/>
                </a:lnTo>
                <a:lnTo>
                  <a:pt x="8327" y="11005"/>
                </a:lnTo>
                <a:lnTo>
                  <a:pt x="7557" y="11555"/>
                </a:lnTo>
                <a:lnTo>
                  <a:pt x="6713" y="11995"/>
                </a:lnTo>
                <a:lnTo>
                  <a:pt x="6603" y="12068"/>
                </a:lnTo>
                <a:lnTo>
                  <a:pt x="6346" y="11078"/>
                </a:lnTo>
                <a:lnTo>
                  <a:pt x="6126" y="10161"/>
                </a:lnTo>
                <a:close/>
                <a:moveTo>
                  <a:pt x="3449" y="8657"/>
                </a:moveTo>
                <a:lnTo>
                  <a:pt x="3889" y="8950"/>
                </a:lnTo>
                <a:lnTo>
                  <a:pt x="4733" y="9427"/>
                </a:lnTo>
                <a:lnTo>
                  <a:pt x="5613" y="9904"/>
                </a:lnTo>
                <a:lnTo>
                  <a:pt x="5870" y="11078"/>
                </a:lnTo>
                <a:lnTo>
                  <a:pt x="6016" y="11665"/>
                </a:lnTo>
                <a:lnTo>
                  <a:pt x="6200" y="12288"/>
                </a:lnTo>
                <a:lnTo>
                  <a:pt x="5686" y="12509"/>
                </a:lnTo>
                <a:lnTo>
                  <a:pt x="5136" y="12729"/>
                </a:lnTo>
                <a:lnTo>
                  <a:pt x="4622" y="12875"/>
                </a:lnTo>
                <a:lnTo>
                  <a:pt x="4072" y="12985"/>
                </a:lnTo>
                <a:lnTo>
                  <a:pt x="3705" y="12985"/>
                </a:lnTo>
                <a:lnTo>
                  <a:pt x="3375" y="12949"/>
                </a:lnTo>
                <a:lnTo>
                  <a:pt x="3045" y="12875"/>
                </a:lnTo>
                <a:lnTo>
                  <a:pt x="2715" y="12692"/>
                </a:lnTo>
                <a:lnTo>
                  <a:pt x="2568" y="12582"/>
                </a:lnTo>
                <a:lnTo>
                  <a:pt x="2458" y="12435"/>
                </a:lnTo>
                <a:lnTo>
                  <a:pt x="2348" y="12288"/>
                </a:lnTo>
                <a:lnTo>
                  <a:pt x="2275" y="12105"/>
                </a:lnTo>
                <a:lnTo>
                  <a:pt x="2165" y="11775"/>
                </a:lnTo>
                <a:lnTo>
                  <a:pt x="2165" y="11371"/>
                </a:lnTo>
                <a:lnTo>
                  <a:pt x="2201" y="11005"/>
                </a:lnTo>
                <a:lnTo>
                  <a:pt x="2275" y="10638"/>
                </a:lnTo>
                <a:lnTo>
                  <a:pt x="2385" y="10271"/>
                </a:lnTo>
                <a:lnTo>
                  <a:pt x="2532" y="9941"/>
                </a:lnTo>
                <a:lnTo>
                  <a:pt x="2715" y="9574"/>
                </a:lnTo>
                <a:lnTo>
                  <a:pt x="2935" y="9281"/>
                </a:lnTo>
                <a:lnTo>
                  <a:pt x="3192" y="8950"/>
                </a:lnTo>
                <a:lnTo>
                  <a:pt x="3449" y="8657"/>
                </a:lnTo>
                <a:close/>
                <a:moveTo>
                  <a:pt x="8291" y="14049"/>
                </a:moveTo>
                <a:lnTo>
                  <a:pt x="8401" y="14086"/>
                </a:lnTo>
                <a:lnTo>
                  <a:pt x="8401" y="14196"/>
                </a:lnTo>
                <a:lnTo>
                  <a:pt x="8401" y="14343"/>
                </a:lnTo>
                <a:lnTo>
                  <a:pt x="8364" y="14489"/>
                </a:lnTo>
                <a:lnTo>
                  <a:pt x="8291" y="14599"/>
                </a:lnTo>
                <a:lnTo>
                  <a:pt x="8181" y="14673"/>
                </a:lnTo>
                <a:lnTo>
                  <a:pt x="7960" y="14489"/>
                </a:lnTo>
                <a:lnTo>
                  <a:pt x="7777" y="14306"/>
                </a:lnTo>
                <a:lnTo>
                  <a:pt x="7850" y="14159"/>
                </a:lnTo>
                <a:lnTo>
                  <a:pt x="7997" y="14086"/>
                </a:lnTo>
                <a:lnTo>
                  <a:pt x="8144" y="14049"/>
                </a:lnTo>
                <a:close/>
                <a:moveTo>
                  <a:pt x="8914" y="11188"/>
                </a:moveTo>
                <a:lnTo>
                  <a:pt x="10051" y="11481"/>
                </a:lnTo>
                <a:lnTo>
                  <a:pt x="11225" y="11702"/>
                </a:lnTo>
                <a:lnTo>
                  <a:pt x="11188" y="12288"/>
                </a:lnTo>
                <a:lnTo>
                  <a:pt x="11115" y="12839"/>
                </a:lnTo>
                <a:lnTo>
                  <a:pt x="10968" y="13426"/>
                </a:lnTo>
                <a:lnTo>
                  <a:pt x="10822" y="13976"/>
                </a:lnTo>
                <a:lnTo>
                  <a:pt x="10638" y="14269"/>
                </a:lnTo>
                <a:lnTo>
                  <a:pt x="10455" y="14563"/>
                </a:lnTo>
                <a:lnTo>
                  <a:pt x="10198" y="14819"/>
                </a:lnTo>
                <a:lnTo>
                  <a:pt x="9905" y="15003"/>
                </a:lnTo>
                <a:lnTo>
                  <a:pt x="9648" y="15113"/>
                </a:lnTo>
                <a:lnTo>
                  <a:pt x="9391" y="15150"/>
                </a:lnTo>
                <a:lnTo>
                  <a:pt x="9098" y="15113"/>
                </a:lnTo>
                <a:lnTo>
                  <a:pt x="8841" y="15040"/>
                </a:lnTo>
                <a:lnTo>
                  <a:pt x="8951" y="14856"/>
                </a:lnTo>
                <a:lnTo>
                  <a:pt x="8988" y="14673"/>
                </a:lnTo>
                <a:lnTo>
                  <a:pt x="9061" y="14453"/>
                </a:lnTo>
                <a:lnTo>
                  <a:pt x="9061" y="14269"/>
                </a:lnTo>
                <a:lnTo>
                  <a:pt x="9024" y="14086"/>
                </a:lnTo>
                <a:lnTo>
                  <a:pt x="8951" y="13976"/>
                </a:lnTo>
                <a:lnTo>
                  <a:pt x="8841" y="13829"/>
                </a:lnTo>
                <a:lnTo>
                  <a:pt x="8731" y="13756"/>
                </a:lnTo>
                <a:lnTo>
                  <a:pt x="8547" y="13646"/>
                </a:lnTo>
                <a:lnTo>
                  <a:pt x="8401" y="13609"/>
                </a:lnTo>
                <a:lnTo>
                  <a:pt x="8254" y="13572"/>
                </a:lnTo>
                <a:lnTo>
                  <a:pt x="8071" y="13572"/>
                </a:lnTo>
                <a:lnTo>
                  <a:pt x="7887" y="13609"/>
                </a:lnTo>
                <a:lnTo>
                  <a:pt x="7740" y="13682"/>
                </a:lnTo>
                <a:lnTo>
                  <a:pt x="7594" y="13792"/>
                </a:lnTo>
                <a:lnTo>
                  <a:pt x="7447" y="13902"/>
                </a:lnTo>
                <a:lnTo>
                  <a:pt x="7264" y="13609"/>
                </a:lnTo>
                <a:lnTo>
                  <a:pt x="7080" y="13242"/>
                </a:lnTo>
                <a:lnTo>
                  <a:pt x="6897" y="12912"/>
                </a:lnTo>
                <a:lnTo>
                  <a:pt x="6750" y="12545"/>
                </a:lnTo>
                <a:lnTo>
                  <a:pt x="7814" y="11958"/>
                </a:lnTo>
                <a:lnTo>
                  <a:pt x="8364" y="11591"/>
                </a:lnTo>
                <a:lnTo>
                  <a:pt x="8914" y="11188"/>
                </a:lnTo>
                <a:close/>
                <a:moveTo>
                  <a:pt x="6493" y="0"/>
                </a:moveTo>
                <a:lnTo>
                  <a:pt x="6163" y="294"/>
                </a:lnTo>
                <a:lnTo>
                  <a:pt x="5870" y="624"/>
                </a:lnTo>
                <a:lnTo>
                  <a:pt x="5613" y="991"/>
                </a:lnTo>
                <a:lnTo>
                  <a:pt x="5429" y="1394"/>
                </a:lnTo>
                <a:lnTo>
                  <a:pt x="5246" y="1798"/>
                </a:lnTo>
                <a:lnTo>
                  <a:pt x="5099" y="2201"/>
                </a:lnTo>
                <a:lnTo>
                  <a:pt x="5026" y="2641"/>
                </a:lnTo>
                <a:lnTo>
                  <a:pt x="4953" y="3081"/>
                </a:lnTo>
                <a:lnTo>
                  <a:pt x="4219" y="2898"/>
                </a:lnTo>
                <a:lnTo>
                  <a:pt x="3485" y="2788"/>
                </a:lnTo>
                <a:lnTo>
                  <a:pt x="2752" y="2715"/>
                </a:lnTo>
                <a:lnTo>
                  <a:pt x="2385" y="2751"/>
                </a:lnTo>
                <a:lnTo>
                  <a:pt x="2055" y="2788"/>
                </a:lnTo>
                <a:lnTo>
                  <a:pt x="1725" y="2825"/>
                </a:lnTo>
                <a:lnTo>
                  <a:pt x="1394" y="2898"/>
                </a:lnTo>
                <a:lnTo>
                  <a:pt x="1101" y="3045"/>
                </a:lnTo>
                <a:lnTo>
                  <a:pt x="808" y="3191"/>
                </a:lnTo>
                <a:lnTo>
                  <a:pt x="551" y="3338"/>
                </a:lnTo>
                <a:lnTo>
                  <a:pt x="367" y="3558"/>
                </a:lnTo>
                <a:lnTo>
                  <a:pt x="184" y="3815"/>
                </a:lnTo>
                <a:lnTo>
                  <a:pt x="74" y="4108"/>
                </a:lnTo>
                <a:lnTo>
                  <a:pt x="1" y="4402"/>
                </a:lnTo>
                <a:lnTo>
                  <a:pt x="1" y="4732"/>
                </a:lnTo>
                <a:lnTo>
                  <a:pt x="37" y="5026"/>
                </a:lnTo>
                <a:lnTo>
                  <a:pt x="147" y="5356"/>
                </a:lnTo>
                <a:lnTo>
                  <a:pt x="257" y="5649"/>
                </a:lnTo>
                <a:lnTo>
                  <a:pt x="441" y="5943"/>
                </a:lnTo>
                <a:lnTo>
                  <a:pt x="624" y="6236"/>
                </a:lnTo>
                <a:lnTo>
                  <a:pt x="844" y="6493"/>
                </a:lnTo>
                <a:lnTo>
                  <a:pt x="1211" y="6860"/>
                </a:lnTo>
                <a:lnTo>
                  <a:pt x="1615" y="7263"/>
                </a:lnTo>
                <a:lnTo>
                  <a:pt x="1615" y="7300"/>
                </a:lnTo>
                <a:lnTo>
                  <a:pt x="1615" y="7520"/>
                </a:lnTo>
                <a:lnTo>
                  <a:pt x="1688" y="7777"/>
                </a:lnTo>
                <a:lnTo>
                  <a:pt x="1725" y="7887"/>
                </a:lnTo>
                <a:lnTo>
                  <a:pt x="1835" y="7960"/>
                </a:lnTo>
                <a:lnTo>
                  <a:pt x="1908" y="8033"/>
                </a:lnTo>
                <a:lnTo>
                  <a:pt x="2055" y="8070"/>
                </a:lnTo>
                <a:lnTo>
                  <a:pt x="2165" y="8107"/>
                </a:lnTo>
                <a:lnTo>
                  <a:pt x="2275" y="8070"/>
                </a:lnTo>
                <a:lnTo>
                  <a:pt x="2532" y="7997"/>
                </a:lnTo>
                <a:lnTo>
                  <a:pt x="3045" y="8400"/>
                </a:lnTo>
                <a:lnTo>
                  <a:pt x="2642" y="8914"/>
                </a:lnTo>
                <a:lnTo>
                  <a:pt x="2312" y="9464"/>
                </a:lnTo>
                <a:lnTo>
                  <a:pt x="2018" y="10051"/>
                </a:lnTo>
                <a:lnTo>
                  <a:pt x="1871" y="10344"/>
                </a:lnTo>
                <a:lnTo>
                  <a:pt x="1798" y="10674"/>
                </a:lnTo>
                <a:lnTo>
                  <a:pt x="1725" y="10968"/>
                </a:lnTo>
                <a:lnTo>
                  <a:pt x="1688" y="11261"/>
                </a:lnTo>
                <a:lnTo>
                  <a:pt x="1688" y="11555"/>
                </a:lnTo>
                <a:lnTo>
                  <a:pt x="1725" y="11885"/>
                </a:lnTo>
                <a:lnTo>
                  <a:pt x="1798" y="12142"/>
                </a:lnTo>
                <a:lnTo>
                  <a:pt x="1908" y="12435"/>
                </a:lnTo>
                <a:lnTo>
                  <a:pt x="2055" y="12692"/>
                </a:lnTo>
                <a:lnTo>
                  <a:pt x="2238" y="12912"/>
                </a:lnTo>
                <a:lnTo>
                  <a:pt x="2495" y="13132"/>
                </a:lnTo>
                <a:lnTo>
                  <a:pt x="2788" y="13279"/>
                </a:lnTo>
                <a:lnTo>
                  <a:pt x="3045" y="13389"/>
                </a:lnTo>
                <a:lnTo>
                  <a:pt x="3375" y="13426"/>
                </a:lnTo>
                <a:lnTo>
                  <a:pt x="3669" y="13462"/>
                </a:lnTo>
                <a:lnTo>
                  <a:pt x="3999" y="13462"/>
                </a:lnTo>
                <a:lnTo>
                  <a:pt x="4292" y="13426"/>
                </a:lnTo>
                <a:lnTo>
                  <a:pt x="4586" y="13389"/>
                </a:lnTo>
                <a:lnTo>
                  <a:pt x="5026" y="13242"/>
                </a:lnTo>
                <a:lnTo>
                  <a:pt x="5503" y="13095"/>
                </a:lnTo>
                <a:lnTo>
                  <a:pt x="5906" y="12949"/>
                </a:lnTo>
                <a:lnTo>
                  <a:pt x="6346" y="12729"/>
                </a:lnTo>
                <a:lnTo>
                  <a:pt x="6530" y="13169"/>
                </a:lnTo>
                <a:lnTo>
                  <a:pt x="6713" y="13572"/>
                </a:lnTo>
                <a:lnTo>
                  <a:pt x="6970" y="13976"/>
                </a:lnTo>
                <a:lnTo>
                  <a:pt x="7227" y="14343"/>
                </a:lnTo>
                <a:lnTo>
                  <a:pt x="7153" y="14526"/>
                </a:lnTo>
                <a:lnTo>
                  <a:pt x="7117" y="14709"/>
                </a:lnTo>
                <a:lnTo>
                  <a:pt x="7153" y="14893"/>
                </a:lnTo>
                <a:lnTo>
                  <a:pt x="7227" y="15076"/>
                </a:lnTo>
                <a:lnTo>
                  <a:pt x="7337" y="15223"/>
                </a:lnTo>
                <a:lnTo>
                  <a:pt x="7484" y="15333"/>
                </a:lnTo>
                <a:lnTo>
                  <a:pt x="7630" y="15406"/>
                </a:lnTo>
                <a:lnTo>
                  <a:pt x="7777" y="15480"/>
                </a:lnTo>
                <a:lnTo>
                  <a:pt x="7924" y="15516"/>
                </a:lnTo>
                <a:lnTo>
                  <a:pt x="8107" y="15516"/>
                </a:lnTo>
                <a:lnTo>
                  <a:pt x="8254" y="15480"/>
                </a:lnTo>
                <a:lnTo>
                  <a:pt x="8437" y="15406"/>
                </a:lnTo>
                <a:lnTo>
                  <a:pt x="8474" y="15406"/>
                </a:lnTo>
                <a:lnTo>
                  <a:pt x="8804" y="15516"/>
                </a:lnTo>
                <a:lnTo>
                  <a:pt x="9171" y="15590"/>
                </a:lnTo>
                <a:lnTo>
                  <a:pt x="9501" y="15590"/>
                </a:lnTo>
                <a:lnTo>
                  <a:pt x="9868" y="15516"/>
                </a:lnTo>
                <a:lnTo>
                  <a:pt x="10161" y="15406"/>
                </a:lnTo>
                <a:lnTo>
                  <a:pt x="10418" y="15260"/>
                </a:lnTo>
                <a:lnTo>
                  <a:pt x="10675" y="15040"/>
                </a:lnTo>
                <a:lnTo>
                  <a:pt x="10858" y="14819"/>
                </a:lnTo>
                <a:lnTo>
                  <a:pt x="11042" y="14563"/>
                </a:lnTo>
                <a:lnTo>
                  <a:pt x="11188" y="14269"/>
                </a:lnTo>
                <a:lnTo>
                  <a:pt x="11299" y="13976"/>
                </a:lnTo>
                <a:lnTo>
                  <a:pt x="11409" y="13682"/>
                </a:lnTo>
                <a:lnTo>
                  <a:pt x="11519" y="13242"/>
                </a:lnTo>
                <a:lnTo>
                  <a:pt x="11629" y="12765"/>
                </a:lnTo>
                <a:lnTo>
                  <a:pt x="11665" y="12252"/>
                </a:lnTo>
                <a:lnTo>
                  <a:pt x="11702" y="11775"/>
                </a:lnTo>
                <a:lnTo>
                  <a:pt x="12619" y="11848"/>
                </a:lnTo>
                <a:lnTo>
                  <a:pt x="13499" y="11922"/>
                </a:lnTo>
                <a:lnTo>
                  <a:pt x="14416" y="11922"/>
                </a:lnTo>
                <a:lnTo>
                  <a:pt x="15297" y="11885"/>
                </a:lnTo>
                <a:lnTo>
                  <a:pt x="15333" y="11848"/>
                </a:lnTo>
                <a:lnTo>
                  <a:pt x="15333" y="11775"/>
                </a:lnTo>
                <a:lnTo>
                  <a:pt x="15590" y="11702"/>
                </a:lnTo>
                <a:lnTo>
                  <a:pt x="15884" y="11628"/>
                </a:lnTo>
                <a:lnTo>
                  <a:pt x="16140" y="11481"/>
                </a:lnTo>
                <a:lnTo>
                  <a:pt x="16397" y="11335"/>
                </a:lnTo>
                <a:lnTo>
                  <a:pt x="16507" y="11335"/>
                </a:lnTo>
                <a:lnTo>
                  <a:pt x="16544" y="11298"/>
                </a:lnTo>
                <a:lnTo>
                  <a:pt x="16581" y="11225"/>
                </a:lnTo>
                <a:lnTo>
                  <a:pt x="16544" y="10931"/>
                </a:lnTo>
                <a:lnTo>
                  <a:pt x="16471" y="10638"/>
                </a:lnTo>
                <a:lnTo>
                  <a:pt x="16397" y="10344"/>
                </a:lnTo>
                <a:lnTo>
                  <a:pt x="16287" y="10088"/>
                </a:lnTo>
                <a:lnTo>
                  <a:pt x="15994" y="9537"/>
                </a:lnTo>
                <a:lnTo>
                  <a:pt x="15627" y="9060"/>
                </a:lnTo>
                <a:lnTo>
                  <a:pt x="15223" y="8584"/>
                </a:lnTo>
                <a:lnTo>
                  <a:pt x="14783" y="8143"/>
                </a:lnTo>
                <a:lnTo>
                  <a:pt x="14306" y="7740"/>
                </a:lnTo>
                <a:lnTo>
                  <a:pt x="13793" y="7336"/>
                </a:lnTo>
                <a:lnTo>
                  <a:pt x="12949" y="6786"/>
                </a:lnTo>
                <a:lnTo>
                  <a:pt x="13353" y="6053"/>
                </a:lnTo>
                <a:lnTo>
                  <a:pt x="13720" y="5319"/>
                </a:lnTo>
                <a:lnTo>
                  <a:pt x="14050" y="4549"/>
                </a:lnTo>
                <a:lnTo>
                  <a:pt x="14306" y="3778"/>
                </a:lnTo>
                <a:lnTo>
                  <a:pt x="14306" y="3632"/>
                </a:lnTo>
                <a:lnTo>
                  <a:pt x="14453" y="3522"/>
                </a:lnTo>
                <a:lnTo>
                  <a:pt x="14600" y="3375"/>
                </a:lnTo>
                <a:lnTo>
                  <a:pt x="14747" y="3155"/>
                </a:lnTo>
                <a:lnTo>
                  <a:pt x="14820" y="2935"/>
                </a:lnTo>
                <a:lnTo>
                  <a:pt x="14820" y="2678"/>
                </a:lnTo>
                <a:lnTo>
                  <a:pt x="14747" y="2421"/>
                </a:lnTo>
                <a:lnTo>
                  <a:pt x="14637" y="2238"/>
                </a:lnTo>
                <a:lnTo>
                  <a:pt x="14490" y="2054"/>
                </a:lnTo>
                <a:lnTo>
                  <a:pt x="14270" y="1944"/>
                </a:lnTo>
                <a:lnTo>
                  <a:pt x="14160" y="1908"/>
                </a:lnTo>
                <a:lnTo>
                  <a:pt x="14013" y="1908"/>
                </a:lnTo>
                <a:lnTo>
                  <a:pt x="13830" y="1944"/>
                </a:lnTo>
                <a:lnTo>
                  <a:pt x="13683" y="2018"/>
                </a:lnTo>
                <a:lnTo>
                  <a:pt x="13536" y="2091"/>
                </a:lnTo>
                <a:lnTo>
                  <a:pt x="13389" y="2201"/>
                </a:lnTo>
                <a:lnTo>
                  <a:pt x="12949" y="2128"/>
                </a:lnTo>
                <a:lnTo>
                  <a:pt x="12472" y="2164"/>
                </a:lnTo>
                <a:lnTo>
                  <a:pt x="12032" y="2201"/>
                </a:lnTo>
                <a:lnTo>
                  <a:pt x="11592" y="2274"/>
                </a:lnTo>
                <a:lnTo>
                  <a:pt x="11115" y="2421"/>
                </a:lnTo>
                <a:lnTo>
                  <a:pt x="10675" y="2568"/>
                </a:lnTo>
                <a:lnTo>
                  <a:pt x="10271" y="2751"/>
                </a:lnTo>
                <a:lnTo>
                  <a:pt x="9831" y="2971"/>
                </a:lnTo>
                <a:lnTo>
                  <a:pt x="9611" y="3081"/>
                </a:lnTo>
                <a:lnTo>
                  <a:pt x="9208" y="2421"/>
                </a:lnTo>
                <a:lnTo>
                  <a:pt x="8767" y="1761"/>
                </a:lnTo>
                <a:lnTo>
                  <a:pt x="8254" y="1137"/>
                </a:lnTo>
                <a:lnTo>
                  <a:pt x="7740" y="550"/>
                </a:lnTo>
                <a:lnTo>
                  <a:pt x="7630" y="477"/>
                </a:lnTo>
                <a:lnTo>
                  <a:pt x="7520" y="477"/>
                </a:lnTo>
                <a:lnTo>
                  <a:pt x="7117" y="624"/>
                </a:lnTo>
                <a:lnTo>
                  <a:pt x="6713" y="807"/>
                </a:lnTo>
                <a:lnTo>
                  <a:pt x="6640" y="844"/>
                </a:lnTo>
                <a:lnTo>
                  <a:pt x="6603" y="881"/>
                </a:lnTo>
                <a:lnTo>
                  <a:pt x="6640" y="991"/>
                </a:lnTo>
                <a:lnTo>
                  <a:pt x="6677" y="1064"/>
                </a:lnTo>
                <a:lnTo>
                  <a:pt x="6787" y="1064"/>
                </a:lnTo>
                <a:lnTo>
                  <a:pt x="7153" y="1027"/>
                </a:lnTo>
                <a:lnTo>
                  <a:pt x="7484" y="991"/>
                </a:lnTo>
                <a:lnTo>
                  <a:pt x="7960" y="1541"/>
                </a:lnTo>
                <a:lnTo>
                  <a:pt x="8401" y="2091"/>
                </a:lnTo>
                <a:lnTo>
                  <a:pt x="8841" y="2715"/>
                </a:lnTo>
                <a:lnTo>
                  <a:pt x="9208" y="3301"/>
                </a:lnTo>
                <a:lnTo>
                  <a:pt x="8511" y="3742"/>
                </a:lnTo>
                <a:lnTo>
                  <a:pt x="7850" y="4219"/>
                </a:lnTo>
                <a:lnTo>
                  <a:pt x="6603" y="3668"/>
                </a:lnTo>
                <a:lnTo>
                  <a:pt x="5980" y="3412"/>
                </a:lnTo>
                <a:lnTo>
                  <a:pt x="5319" y="3191"/>
                </a:lnTo>
                <a:lnTo>
                  <a:pt x="5393" y="2788"/>
                </a:lnTo>
                <a:lnTo>
                  <a:pt x="5466" y="2384"/>
                </a:lnTo>
                <a:lnTo>
                  <a:pt x="5576" y="1981"/>
                </a:lnTo>
                <a:lnTo>
                  <a:pt x="5723" y="1577"/>
                </a:lnTo>
                <a:lnTo>
                  <a:pt x="5906" y="1211"/>
                </a:lnTo>
                <a:lnTo>
                  <a:pt x="6126" y="844"/>
                </a:lnTo>
                <a:lnTo>
                  <a:pt x="6383" y="514"/>
                </a:lnTo>
                <a:lnTo>
                  <a:pt x="6640" y="184"/>
                </a:lnTo>
                <a:lnTo>
                  <a:pt x="6677" y="110"/>
                </a:lnTo>
                <a:lnTo>
                  <a:pt x="6677" y="37"/>
                </a:lnTo>
                <a:lnTo>
                  <a:pt x="6603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1" name="Google Shape;501;p10"/>
          <p:cNvSpPr/>
          <p:nvPr/>
        </p:nvSpPr>
        <p:spPr>
          <a:xfrm>
            <a:off x="-46688" y="5434125"/>
            <a:ext cx="452803" cy="534156"/>
          </a:xfrm>
          <a:custGeom>
            <a:avLst/>
            <a:gdLst/>
            <a:ahLst/>
            <a:cxnLst/>
            <a:rect l="l" t="t" r="r" b="b"/>
            <a:pathLst>
              <a:path w="9391" h="11079" extrusionOk="0">
                <a:moveTo>
                  <a:pt x="4916" y="441"/>
                </a:moveTo>
                <a:lnTo>
                  <a:pt x="5026" y="477"/>
                </a:lnTo>
                <a:lnTo>
                  <a:pt x="5099" y="551"/>
                </a:lnTo>
                <a:lnTo>
                  <a:pt x="5099" y="771"/>
                </a:lnTo>
                <a:lnTo>
                  <a:pt x="5026" y="954"/>
                </a:lnTo>
                <a:lnTo>
                  <a:pt x="4953" y="1064"/>
                </a:lnTo>
                <a:lnTo>
                  <a:pt x="4842" y="1138"/>
                </a:lnTo>
                <a:lnTo>
                  <a:pt x="4732" y="1174"/>
                </a:lnTo>
                <a:lnTo>
                  <a:pt x="4622" y="1138"/>
                </a:lnTo>
                <a:lnTo>
                  <a:pt x="4366" y="1028"/>
                </a:lnTo>
                <a:lnTo>
                  <a:pt x="4439" y="917"/>
                </a:lnTo>
                <a:lnTo>
                  <a:pt x="4439" y="771"/>
                </a:lnTo>
                <a:lnTo>
                  <a:pt x="4402" y="697"/>
                </a:lnTo>
                <a:lnTo>
                  <a:pt x="4366" y="661"/>
                </a:lnTo>
                <a:lnTo>
                  <a:pt x="4476" y="551"/>
                </a:lnTo>
                <a:lnTo>
                  <a:pt x="4622" y="477"/>
                </a:lnTo>
                <a:lnTo>
                  <a:pt x="4769" y="441"/>
                </a:lnTo>
                <a:close/>
                <a:moveTo>
                  <a:pt x="3375" y="6493"/>
                </a:moveTo>
                <a:lnTo>
                  <a:pt x="3375" y="6530"/>
                </a:lnTo>
                <a:lnTo>
                  <a:pt x="3339" y="6530"/>
                </a:lnTo>
                <a:lnTo>
                  <a:pt x="3375" y="6493"/>
                </a:lnTo>
                <a:close/>
                <a:moveTo>
                  <a:pt x="4292" y="6933"/>
                </a:moveTo>
                <a:lnTo>
                  <a:pt x="4256" y="7007"/>
                </a:lnTo>
                <a:lnTo>
                  <a:pt x="4219" y="6970"/>
                </a:lnTo>
                <a:lnTo>
                  <a:pt x="4292" y="6933"/>
                </a:lnTo>
                <a:close/>
                <a:moveTo>
                  <a:pt x="5209" y="4219"/>
                </a:moveTo>
                <a:lnTo>
                  <a:pt x="5429" y="4329"/>
                </a:lnTo>
                <a:lnTo>
                  <a:pt x="5649" y="4439"/>
                </a:lnTo>
                <a:lnTo>
                  <a:pt x="5686" y="4549"/>
                </a:lnTo>
                <a:lnTo>
                  <a:pt x="5723" y="4586"/>
                </a:lnTo>
                <a:lnTo>
                  <a:pt x="5796" y="4586"/>
                </a:lnTo>
                <a:lnTo>
                  <a:pt x="6016" y="4879"/>
                </a:lnTo>
                <a:lnTo>
                  <a:pt x="6163" y="5173"/>
                </a:lnTo>
                <a:lnTo>
                  <a:pt x="6200" y="5503"/>
                </a:lnTo>
                <a:lnTo>
                  <a:pt x="6200" y="5833"/>
                </a:lnTo>
                <a:lnTo>
                  <a:pt x="6090" y="6126"/>
                </a:lnTo>
                <a:lnTo>
                  <a:pt x="5943" y="6420"/>
                </a:lnTo>
                <a:lnTo>
                  <a:pt x="5796" y="6603"/>
                </a:lnTo>
                <a:lnTo>
                  <a:pt x="5649" y="6750"/>
                </a:lnTo>
                <a:lnTo>
                  <a:pt x="5649" y="6713"/>
                </a:lnTo>
                <a:lnTo>
                  <a:pt x="5649" y="6566"/>
                </a:lnTo>
                <a:lnTo>
                  <a:pt x="5649" y="6383"/>
                </a:lnTo>
                <a:lnTo>
                  <a:pt x="5613" y="6346"/>
                </a:lnTo>
                <a:lnTo>
                  <a:pt x="5576" y="6310"/>
                </a:lnTo>
                <a:lnTo>
                  <a:pt x="5539" y="6310"/>
                </a:lnTo>
                <a:lnTo>
                  <a:pt x="5503" y="6346"/>
                </a:lnTo>
                <a:lnTo>
                  <a:pt x="5393" y="6493"/>
                </a:lnTo>
                <a:lnTo>
                  <a:pt x="5356" y="6676"/>
                </a:lnTo>
                <a:lnTo>
                  <a:pt x="5319" y="6933"/>
                </a:lnTo>
                <a:lnTo>
                  <a:pt x="5099" y="7007"/>
                </a:lnTo>
                <a:lnTo>
                  <a:pt x="5099" y="6860"/>
                </a:lnTo>
                <a:lnTo>
                  <a:pt x="5099" y="6713"/>
                </a:lnTo>
                <a:lnTo>
                  <a:pt x="5136" y="6566"/>
                </a:lnTo>
                <a:lnTo>
                  <a:pt x="5209" y="6456"/>
                </a:lnTo>
                <a:lnTo>
                  <a:pt x="5246" y="6420"/>
                </a:lnTo>
                <a:lnTo>
                  <a:pt x="5209" y="6383"/>
                </a:lnTo>
                <a:lnTo>
                  <a:pt x="5173" y="6346"/>
                </a:lnTo>
                <a:lnTo>
                  <a:pt x="5136" y="6346"/>
                </a:lnTo>
                <a:lnTo>
                  <a:pt x="4953" y="6456"/>
                </a:lnTo>
                <a:lnTo>
                  <a:pt x="4842" y="6640"/>
                </a:lnTo>
                <a:lnTo>
                  <a:pt x="4769" y="6823"/>
                </a:lnTo>
                <a:lnTo>
                  <a:pt x="4769" y="7043"/>
                </a:lnTo>
                <a:lnTo>
                  <a:pt x="4696" y="7043"/>
                </a:lnTo>
                <a:lnTo>
                  <a:pt x="4659" y="7007"/>
                </a:lnTo>
                <a:lnTo>
                  <a:pt x="4622" y="6970"/>
                </a:lnTo>
                <a:lnTo>
                  <a:pt x="4586" y="6970"/>
                </a:lnTo>
                <a:lnTo>
                  <a:pt x="5026" y="6016"/>
                </a:lnTo>
                <a:lnTo>
                  <a:pt x="5026" y="5943"/>
                </a:lnTo>
                <a:lnTo>
                  <a:pt x="4989" y="5906"/>
                </a:lnTo>
                <a:lnTo>
                  <a:pt x="4953" y="5906"/>
                </a:lnTo>
                <a:lnTo>
                  <a:pt x="4916" y="5943"/>
                </a:lnTo>
                <a:lnTo>
                  <a:pt x="4402" y="6750"/>
                </a:lnTo>
                <a:lnTo>
                  <a:pt x="4366" y="6676"/>
                </a:lnTo>
                <a:lnTo>
                  <a:pt x="4329" y="6640"/>
                </a:lnTo>
                <a:lnTo>
                  <a:pt x="4256" y="6640"/>
                </a:lnTo>
                <a:lnTo>
                  <a:pt x="4439" y="6236"/>
                </a:lnTo>
                <a:lnTo>
                  <a:pt x="4659" y="5796"/>
                </a:lnTo>
                <a:lnTo>
                  <a:pt x="4696" y="5759"/>
                </a:lnTo>
                <a:lnTo>
                  <a:pt x="4659" y="5723"/>
                </a:lnTo>
                <a:lnTo>
                  <a:pt x="4586" y="5723"/>
                </a:lnTo>
                <a:lnTo>
                  <a:pt x="4182" y="6273"/>
                </a:lnTo>
                <a:lnTo>
                  <a:pt x="3999" y="6566"/>
                </a:lnTo>
                <a:lnTo>
                  <a:pt x="3852" y="6860"/>
                </a:lnTo>
                <a:lnTo>
                  <a:pt x="3669" y="6786"/>
                </a:lnTo>
                <a:lnTo>
                  <a:pt x="3779" y="6750"/>
                </a:lnTo>
                <a:lnTo>
                  <a:pt x="3852" y="6640"/>
                </a:lnTo>
                <a:lnTo>
                  <a:pt x="3889" y="6566"/>
                </a:lnTo>
                <a:lnTo>
                  <a:pt x="3889" y="6420"/>
                </a:lnTo>
                <a:lnTo>
                  <a:pt x="3889" y="6383"/>
                </a:lnTo>
                <a:lnTo>
                  <a:pt x="3815" y="6383"/>
                </a:lnTo>
                <a:lnTo>
                  <a:pt x="3999" y="6163"/>
                </a:lnTo>
                <a:lnTo>
                  <a:pt x="4512" y="5539"/>
                </a:lnTo>
                <a:lnTo>
                  <a:pt x="4512" y="5466"/>
                </a:lnTo>
                <a:lnTo>
                  <a:pt x="4476" y="5429"/>
                </a:lnTo>
                <a:lnTo>
                  <a:pt x="4402" y="5429"/>
                </a:lnTo>
                <a:lnTo>
                  <a:pt x="3779" y="6016"/>
                </a:lnTo>
                <a:lnTo>
                  <a:pt x="3632" y="6126"/>
                </a:lnTo>
                <a:lnTo>
                  <a:pt x="3595" y="6090"/>
                </a:lnTo>
                <a:lnTo>
                  <a:pt x="3559" y="6090"/>
                </a:lnTo>
                <a:lnTo>
                  <a:pt x="3485" y="6126"/>
                </a:lnTo>
                <a:lnTo>
                  <a:pt x="3669" y="5869"/>
                </a:lnTo>
                <a:lnTo>
                  <a:pt x="3889" y="5649"/>
                </a:lnTo>
                <a:lnTo>
                  <a:pt x="4146" y="5466"/>
                </a:lnTo>
                <a:lnTo>
                  <a:pt x="4402" y="5283"/>
                </a:lnTo>
                <a:lnTo>
                  <a:pt x="4439" y="5246"/>
                </a:lnTo>
                <a:lnTo>
                  <a:pt x="4402" y="5209"/>
                </a:lnTo>
                <a:lnTo>
                  <a:pt x="4402" y="5173"/>
                </a:lnTo>
                <a:lnTo>
                  <a:pt x="4329" y="5136"/>
                </a:lnTo>
                <a:lnTo>
                  <a:pt x="3962" y="5319"/>
                </a:lnTo>
                <a:lnTo>
                  <a:pt x="3632" y="5539"/>
                </a:lnTo>
                <a:lnTo>
                  <a:pt x="3339" y="5796"/>
                </a:lnTo>
                <a:lnTo>
                  <a:pt x="3082" y="6126"/>
                </a:lnTo>
                <a:lnTo>
                  <a:pt x="3045" y="6016"/>
                </a:lnTo>
                <a:lnTo>
                  <a:pt x="3082" y="5980"/>
                </a:lnTo>
                <a:lnTo>
                  <a:pt x="3339" y="5613"/>
                </a:lnTo>
                <a:lnTo>
                  <a:pt x="3632" y="5283"/>
                </a:lnTo>
                <a:lnTo>
                  <a:pt x="3962" y="4952"/>
                </a:lnTo>
                <a:lnTo>
                  <a:pt x="4292" y="4659"/>
                </a:lnTo>
                <a:lnTo>
                  <a:pt x="4292" y="4622"/>
                </a:lnTo>
                <a:lnTo>
                  <a:pt x="4256" y="4586"/>
                </a:lnTo>
                <a:lnTo>
                  <a:pt x="4219" y="4586"/>
                </a:lnTo>
                <a:lnTo>
                  <a:pt x="3925" y="4732"/>
                </a:lnTo>
                <a:lnTo>
                  <a:pt x="3632" y="4879"/>
                </a:lnTo>
                <a:lnTo>
                  <a:pt x="3375" y="5099"/>
                </a:lnTo>
                <a:lnTo>
                  <a:pt x="3155" y="5356"/>
                </a:lnTo>
                <a:lnTo>
                  <a:pt x="3228" y="5209"/>
                </a:lnTo>
                <a:lnTo>
                  <a:pt x="3339" y="5062"/>
                </a:lnTo>
                <a:lnTo>
                  <a:pt x="3559" y="4842"/>
                </a:lnTo>
                <a:lnTo>
                  <a:pt x="3852" y="4622"/>
                </a:lnTo>
                <a:lnTo>
                  <a:pt x="4146" y="4476"/>
                </a:lnTo>
                <a:lnTo>
                  <a:pt x="4402" y="4366"/>
                </a:lnTo>
                <a:lnTo>
                  <a:pt x="4659" y="4292"/>
                </a:lnTo>
                <a:lnTo>
                  <a:pt x="4953" y="4219"/>
                </a:lnTo>
                <a:close/>
                <a:moveTo>
                  <a:pt x="807" y="8767"/>
                </a:moveTo>
                <a:lnTo>
                  <a:pt x="807" y="8841"/>
                </a:lnTo>
                <a:lnTo>
                  <a:pt x="844" y="8914"/>
                </a:lnTo>
                <a:lnTo>
                  <a:pt x="918" y="8951"/>
                </a:lnTo>
                <a:lnTo>
                  <a:pt x="1138" y="8951"/>
                </a:lnTo>
                <a:lnTo>
                  <a:pt x="1211" y="8987"/>
                </a:lnTo>
                <a:lnTo>
                  <a:pt x="1321" y="8987"/>
                </a:lnTo>
                <a:lnTo>
                  <a:pt x="1321" y="9061"/>
                </a:lnTo>
                <a:lnTo>
                  <a:pt x="1321" y="9097"/>
                </a:lnTo>
                <a:lnTo>
                  <a:pt x="1248" y="9171"/>
                </a:lnTo>
                <a:lnTo>
                  <a:pt x="1174" y="9207"/>
                </a:lnTo>
                <a:lnTo>
                  <a:pt x="954" y="9244"/>
                </a:lnTo>
                <a:lnTo>
                  <a:pt x="844" y="9207"/>
                </a:lnTo>
                <a:lnTo>
                  <a:pt x="697" y="9134"/>
                </a:lnTo>
                <a:lnTo>
                  <a:pt x="587" y="9061"/>
                </a:lnTo>
                <a:lnTo>
                  <a:pt x="551" y="8951"/>
                </a:lnTo>
                <a:lnTo>
                  <a:pt x="661" y="8841"/>
                </a:lnTo>
                <a:lnTo>
                  <a:pt x="807" y="8767"/>
                </a:lnTo>
                <a:close/>
                <a:moveTo>
                  <a:pt x="8511" y="8657"/>
                </a:moveTo>
                <a:lnTo>
                  <a:pt x="8621" y="8694"/>
                </a:lnTo>
                <a:lnTo>
                  <a:pt x="8731" y="8731"/>
                </a:lnTo>
                <a:lnTo>
                  <a:pt x="8841" y="8804"/>
                </a:lnTo>
                <a:lnTo>
                  <a:pt x="8951" y="8877"/>
                </a:lnTo>
                <a:lnTo>
                  <a:pt x="8987" y="8987"/>
                </a:lnTo>
                <a:lnTo>
                  <a:pt x="9024" y="9097"/>
                </a:lnTo>
                <a:lnTo>
                  <a:pt x="9024" y="9134"/>
                </a:lnTo>
                <a:lnTo>
                  <a:pt x="8987" y="9134"/>
                </a:lnTo>
                <a:lnTo>
                  <a:pt x="8877" y="9097"/>
                </a:lnTo>
                <a:lnTo>
                  <a:pt x="8804" y="9134"/>
                </a:lnTo>
                <a:lnTo>
                  <a:pt x="8731" y="9171"/>
                </a:lnTo>
                <a:lnTo>
                  <a:pt x="8621" y="9281"/>
                </a:lnTo>
                <a:lnTo>
                  <a:pt x="8474" y="9354"/>
                </a:lnTo>
                <a:lnTo>
                  <a:pt x="8327" y="9318"/>
                </a:lnTo>
                <a:lnTo>
                  <a:pt x="8254" y="9244"/>
                </a:lnTo>
                <a:lnTo>
                  <a:pt x="8217" y="9171"/>
                </a:lnTo>
                <a:lnTo>
                  <a:pt x="8217" y="9024"/>
                </a:lnTo>
                <a:lnTo>
                  <a:pt x="8254" y="8841"/>
                </a:lnTo>
                <a:lnTo>
                  <a:pt x="8254" y="8694"/>
                </a:lnTo>
                <a:lnTo>
                  <a:pt x="8511" y="8657"/>
                </a:lnTo>
                <a:close/>
                <a:moveTo>
                  <a:pt x="5026" y="9501"/>
                </a:moveTo>
                <a:lnTo>
                  <a:pt x="5063" y="9574"/>
                </a:lnTo>
                <a:lnTo>
                  <a:pt x="4989" y="9538"/>
                </a:lnTo>
                <a:lnTo>
                  <a:pt x="5026" y="9501"/>
                </a:lnTo>
                <a:close/>
                <a:moveTo>
                  <a:pt x="4696" y="9868"/>
                </a:moveTo>
                <a:lnTo>
                  <a:pt x="4953" y="9941"/>
                </a:lnTo>
                <a:lnTo>
                  <a:pt x="4916" y="10014"/>
                </a:lnTo>
                <a:lnTo>
                  <a:pt x="4879" y="10271"/>
                </a:lnTo>
                <a:lnTo>
                  <a:pt x="4842" y="10308"/>
                </a:lnTo>
                <a:lnTo>
                  <a:pt x="4549" y="10308"/>
                </a:lnTo>
                <a:lnTo>
                  <a:pt x="4439" y="10235"/>
                </a:lnTo>
                <a:lnTo>
                  <a:pt x="4329" y="10125"/>
                </a:lnTo>
                <a:lnTo>
                  <a:pt x="4292" y="10051"/>
                </a:lnTo>
                <a:lnTo>
                  <a:pt x="4256" y="9941"/>
                </a:lnTo>
                <a:lnTo>
                  <a:pt x="4329" y="9904"/>
                </a:lnTo>
                <a:lnTo>
                  <a:pt x="4439" y="9868"/>
                </a:lnTo>
                <a:close/>
                <a:moveTo>
                  <a:pt x="4806" y="0"/>
                </a:moveTo>
                <a:lnTo>
                  <a:pt x="4622" y="37"/>
                </a:lnTo>
                <a:lnTo>
                  <a:pt x="4476" y="110"/>
                </a:lnTo>
                <a:lnTo>
                  <a:pt x="4292" y="147"/>
                </a:lnTo>
                <a:lnTo>
                  <a:pt x="4146" y="257"/>
                </a:lnTo>
                <a:lnTo>
                  <a:pt x="3999" y="367"/>
                </a:lnTo>
                <a:lnTo>
                  <a:pt x="3889" y="477"/>
                </a:lnTo>
                <a:lnTo>
                  <a:pt x="3779" y="624"/>
                </a:lnTo>
                <a:lnTo>
                  <a:pt x="3705" y="807"/>
                </a:lnTo>
                <a:lnTo>
                  <a:pt x="3669" y="954"/>
                </a:lnTo>
                <a:lnTo>
                  <a:pt x="3669" y="1138"/>
                </a:lnTo>
                <a:lnTo>
                  <a:pt x="3705" y="1321"/>
                </a:lnTo>
                <a:lnTo>
                  <a:pt x="3815" y="1578"/>
                </a:lnTo>
                <a:lnTo>
                  <a:pt x="3999" y="1761"/>
                </a:lnTo>
                <a:lnTo>
                  <a:pt x="4182" y="1871"/>
                </a:lnTo>
                <a:lnTo>
                  <a:pt x="4402" y="1945"/>
                </a:lnTo>
                <a:lnTo>
                  <a:pt x="4366" y="2055"/>
                </a:lnTo>
                <a:lnTo>
                  <a:pt x="4329" y="2165"/>
                </a:lnTo>
                <a:lnTo>
                  <a:pt x="4329" y="2531"/>
                </a:lnTo>
                <a:lnTo>
                  <a:pt x="4329" y="2898"/>
                </a:lnTo>
                <a:lnTo>
                  <a:pt x="4329" y="3522"/>
                </a:lnTo>
                <a:lnTo>
                  <a:pt x="4329" y="3669"/>
                </a:lnTo>
                <a:lnTo>
                  <a:pt x="4366" y="3779"/>
                </a:lnTo>
                <a:lnTo>
                  <a:pt x="4072" y="3925"/>
                </a:lnTo>
                <a:lnTo>
                  <a:pt x="3815" y="4109"/>
                </a:lnTo>
                <a:lnTo>
                  <a:pt x="3742" y="4182"/>
                </a:lnTo>
                <a:lnTo>
                  <a:pt x="3742" y="4255"/>
                </a:lnTo>
                <a:lnTo>
                  <a:pt x="3522" y="4402"/>
                </a:lnTo>
                <a:lnTo>
                  <a:pt x="3339" y="4549"/>
                </a:lnTo>
                <a:lnTo>
                  <a:pt x="3155" y="4696"/>
                </a:lnTo>
                <a:lnTo>
                  <a:pt x="3008" y="4879"/>
                </a:lnTo>
                <a:lnTo>
                  <a:pt x="2862" y="5062"/>
                </a:lnTo>
                <a:lnTo>
                  <a:pt x="2752" y="5283"/>
                </a:lnTo>
                <a:lnTo>
                  <a:pt x="2678" y="5503"/>
                </a:lnTo>
                <a:lnTo>
                  <a:pt x="2642" y="5686"/>
                </a:lnTo>
                <a:lnTo>
                  <a:pt x="2642" y="5906"/>
                </a:lnTo>
                <a:lnTo>
                  <a:pt x="2678" y="6126"/>
                </a:lnTo>
                <a:lnTo>
                  <a:pt x="2752" y="6346"/>
                </a:lnTo>
                <a:lnTo>
                  <a:pt x="2825" y="6566"/>
                </a:lnTo>
                <a:lnTo>
                  <a:pt x="2898" y="6676"/>
                </a:lnTo>
                <a:lnTo>
                  <a:pt x="2421" y="7080"/>
                </a:lnTo>
                <a:lnTo>
                  <a:pt x="1908" y="7447"/>
                </a:lnTo>
                <a:lnTo>
                  <a:pt x="1431" y="7850"/>
                </a:lnTo>
                <a:lnTo>
                  <a:pt x="1211" y="8070"/>
                </a:lnTo>
                <a:lnTo>
                  <a:pt x="991" y="8327"/>
                </a:lnTo>
                <a:lnTo>
                  <a:pt x="771" y="8364"/>
                </a:lnTo>
                <a:lnTo>
                  <a:pt x="624" y="8327"/>
                </a:lnTo>
                <a:lnTo>
                  <a:pt x="477" y="8327"/>
                </a:lnTo>
                <a:lnTo>
                  <a:pt x="367" y="8364"/>
                </a:lnTo>
                <a:lnTo>
                  <a:pt x="257" y="8437"/>
                </a:lnTo>
                <a:lnTo>
                  <a:pt x="184" y="8511"/>
                </a:lnTo>
                <a:lnTo>
                  <a:pt x="111" y="8584"/>
                </a:lnTo>
                <a:lnTo>
                  <a:pt x="37" y="8804"/>
                </a:lnTo>
                <a:lnTo>
                  <a:pt x="0" y="9061"/>
                </a:lnTo>
                <a:lnTo>
                  <a:pt x="0" y="9318"/>
                </a:lnTo>
                <a:lnTo>
                  <a:pt x="74" y="9538"/>
                </a:lnTo>
                <a:lnTo>
                  <a:pt x="257" y="9684"/>
                </a:lnTo>
                <a:lnTo>
                  <a:pt x="477" y="9831"/>
                </a:lnTo>
                <a:lnTo>
                  <a:pt x="697" y="9904"/>
                </a:lnTo>
                <a:lnTo>
                  <a:pt x="954" y="9941"/>
                </a:lnTo>
                <a:lnTo>
                  <a:pt x="1174" y="9904"/>
                </a:lnTo>
                <a:lnTo>
                  <a:pt x="1431" y="9868"/>
                </a:lnTo>
                <a:lnTo>
                  <a:pt x="1651" y="9794"/>
                </a:lnTo>
                <a:lnTo>
                  <a:pt x="1798" y="9648"/>
                </a:lnTo>
                <a:lnTo>
                  <a:pt x="1908" y="9574"/>
                </a:lnTo>
                <a:lnTo>
                  <a:pt x="1945" y="9464"/>
                </a:lnTo>
                <a:lnTo>
                  <a:pt x="1981" y="9354"/>
                </a:lnTo>
                <a:lnTo>
                  <a:pt x="1981" y="9207"/>
                </a:lnTo>
                <a:lnTo>
                  <a:pt x="1908" y="8987"/>
                </a:lnTo>
                <a:lnTo>
                  <a:pt x="1798" y="8767"/>
                </a:lnTo>
                <a:lnTo>
                  <a:pt x="1651" y="8584"/>
                </a:lnTo>
                <a:lnTo>
                  <a:pt x="1431" y="8437"/>
                </a:lnTo>
                <a:lnTo>
                  <a:pt x="1394" y="8437"/>
                </a:lnTo>
                <a:lnTo>
                  <a:pt x="1578" y="8254"/>
                </a:lnTo>
                <a:lnTo>
                  <a:pt x="1761" y="8070"/>
                </a:lnTo>
                <a:lnTo>
                  <a:pt x="2165" y="7777"/>
                </a:lnTo>
                <a:lnTo>
                  <a:pt x="2421" y="7557"/>
                </a:lnTo>
                <a:lnTo>
                  <a:pt x="2642" y="7337"/>
                </a:lnTo>
                <a:lnTo>
                  <a:pt x="2862" y="7080"/>
                </a:lnTo>
                <a:lnTo>
                  <a:pt x="3008" y="6786"/>
                </a:lnTo>
                <a:lnTo>
                  <a:pt x="3118" y="6897"/>
                </a:lnTo>
                <a:lnTo>
                  <a:pt x="3302" y="7043"/>
                </a:lnTo>
                <a:lnTo>
                  <a:pt x="3632" y="7227"/>
                </a:lnTo>
                <a:lnTo>
                  <a:pt x="3999" y="7337"/>
                </a:lnTo>
                <a:lnTo>
                  <a:pt x="4366" y="7410"/>
                </a:lnTo>
                <a:lnTo>
                  <a:pt x="4439" y="7410"/>
                </a:lnTo>
                <a:lnTo>
                  <a:pt x="4402" y="7887"/>
                </a:lnTo>
                <a:lnTo>
                  <a:pt x="4402" y="8364"/>
                </a:lnTo>
                <a:lnTo>
                  <a:pt x="4439" y="9318"/>
                </a:lnTo>
                <a:lnTo>
                  <a:pt x="4256" y="9391"/>
                </a:lnTo>
                <a:lnTo>
                  <a:pt x="4109" y="9464"/>
                </a:lnTo>
                <a:lnTo>
                  <a:pt x="3999" y="9574"/>
                </a:lnTo>
                <a:lnTo>
                  <a:pt x="3925" y="9684"/>
                </a:lnTo>
                <a:lnTo>
                  <a:pt x="3889" y="9794"/>
                </a:lnTo>
                <a:lnTo>
                  <a:pt x="3852" y="9941"/>
                </a:lnTo>
                <a:lnTo>
                  <a:pt x="3815" y="10125"/>
                </a:lnTo>
                <a:lnTo>
                  <a:pt x="3852" y="10271"/>
                </a:lnTo>
                <a:lnTo>
                  <a:pt x="3925" y="10565"/>
                </a:lnTo>
                <a:lnTo>
                  <a:pt x="4072" y="10821"/>
                </a:lnTo>
                <a:lnTo>
                  <a:pt x="4182" y="10895"/>
                </a:lnTo>
                <a:lnTo>
                  <a:pt x="4329" y="10968"/>
                </a:lnTo>
                <a:lnTo>
                  <a:pt x="4439" y="11042"/>
                </a:lnTo>
                <a:lnTo>
                  <a:pt x="4586" y="11078"/>
                </a:lnTo>
                <a:lnTo>
                  <a:pt x="4879" y="11078"/>
                </a:lnTo>
                <a:lnTo>
                  <a:pt x="5173" y="11005"/>
                </a:lnTo>
                <a:lnTo>
                  <a:pt x="5283" y="10932"/>
                </a:lnTo>
                <a:lnTo>
                  <a:pt x="5393" y="10821"/>
                </a:lnTo>
                <a:lnTo>
                  <a:pt x="5466" y="10711"/>
                </a:lnTo>
                <a:lnTo>
                  <a:pt x="5503" y="10601"/>
                </a:lnTo>
                <a:lnTo>
                  <a:pt x="5576" y="10308"/>
                </a:lnTo>
                <a:lnTo>
                  <a:pt x="5539" y="10051"/>
                </a:lnTo>
                <a:lnTo>
                  <a:pt x="5503" y="9904"/>
                </a:lnTo>
                <a:lnTo>
                  <a:pt x="5393" y="9794"/>
                </a:lnTo>
                <a:lnTo>
                  <a:pt x="5319" y="9684"/>
                </a:lnTo>
                <a:lnTo>
                  <a:pt x="5173" y="9611"/>
                </a:lnTo>
                <a:lnTo>
                  <a:pt x="5136" y="9428"/>
                </a:lnTo>
                <a:lnTo>
                  <a:pt x="5099" y="9354"/>
                </a:lnTo>
                <a:lnTo>
                  <a:pt x="4842" y="9354"/>
                </a:lnTo>
                <a:lnTo>
                  <a:pt x="4806" y="8474"/>
                </a:lnTo>
                <a:lnTo>
                  <a:pt x="4806" y="7960"/>
                </a:lnTo>
                <a:lnTo>
                  <a:pt x="4769" y="7447"/>
                </a:lnTo>
                <a:lnTo>
                  <a:pt x="5136" y="7410"/>
                </a:lnTo>
                <a:lnTo>
                  <a:pt x="5503" y="7300"/>
                </a:lnTo>
                <a:lnTo>
                  <a:pt x="5833" y="7117"/>
                </a:lnTo>
                <a:lnTo>
                  <a:pt x="6126" y="6860"/>
                </a:lnTo>
                <a:lnTo>
                  <a:pt x="6200" y="6786"/>
                </a:lnTo>
                <a:lnTo>
                  <a:pt x="6310" y="6933"/>
                </a:lnTo>
                <a:lnTo>
                  <a:pt x="6493" y="7080"/>
                </a:lnTo>
                <a:lnTo>
                  <a:pt x="6677" y="7190"/>
                </a:lnTo>
                <a:lnTo>
                  <a:pt x="6860" y="7300"/>
                </a:lnTo>
                <a:lnTo>
                  <a:pt x="7043" y="7630"/>
                </a:lnTo>
                <a:lnTo>
                  <a:pt x="7263" y="7997"/>
                </a:lnTo>
                <a:lnTo>
                  <a:pt x="7557" y="8437"/>
                </a:lnTo>
                <a:lnTo>
                  <a:pt x="7667" y="8584"/>
                </a:lnTo>
                <a:lnTo>
                  <a:pt x="7557" y="8767"/>
                </a:lnTo>
                <a:lnTo>
                  <a:pt x="7484" y="8951"/>
                </a:lnTo>
                <a:lnTo>
                  <a:pt x="7447" y="9097"/>
                </a:lnTo>
                <a:lnTo>
                  <a:pt x="7447" y="9281"/>
                </a:lnTo>
                <a:lnTo>
                  <a:pt x="7484" y="9428"/>
                </a:lnTo>
                <a:lnTo>
                  <a:pt x="7520" y="9611"/>
                </a:lnTo>
                <a:lnTo>
                  <a:pt x="7594" y="9758"/>
                </a:lnTo>
                <a:lnTo>
                  <a:pt x="7704" y="9904"/>
                </a:lnTo>
                <a:lnTo>
                  <a:pt x="7850" y="10014"/>
                </a:lnTo>
                <a:lnTo>
                  <a:pt x="7960" y="10125"/>
                </a:lnTo>
                <a:lnTo>
                  <a:pt x="8107" y="10161"/>
                </a:lnTo>
                <a:lnTo>
                  <a:pt x="8254" y="10198"/>
                </a:lnTo>
                <a:lnTo>
                  <a:pt x="8547" y="10198"/>
                </a:lnTo>
                <a:lnTo>
                  <a:pt x="8694" y="10125"/>
                </a:lnTo>
                <a:lnTo>
                  <a:pt x="8877" y="10051"/>
                </a:lnTo>
                <a:lnTo>
                  <a:pt x="9098" y="9831"/>
                </a:lnTo>
                <a:lnTo>
                  <a:pt x="9281" y="9538"/>
                </a:lnTo>
                <a:lnTo>
                  <a:pt x="9354" y="9391"/>
                </a:lnTo>
                <a:lnTo>
                  <a:pt x="9391" y="9244"/>
                </a:lnTo>
                <a:lnTo>
                  <a:pt x="9391" y="9061"/>
                </a:lnTo>
                <a:lnTo>
                  <a:pt x="9391" y="8914"/>
                </a:lnTo>
                <a:lnTo>
                  <a:pt x="9318" y="8767"/>
                </a:lnTo>
                <a:lnTo>
                  <a:pt x="9244" y="8621"/>
                </a:lnTo>
                <a:lnTo>
                  <a:pt x="9134" y="8511"/>
                </a:lnTo>
                <a:lnTo>
                  <a:pt x="8987" y="8437"/>
                </a:lnTo>
                <a:lnTo>
                  <a:pt x="8841" y="8364"/>
                </a:lnTo>
                <a:lnTo>
                  <a:pt x="8694" y="8327"/>
                </a:lnTo>
                <a:lnTo>
                  <a:pt x="8364" y="8290"/>
                </a:lnTo>
                <a:lnTo>
                  <a:pt x="8180" y="8290"/>
                </a:lnTo>
                <a:lnTo>
                  <a:pt x="7997" y="8364"/>
                </a:lnTo>
                <a:lnTo>
                  <a:pt x="7924" y="8217"/>
                </a:lnTo>
                <a:lnTo>
                  <a:pt x="7814" y="8070"/>
                </a:lnTo>
                <a:lnTo>
                  <a:pt x="7557" y="7667"/>
                </a:lnTo>
                <a:lnTo>
                  <a:pt x="7300" y="7300"/>
                </a:lnTo>
                <a:lnTo>
                  <a:pt x="7227" y="7153"/>
                </a:lnTo>
                <a:lnTo>
                  <a:pt x="7153" y="7007"/>
                </a:lnTo>
                <a:lnTo>
                  <a:pt x="7043" y="6933"/>
                </a:lnTo>
                <a:lnTo>
                  <a:pt x="6897" y="6897"/>
                </a:lnTo>
                <a:lnTo>
                  <a:pt x="6640" y="6750"/>
                </a:lnTo>
                <a:lnTo>
                  <a:pt x="6346" y="6530"/>
                </a:lnTo>
                <a:lnTo>
                  <a:pt x="6530" y="6236"/>
                </a:lnTo>
                <a:lnTo>
                  <a:pt x="6603" y="5869"/>
                </a:lnTo>
                <a:lnTo>
                  <a:pt x="6603" y="5503"/>
                </a:lnTo>
                <a:lnTo>
                  <a:pt x="6567" y="5173"/>
                </a:lnTo>
                <a:lnTo>
                  <a:pt x="6456" y="4842"/>
                </a:lnTo>
                <a:lnTo>
                  <a:pt x="6310" y="4586"/>
                </a:lnTo>
                <a:lnTo>
                  <a:pt x="6126" y="4329"/>
                </a:lnTo>
                <a:lnTo>
                  <a:pt x="5870" y="4109"/>
                </a:lnTo>
                <a:lnTo>
                  <a:pt x="5613" y="3962"/>
                </a:lnTo>
                <a:lnTo>
                  <a:pt x="5356" y="3815"/>
                </a:lnTo>
                <a:lnTo>
                  <a:pt x="5026" y="3742"/>
                </a:lnTo>
                <a:lnTo>
                  <a:pt x="4732" y="3742"/>
                </a:lnTo>
                <a:lnTo>
                  <a:pt x="4732" y="3522"/>
                </a:lnTo>
                <a:lnTo>
                  <a:pt x="4696" y="2678"/>
                </a:lnTo>
                <a:lnTo>
                  <a:pt x="4732" y="2385"/>
                </a:lnTo>
                <a:lnTo>
                  <a:pt x="4696" y="2165"/>
                </a:lnTo>
                <a:lnTo>
                  <a:pt x="4659" y="1981"/>
                </a:lnTo>
                <a:lnTo>
                  <a:pt x="4842" y="1945"/>
                </a:lnTo>
                <a:lnTo>
                  <a:pt x="5063" y="1871"/>
                </a:lnTo>
                <a:lnTo>
                  <a:pt x="5246" y="1761"/>
                </a:lnTo>
                <a:lnTo>
                  <a:pt x="5393" y="1651"/>
                </a:lnTo>
                <a:lnTo>
                  <a:pt x="5539" y="1468"/>
                </a:lnTo>
                <a:lnTo>
                  <a:pt x="5613" y="1284"/>
                </a:lnTo>
                <a:lnTo>
                  <a:pt x="5686" y="1101"/>
                </a:lnTo>
                <a:lnTo>
                  <a:pt x="5686" y="844"/>
                </a:lnTo>
                <a:lnTo>
                  <a:pt x="5613" y="624"/>
                </a:lnTo>
                <a:lnTo>
                  <a:pt x="5503" y="404"/>
                </a:lnTo>
                <a:lnTo>
                  <a:pt x="5466" y="257"/>
                </a:lnTo>
                <a:lnTo>
                  <a:pt x="5429" y="184"/>
                </a:lnTo>
                <a:lnTo>
                  <a:pt x="5356" y="147"/>
                </a:lnTo>
                <a:lnTo>
                  <a:pt x="5209" y="147"/>
                </a:lnTo>
                <a:lnTo>
                  <a:pt x="5063" y="110"/>
                </a:lnTo>
                <a:lnTo>
                  <a:pt x="4989" y="37"/>
                </a:lnTo>
                <a:lnTo>
                  <a:pt x="480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2" name="Google Shape;502;p10"/>
          <p:cNvSpPr/>
          <p:nvPr/>
        </p:nvSpPr>
        <p:spPr>
          <a:xfrm>
            <a:off x="961678" y="6664025"/>
            <a:ext cx="617412" cy="237283"/>
          </a:xfrm>
          <a:custGeom>
            <a:avLst/>
            <a:gdLst/>
            <a:ahLst/>
            <a:cxnLst/>
            <a:rect l="l" t="t" r="r" b="b"/>
            <a:pathLst>
              <a:path w="16325" h="6274" extrusionOk="0">
                <a:moveTo>
                  <a:pt x="14710" y="1"/>
                </a:moveTo>
                <a:lnTo>
                  <a:pt x="14527" y="74"/>
                </a:lnTo>
                <a:lnTo>
                  <a:pt x="14380" y="147"/>
                </a:lnTo>
                <a:lnTo>
                  <a:pt x="14270" y="221"/>
                </a:lnTo>
                <a:lnTo>
                  <a:pt x="14270" y="257"/>
                </a:lnTo>
                <a:lnTo>
                  <a:pt x="14197" y="221"/>
                </a:lnTo>
                <a:lnTo>
                  <a:pt x="14087" y="221"/>
                </a:lnTo>
                <a:lnTo>
                  <a:pt x="14013" y="294"/>
                </a:lnTo>
                <a:lnTo>
                  <a:pt x="13977" y="331"/>
                </a:lnTo>
                <a:lnTo>
                  <a:pt x="13977" y="441"/>
                </a:lnTo>
                <a:lnTo>
                  <a:pt x="14013" y="551"/>
                </a:lnTo>
                <a:lnTo>
                  <a:pt x="14050" y="587"/>
                </a:lnTo>
                <a:lnTo>
                  <a:pt x="14123" y="624"/>
                </a:lnTo>
                <a:lnTo>
                  <a:pt x="14343" y="624"/>
                </a:lnTo>
                <a:lnTo>
                  <a:pt x="14527" y="551"/>
                </a:lnTo>
                <a:lnTo>
                  <a:pt x="14710" y="477"/>
                </a:lnTo>
                <a:lnTo>
                  <a:pt x="14894" y="441"/>
                </a:lnTo>
                <a:lnTo>
                  <a:pt x="14967" y="477"/>
                </a:lnTo>
                <a:lnTo>
                  <a:pt x="15004" y="514"/>
                </a:lnTo>
                <a:lnTo>
                  <a:pt x="14967" y="587"/>
                </a:lnTo>
                <a:lnTo>
                  <a:pt x="14930" y="661"/>
                </a:lnTo>
                <a:lnTo>
                  <a:pt x="14747" y="881"/>
                </a:lnTo>
                <a:lnTo>
                  <a:pt x="14123" y="1725"/>
                </a:lnTo>
                <a:lnTo>
                  <a:pt x="14123" y="1798"/>
                </a:lnTo>
                <a:lnTo>
                  <a:pt x="14087" y="1871"/>
                </a:lnTo>
                <a:lnTo>
                  <a:pt x="14123" y="1981"/>
                </a:lnTo>
                <a:lnTo>
                  <a:pt x="14233" y="2055"/>
                </a:lnTo>
                <a:lnTo>
                  <a:pt x="14343" y="2091"/>
                </a:lnTo>
                <a:lnTo>
                  <a:pt x="14820" y="2091"/>
                </a:lnTo>
                <a:lnTo>
                  <a:pt x="15260" y="2055"/>
                </a:lnTo>
                <a:lnTo>
                  <a:pt x="15774" y="1945"/>
                </a:lnTo>
                <a:lnTo>
                  <a:pt x="16031" y="1871"/>
                </a:lnTo>
                <a:lnTo>
                  <a:pt x="16251" y="1761"/>
                </a:lnTo>
                <a:lnTo>
                  <a:pt x="16324" y="1651"/>
                </a:lnTo>
                <a:lnTo>
                  <a:pt x="16324" y="1541"/>
                </a:lnTo>
                <a:lnTo>
                  <a:pt x="16288" y="1468"/>
                </a:lnTo>
                <a:lnTo>
                  <a:pt x="16214" y="1431"/>
                </a:lnTo>
                <a:lnTo>
                  <a:pt x="16141" y="1394"/>
                </a:lnTo>
                <a:lnTo>
                  <a:pt x="15957" y="1431"/>
                </a:lnTo>
                <a:lnTo>
                  <a:pt x="15774" y="1468"/>
                </a:lnTo>
                <a:lnTo>
                  <a:pt x="15370" y="1541"/>
                </a:lnTo>
                <a:lnTo>
                  <a:pt x="14820" y="1615"/>
                </a:lnTo>
                <a:lnTo>
                  <a:pt x="14820" y="1615"/>
                </a:lnTo>
                <a:lnTo>
                  <a:pt x="15260" y="1028"/>
                </a:lnTo>
                <a:lnTo>
                  <a:pt x="15370" y="844"/>
                </a:lnTo>
                <a:lnTo>
                  <a:pt x="15481" y="698"/>
                </a:lnTo>
                <a:lnTo>
                  <a:pt x="15517" y="477"/>
                </a:lnTo>
                <a:lnTo>
                  <a:pt x="15517" y="404"/>
                </a:lnTo>
                <a:lnTo>
                  <a:pt x="15481" y="294"/>
                </a:lnTo>
                <a:lnTo>
                  <a:pt x="15370" y="184"/>
                </a:lnTo>
                <a:lnTo>
                  <a:pt x="15224" y="74"/>
                </a:lnTo>
                <a:lnTo>
                  <a:pt x="15077" y="37"/>
                </a:lnTo>
                <a:lnTo>
                  <a:pt x="14894" y="1"/>
                </a:lnTo>
                <a:close/>
                <a:moveTo>
                  <a:pt x="6604" y="2788"/>
                </a:moveTo>
                <a:lnTo>
                  <a:pt x="6163" y="2898"/>
                </a:lnTo>
                <a:lnTo>
                  <a:pt x="5576" y="2972"/>
                </a:lnTo>
                <a:lnTo>
                  <a:pt x="5283" y="3045"/>
                </a:lnTo>
                <a:lnTo>
                  <a:pt x="4990" y="3118"/>
                </a:lnTo>
                <a:lnTo>
                  <a:pt x="4953" y="3155"/>
                </a:lnTo>
                <a:lnTo>
                  <a:pt x="4880" y="3229"/>
                </a:lnTo>
                <a:lnTo>
                  <a:pt x="4880" y="3302"/>
                </a:lnTo>
                <a:lnTo>
                  <a:pt x="4880" y="3339"/>
                </a:lnTo>
                <a:lnTo>
                  <a:pt x="4880" y="3412"/>
                </a:lnTo>
                <a:lnTo>
                  <a:pt x="4916" y="3485"/>
                </a:lnTo>
                <a:lnTo>
                  <a:pt x="4990" y="3522"/>
                </a:lnTo>
                <a:lnTo>
                  <a:pt x="5063" y="3522"/>
                </a:lnTo>
                <a:lnTo>
                  <a:pt x="5613" y="3485"/>
                </a:lnTo>
                <a:lnTo>
                  <a:pt x="6163" y="3412"/>
                </a:lnTo>
                <a:lnTo>
                  <a:pt x="6640" y="3339"/>
                </a:lnTo>
                <a:lnTo>
                  <a:pt x="6860" y="3265"/>
                </a:lnTo>
                <a:lnTo>
                  <a:pt x="6970" y="3192"/>
                </a:lnTo>
                <a:lnTo>
                  <a:pt x="7044" y="3118"/>
                </a:lnTo>
                <a:lnTo>
                  <a:pt x="7044" y="3008"/>
                </a:lnTo>
                <a:lnTo>
                  <a:pt x="7044" y="2972"/>
                </a:lnTo>
                <a:lnTo>
                  <a:pt x="7007" y="2898"/>
                </a:lnTo>
                <a:lnTo>
                  <a:pt x="6897" y="2862"/>
                </a:lnTo>
                <a:lnTo>
                  <a:pt x="6824" y="2825"/>
                </a:lnTo>
                <a:lnTo>
                  <a:pt x="6604" y="2788"/>
                </a:lnTo>
                <a:close/>
                <a:moveTo>
                  <a:pt x="13500" y="1945"/>
                </a:moveTo>
                <a:lnTo>
                  <a:pt x="13280" y="1981"/>
                </a:lnTo>
                <a:lnTo>
                  <a:pt x="13060" y="2018"/>
                </a:lnTo>
                <a:lnTo>
                  <a:pt x="12876" y="2055"/>
                </a:lnTo>
                <a:lnTo>
                  <a:pt x="12693" y="2201"/>
                </a:lnTo>
                <a:lnTo>
                  <a:pt x="12546" y="2275"/>
                </a:lnTo>
                <a:lnTo>
                  <a:pt x="12436" y="2422"/>
                </a:lnTo>
                <a:lnTo>
                  <a:pt x="12289" y="2678"/>
                </a:lnTo>
                <a:lnTo>
                  <a:pt x="12179" y="3008"/>
                </a:lnTo>
                <a:lnTo>
                  <a:pt x="12179" y="3339"/>
                </a:lnTo>
                <a:lnTo>
                  <a:pt x="12179" y="3522"/>
                </a:lnTo>
                <a:lnTo>
                  <a:pt x="12216" y="3669"/>
                </a:lnTo>
                <a:lnTo>
                  <a:pt x="12289" y="3815"/>
                </a:lnTo>
                <a:lnTo>
                  <a:pt x="12363" y="3962"/>
                </a:lnTo>
                <a:lnTo>
                  <a:pt x="12473" y="4109"/>
                </a:lnTo>
                <a:lnTo>
                  <a:pt x="12583" y="4219"/>
                </a:lnTo>
                <a:lnTo>
                  <a:pt x="12729" y="4292"/>
                </a:lnTo>
                <a:lnTo>
                  <a:pt x="12876" y="4366"/>
                </a:lnTo>
                <a:lnTo>
                  <a:pt x="12986" y="4402"/>
                </a:lnTo>
                <a:lnTo>
                  <a:pt x="13096" y="4402"/>
                </a:lnTo>
                <a:lnTo>
                  <a:pt x="13353" y="4329"/>
                </a:lnTo>
                <a:lnTo>
                  <a:pt x="13757" y="4146"/>
                </a:lnTo>
                <a:lnTo>
                  <a:pt x="14197" y="3999"/>
                </a:lnTo>
                <a:lnTo>
                  <a:pt x="14417" y="3852"/>
                </a:lnTo>
                <a:lnTo>
                  <a:pt x="14564" y="3705"/>
                </a:lnTo>
                <a:lnTo>
                  <a:pt x="14600" y="3632"/>
                </a:lnTo>
                <a:lnTo>
                  <a:pt x="14564" y="3559"/>
                </a:lnTo>
                <a:lnTo>
                  <a:pt x="14527" y="3485"/>
                </a:lnTo>
                <a:lnTo>
                  <a:pt x="14453" y="3449"/>
                </a:lnTo>
                <a:lnTo>
                  <a:pt x="14343" y="3412"/>
                </a:lnTo>
                <a:lnTo>
                  <a:pt x="14197" y="3449"/>
                </a:lnTo>
                <a:lnTo>
                  <a:pt x="13940" y="3522"/>
                </a:lnTo>
                <a:lnTo>
                  <a:pt x="13426" y="3742"/>
                </a:lnTo>
                <a:lnTo>
                  <a:pt x="13280" y="3815"/>
                </a:lnTo>
                <a:lnTo>
                  <a:pt x="13133" y="3852"/>
                </a:lnTo>
                <a:lnTo>
                  <a:pt x="12986" y="3852"/>
                </a:lnTo>
                <a:lnTo>
                  <a:pt x="12839" y="3779"/>
                </a:lnTo>
                <a:lnTo>
                  <a:pt x="12766" y="3669"/>
                </a:lnTo>
                <a:lnTo>
                  <a:pt x="12729" y="3559"/>
                </a:lnTo>
                <a:lnTo>
                  <a:pt x="12656" y="3339"/>
                </a:lnTo>
                <a:lnTo>
                  <a:pt x="12656" y="3118"/>
                </a:lnTo>
                <a:lnTo>
                  <a:pt x="12729" y="2898"/>
                </a:lnTo>
                <a:lnTo>
                  <a:pt x="12839" y="2715"/>
                </a:lnTo>
                <a:lnTo>
                  <a:pt x="12986" y="2532"/>
                </a:lnTo>
                <a:lnTo>
                  <a:pt x="13133" y="2458"/>
                </a:lnTo>
                <a:lnTo>
                  <a:pt x="13280" y="2422"/>
                </a:lnTo>
                <a:lnTo>
                  <a:pt x="13610" y="2385"/>
                </a:lnTo>
                <a:lnTo>
                  <a:pt x="13940" y="2348"/>
                </a:lnTo>
                <a:lnTo>
                  <a:pt x="14307" y="2348"/>
                </a:lnTo>
                <a:lnTo>
                  <a:pt x="14307" y="2311"/>
                </a:lnTo>
                <a:lnTo>
                  <a:pt x="14307" y="2275"/>
                </a:lnTo>
                <a:lnTo>
                  <a:pt x="14307" y="2238"/>
                </a:lnTo>
                <a:lnTo>
                  <a:pt x="14123" y="2128"/>
                </a:lnTo>
                <a:lnTo>
                  <a:pt x="13903" y="2055"/>
                </a:lnTo>
                <a:lnTo>
                  <a:pt x="13720" y="1981"/>
                </a:lnTo>
                <a:lnTo>
                  <a:pt x="13500" y="1945"/>
                </a:lnTo>
                <a:close/>
                <a:moveTo>
                  <a:pt x="6787" y="4182"/>
                </a:moveTo>
                <a:lnTo>
                  <a:pt x="6347" y="4292"/>
                </a:lnTo>
                <a:lnTo>
                  <a:pt x="5907" y="4366"/>
                </a:lnTo>
                <a:lnTo>
                  <a:pt x="5466" y="4439"/>
                </a:lnTo>
                <a:lnTo>
                  <a:pt x="5063" y="4549"/>
                </a:lnTo>
                <a:lnTo>
                  <a:pt x="4990" y="4622"/>
                </a:lnTo>
                <a:lnTo>
                  <a:pt x="4953" y="4696"/>
                </a:lnTo>
                <a:lnTo>
                  <a:pt x="4953" y="4806"/>
                </a:lnTo>
                <a:lnTo>
                  <a:pt x="5063" y="4843"/>
                </a:lnTo>
                <a:lnTo>
                  <a:pt x="5283" y="4879"/>
                </a:lnTo>
                <a:lnTo>
                  <a:pt x="5980" y="4879"/>
                </a:lnTo>
                <a:lnTo>
                  <a:pt x="6457" y="4769"/>
                </a:lnTo>
                <a:lnTo>
                  <a:pt x="6897" y="4659"/>
                </a:lnTo>
                <a:lnTo>
                  <a:pt x="6970" y="4622"/>
                </a:lnTo>
                <a:lnTo>
                  <a:pt x="7044" y="4586"/>
                </a:lnTo>
                <a:lnTo>
                  <a:pt x="7080" y="4512"/>
                </a:lnTo>
                <a:lnTo>
                  <a:pt x="7117" y="4439"/>
                </a:lnTo>
                <a:lnTo>
                  <a:pt x="7080" y="4292"/>
                </a:lnTo>
                <a:lnTo>
                  <a:pt x="7007" y="4219"/>
                </a:lnTo>
                <a:lnTo>
                  <a:pt x="6934" y="4182"/>
                </a:lnTo>
                <a:close/>
                <a:moveTo>
                  <a:pt x="11079" y="2055"/>
                </a:moveTo>
                <a:lnTo>
                  <a:pt x="10785" y="2091"/>
                </a:lnTo>
                <a:lnTo>
                  <a:pt x="10565" y="2165"/>
                </a:lnTo>
                <a:lnTo>
                  <a:pt x="10382" y="2311"/>
                </a:lnTo>
                <a:lnTo>
                  <a:pt x="10235" y="2495"/>
                </a:lnTo>
                <a:lnTo>
                  <a:pt x="10198" y="2385"/>
                </a:lnTo>
                <a:lnTo>
                  <a:pt x="10088" y="2348"/>
                </a:lnTo>
                <a:lnTo>
                  <a:pt x="9942" y="2311"/>
                </a:lnTo>
                <a:lnTo>
                  <a:pt x="9611" y="2311"/>
                </a:lnTo>
                <a:lnTo>
                  <a:pt x="9501" y="2348"/>
                </a:lnTo>
                <a:lnTo>
                  <a:pt x="9208" y="2495"/>
                </a:lnTo>
                <a:lnTo>
                  <a:pt x="8988" y="2678"/>
                </a:lnTo>
                <a:lnTo>
                  <a:pt x="8951" y="2568"/>
                </a:lnTo>
                <a:lnTo>
                  <a:pt x="8915" y="2532"/>
                </a:lnTo>
                <a:lnTo>
                  <a:pt x="8878" y="2532"/>
                </a:lnTo>
                <a:lnTo>
                  <a:pt x="8804" y="2568"/>
                </a:lnTo>
                <a:lnTo>
                  <a:pt x="8731" y="2752"/>
                </a:lnTo>
                <a:lnTo>
                  <a:pt x="8658" y="2935"/>
                </a:lnTo>
                <a:lnTo>
                  <a:pt x="8621" y="3339"/>
                </a:lnTo>
                <a:lnTo>
                  <a:pt x="8584" y="3705"/>
                </a:lnTo>
                <a:lnTo>
                  <a:pt x="8621" y="4072"/>
                </a:lnTo>
                <a:lnTo>
                  <a:pt x="8694" y="4439"/>
                </a:lnTo>
                <a:lnTo>
                  <a:pt x="8768" y="4806"/>
                </a:lnTo>
                <a:lnTo>
                  <a:pt x="8804" y="4879"/>
                </a:lnTo>
                <a:lnTo>
                  <a:pt x="8878" y="4953"/>
                </a:lnTo>
                <a:lnTo>
                  <a:pt x="8951" y="4989"/>
                </a:lnTo>
                <a:lnTo>
                  <a:pt x="9061" y="4953"/>
                </a:lnTo>
                <a:lnTo>
                  <a:pt x="9135" y="4916"/>
                </a:lnTo>
                <a:lnTo>
                  <a:pt x="9208" y="4879"/>
                </a:lnTo>
                <a:lnTo>
                  <a:pt x="9245" y="4769"/>
                </a:lnTo>
                <a:lnTo>
                  <a:pt x="9208" y="4659"/>
                </a:lnTo>
                <a:lnTo>
                  <a:pt x="9135" y="4182"/>
                </a:lnTo>
                <a:lnTo>
                  <a:pt x="9098" y="3669"/>
                </a:lnTo>
                <a:lnTo>
                  <a:pt x="9135" y="3339"/>
                </a:lnTo>
                <a:lnTo>
                  <a:pt x="9208" y="3118"/>
                </a:lnTo>
                <a:lnTo>
                  <a:pt x="9391" y="2972"/>
                </a:lnTo>
                <a:lnTo>
                  <a:pt x="9575" y="2825"/>
                </a:lnTo>
                <a:lnTo>
                  <a:pt x="9795" y="2788"/>
                </a:lnTo>
                <a:lnTo>
                  <a:pt x="9868" y="4072"/>
                </a:lnTo>
                <a:lnTo>
                  <a:pt x="9905" y="4146"/>
                </a:lnTo>
                <a:lnTo>
                  <a:pt x="9942" y="4219"/>
                </a:lnTo>
                <a:lnTo>
                  <a:pt x="10015" y="4292"/>
                </a:lnTo>
                <a:lnTo>
                  <a:pt x="10125" y="4292"/>
                </a:lnTo>
                <a:lnTo>
                  <a:pt x="10198" y="4329"/>
                </a:lnTo>
                <a:lnTo>
                  <a:pt x="10272" y="4292"/>
                </a:lnTo>
                <a:lnTo>
                  <a:pt x="10308" y="4219"/>
                </a:lnTo>
                <a:lnTo>
                  <a:pt x="10345" y="4146"/>
                </a:lnTo>
                <a:lnTo>
                  <a:pt x="10455" y="3559"/>
                </a:lnTo>
                <a:lnTo>
                  <a:pt x="10565" y="3008"/>
                </a:lnTo>
                <a:lnTo>
                  <a:pt x="10602" y="2862"/>
                </a:lnTo>
                <a:lnTo>
                  <a:pt x="10675" y="2752"/>
                </a:lnTo>
                <a:lnTo>
                  <a:pt x="10785" y="2642"/>
                </a:lnTo>
                <a:lnTo>
                  <a:pt x="10895" y="2568"/>
                </a:lnTo>
                <a:lnTo>
                  <a:pt x="11079" y="2568"/>
                </a:lnTo>
                <a:lnTo>
                  <a:pt x="11115" y="2642"/>
                </a:lnTo>
                <a:lnTo>
                  <a:pt x="11115" y="2752"/>
                </a:lnTo>
                <a:lnTo>
                  <a:pt x="11115" y="2862"/>
                </a:lnTo>
                <a:lnTo>
                  <a:pt x="11189" y="3449"/>
                </a:lnTo>
                <a:lnTo>
                  <a:pt x="11299" y="4036"/>
                </a:lnTo>
                <a:lnTo>
                  <a:pt x="11372" y="4256"/>
                </a:lnTo>
                <a:lnTo>
                  <a:pt x="11446" y="4512"/>
                </a:lnTo>
                <a:lnTo>
                  <a:pt x="11556" y="4732"/>
                </a:lnTo>
                <a:lnTo>
                  <a:pt x="11629" y="4806"/>
                </a:lnTo>
                <a:lnTo>
                  <a:pt x="11739" y="4843"/>
                </a:lnTo>
                <a:lnTo>
                  <a:pt x="11849" y="4843"/>
                </a:lnTo>
                <a:lnTo>
                  <a:pt x="11922" y="4806"/>
                </a:lnTo>
                <a:lnTo>
                  <a:pt x="11996" y="4769"/>
                </a:lnTo>
                <a:lnTo>
                  <a:pt x="12032" y="4696"/>
                </a:lnTo>
                <a:lnTo>
                  <a:pt x="12069" y="4586"/>
                </a:lnTo>
                <a:lnTo>
                  <a:pt x="11996" y="4476"/>
                </a:lnTo>
                <a:lnTo>
                  <a:pt x="11922" y="4402"/>
                </a:lnTo>
                <a:lnTo>
                  <a:pt x="11886" y="4256"/>
                </a:lnTo>
                <a:lnTo>
                  <a:pt x="11812" y="4072"/>
                </a:lnTo>
                <a:lnTo>
                  <a:pt x="11776" y="3779"/>
                </a:lnTo>
                <a:lnTo>
                  <a:pt x="11666" y="3339"/>
                </a:lnTo>
                <a:lnTo>
                  <a:pt x="11629" y="2862"/>
                </a:lnTo>
                <a:lnTo>
                  <a:pt x="11629" y="2532"/>
                </a:lnTo>
                <a:lnTo>
                  <a:pt x="11592" y="2385"/>
                </a:lnTo>
                <a:lnTo>
                  <a:pt x="11482" y="2275"/>
                </a:lnTo>
                <a:lnTo>
                  <a:pt x="11299" y="2128"/>
                </a:lnTo>
                <a:lnTo>
                  <a:pt x="11189" y="2091"/>
                </a:lnTo>
                <a:lnTo>
                  <a:pt x="11079" y="2055"/>
                </a:lnTo>
                <a:close/>
                <a:moveTo>
                  <a:pt x="2715" y="1138"/>
                </a:moveTo>
                <a:lnTo>
                  <a:pt x="2569" y="1174"/>
                </a:lnTo>
                <a:lnTo>
                  <a:pt x="2422" y="1284"/>
                </a:lnTo>
                <a:lnTo>
                  <a:pt x="2385" y="1358"/>
                </a:lnTo>
                <a:lnTo>
                  <a:pt x="2165" y="1284"/>
                </a:lnTo>
                <a:lnTo>
                  <a:pt x="1762" y="1284"/>
                </a:lnTo>
                <a:lnTo>
                  <a:pt x="1542" y="1358"/>
                </a:lnTo>
                <a:lnTo>
                  <a:pt x="771" y="1504"/>
                </a:lnTo>
                <a:lnTo>
                  <a:pt x="368" y="1651"/>
                </a:lnTo>
                <a:lnTo>
                  <a:pt x="184" y="1725"/>
                </a:lnTo>
                <a:lnTo>
                  <a:pt x="38" y="1835"/>
                </a:lnTo>
                <a:lnTo>
                  <a:pt x="1" y="1908"/>
                </a:lnTo>
                <a:lnTo>
                  <a:pt x="1" y="1981"/>
                </a:lnTo>
                <a:lnTo>
                  <a:pt x="38" y="2018"/>
                </a:lnTo>
                <a:lnTo>
                  <a:pt x="111" y="2055"/>
                </a:lnTo>
                <a:lnTo>
                  <a:pt x="74" y="2348"/>
                </a:lnTo>
                <a:lnTo>
                  <a:pt x="74" y="2642"/>
                </a:lnTo>
                <a:lnTo>
                  <a:pt x="74" y="3705"/>
                </a:lnTo>
                <a:lnTo>
                  <a:pt x="111" y="4843"/>
                </a:lnTo>
                <a:lnTo>
                  <a:pt x="148" y="5980"/>
                </a:lnTo>
                <a:lnTo>
                  <a:pt x="184" y="6090"/>
                </a:lnTo>
                <a:lnTo>
                  <a:pt x="294" y="6200"/>
                </a:lnTo>
                <a:lnTo>
                  <a:pt x="404" y="6236"/>
                </a:lnTo>
                <a:lnTo>
                  <a:pt x="514" y="6200"/>
                </a:lnTo>
                <a:lnTo>
                  <a:pt x="624" y="6236"/>
                </a:lnTo>
                <a:lnTo>
                  <a:pt x="845" y="6273"/>
                </a:lnTo>
                <a:lnTo>
                  <a:pt x="1028" y="6236"/>
                </a:lnTo>
                <a:lnTo>
                  <a:pt x="1395" y="6163"/>
                </a:lnTo>
                <a:lnTo>
                  <a:pt x="2385" y="5980"/>
                </a:lnTo>
                <a:lnTo>
                  <a:pt x="2605" y="5943"/>
                </a:lnTo>
                <a:lnTo>
                  <a:pt x="2752" y="5906"/>
                </a:lnTo>
                <a:lnTo>
                  <a:pt x="2899" y="5833"/>
                </a:lnTo>
                <a:lnTo>
                  <a:pt x="2972" y="5686"/>
                </a:lnTo>
                <a:lnTo>
                  <a:pt x="2972" y="5576"/>
                </a:lnTo>
                <a:lnTo>
                  <a:pt x="2935" y="5503"/>
                </a:lnTo>
                <a:lnTo>
                  <a:pt x="2825" y="5429"/>
                </a:lnTo>
                <a:lnTo>
                  <a:pt x="2679" y="5393"/>
                </a:lnTo>
                <a:lnTo>
                  <a:pt x="2532" y="5393"/>
                </a:lnTo>
                <a:lnTo>
                  <a:pt x="2385" y="5429"/>
                </a:lnTo>
                <a:lnTo>
                  <a:pt x="2055" y="5503"/>
                </a:lnTo>
                <a:lnTo>
                  <a:pt x="1762" y="5576"/>
                </a:lnTo>
                <a:lnTo>
                  <a:pt x="1028" y="5723"/>
                </a:lnTo>
                <a:lnTo>
                  <a:pt x="698" y="5796"/>
                </a:lnTo>
                <a:lnTo>
                  <a:pt x="661" y="4953"/>
                </a:lnTo>
                <a:lnTo>
                  <a:pt x="624" y="4109"/>
                </a:lnTo>
                <a:lnTo>
                  <a:pt x="845" y="4109"/>
                </a:lnTo>
                <a:lnTo>
                  <a:pt x="1028" y="4072"/>
                </a:lnTo>
                <a:lnTo>
                  <a:pt x="1431" y="3962"/>
                </a:lnTo>
                <a:lnTo>
                  <a:pt x="2459" y="3742"/>
                </a:lnTo>
                <a:lnTo>
                  <a:pt x="2495" y="3779"/>
                </a:lnTo>
                <a:lnTo>
                  <a:pt x="2605" y="3779"/>
                </a:lnTo>
                <a:lnTo>
                  <a:pt x="2679" y="3742"/>
                </a:lnTo>
                <a:lnTo>
                  <a:pt x="2752" y="3705"/>
                </a:lnTo>
                <a:lnTo>
                  <a:pt x="2789" y="3669"/>
                </a:lnTo>
                <a:lnTo>
                  <a:pt x="2862" y="3559"/>
                </a:lnTo>
                <a:lnTo>
                  <a:pt x="2899" y="3485"/>
                </a:lnTo>
                <a:lnTo>
                  <a:pt x="2899" y="3412"/>
                </a:lnTo>
                <a:lnTo>
                  <a:pt x="2862" y="3339"/>
                </a:lnTo>
                <a:lnTo>
                  <a:pt x="2825" y="3265"/>
                </a:lnTo>
                <a:lnTo>
                  <a:pt x="2715" y="3155"/>
                </a:lnTo>
                <a:lnTo>
                  <a:pt x="2532" y="3155"/>
                </a:lnTo>
                <a:lnTo>
                  <a:pt x="1431" y="3449"/>
                </a:lnTo>
                <a:lnTo>
                  <a:pt x="1028" y="3522"/>
                </a:lnTo>
                <a:lnTo>
                  <a:pt x="808" y="3595"/>
                </a:lnTo>
                <a:lnTo>
                  <a:pt x="624" y="3632"/>
                </a:lnTo>
                <a:lnTo>
                  <a:pt x="588" y="2788"/>
                </a:lnTo>
                <a:lnTo>
                  <a:pt x="588" y="2458"/>
                </a:lnTo>
                <a:lnTo>
                  <a:pt x="551" y="2091"/>
                </a:lnTo>
                <a:lnTo>
                  <a:pt x="1065" y="1981"/>
                </a:lnTo>
                <a:lnTo>
                  <a:pt x="1615" y="1835"/>
                </a:lnTo>
                <a:lnTo>
                  <a:pt x="1798" y="1798"/>
                </a:lnTo>
                <a:lnTo>
                  <a:pt x="2055" y="1798"/>
                </a:lnTo>
                <a:lnTo>
                  <a:pt x="2165" y="1871"/>
                </a:lnTo>
                <a:lnTo>
                  <a:pt x="2238" y="1908"/>
                </a:lnTo>
                <a:lnTo>
                  <a:pt x="2312" y="1945"/>
                </a:lnTo>
                <a:lnTo>
                  <a:pt x="2422" y="1945"/>
                </a:lnTo>
                <a:lnTo>
                  <a:pt x="2495" y="1908"/>
                </a:lnTo>
                <a:lnTo>
                  <a:pt x="3009" y="1651"/>
                </a:lnTo>
                <a:lnTo>
                  <a:pt x="3082" y="1615"/>
                </a:lnTo>
                <a:lnTo>
                  <a:pt x="3119" y="1578"/>
                </a:lnTo>
                <a:lnTo>
                  <a:pt x="3156" y="1431"/>
                </a:lnTo>
                <a:lnTo>
                  <a:pt x="3119" y="1284"/>
                </a:lnTo>
                <a:lnTo>
                  <a:pt x="3082" y="1248"/>
                </a:lnTo>
                <a:lnTo>
                  <a:pt x="3009" y="1174"/>
                </a:lnTo>
                <a:lnTo>
                  <a:pt x="2862" y="113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3" name="Google Shape;503;p10"/>
          <p:cNvSpPr/>
          <p:nvPr/>
        </p:nvSpPr>
        <p:spPr>
          <a:xfrm>
            <a:off x="-324171" y="72281"/>
            <a:ext cx="786656" cy="552172"/>
          </a:xfrm>
          <a:custGeom>
            <a:avLst/>
            <a:gdLst/>
            <a:ahLst/>
            <a:cxnLst/>
            <a:rect l="l" t="t" r="r" b="b"/>
            <a:pathLst>
              <a:path w="20800" h="14600" extrusionOk="0">
                <a:moveTo>
                  <a:pt x="5466" y="441"/>
                </a:moveTo>
                <a:lnTo>
                  <a:pt x="5650" y="478"/>
                </a:lnTo>
                <a:lnTo>
                  <a:pt x="5577" y="478"/>
                </a:lnTo>
                <a:lnTo>
                  <a:pt x="5466" y="441"/>
                </a:lnTo>
                <a:close/>
                <a:moveTo>
                  <a:pt x="4843" y="478"/>
                </a:moveTo>
                <a:lnTo>
                  <a:pt x="4806" y="514"/>
                </a:lnTo>
                <a:lnTo>
                  <a:pt x="4586" y="551"/>
                </a:lnTo>
                <a:lnTo>
                  <a:pt x="4843" y="478"/>
                </a:lnTo>
                <a:close/>
                <a:moveTo>
                  <a:pt x="5173" y="808"/>
                </a:moveTo>
                <a:lnTo>
                  <a:pt x="5210" y="844"/>
                </a:lnTo>
                <a:lnTo>
                  <a:pt x="5246" y="918"/>
                </a:lnTo>
                <a:lnTo>
                  <a:pt x="5356" y="991"/>
                </a:lnTo>
                <a:lnTo>
                  <a:pt x="5503" y="1028"/>
                </a:lnTo>
                <a:lnTo>
                  <a:pt x="5760" y="1028"/>
                </a:lnTo>
                <a:lnTo>
                  <a:pt x="5870" y="991"/>
                </a:lnTo>
                <a:lnTo>
                  <a:pt x="5980" y="991"/>
                </a:lnTo>
                <a:lnTo>
                  <a:pt x="6017" y="1028"/>
                </a:lnTo>
                <a:lnTo>
                  <a:pt x="6053" y="1101"/>
                </a:lnTo>
                <a:lnTo>
                  <a:pt x="6163" y="1431"/>
                </a:lnTo>
                <a:lnTo>
                  <a:pt x="6163" y="1725"/>
                </a:lnTo>
                <a:lnTo>
                  <a:pt x="6127" y="2055"/>
                </a:lnTo>
                <a:lnTo>
                  <a:pt x="6053" y="2348"/>
                </a:lnTo>
                <a:lnTo>
                  <a:pt x="5980" y="2532"/>
                </a:lnTo>
                <a:lnTo>
                  <a:pt x="5907" y="2715"/>
                </a:lnTo>
                <a:lnTo>
                  <a:pt x="5650" y="3009"/>
                </a:lnTo>
                <a:lnTo>
                  <a:pt x="5393" y="3229"/>
                </a:lnTo>
                <a:lnTo>
                  <a:pt x="5063" y="3412"/>
                </a:lnTo>
                <a:lnTo>
                  <a:pt x="5063" y="3375"/>
                </a:lnTo>
                <a:lnTo>
                  <a:pt x="5063" y="3302"/>
                </a:lnTo>
                <a:lnTo>
                  <a:pt x="5026" y="3265"/>
                </a:lnTo>
                <a:lnTo>
                  <a:pt x="4953" y="3229"/>
                </a:lnTo>
                <a:lnTo>
                  <a:pt x="4880" y="3229"/>
                </a:lnTo>
                <a:lnTo>
                  <a:pt x="5063" y="2789"/>
                </a:lnTo>
                <a:lnTo>
                  <a:pt x="5063" y="2715"/>
                </a:lnTo>
                <a:lnTo>
                  <a:pt x="4990" y="2679"/>
                </a:lnTo>
                <a:lnTo>
                  <a:pt x="4953" y="2679"/>
                </a:lnTo>
                <a:lnTo>
                  <a:pt x="4880" y="2715"/>
                </a:lnTo>
                <a:lnTo>
                  <a:pt x="4549" y="3229"/>
                </a:lnTo>
                <a:lnTo>
                  <a:pt x="4329" y="3559"/>
                </a:lnTo>
                <a:lnTo>
                  <a:pt x="4109" y="3522"/>
                </a:lnTo>
                <a:lnTo>
                  <a:pt x="3853" y="3486"/>
                </a:lnTo>
                <a:lnTo>
                  <a:pt x="3706" y="3449"/>
                </a:lnTo>
                <a:lnTo>
                  <a:pt x="3999" y="3192"/>
                </a:lnTo>
                <a:lnTo>
                  <a:pt x="4586" y="2642"/>
                </a:lnTo>
                <a:lnTo>
                  <a:pt x="4586" y="2568"/>
                </a:lnTo>
                <a:lnTo>
                  <a:pt x="4586" y="2495"/>
                </a:lnTo>
                <a:lnTo>
                  <a:pt x="4513" y="2458"/>
                </a:lnTo>
                <a:lnTo>
                  <a:pt x="4439" y="2458"/>
                </a:lnTo>
                <a:lnTo>
                  <a:pt x="3486" y="3119"/>
                </a:lnTo>
                <a:lnTo>
                  <a:pt x="3302" y="3265"/>
                </a:lnTo>
                <a:lnTo>
                  <a:pt x="3229" y="3192"/>
                </a:lnTo>
                <a:lnTo>
                  <a:pt x="3266" y="3082"/>
                </a:lnTo>
                <a:lnTo>
                  <a:pt x="3302" y="3009"/>
                </a:lnTo>
                <a:lnTo>
                  <a:pt x="3266" y="2935"/>
                </a:lnTo>
                <a:lnTo>
                  <a:pt x="3229" y="2899"/>
                </a:lnTo>
                <a:lnTo>
                  <a:pt x="3339" y="2935"/>
                </a:lnTo>
                <a:lnTo>
                  <a:pt x="3669" y="2752"/>
                </a:lnTo>
                <a:lnTo>
                  <a:pt x="4733" y="2055"/>
                </a:lnTo>
                <a:lnTo>
                  <a:pt x="4770" y="1982"/>
                </a:lnTo>
                <a:lnTo>
                  <a:pt x="4770" y="1945"/>
                </a:lnTo>
                <a:lnTo>
                  <a:pt x="4733" y="1872"/>
                </a:lnTo>
                <a:lnTo>
                  <a:pt x="4660" y="1872"/>
                </a:lnTo>
                <a:lnTo>
                  <a:pt x="4329" y="1982"/>
                </a:lnTo>
                <a:lnTo>
                  <a:pt x="3816" y="2202"/>
                </a:lnTo>
                <a:lnTo>
                  <a:pt x="3302" y="2458"/>
                </a:lnTo>
                <a:lnTo>
                  <a:pt x="3082" y="2642"/>
                </a:lnTo>
                <a:lnTo>
                  <a:pt x="2935" y="2789"/>
                </a:lnTo>
                <a:lnTo>
                  <a:pt x="2899" y="2605"/>
                </a:lnTo>
                <a:lnTo>
                  <a:pt x="2899" y="2458"/>
                </a:lnTo>
                <a:lnTo>
                  <a:pt x="3082" y="2385"/>
                </a:lnTo>
                <a:lnTo>
                  <a:pt x="3266" y="2238"/>
                </a:lnTo>
                <a:lnTo>
                  <a:pt x="3632" y="2018"/>
                </a:lnTo>
                <a:lnTo>
                  <a:pt x="4109" y="1725"/>
                </a:lnTo>
                <a:lnTo>
                  <a:pt x="4586" y="1505"/>
                </a:lnTo>
                <a:lnTo>
                  <a:pt x="4660" y="1431"/>
                </a:lnTo>
                <a:lnTo>
                  <a:pt x="4660" y="1358"/>
                </a:lnTo>
                <a:lnTo>
                  <a:pt x="4586" y="1321"/>
                </a:lnTo>
                <a:lnTo>
                  <a:pt x="4513" y="1285"/>
                </a:lnTo>
                <a:lnTo>
                  <a:pt x="4256" y="1358"/>
                </a:lnTo>
                <a:lnTo>
                  <a:pt x="3963" y="1431"/>
                </a:lnTo>
                <a:lnTo>
                  <a:pt x="3706" y="1505"/>
                </a:lnTo>
                <a:lnTo>
                  <a:pt x="3449" y="1651"/>
                </a:lnTo>
                <a:lnTo>
                  <a:pt x="3156" y="1798"/>
                </a:lnTo>
                <a:lnTo>
                  <a:pt x="3302" y="1578"/>
                </a:lnTo>
                <a:lnTo>
                  <a:pt x="3486" y="1358"/>
                </a:lnTo>
                <a:lnTo>
                  <a:pt x="3779" y="1211"/>
                </a:lnTo>
                <a:lnTo>
                  <a:pt x="4109" y="1065"/>
                </a:lnTo>
                <a:lnTo>
                  <a:pt x="4733" y="844"/>
                </a:lnTo>
                <a:lnTo>
                  <a:pt x="4770" y="918"/>
                </a:lnTo>
                <a:lnTo>
                  <a:pt x="4843" y="991"/>
                </a:lnTo>
                <a:lnTo>
                  <a:pt x="4916" y="991"/>
                </a:lnTo>
                <a:lnTo>
                  <a:pt x="4990" y="1028"/>
                </a:lnTo>
                <a:lnTo>
                  <a:pt x="5063" y="991"/>
                </a:lnTo>
                <a:lnTo>
                  <a:pt x="5100" y="955"/>
                </a:lnTo>
                <a:lnTo>
                  <a:pt x="5173" y="881"/>
                </a:lnTo>
                <a:lnTo>
                  <a:pt x="5173" y="808"/>
                </a:lnTo>
                <a:close/>
                <a:moveTo>
                  <a:pt x="9648" y="3302"/>
                </a:moveTo>
                <a:lnTo>
                  <a:pt x="9905" y="3375"/>
                </a:lnTo>
                <a:lnTo>
                  <a:pt x="9905" y="3412"/>
                </a:lnTo>
                <a:lnTo>
                  <a:pt x="10125" y="3632"/>
                </a:lnTo>
                <a:lnTo>
                  <a:pt x="10308" y="3889"/>
                </a:lnTo>
                <a:lnTo>
                  <a:pt x="10162" y="4036"/>
                </a:lnTo>
                <a:lnTo>
                  <a:pt x="9978" y="4182"/>
                </a:lnTo>
                <a:lnTo>
                  <a:pt x="9795" y="4293"/>
                </a:lnTo>
                <a:lnTo>
                  <a:pt x="9612" y="4329"/>
                </a:lnTo>
                <a:lnTo>
                  <a:pt x="9501" y="4293"/>
                </a:lnTo>
                <a:lnTo>
                  <a:pt x="9428" y="4256"/>
                </a:lnTo>
                <a:lnTo>
                  <a:pt x="9501" y="4146"/>
                </a:lnTo>
                <a:lnTo>
                  <a:pt x="9501" y="4072"/>
                </a:lnTo>
                <a:lnTo>
                  <a:pt x="9465" y="3999"/>
                </a:lnTo>
                <a:lnTo>
                  <a:pt x="9391" y="3926"/>
                </a:lnTo>
                <a:lnTo>
                  <a:pt x="9245" y="3926"/>
                </a:lnTo>
                <a:lnTo>
                  <a:pt x="9465" y="3816"/>
                </a:lnTo>
                <a:lnTo>
                  <a:pt x="9501" y="3779"/>
                </a:lnTo>
                <a:lnTo>
                  <a:pt x="9538" y="3742"/>
                </a:lnTo>
                <a:lnTo>
                  <a:pt x="9538" y="3632"/>
                </a:lnTo>
                <a:lnTo>
                  <a:pt x="9465" y="3559"/>
                </a:lnTo>
                <a:lnTo>
                  <a:pt x="9391" y="3522"/>
                </a:lnTo>
                <a:lnTo>
                  <a:pt x="9355" y="3522"/>
                </a:lnTo>
                <a:lnTo>
                  <a:pt x="9061" y="3632"/>
                </a:lnTo>
                <a:lnTo>
                  <a:pt x="9208" y="3375"/>
                </a:lnTo>
                <a:lnTo>
                  <a:pt x="9281" y="3412"/>
                </a:lnTo>
                <a:lnTo>
                  <a:pt x="9355" y="3412"/>
                </a:lnTo>
                <a:lnTo>
                  <a:pt x="9501" y="3375"/>
                </a:lnTo>
                <a:lnTo>
                  <a:pt x="9648" y="3302"/>
                </a:lnTo>
                <a:close/>
                <a:moveTo>
                  <a:pt x="1505" y="4329"/>
                </a:moveTo>
                <a:lnTo>
                  <a:pt x="1615" y="4366"/>
                </a:lnTo>
                <a:lnTo>
                  <a:pt x="1725" y="4439"/>
                </a:lnTo>
                <a:lnTo>
                  <a:pt x="1872" y="4586"/>
                </a:lnTo>
                <a:lnTo>
                  <a:pt x="1908" y="4769"/>
                </a:lnTo>
                <a:lnTo>
                  <a:pt x="1945" y="4916"/>
                </a:lnTo>
                <a:lnTo>
                  <a:pt x="1908" y="5100"/>
                </a:lnTo>
                <a:lnTo>
                  <a:pt x="1872" y="5246"/>
                </a:lnTo>
                <a:lnTo>
                  <a:pt x="1762" y="5393"/>
                </a:lnTo>
                <a:lnTo>
                  <a:pt x="1615" y="5503"/>
                </a:lnTo>
                <a:lnTo>
                  <a:pt x="1468" y="5576"/>
                </a:lnTo>
                <a:lnTo>
                  <a:pt x="1432" y="5430"/>
                </a:lnTo>
                <a:lnTo>
                  <a:pt x="1432" y="5283"/>
                </a:lnTo>
                <a:lnTo>
                  <a:pt x="1432" y="5210"/>
                </a:lnTo>
                <a:lnTo>
                  <a:pt x="1395" y="5136"/>
                </a:lnTo>
                <a:lnTo>
                  <a:pt x="1395" y="5063"/>
                </a:lnTo>
                <a:lnTo>
                  <a:pt x="1321" y="4989"/>
                </a:lnTo>
                <a:lnTo>
                  <a:pt x="1285" y="4953"/>
                </a:lnTo>
                <a:lnTo>
                  <a:pt x="1175" y="4989"/>
                </a:lnTo>
                <a:lnTo>
                  <a:pt x="1028" y="5063"/>
                </a:lnTo>
                <a:lnTo>
                  <a:pt x="1138" y="4989"/>
                </a:lnTo>
                <a:lnTo>
                  <a:pt x="1321" y="4879"/>
                </a:lnTo>
                <a:lnTo>
                  <a:pt x="1468" y="4769"/>
                </a:lnTo>
                <a:lnTo>
                  <a:pt x="1542" y="4696"/>
                </a:lnTo>
                <a:lnTo>
                  <a:pt x="1505" y="4623"/>
                </a:lnTo>
                <a:lnTo>
                  <a:pt x="1468" y="4549"/>
                </a:lnTo>
                <a:lnTo>
                  <a:pt x="1395" y="4513"/>
                </a:lnTo>
                <a:lnTo>
                  <a:pt x="1432" y="4476"/>
                </a:lnTo>
                <a:lnTo>
                  <a:pt x="1468" y="4439"/>
                </a:lnTo>
                <a:lnTo>
                  <a:pt x="1468" y="4403"/>
                </a:lnTo>
                <a:lnTo>
                  <a:pt x="1432" y="4329"/>
                </a:lnTo>
                <a:close/>
                <a:moveTo>
                  <a:pt x="1138" y="5576"/>
                </a:moveTo>
                <a:lnTo>
                  <a:pt x="1138" y="5650"/>
                </a:lnTo>
                <a:lnTo>
                  <a:pt x="1028" y="5613"/>
                </a:lnTo>
                <a:lnTo>
                  <a:pt x="1138" y="5576"/>
                </a:lnTo>
                <a:close/>
                <a:moveTo>
                  <a:pt x="7887" y="5907"/>
                </a:moveTo>
                <a:lnTo>
                  <a:pt x="8218" y="5980"/>
                </a:lnTo>
                <a:lnTo>
                  <a:pt x="8291" y="6090"/>
                </a:lnTo>
                <a:lnTo>
                  <a:pt x="8401" y="6163"/>
                </a:lnTo>
                <a:lnTo>
                  <a:pt x="8511" y="6273"/>
                </a:lnTo>
                <a:lnTo>
                  <a:pt x="8621" y="6383"/>
                </a:lnTo>
                <a:lnTo>
                  <a:pt x="8694" y="6530"/>
                </a:lnTo>
                <a:lnTo>
                  <a:pt x="8768" y="6677"/>
                </a:lnTo>
                <a:lnTo>
                  <a:pt x="8805" y="6934"/>
                </a:lnTo>
                <a:lnTo>
                  <a:pt x="8768" y="7154"/>
                </a:lnTo>
                <a:lnTo>
                  <a:pt x="8658" y="7374"/>
                </a:lnTo>
                <a:lnTo>
                  <a:pt x="8548" y="7557"/>
                </a:lnTo>
                <a:lnTo>
                  <a:pt x="8438" y="7704"/>
                </a:lnTo>
                <a:lnTo>
                  <a:pt x="8291" y="7814"/>
                </a:lnTo>
                <a:lnTo>
                  <a:pt x="8144" y="7887"/>
                </a:lnTo>
                <a:lnTo>
                  <a:pt x="7998" y="7961"/>
                </a:lnTo>
                <a:lnTo>
                  <a:pt x="8071" y="7594"/>
                </a:lnTo>
                <a:lnTo>
                  <a:pt x="8071" y="7520"/>
                </a:lnTo>
                <a:lnTo>
                  <a:pt x="8034" y="7484"/>
                </a:lnTo>
                <a:lnTo>
                  <a:pt x="7961" y="7484"/>
                </a:lnTo>
                <a:lnTo>
                  <a:pt x="7924" y="7520"/>
                </a:lnTo>
                <a:lnTo>
                  <a:pt x="7741" y="7741"/>
                </a:lnTo>
                <a:lnTo>
                  <a:pt x="7557" y="7997"/>
                </a:lnTo>
                <a:lnTo>
                  <a:pt x="7264" y="7924"/>
                </a:lnTo>
                <a:lnTo>
                  <a:pt x="7484" y="7594"/>
                </a:lnTo>
                <a:lnTo>
                  <a:pt x="7741" y="7337"/>
                </a:lnTo>
                <a:lnTo>
                  <a:pt x="7741" y="7264"/>
                </a:lnTo>
                <a:lnTo>
                  <a:pt x="7741" y="7227"/>
                </a:lnTo>
                <a:lnTo>
                  <a:pt x="7631" y="7227"/>
                </a:lnTo>
                <a:lnTo>
                  <a:pt x="7447" y="7337"/>
                </a:lnTo>
                <a:lnTo>
                  <a:pt x="7264" y="7447"/>
                </a:lnTo>
                <a:lnTo>
                  <a:pt x="7080" y="7594"/>
                </a:lnTo>
                <a:lnTo>
                  <a:pt x="6934" y="7777"/>
                </a:lnTo>
                <a:lnTo>
                  <a:pt x="6860" y="7704"/>
                </a:lnTo>
                <a:lnTo>
                  <a:pt x="6714" y="7557"/>
                </a:lnTo>
                <a:lnTo>
                  <a:pt x="7227" y="7264"/>
                </a:lnTo>
                <a:lnTo>
                  <a:pt x="7741" y="6934"/>
                </a:lnTo>
                <a:lnTo>
                  <a:pt x="7741" y="6897"/>
                </a:lnTo>
                <a:lnTo>
                  <a:pt x="7704" y="6860"/>
                </a:lnTo>
                <a:lnTo>
                  <a:pt x="7411" y="6860"/>
                </a:lnTo>
                <a:lnTo>
                  <a:pt x="7080" y="6934"/>
                </a:lnTo>
                <a:lnTo>
                  <a:pt x="6787" y="7044"/>
                </a:lnTo>
                <a:lnTo>
                  <a:pt x="6530" y="7227"/>
                </a:lnTo>
                <a:lnTo>
                  <a:pt x="6494" y="7007"/>
                </a:lnTo>
                <a:lnTo>
                  <a:pt x="6494" y="6750"/>
                </a:lnTo>
                <a:lnTo>
                  <a:pt x="6604" y="6713"/>
                </a:lnTo>
                <a:lnTo>
                  <a:pt x="6970" y="6603"/>
                </a:lnTo>
                <a:lnTo>
                  <a:pt x="7117" y="6530"/>
                </a:lnTo>
                <a:lnTo>
                  <a:pt x="7301" y="6420"/>
                </a:lnTo>
                <a:lnTo>
                  <a:pt x="7337" y="6347"/>
                </a:lnTo>
                <a:lnTo>
                  <a:pt x="7337" y="6310"/>
                </a:lnTo>
                <a:lnTo>
                  <a:pt x="7301" y="6310"/>
                </a:lnTo>
                <a:lnTo>
                  <a:pt x="7007" y="6273"/>
                </a:lnTo>
                <a:lnTo>
                  <a:pt x="6750" y="6310"/>
                </a:lnTo>
                <a:lnTo>
                  <a:pt x="6750" y="6310"/>
                </a:lnTo>
                <a:lnTo>
                  <a:pt x="6860" y="6200"/>
                </a:lnTo>
                <a:lnTo>
                  <a:pt x="6970" y="6090"/>
                </a:lnTo>
                <a:lnTo>
                  <a:pt x="7117" y="6017"/>
                </a:lnTo>
                <a:lnTo>
                  <a:pt x="7264" y="5943"/>
                </a:lnTo>
                <a:lnTo>
                  <a:pt x="7557" y="5907"/>
                </a:lnTo>
                <a:close/>
                <a:moveTo>
                  <a:pt x="4953" y="1"/>
                </a:moveTo>
                <a:lnTo>
                  <a:pt x="4733" y="37"/>
                </a:lnTo>
                <a:lnTo>
                  <a:pt x="4476" y="111"/>
                </a:lnTo>
                <a:lnTo>
                  <a:pt x="4256" y="184"/>
                </a:lnTo>
                <a:lnTo>
                  <a:pt x="4036" y="294"/>
                </a:lnTo>
                <a:lnTo>
                  <a:pt x="3632" y="551"/>
                </a:lnTo>
                <a:lnTo>
                  <a:pt x="3302" y="881"/>
                </a:lnTo>
                <a:lnTo>
                  <a:pt x="2972" y="1248"/>
                </a:lnTo>
                <a:lnTo>
                  <a:pt x="2679" y="1651"/>
                </a:lnTo>
                <a:lnTo>
                  <a:pt x="2569" y="1872"/>
                </a:lnTo>
                <a:lnTo>
                  <a:pt x="2495" y="2092"/>
                </a:lnTo>
                <a:lnTo>
                  <a:pt x="2422" y="2348"/>
                </a:lnTo>
                <a:lnTo>
                  <a:pt x="2385" y="2568"/>
                </a:lnTo>
                <a:lnTo>
                  <a:pt x="2422" y="2789"/>
                </a:lnTo>
                <a:lnTo>
                  <a:pt x="2459" y="2935"/>
                </a:lnTo>
                <a:lnTo>
                  <a:pt x="2532" y="3119"/>
                </a:lnTo>
                <a:lnTo>
                  <a:pt x="2605" y="3265"/>
                </a:lnTo>
                <a:lnTo>
                  <a:pt x="2495" y="3339"/>
                </a:lnTo>
                <a:lnTo>
                  <a:pt x="2018" y="3559"/>
                </a:lnTo>
                <a:lnTo>
                  <a:pt x="1798" y="3706"/>
                </a:lnTo>
                <a:lnTo>
                  <a:pt x="1688" y="3779"/>
                </a:lnTo>
                <a:lnTo>
                  <a:pt x="1578" y="3852"/>
                </a:lnTo>
                <a:lnTo>
                  <a:pt x="1065" y="3852"/>
                </a:lnTo>
                <a:lnTo>
                  <a:pt x="881" y="3926"/>
                </a:lnTo>
                <a:lnTo>
                  <a:pt x="735" y="3999"/>
                </a:lnTo>
                <a:lnTo>
                  <a:pt x="588" y="4109"/>
                </a:lnTo>
                <a:lnTo>
                  <a:pt x="478" y="4256"/>
                </a:lnTo>
                <a:lnTo>
                  <a:pt x="368" y="4403"/>
                </a:lnTo>
                <a:lnTo>
                  <a:pt x="184" y="4623"/>
                </a:lnTo>
                <a:lnTo>
                  <a:pt x="74" y="4879"/>
                </a:lnTo>
                <a:lnTo>
                  <a:pt x="38" y="4989"/>
                </a:lnTo>
                <a:lnTo>
                  <a:pt x="1" y="5136"/>
                </a:lnTo>
                <a:lnTo>
                  <a:pt x="38" y="5283"/>
                </a:lnTo>
                <a:lnTo>
                  <a:pt x="74" y="5430"/>
                </a:lnTo>
                <a:lnTo>
                  <a:pt x="184" y="5576"/>
                </a:lnTo>
                <a:lnTo>
                  <a:pt x="258" y="5723"/>
                </a:lnTo>
                <a:lnTo>
                  <a:pt x="404" y="5833"/>
                </a:lnTo>
                <a:lnTo>
                  <a:pt x="514" y="5943"/>
                </a:lnTo>
                <a:lnTo>
                  <a:pt x="661" y="6017"/>
                </a:lnTo>
                <a:lnTo>
                  <a:pt x="845" y="6053"/>
                </a:lnTo>
                <a:lnTo>
                  <a:pt x="1175" y="6127"/>
                </a:lnTo>
                <a:lnTo>
                  <a:pt x="1358" y="6127"/>
                </a:lnTo>
                <a:lnTo>
                  <a:pt x="1505" y="6090"/>
                </a:lnTo>
                <a:lnTo>
                  <a:pt x="1688" y="6053"/>
                </a:lnTo>
                <a:lnTo>
                  <a:pt x="1835" y="5980"/>
                </a:lnTo>
                <a:lnTo>
                  <a:pt x="2055" y="5760"/>
                </a:lnTo>
                <a:lnTo>
                  <a:pt x="2275" y="5503"/>
                </a:lnTo>
                <a:lnTo>
                  <a:pt x="2385" y="5210"/>
                </a:lnTo>
                <a:lnTo>
                  <a:pt x="2422" y="5063"/>
                </a:lnTo>
                <a:lnTo>
                  <a:pt x="2422" y="4879"/>
                </a:lnTo>
                <a:lnTo>
                  <a:pt x="2385" y="4733"/>
                </a:lnTo>
                <a:lnTo>
                  <a:pt x="2349" y="4586"/>
                </a:lnTo>
                <a:lnTo>
                  <a:pt x="2275" y="4403"/>
                </a:lnTo>
                <a:lnTo>
                  <a:pt x="2202" y="4256"/>
                </a:lnTo>
                <a:lnTo>
                  <a:pt x="2092" y="4146"/>
                </a:lnTo>
                <a:lnTo>
                  <a:pt x="2055" y="4109"/>
                </a:lnTo>
                <a:lnTo>
                  <a:pt x="2165" y="4036"/>
                </a:lnTo>
                <a:lnTo>
                  <a:pt x="2495" y="3816"/>
                </a:lnTo>
                <a:lnTo>
                  <a:pt x="2679" y="3669"/>
                </a:lnTo>
                <a:lnTo>
                  <a:pt x="2862" y="3522"/>
                </a:lnTo>
                <a:lnTo>
                  <a:pt x="3119" y="3706"/>
                </a:lnTo>
                <a:lnTo>
                  <a:pt x="3156" y="3779"/>
                </a:lnTo>
                <a:lnTo>
                  <a:pt x="3229" y="3816"/>
                </a:lnTo>
                <a:lnTo>
                  <a:pt x="3339" y="3816"/>
                </a:lnTo>
                <a:lnTo>
                  <a:pt x="3706" y="3962"/>
                </a:lnTo>
                <a:lnTo>
                  <a:pt x="4109" y="4036"/>
                </a:lnTo>
                <a:lnTo>
                  <a:pt x="4513" y="4072"/>
                </a:lnTo>
                <a:lnTo>
                  <a:pt x="4880" y="3999"/>
                </a:lnTo>
                <a:lnTo>
                  <a:pt x="5246" y="3889"/>
                </a:lnTo>
                <a:lnTo>
                  <a:pt x="5283" y="3962"/>
                </a:lnTo>
                <a:lnTo>
                  <a:pt x="5320" y="4036"/>
                </a:lnTo>
                <a:lnTo>
                  <a:pt x="5540" y="4219"/>
                </a:lnTo>
                <a:lnTo>
                  <a:pt x="5723" y="4439"/>
                </a:lnTo>
                <a:lnTo>
                  <a:pt x="5980" y="4916"/>
                </a:lnTo>
                <a:lnTo>
                  <a:pt x="6200" y="5430"/>
                </a:lnTo>
                <a:lnTo>
                  <a:pt x="6347" y="5650"/>
                </a:lnTo>
                <a:lnTo>
                  <a:pt x="6530" y="5870"/>
                </a:lnTo>
                <a:lnTo>
                  <a:pt x="6347" y="6017"/>
                </a:lnTo>
                <a:lnTo>
                  <a:pt x="6237" y="6200"/>
                </a:lnTo>
                <a:lnTo>
                  <a:pt x="6127" y="6383"/>
                </a:lnTo>
                <a:lnTo>
                  <a:pt x="6053" y="6567"/>
                </a:lnTo>
                <a:lnTo>
                  <a:pt x="5797" y="6713"/>
                </a:lnTo>
                <a:lnTo>
                  <a:pt x="5723" y="6824"/>
                </a:lnTo>
                <a:lnTo>
                  <a:pt x="5723" y="6934"/>
                </a:lnTo>
                <a:lnTo>
                  <a:pt x="5760" y="7044"/>
                </a:lnTo>
                <a:lnTo>
                  <a:pt x="5833" y="7080"/>
                </a:lnTo>
                <a:lnTo>
                  <a:pt x="6017" y="7080"/>
                </a:lnTo>
                <a:lnTo>
                  <a:pt x="6053" y="7300"/>
                </a:lnTo>
                <a:lnTo>
                  <a:pt x="6127" y="7520"/>
                </a:lnTo>
                <a:lnTo>
                  <a:pt x="6127" y="7631"/>
                </a:lnTo>
                <a:lnTo>
                  <a:pt x="6127" y="7741"/>
                </a:lnTo>
                <a:lnTo>
                  <a:pt x="6200" y="7814"/>
                </a:lnTo>
                <a:lnTo>
                  <a:pt x="6310" y="7851"/>
                </a:lnTo>
                <a:lnTo>
                  <a:pt x="6347" y="7851"/>
                </a:lnTo>
                <a:lnTo>
                  <a:pt x="6494" y="8034"/>
                </a:lnTo>
                <a:lnTo>
                  <a:pt x="6640" y="8144"/>
                </a:lnTo>
                <a:lnTo>
                  <a:pt x="6787" y="8254"/>
                </a:lnTo>
                <a:lnTo>
                  <a:pt x="6860" y="8291"/>
                </a:lnTo>
                <a:lnTo>
                  <a:pt x="6934" y="8327"/>
                </a:lnTo>
                <a:lnTo>
                  <a:pt x="7191" y="8438"/>
                </a:lnTo>
                <a:lnTo>
                  <a:pt x="7447" y="8474"/>
                </a:lnTo>
                <a:lnTo>
                  <a:pt x="7741" y="8474"/>
                </a:lnTo>
                <a:lnTo>
                  <a:pt x="7998" y="8438"/>
                </a:lnTo>
                <a:lnTo>
                  <a:pt x="8254" y="8364"/>
                </a:lnTo>
                <a:lnTo>
                  <a:pt x="8511" y="8254"/>
                </a:lnTo>
                <a:lnTo>
                  <a:pt x="8731" y="8071"/>
                </a:lnTo>
                <a:lnTo>
                  <a:pt x="8915" y="7887"/>
                </a:lnTo>
                <a:lnTo>
                  <a:pt x="9098" y="7631"/>
                </a:lnTo>
                <a:lnTo>
                  <a:pt x="9245" y="7300"/>
                </a:lnTo>
                <a:lnTo>
                  <a:pt x="9281" y="7007"/>
                </a:lnTo>
                <a:lnTo>
                  <a:pt x="9318" y="6824"/>
                </a:lnTo>
                <a:lnTo>
                  <a:pt x="9281" y="6677"/>
                </a:lnTo>
                <a:lnTo>
                  <a:pt x="9208" y="6457"/>
                </a:lnTo>
                <a:lnTo>
                  <a:pt x="9135" y="6200"/>
                </a:lnTo>
                <a:lnTo>
                  <a:pt x="8951" y="5980"/>
                </a:lnTo>
                <a:lnTo>
                  <a:pt x="8878" y="5907"/>
                </a:lnTo>
                <a:lnTo>
                  <a:pt x="8768" y="5833"/>
                </a:lnTo>
                <a:lnTo>
                  <a:pt x="8805" y="5686"/>
                </a:lnTo>
                <a:lnTo>
                  <a:pt x="9025" y="5246"/>
                </a:lnTo>
                <a:lnTo>
                  <a:pt x="9208" y="4769"/>
                </a:lnTo>
                <a:lnTo>
                  <a:pt x="9428" y="4806"/>
                </a:lnTo>
                <a:lnTo>
                  <a:pt x="9648" y="4806"/>
                </a:lnTo>
                <a:lnTo>
                  <a:pt x="9832" y="4733"/>
                </a:lnTo>
                <a:lnTo>
                  <a:pt x="10052" y="4659"/>
                </a:lnTo>
                <a:lnTo>
                  <a:pt x="10235" y="4549"/>
                </a:lnTo>
                <a:lnTo>
                  <a:pt x="10419" y="4403"/>
                </a:lnTo>
                <a:lnTo>
                  <a:pt x="10712" y="4109"/>
                </a:lnTo>
                <a:lnTo>
                  <a:pt x="10785" y="3962"/>
                </a:lnTo>
                <a:lnTo>
                  <a:pt x="10785" y="3816"/>
                </a:lnTo>
                <a:lnTo>
                  <a:pt x="10639" y="3559"/>
                </a:lnTo>
                <a:lnTo>
                  <a:pt x="10492" y="3339"/>
                </a:lnTo>
                <a:lnTo>
                  <a:pt x="10345" y="3155"/>
                </a:lnTo>
                <a:lnTo>
                  <a:pt x="10125" y="2972"/>
                </a:lnTo>
                <a:lnTo>
                  <a:pt x="9905" y="2825"/>
                </a:lnTo>
                <a:lnTo>
                  <a:pt x="9795" y="2789"/>
                </a:lnTo>
                <a:lnTo>
                  <a:pt x="9685" y="2752"/>
                </a:lnTo>
                <a:lnTo>
                  <a:pt x="9501" y="2862"/>
                </a:lnTo>
                <a:lnTo>
                  <a:pt x="9391" y="2825"/>
                </a:lnTo>
                <a:lnTo>
                  <a:pt x="9318" y="2862"/>
                </a:lnTo>
                <a:lnTo>
                  <a:pt x="9025" y="3009"/>
                </a:lnTo>
                <a:lnTo>
                  <a:pt x="8768" y="3192"/>
                </a:lnTo>
                <a:lnTo>
                  <a:pt x="8658" y="3302"/>
                </a:lnTo>
                <a:lnTo>
                  <a:pt x="8548" y="3449"/>
                </a:lnTo>
                <a:lnTo>
                  <a:pt x="8474" y="3559"/>
                </a:lnTo>
                <a:lnTo>
                  <a:pt x="8438" y="3742"/>
                </a:lnTo>
                <a:lnTo>
                  <a:pt x="8438" y="3852"/>
                </a:lnTo>
                <a:lnTo>
                  <a:pt x="8438" y="3962"/>
                </a:lnTo>
                <a:lnTo>
                  <a:pt x="8474" y="4182"/>
                </a:lnTo>
                <a:lnTo>
                  <a:pt x="8621" y="4403"/>
                </a:lnTo>
                <a:lnTo>
                  <a:pt x="8768" y="4549"/>
                </a:lnTo>
                <a:lnTo>
                  <a:pt x="8878" y="4623"/>
                </a:lnTo>
                <a:lnTo>
                  <a:pt x="8694" y="4879"/>
                </a:lnTo>
                <a:lnTo>
                  <a:pt x="8548" y="5136"/>
                </a:lnTo>
                <a:lnTo>
                  <a:pt x="8291" y="5613"/>
                </a:lnTo>
                <a:lnTo>
                  <a:pt x="8144" y="5540"/>
                </a:lnTo>
                <a:lnTo>
                  <a:pt x="7961" y="5503"/>
                </a:lnTo>
                <a:lnTo>
                  <a:pt x="7777" y="5466"/>
                </a:lnTo>
                <a:lnTo>
                  <a:pt x="7411" y="5466"/>
                </a:lnTo>
                <a:lnTo>
                  <a:pt x="7227" y="5503"/>
                </a:lnTo>
                <a:lnTo>
                  <a:pt x="7044" y="5540"/>
                </a:lnTo>
                <a:lnTo>
                  <a:pt x="6860" y="5650"/>
                </a:lnTo>
                <a:lnTo>
                  <a:pt x="6750" y="5320"/>
                </a:lnTo>
                <a:lnTo>
                  <a:pt x="6604" y="5026"/>
                </a:lnTo>
                <a:lnTo>
                  <a:pt x="6273" y="4476"/>
                </a:lnTo>
                <a:lnTo>
                  <a:pt x="6163" y="4256"/>
                </a:lnTo>
                <a:lnTo>
                  <a:pt x="6053" y="4072"/>
                </a:lnTo>
                <a:lnTo>
                  <a:pt x="5870" y="3889"/>
                </a:lnTo>
                <a:lnTo>
                  <a:pt x="5687" y="3779"/>
                </a:lnTo>
                <a:lnTo>
                  <a:pt x="5723" y="3706"/>
                </a:lnTo>
                <a:lnTo>
                  <a:pt x="5723" y="3632"/>
                </a:lnTo>
                <a:lnTo>
                  <a:pt x="5907" y="3486"/>
                </a:lnTo>
                <a:lnTo>
                  <a:pt x="6053" y="3339"/>
                </a:lnTo>
                <a:lnTo>
                  <a:pt x="6200" y="3155"/>
                </a:lnTo>
                <a:lnTo>
                  <a:pt x="6347" y="2972"/>
                </a:lnTo>
                <a:lnTo>
                  <a:pt x="6457" y="2752"/>
                </a:lnTo>
                <a:lnTo>
                  <a:pt x="6530" y="2532"/>
                </a:lnTo>
                <a:lnTo>
                  <a:pt x="6604" y="2312"/>
                </a:lnTo>
                <a:lnTo>
                  <a:pt x="6677" y="2055"/>
                </a:lnTo>
                <a:lnTo>
                  <a:pt x="6677" y="1615"/>
                </a:lnTo>
                <a:lnTo>
                  <a:pt x="6677" y="1358"/>
                </a:lnTo>
                <a:lnTo>
                  <a:pt x="6640" y="1138"/>
                </a:lnTo>
                <a:lnTo>
                  <a:pt x="6567" y="881"/>
                </a:lnTo>
                <a:lnTo>
                  <a:pt x="6457" y="698"/>
                </a:lnTo>
                <a:lnTo>
                  <a:pt x="6273" y="551"/>
                </a:lnTo>
                <a:lnTo>
                  <a:pt x="6200" y="478"/>
                </a:lnTo>
                <a:lnTo>
                  <a:pt x="6090" y="478"/>
                </a:lnTo>
                <a:lnTo>
                  <a:pt x="6017" y="331"/>
                </a:lnTo>
                <a:lnTo>
                  <a:pt x="5907" y="221"/>
                </a:lnTo>
                <a:lnTo>
                  <a:pt x="5760" y="148"/>
                </a:lnTo>
                <a:lnTo>
                  <a:pt x="5613" y="74"/>
                </a:lnTo>
                <a:lnTo>
                  <a:pt x="5283" y="1"/>
                </a:lnTo>
                <a:close/>
                <a:moveTo>
                  <a:pt x="15114" y="6750"/>
                </a:moveTo>
                <a:lnTo>
                  <a:pt x="15187" y="6787"/>
                </a:lnTo>
                <a:lnTo>
                  <a:pt x="15481" y="6897"/>
                </a:lnTo>
                <a:lnTo>
                  <a:pt x="15591" y="6970"/>
                </a:lnTo>
                <a:lnTo>
                  <a:pt x="15737" y="7044"/>
                </a:lnTo>
                <a:lnTo>
                  <a:pt x="15847" y="7190"/>
                </a:lnTo>
                <a:lnTo>
                  <a:pt x="15921" y="7337"/>
                </a:lnTo>
                <a:lnTo>
                  <a:pt x="16068" y="7667"/>
                </a:lnTo>
                <a:lnTo>
                  <a:pt x="16141" y="8034"/>
                </a:lnTo>
                <a:lnTo>
                  <a:pt x="16178" y="8438"/>
                </a:lnTo>
                <a:lnTo>
                  <a:pt x="16178" y="8621"/>
                </a:lnTo>
                <a:lnTo>
                  <a:pt x="16141" y="8804"/>
                </a:lnTo>
                <a:lnTo>
                  <a:pt x="16068" y="8988"/>
                </a:lnTo>
                <a:lnTo>
                  <a:pt x="15957" y="9134"/>
                </a:lnTo>
                <a:lnTo>
                  <a:pt x="15701" y="9355"/>
                </a:lnTo>
                <a:lnTo>
                  <a:pt x="15407" y="9575"/>
                </a:lnTo>
                <a:lnTo>
                  <a:pt x="15077" y="9758"/>
                </a:lnTo>
                <a:lnTo>
                  <a:pt x="14710" y="9905"/>
                </a:lnTo>
                <a:lnTo>
                  <a:pt x="14710" y="9905"/>
                </a:lnTo>
                <a:lnTo>
                  <a:pt x="15187" y="9208"/>
                </a:lnTo>
                <a:lnTo>
                  <a:pt x="15187" y="9134"/>
                </a:lnTo>
                <a:lnTo>
                  <a:pt x="15150" y="9098"/>
                </a:lnTo>
                <a:lnTo>
                  <a:pt x="15114" y="9061"/>
                </a:lnTo>
                <a:lnTo>
                  <a:pt x="15040" y="9098"/>
                </a:lnTo>
                <a:lnTo>
                  <a:pt x="14564" y="9538"/>
                </a:lnTo>
                <a:lnTo>
                  <a:pt x="14123" y="9978"/>
                </a:lnTo>
                <a:lnTo>
                  <a:pt x="13940" y="9978"/>
                </a:lnTo>
                <a:lnTo>
                  <a:pt x="13757" y="9905"/>
                </a:lnTo>
                <a:lnTo>
                  <a:pt x="13940" y="9648"/>
                </a:lnTo>
                <a:lnTo>
                  <a:pt x="14160" y="9391"/>
                </a:lnTo>
                <a:lnTo>
                  <a:pt x="14380" y="9134"/>
                </a:lnTo>
                <a:lnTo>
                  <a:pt x="14637" y="8914"/>
                </a:lnTo>
                <a:lnTo>
                  <a:pt x="14674" y="8841"/>
                </a:lnTo>
                <a:lnTo>
                  <a:pt x="14674" y="8804"/>
                </a:lnTo>
                <a:lnTo>
                  <a:pt x="14637" y="8731"/>
                </a:lnTo>
                <a:lnTo>
                  <a:pt x="14564" y="8731"/>
                </a:lnTo>
                <a:lnTo>
                  <a:pt x="14784" y="8584"/>
                </a:lnTo>
                <a:lnTo>
                  <a:pt x="14820" y="8511"/>
                </a:lnTo>
                <a:lnTo>
                  <a:pt x="14784" y="8438"/>
                </a:lnTo>
                <a:lnTo>
                  <a:pt x="14710" y="8401"/>
                </a:lnTo>
                <a:lnTo>
                  <a:pt x="14637" y="8401"/>
                </a:lnTo>
                <a:lnTo>
                  <a:pt x="14233" y="8621"/>
                </a:lnTo>
                <a:lnTo>
                  <a:pt x="13867" y="8841"/>
                </a:lnTo>
                <a:lnTo>
                  <a:pt x="13500" y="9061"/>
                </a:lnTo>
                <a:lnTo>
                  <a:pt x="13170" y="9318"/>
                </a:lnTo>
                <a:lnTo>
                  <a:pt x="13060" y="9098"/>
                </a:lnTo>
                <a:lnTo>
                  <a:pt x="13720" y="8658"/>
                </a:lnTo>
                <a:lnTo>
                  <a:pt x="14417" y="8291"/>
                </a:lnTo>
                <a:lnTo>
                  <a:pt x="14454" y="8217"/>
                </a:lnTo>
                <a:lnTo>
                  <a:pt x="14454" y="8144"/>
                </a:lnTo>
                <a:lnTo>
                  <a:pt x="14417" y="8107"/>
                </a:lnTo>
                <a:lnTo>
                  <a:pt x="14343" y="8107"/>
                </a:lnTo>
                <a:lnTo>
                  <a:pt x="13647" y="8364"/>
                </a:lnTo>
                <a:lnTo>
                  <a:pt x="12986" y="8658"/>
                </a:lnTo>
                <a:lnTo>
                  <a:pt x="12986" y="8474"/>
                </a:lnTo>
                <a:lnTo>
                  <a:pt x="13133" y="8401"/>
                </a:lnTo>
                <a:lnTo>
                  <a:pt x="13243" y="8327"/>
                </a:lnTo>
                <a:lnTo>
                  <a:pt x="13500" y="8144"/>
                </a:lnTo>
                <a:lnTo>
                  <a:pt x="14013" y="7924"/>
                </a:lnTo>
                <a:lnTo>
                  <a:pt x="14307" y="7814"/>
                </a:lnTo>
                <a:lnTo>
                  <a:pt x="14564" y="7777"/>
                </a:lnTo>
                <a:lnTo>
                  <a:pt x="14600" y="7741"/>
                </a:lnTo>
                <a:lnTo>
                  <a:pt x="14600" y="7704"/>
                </a:lnTo>
                <a:lnTo>
                  <a:pt x="14564" y="7667"/>
                </a:lnTo>
                <a:lnTo>
                  <a:pt x="14233" y="7667"/>
                </a:lnTo>
                <a:lnTo>
                  <a:pt x="13903" y="7704"/>
                </a:lnTo>
                <a:lnTo>
                  <a:pt x="13573" y="7777"/>
                </a:lnTo>
                <a:lnTo>
                  <a:pt x="13280" y="7851"/>
                </a:lnTo>
                <a:lnTo>
                  <a:pt x="13500" y="7594"/>
                </a:lnTo>
                <a:lnTo>
                  <a:pt x="14087" y="7484"/>
                </a:lnTo>
                <a:lnTo>
                  <a:pt x="14380" y="7410"/>
                </a:lnTo>
                <a:lnTo>
                  <a:pt x="14674" y="7264"/>
                </a:lnTo>
                <a:lnTo>
                  <a:pt x="14710" y="7227"/>
                </a:lnTo>
                <a:lnTo>
                  <a:pt x="14710" y="7190"/>
                </a:lnTo>
                <a:lnTo>
                  <a:pt x="14710" y="7154"/>
                </a:lnTo>
                <a:lnTo>
                  <a:pt x="14637" y="7117"/>
                </a:lnTo>
                <a:lnTo>
                  <a:pt x="14343" y="7080"/>
                </a:lnTo>
                <a:lnTo>
                  <a:pt x="14013" y="7080"/>
                </a:lnTo>
                <a:lnTo>
                  <a:pt x="14270" y="6934"/>
                </a:lnTo>
                <a:lnTo>
                  <a:pt x="14527" y="6824"/>
                </a:lnTo>
                <a:lnTo>
                  <a:pt x="14820" y="6750"/>
                </a:lnTo>
                <a:close/>
                <a:moveTo>
                  <a:pt x="5246" y="9098"/>
                </a:moveTo>
                <a:lnTo>
                  <a:pt x="5320" y="9208"/>
                </a:lnTo>
                <a:lnTo>
                  <a:pt x="5393" y="9245"/>
                </a:lnTo>
                <a:lnTo>
                  <a:pt x="5577" y="9245"/>
                </a:lnTo>
                <a:lnTo>
                  <a:pt x="5650" y="9281"/>
                </a:lnTo>
                <a:lnTo>
                  <a:pt x="5760" y="9318"/>
                </a:lnTo>
                <a:lnTo>
                  <a:pt x="5833" y="9391"/>
                </a:lnTo>
                <a:lnTo>
                  <a:pt x="5870" y="9465"/>
                </a:lnTo>
                <a:lnTo>
                  <a:pt x="5907" y="9538"/>
                </a:lnTo>
                <a:lnTo>
                  <a:pt x="5907" y="9648"/>
                </a:lnTo>
                <a:lnTo>
                  <a:pt x="5870" y="9758"/>
                </a:lnTo>
                <a:lnTo>
                  <a:pt x="5797" y="9831"/>
                </a:lnTo>
                <a:lnTo>
                  <a:pt x="5723" y="9905"/>
                </a:lnTo>
                <a:lnTo>
                  <a:pt x="5650" y="9978"/>
                </a:lnTo>
                <a:lnTo>
                  <a:pt x="5540" y="10015"/>
                </a:lnTo>
                <a:lnTo>
                  <a:pt x="5466" y="9868"/>
                </a:lnTo>
                <a:lnTo>
                  <a:pt x="5356" y="9758"/>
                </a:lnTo>
                <a:lnTo>
                  <a:pt x="5210" y="9685"/>
                </a:lnTo>
                <a:lnTo>
                  <a:pt x="5026" y="9648"/>
                </a:lnTo>
                <a:lnTo>
                  <a:pt x="5063" y="9648"/>
                </a:lnTo>
                <a:lnTo>
                  <a:pt x="5210" y="9575"/>
                </a:lnTo>
                <a:lnTo>
                  <a:pt x="5283" y="9538"/>
                </a:lnTo>
                <a:lnTo>
                  <a:pt x="5283" y="9501"/>
                </a:lnTo>
                <a:lnTo>
                  <a:pt x="5283" y="9355"/>
                </a:lnTo>
                <a:lnTo>
                  <a:pt x="5210" y="9245"/>
                </a:lnTo>
                <a:lnTo>
                  <a:pt x="5100" y="9245"/>
                </a:lnTo>
                <a:lnTo>
                  <a:pt x="4953" y="9281"/>
                </a:lnTo>
                <a:lnTo>
                  <a:pt x="4806" y="9355"/>
                </a:lnTo>
                <a:lnTo>
                  <a:pt x="4806" y="9355"/>
                </a:lnTo>
                <a:lnTo>
                  <a:pt x="4843" y="9281"/>
                </a:lnTo>
                <a:lnTo>
                  <a:pt x="4880" y="9208"/>
                </a:lnTo>
                <a:lnTo>
                  <a:pt x="4843" y="9171"/>
                </a:lnTo>
                <a:lnTo>
                  <a:pt x="5026" y="9134"/>
                </a:lnTo>
                <a:lnTo>
                  <a:pt x="5246" y="9098"/>
                </a:lnTo>
                <a:close/>
                <a:moveTo>
                  <a:pt x="6347" y="8034"/>
                </a:moveTo>
                <a:lnTo>
                  <a:pt x="6347" y="8071"/>
                </a:lnTo>
                <a:lnTo>
                  <a:pt x="6310" y="8181"/>
                </a:lnTo>
                <a:lnTo>
                  <a:pt x="6127" y="8254"/>
                </a:lnTo>
                <a:lnTo>
                  <a:pt x="5980" y="8364"/>
                </a:lnTo>
                <a:lnTo>
                  <a:pt x="5687" y="8621"/>
                </a:lnTo>
                <a:lnTo>
                  <a:pt x="5577" y="8621"/>
                </a:lnTo>
                <a:lnTo>
                  <a:pt x="5466" y="8694"/>
                </a:lnTo>
                <a:lnTo>
                  <a:pt x="5393" y="8768"/>
                </a:lnTo>
                <a:lnTo>
                  <a:pt x="5246" y="8731"/>
                </a:lnTo>
                <a:lnTo>
                  <a:pt x="4806" y="8731"/>
                </a:lnTo>
                <a:lnTo>
                  <a:pt x="4549" y="8841"/>
                </a:lnTo>
                <a:lnTo>
                  <a:pt x="4293" y="9024"/>
                </a:lnTo>
                <a:lnTo>
                  <a:pt x="4183" y="9171"/>
                </a:lnTo>
                <a:lnTo>
                  <a:pt x="4073" y="9355"/>
                </a:lnTo>
                <a:lnTo>
                  <a:pt x="4073" y="9501"/>
                </a:lnTo>
                <a:lnTo>
                  <a:pt x="4073" y="9648"/>
                </a:lnTo>
                <a:lnTo>
                  <a:pt x="4073" y="9721"/>
                </a:lnTo>
                <a:lnTo>
                  <a:pt x="4146" y="9831"/>
                </a:lnTo>
                <a:lnTo>
                  <a:pt x="4256" y="9978"/>
                </a:lnTo>
                <a:lnTo>
                  <a:pt x="4439" y="10162"/>
                </a:lnTo>
                <a:lnTo>
                  <a:pt x="4623" y="10308"/>
                </a:lnTo>
                <a:lnTo>
                  <a:pt x="4843" y="10382"/>
                </a:lnTo>
                <a:lnTo>
                  <a:pt x="5026" y="10455"/>
                </a:lnTo>
                <a:lnTo>
                  <a:pt x="5246" y="10492"/>
                </a:lnTo>
                <a:lnTo>
                  <a:pt x="5466" y="10492"/>
                </a:lnTo>
                <a:lnTo>
                  <a:pt x="5723" y="10455"/>
                </a:lnTo>
                <a:lnTo>
                  <a:pt x="5907" y="10345"/>
                </a:lnTo>
                <a:lnTo>
                  <a:pt x="6090" y="10235"/>
                </a:lnTo>
                <a:lnTo>
                  <a:pt x="6237" y="10052"/>
                </a:lnTo>
                <a:lnTo>
                  <a:pt x="6347" y="9868"/>
                </a:lnTo>
                <a:lnTo>
                  <a:pt x="6384" y="9575"/>
                </a:lnTo>
                <a:lnTo>
                  <a:pt x="6310" y="9355"/>
                </a:lnTo>
                <a:lnTo>
                  <a:pt x="6200" y="9134"/>
                </a:lnTo>
                <a:lnTo>
                  <a:pt x="6017" y="8951"/>
                </a:lnTo>
                <a:lnTo>
                  <a:pt x="6310" y="8658"/>
                </a:lnTo>
                <a:lnTo>
                  <a:pt x="6420" y="8548"/>
                </a:lnTo>
                <a:lnTo>
                  <a:pt x="6567" y="8401"/>
                </a:lnTo>
                <a:lnTo>
                  <a:pt x="6567" y="8327"/>
                </a:lnTo>
                <a:lnTo>
                  <a:pt x="6567" y="8254"/>
                </a:lnTo>
                <a:lnTo>
                  <a:pt x="6530" y="8217"/>
                </a:lnTo>
                <a:lnTo>
                  <a:pt x="6494" y="8181"/>
                </a:lnTo>
                <a:lnTo>
                  <a:pt x="6384" y="8071"/>
                </a:lnTo>
                <a:lnTo>
                  <a:pt x="6347" y="8034"/>
                </a:lnTo>
                <a:close/>
                <a:moveTo>
                  <a:pt x="19992" y="10418"/>
                </a:moveTo>
                <a:lnTo>
                  <a:pt x="20139" y="10492"/>
                </a:lnTo>
                <a:lnTo>
                  <a:pt x="20139" y="10602"/>
                </a:lnTo>
                <a:lnTo>
                  <a:pt x="20176" y="10638"/>
                </a:lnTo>
                <a:lnTo>
                  <a:pt x="20213" y="10638"/>
                </a:lnTo>
                <a:lnTo>
                  <a:pt x="20249" y="10602"/>
                </a:lnTo>
                <a:lnTo>
                  <a:pt x="20286" y="10785"/>
                </a:lnTo>
                <a:lnTo>
                  <a:pt x="20286" y="11042"/>
                </a:lnTo>
                <a:lnTo>
                  <a:pt x="20286" y="11189"/>
                </a:lnTo>
                <a:lnTo>
                  <a:pt x="20213" y="11372"/>
                </a:lnTo>
                <a:lnTo>
                  <a:pt x="20139" y="11519"/>
                </a:lnTo>
                <a:lnTo>
                  <a:pt x="20066" y="11665"/>
                </a:lnTo>
                <a:lnTo>
                  <a:pt x="19956" y="11812"/>
                </a:lnTo>
                <a:lnTo>
                  <a:pt x="19809" y="11886"/>
                </a:lnTo>
                <a:lnTo>
                  <a:pt x="19662" y="11959"/>
                </a:lnTo>
                <a:lnTo>
                  <a:pt x="19479" y="11959"/>
                </a:lnTo>
                <a:lnTo>
                  <a:pt x="19442" y="11886"/>
                </a:lnTo>
                <a:lnTo>
                  <a:pt x="19222" y="11776"/>
                </a:lnTo>
                <a:lnTo>
                  <a:pt x="19626" y="11702"/>
                </a:lnTo>
                <a:lnTo>
                  <a:pt x="19662" y="11665"/>
                </a:lnTo>
                <a:lnTo>
                  <a:pt x="19736" y="11629"/>
                </a:lnTo>
                <a:lnTo>
                  <a:pt x="19736" y="11482"/>
                </a:lnTo>
                <a:lnTo>
                  <a:pt x="19699" y="11372"/>
                </a:lnTo>
                <a:lnTo>
                  <a:pt x="19626" y="11335"/>
                </a:lnTo>
                <a:lnTo>
                  <a:pt x="19406" y="11335"/>
                </a:lnTo>
                <a:lnTo>
                  <a:pt x="19662" y="11152"/>
                </a:lnTo>
                <a:lnTo>
                  <a:pt x="19736" y="11115"/>
                </a:lnTo>
                <a:lnTo>
                  <a:pt x="19736" y="11042"/>
                </a:lnTo>
                <a:lnTo>
                  <a:pt x="19736" y="10969"/>
                </a:lnTo>
                <a:lnTo>
                  <a:pt x="19736" y="10932"/>
                </a:lnTo>
                <a:lnTo>
                  <a:pt x="19699" y="10858"/>
                </a:lnTo>
                <a:lnTo>
                  <a:pt x="19626" y="10822"/>
                </a:lnTo>
                <a:lnTo>
                  <a:pt x="19552" y="10822"/>
                </a:lnTo>
                <a:lnTo>
                  <a:pt x="19479" y="10858"/>
                </a:lnTo>
                <a:lnTo>
                  <a:pt x="19332" y="10895"/>
                </a:lnTo>
                <a:lnTo>
                  <a:pt x="19185" y="10932"/>
                </a:lnTo>
                <a:lnTo>
                  <a:pt x="19185" y="10932"/>
                </a:lnTo>
                <a:lnTo>
                  <a:pt x="19626" y="10748"/>
                </a:lnTo>
                <a:lnTo>
                  <a:pt x="19662" y="10712"/>
                </a:lnTo>
                <a:lnTo>
                  <a:pt x="19662" y="10675"/>
                </a:lnTo>
                <a:lnTo>
                  <a:pt x="19626" y="10638"/>
                </a:lnTo>
                <a:lnTo>
                  <a:pt x="19479" y="10602"/>
                </a:lnTo>
                <a:lnTo>
                  <a:pt x="19295" y="10602"/>
                </a:lnTo>
                <a:lnTo>
                  <a:pt x="19369" y="10565"/>
                </a:lnTo>
                <a:lnTo>
                  <a:pt x="19589" y="10455"/>
                </a:lnTo>
                <a:lnTo>
                  <a:pt x="19772" y="10418"/>
                </a:lnTo>
                <a:close/>
                <a:moveTo>
                  <a:pt x="16691" y="13390"/>
                </a:moveTo>
                <a:lnTo>
                  <a:pt x="16801" y="13463"/>
                </a:lnTo>
                <a:lnTo>
                  <a:pt x="16874" y="13536"/>
                </a:lnTo>
                <a:lnTo>
                  <a:pt x="16728" y="13646"/>
                </a:lnTo>
                <a:lnTo>
                  <a:pt x="16581" y="13756"/>
                </a:lnTo>
                <a:lnTo>
                  <a:pt x="16434" y="13903"/>
                </a:lnTo>
                <a:lnTo>
                  <a:pt x="16361" y="14050"/>
                </a:lnTo>
                <a:lnTo>
                  <a:pt x="16104" y="14013"/>
                </a:lnTo>
                <a:lnTo>
                  <a:pt x="16068" y="13976"/>
                </a:lnTo>
                <a:lnTo>
                  <a:pt x="16691" y="13390"/>
                </a:lnTo>
                <a:close/>
                <a:moveTo>
                  <a:pt x="16654" y="11959"/>
                </a:moveTo>
                <a:lnTo>
                  <a:pt x="17058" y="12326"/>
                </a:lnTo>
                <a:lnTo>
                  <a:pt x="17278" y="12546"/>
                </a:lnTo>
                <a:lnTo>
                  <a:pt x="17498" y="12803"/>
                </a:lnTo>
                <a:lnTo>
                  <a:pt x="17681" y="13059"/>
                </a:lnTo>
                <a:lnTo>
                  <a:pt x="17755" y="13169"/>
                </a:lnTo>
                <a:lnTo>
                  <a:pt x="17792" y="13279"/>
                </a:lnTo>
                <a:lnTo>
                  <a:pt x="17792" y="13426"/>
                </a:lnTo>
                <a:lnTo>
                  <a:pt x="17755" y="13536"/>
                </a:lnTo>
                <a:lnTo>
                  <a:pt x="17718" y="13646"/>
                </a:lnTo>
                <a:lnTo>
                  <a:pt x="17608" y="13756"/>
                </a:lnTo>
                <a:lnTo>
                  <a:pt x="17498" y="13866"/>
                </a:lnTo>
                <a:lnTo>
                  <a:pt x="17351" y="13940"/>
                </a:lnTo>
                <a:lnTo>
                  <a:pt x="17278" y="13866"/>
                </a:lnTo>
                <a:lnTo>
                  <a:pt x="17168" y="13866"/>
                </a:lnTo>
                <a:lnTo>
                  <a:pt x="17095" y="13903"/>
                </a:lnTo>
                <a:lnTo>
                  <a:pt x="17058" y="13940"/>
                </a:lnTo>
                <a:lnTo>
                  <a:pt x="17021" y="13940"/>
                </a:lnTo>
                <a:lnTo>
                  <a:pt x="16948" y="13976"/>
                </a:lnTo>
                <a:lnTo>
                  <a:pt x="16911" y="14050"/>
                </a:lnTo>
                <a:lnTo>
                  <a:pt x="16874" y="14050"/>
                </a:lnTo>
                <a:lnTo>
                  <a:pt x="16948" y="13940"/>
                </a:lnTo>
                <a:lnTo>
                  <a:pt x="17095" y="13793"/>
                </a:lnTo>
                <a:lnTo>
                  <a:pt x="17168" y="13683"/>
                </a:lnTo>
                <a:lnTo>
                  <a:pt x="17205" y="13573"/>
                </a:lnTo>
                <a:lnTo>
                  <a:pt x="17168" y="13500"/>
                </a:lnTo>
                <a:lnTo>
                  <a:pt x="17131" y="13426"/>
                </a:lnTo>
                <a:lnTo>
                  <a:pt x="17021" y="13316"/>
                </a:lnTo>
                <a:lnTo>
                  <a:pt x="16874" y="13206"/>
                </a:lnTo>
                <a:lnTo>
                  <a:pt x="16691" y="13169"/>
                </a:lnTo>
                <a:lnTo>
                  <a:pt x="16618" y="13169"/>
                </a:lnTo>
                <a:lnTo>
                  <a:pt x="16581" y="13206"/>
                </a:lnTo>
                <a:lnTo>
                  <a:pt x="15627" y="13793"/>
                </a:lnTo>
                <a:lnTo>
                  <a:pt x="15517" y="13756"/>
                </a:lnTo>
                <a:lnTo>
                  <a:pt x="15407" y="13646"/>
                </a:lnTo>
                <a:lnTo>
                  <a:pt x="15884" y="13353"/>
                </a:lnTo>
                <a:lnTo>
                  <a:pt x="16361" y="13096"/>
                </a:lnTo>
                <a:lnTo>
                  <a:pt x="16398" y="13023"/>
                </a:lnTo>
                <a:lnTo>
                  <a:pt x="16398" y="12986"/>
                </a:lnTo>
                <a:lnTo>
                  <a:pt x="16361" y="12913"/>
                </a:lnTo>
                <a:lnTo>
                  <a:pt x="16288" y="12913"/>
                </a:lnTo>
                <a:lnTo>
                  <a:pt x="15994" y="12949"/>
                </a:lnTo>
                <a:lnTo>
                  <a:pt x="15701" y="13059"/>
                </a:lnTo>
                <a:lnTo>
                  <a:pt x="15407" y="13169"/>
                </a:lnTo>
                <a:lnTo>
                  <a:pt x="15150" y="13279"/>
                </a:lnTo>
                <a:lnTo>
                  <a:pt x="15040" y="13023"/>
                </a:lnTo>
                <a:lnTo>
                  <a:pt x="15077" y="12986"/>
                </a:lnTo>
                <a:lnTo>
                  <a:pt x="16068" y="12399"/>
                </a:lnTo>
                <a:lnTo>
                  <a:pt x="16104" y="12362"/>
                </a:lnTo>
                <a:lnTo>
                  <a:pt x="16104" y="12326"/>
                </a:lnTo>
                <a:lnTo>
                  <a:pt x="16068" y="12289"/>
                </a:lnTo>
                <a:lnTo>
                  <a:pt x="15994" y="12252"/>
                </a:lnTo>
                <a:lnTo>
                  <a:pt x="15554" y="12362"/>
                </a:lnTo>
                <a:lnTo>
                  <a:pt x="15150" y="12472"/>
                </a:lnTo>
                <a:lnTo>
                  <a:pt x="15150" y="12472"/>
                </a:lnTo>
                <a:lnTo>
                  <a:pt x="15297" y="12326"/>
                </a:lnTo>
                <a:lnTo>
                  <a:pt x="15517" y="12179"/>
                </a:lnTo>
                <a:lnTo>
                  <a:pt x="15737" y="12069"/>
                </a:lnTo>
                <a:lnTo>
                  <a:pt x="15994" y="11996"/>
                </a:lnTo>
                <a:lnTo>
                  <a:pt x="16324" y="11959"/>
                </a:lnTo>
                <a:close/>
                <a:moveTo>
                  <a:pt x="14857" y="6310"/>
                </a:moveTo>
                <a:lnTo>
                  <a:pt x="14600" y="6347"/>
                </a:lnTo>
                <a:lnTo>
                  <a:pt x="14380" y="6383"/>
                </a:lnTo>
                <a:lnTo>
                  <a:pt x="14197" y="6457"/>
                </a:lnTo>
                <a:lnTo>
                  <a:pt x="13793" y="6677"/>
                </a:lnTo>
                <a:lnTo>
                  <a:pt x="13426" y="6970"/>
                </a:lnTo>
                <a:lnTo>
                  <a:pt x="13243" y="7154"/>
                </a:lnTo>
                <a:lnTo>
                  <a:pt x="12950" y="7190"/>
                </a:lnTo>
                <a:lnTo>
                  <a:pt x="12840" y="7227"/>
                </a:lnTo>
                <a:lnTo>
                  <a:pt x="12803" y="7300"/>
                </a:lnTo>
                <a:lnTo>
                  <a:pt x="12766" y="7374"/>
                </a:lnTo>
                <a:lnTo>
                  <a:pt x="12766" y="7447"/>
                </a:lnTo>
                <a:lnTo>
                  <a:pt x="11042" y="7631"/>
                </a:lnTo>
                <a:lnTo>
                  <a:pt x="10052" y="7667"/>
                </a:lnTo>
                <a:lnTo>
                  <a:pt x="9575" y="7704"/>
                </a:lnTo>
                <a:lnTo>
                  <a:pt x="9098" y="7741"/>
                </a:lnTo>
                <a:lnTo>
                  <a:pt x="9025" y="7777"/>
                </a:lnTo>
                <a:lnTo>
                  <a:pt x="8988" y="7814"/>
                </a:lnTo>
                <a:lnTo>
                  <a:pt x="8951" y="7924"/>
                </a:lnTo>
                <a:lnTo>
                  <a:pt x="9025" y="8034"/>
                </a:lnTo>
                <a:lnTo>
                  <a:pt x="9061" y="8071"/>
                </a:lnTo>
                <a:lnTo>
                  <a:pt x="9135" y="8107"/>
                </a:lnTo>
                <a:lnTo>
                  <a:pt x="9612" y="8144"/>
                </a:lnTo>
                <a:lnTo>
                  <a:pt x="10125" y="8144"/>
                </a:lnTo>
                <a:lnTo>
                  <a:pt x="11152" y="8071"/>
                </a:lnTo>
                <a:lnTo>
                  <a:pt x="11922" y="8034"/>
                </a:lnTo>
                <a:lnTo>
                  <a:pt x="12693" y="7961"/>
                </a:lnTo>
                <a:lnTo>
                  <a:pt x="12546" y="8254"/>
                </a:lnTo>
                <a:lnTo>
                  <a:pt x="12473" y="8438"/>
                </a:lnTo>
                <a:lnTo>
                  <a:pt x="12473" y="8584"/>
                </a:lnTo>
                <a:lnTo>
                  <a:pt x="12509" y="8914"/>
                </a:lnTo>
                <a:lnTo>
                  <a:pt x="12363" y="9024"/>
                </a:lnTo>
                <a:lnTo>
                  <a:pt x="12253" y="9134"/>
                </a:lnTo>
                <a:lnTo>
                  <a:pt x="12253" y="9245"/>
                </a:lnTo>
                <a:lnTo>
                  <a:pt x="12289" y="9355"/>
                </a:lnTo>
                <a:lnTo>
                  <a:pt x="12399" y="9428"/>
                </a:lnTo>
                <a:lnTo>
                  <a:pt x="12546" y="9465"/>
                </a:lnTo>
                <a:lnTo>
                  <a:pt x="12693" y="9465"/>
                </a:lnTo>
                <a:lnTo>
                  <a:pt x="12803" y="9685"/>
                </a:lnTo>
                <a:lnTo>
                  <a:pt x="12950" y="9868"/>
                </a:lnTo>
                <a:lnTo>
                  <a:pt x="13096" y="10052"/>
                </a:lnTo>
                <a:lnTo>
                  <a:pt x="13243" y="10198"/>
                </a:lnTo>
                <a:lnTo>
                  <a:pt x="13426" y="10308"/>
                </a:lnTo>
                <a:lnTo>
                  <a:pt x="13647" y="10418"/>
                </a:lnTo>
                <a:lnTo>
                  <a:pt x="13867" y="10455"/>
                </a:lnTo>
                <a:lnTo>
                  <a:pt x="14087" y="10492"/>
                </a:lnTo>
                <a:lnTo>
                  <a:pt x="14233" y="10492"/>
                </a:lnTo>
                <a:lnTo>
                  <a:pt x="14600" y="10418"/>
                </a:lnTo>
                <a:lnTo>
                  <a:pt x="14967" y="10345"/>
                </a:lnTo>
                <a:lnTo>
                  <a:pt x="14930" y="10455"/>
                </a:lnTo>
                <a:lnTo>
                  <a:pt x="14930" y="10602"/>
                </a:lnTo>
                <a:lnTo>
                  <a:pt x="15004" y="10895"/>
                </a:lnTo>
                <a:lnTo>
                  <a:pt x="15077" y="11079"/>
                </a:lnTo>
                <a:lnTo>
                  <a:pt x="15150" y="11299"/>
                </a:lnTo>
                <a:lnTo>
                  <a:pt x="15297" y="11482"/>
                </a:lnTo>
                <a:lnTo>
                  <a:pt x="15481" y="11629"/>
                </a:lnTo>
                <a:lnTo>
                  <a:pt x="15481" y="11665"/>
                </a:lnTo>
                <a:lnTo>
                  <a:pt x="15261" y="11739"/>
                </a:lnTo>
                <a:lnTo>
                  <a:pt x="15077" y="11886"/>
                </a:lnTo>
                <a:lnTo>
                  <a:pt x="14894" y="11996"/>
                </a:lnTo>
                <a:lnTo>
                  <a:pt x="14784" y="12142"/>
                </a:lnTo>
                <a:lnTo>
                  <a:pt x="14674" y="12326"/>
                </a:lnTo>
                <a:lnTo>
                  <a:pt x="14600" y="12509"/>
                </a:lnTo>
                <a:lnTo>
                  <a:pt x="14564" y="12693"/>
                </a:lnTo>
                <a:lnTo>
                  <a:pt x="14527" y="12876"/>
                </a:lnTo>
                <a:lnTo>
                  <a:pt x="14527" y="12986"/>
                </a:lnTo>
                <a:lnTo>
                  <a:pt x="14527" y="13059"/>
                </a:lnTo>
                <a:lnTo>
                  <a:pt x="14600" y="13353"/>
                </a:lnTo>
                <a:lnTo>
                  <a:pt x="14747" y="13610"/>
                </a:lnTo>
                <a:lnTo>
                  <a:pt x="14747" y="13720"/>
                </a:lnTo>
                <a:lnTo>
                  <a:pt x="14784" y="13830"/>
                </a:lnTo>
                <a:lnTo>
                  <a:pt x="14930" y="13903"/>
                </a:lnTo>
                <a:lnTo>
                  <a:pt x="15004" y="13976"/>
                </a:lnTo>
                <a:lnTo>
                  <a:pt x="15297" y="14197"/>
                </a:lnTo>
                <a:lnTo>
                  <a:pt x="15627" y="14380"/>
                </a:lnTo>
                <a:lnTo>
                  <a:pt x="15994" y="14527"/>
                </a:lnTo>
                <a:lnTo>
                  <a:pt x="16398" y="14600"/>
                </a:lnTo>
                <a:lnTo>
                  <a:pt x="16801" y="14600"/>
                </a:lnTo>
                <a:lnTo>
                  <a:pt x="17205" y="14527"/>
                </a:lnTo>
                <a:lnTo>
                  <a:pt x="17571" y="14417"/>
                </a:lnTo>
                <a:lnTo>
                  <a:pt x="17902" y="14233"/>
                </a:lnTo>
                <a:lnTo>
                  <a:pt x="18122" y="14013"/>
                </a:lnTo>
                <a:lnTo>
                  <a:pt x="18268" y="13793"/>
                </a:lnTo>
                <a:lnTo>
                  <a:pt x="18305" y="13536"/>
                </a:lnTo>
                <a:lnTo>
                  <a:pt x="18305" y="13316"/>
                </a:lnTo>
                <a:lnTo>
                  <a:pt x="18232" y="13059"/>
                </a:lnTo>
                <a:lnTo>
                  <a:pt x="18122" y="12803"/>
                </a:lnTo>
                <a:lnTo>
                  <a:pt x="17975" y="12546"/>
                </a:lnTo>
                <a:lnTo>
                  <a:pt x="17792" y="12326"/>
                </a:lnTo>
                <a:lnTo>
                  <a:pt x="17902" y="12289"/>
                </a:lnTo>
                <a:lnTo>
                  <a:pt x="18232" y="12106"/>
                </a:lnTo>
                <a:lnTo>
                  <a:pt x="18599" y="11849"/>
                </a:lnTo>
                <a:lnTo>
                  <a:pt x="18709" y="12032"/>
                </a:lnTo>
                <a:lnTo>
                  <a:pt x="18855" y="12179"/>
                </a:lnTo>
                <a:lnTo>
                  <a:pt x="19002" y="12289"/>
                </a:lnTo>
                <a:lnTo>
                  <a:pt x="19149" y="12362"/>
                </a:lnTo>
                <a:lnTo>
                  <a:pt x="19406" y="12436"/>
                </a:lnTo>
                <a:lnTo>
                  <a:pt x="19662" y="12399"/>
                </a:lnTo>
                <a:lnTo>
                  <a:pt x="19919" y="12326"/>
                </a:lnTo>
                <a:lnTo>
                  <a:pt x="20139" y="12179"/>
                </a:lnTo>
                <a:lnTo>
                  <a:pt x="20359" y="11996"/>
                </a:lnTo>
                <a:lnTo>
                  <a:pt x="20543" y="11776"/>
                </a:lnTo>
                <a:lnTo>
                  <a:pt x="20653" y="11519"/>
                </a:lnTo>
                <a:lnTo>
                  <a:pt x="20726" y="11225"/>
                </a:lnTo>
                <a:lnTo>
                  <a:pt x="20799" y="10858"/>
                </a:lnTo>
                <a:lnTo>
                  <a:pt x="20763" y="10675"/>
                </a:lnTo>
                <a:lnTo>
                  <a:pt x="20726" y="10528"/>
                </a:lnTo>
                <a:lnTo>
                  <a:pt x="20689" y="10382"/>
                </a:lnTo>
                <a:lnTo>
                  <a:pt x="20579" y="10272"/>
                </a:lnTo>
                <a:lnTo>
                  <a:pt x="20359" y="10088"/>
                </a:lnTo>
                <a:lnTo>
                  <a:pt x="20066" y="9978"/>
                </a:lnTo>
                <a:lnTo>
                  <a:pt x="19919" y="9941"/>
                </a:lnTo>
                <a:lnTo>
                  <a:pt x="19626" y="9941"/>
                </a:lnTo>
                <a:lnTo>
                  <a:pt x="19516" y="10015"/>
                </a:lnTo>
                <a:lnTo>
                  <a:pt x="19479" y="10088"/>
                </a:lnTo>
                <a:lnTo>
                  <a:pt x="19185" y="10198"/>
                </a:lnTo>
                <a:lnTo>
                  <a:pt x="18929" y="10308"/>
                </a:lnTo>
                <a:lnTo>
                  <a:pt x="18819" y="10418"/>
                </a:lnTo>
                <a:lnTo>
                  <a:pt x="18672" y="10528"/>
                </a:lnTo>
                <a:lnTo>
                  <a:pt x="18599" y="10675"/>
                </a:lnTo>
                <a:lnTo>
                  <a:pt x="18525" y="10822"/>
                </a:lnTo>
                <a:lnTo>
                  <a:pt x="18452" y="11115"/>
                </a:lnTo>
                <a:lnTo>
                  <a:pt x="18452" y="11409"/>
                </a:lnTo>
                <a:lnTo>
                  <a:pt x="18048" y="11702"/>
                </a:lnTo>
                <a:lnTo>
                  <a:pt x="17645" y="11996"/>
                </a:lnTo>
                <a:lnTo>
                  <a:pt x="17608" y="12032"/>
                </a:lnTo>
                <a:lnTo>
                  <a:pt x="17608" y="12106"/>
                </a:lnTo>
                <a:lnTo>
                  <a:pt x="17241" y="11776"/>
                </a:lnTo>
                <a:lnTo>
                  <a:pt x="16911" y="11519"/>
                </a:lnTo>
                <a:lnTo>
                  <a:pt x="16838" y="11482"/>
                </a:lnTo>
                <a:lnTo>
                  <a:pt x="16691" y="11482"/>
                </a:lnTo>
                <a:lnTo>
                  <a:pt x="16654" y="11555"/>
                </a:lnTo>
                <a:lnTo>
                  <a:pt x="16434" y="11519"/>
                </a:lnTo>
                <a:lnTo>
                  <a:pt x="16214" y="11519"/>
                </a:lnTo>
                <a:lnTo>
                  <a:pt x="15774" y="11555"/>
                </a:lnTo>
                <a:lnTo>
                  <a:pt x="15811" y="11445"/>
                </a:lnTo>
                <a:lnTo>
                  <a:pt x="15774" y="11335"/>
                </a:lnTo>
                <a:lnTo>
                  <a:pt x="15664" y="11152"/>
                </a:lnTo>
                <a:lnTo>
                  <a:pt x="15554" y="11005"/>
                </a:lnTo>
                <a:lnTo>
                  <a:pt x="15444" y="10822"/>
                </a:lnTo>
                <a:lnTo>
                  <a:pt x="15371" y="10602"/>
                </a:lnTo>
                <a:lnTo>
                  <a:pt x="15334" y="10418"/>
                </a:lnTo>
                <a:lnTo>
                  <a:pt x="15297" y="10308"/>
                </a:lnTo>
                <a:lnTo>
                  <a:pt x="15224" y="10235"/>
                </a:lnTo>
                <a:lnTo>
                  <a:pt x="15627" y="10015"/>
                </a:lnTo>
                <a:lnTo>
                  <a:pt x="16031" y="9758"/>
                </a:lnTo>
                <a:lnTo>
                  <a:pt x="16361" y="9428"/>
                </a:lnTo>
                <a:lnTo>
                  <a:pt x="16471" y="9281"/>
                </a:lnTo>
                <a:lnTo>
                  <a:pt x="16581" y="9098"/>
                </a:lnTo>
                <a:lnTo>
                  <a:pt x="16654" y="8878"/>
                </a:lnTo>
                <a:lnTo>
                  <a:pt x="16691" y="8621"/>
                </a:lnTo>
                <a:lnTo>
                  <a:pt x="16691" y="8364"/>
                </a:lnTo>
                <a:lnTo>
                  <a:pt x="16691" y="8107"/>
                </a:lnTo>
                <a:lnTo>
                  <a:pt x="16581" y="7631"/>
                </a:lnTo>
                <a:lnTo>
                  <a:pt x="16398" y="7190"/>
                </a:lnTo>
                <a:lnTo>
                  <a:pt x="16251" y="6897"/>
                </a:lnTo>
                <a:lnTo>
                  <a:pt x="16031" y="6640"/>
                </a:lnTo>
                <a:lnTo>
                  <a:pt x="15884" y="6530"/>
                </a:lnTo>
                <a:lnTo>
                  <a:pt x="15737" y="6457"/>
                </a:lnTo>
                <a:lnTo>
                  <a:pt x="15591" y="6420"/>
                </a:lnTo>
                <a:lnTo>
                  <a:pt x="15407" y="6383"/>
                </a:lnTo>
                <a:lnTo>
                  <a:pt x="15077" y="631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4" name="Google Shape;504;p10"/>
          <p:cNvSpPr/>
          <p:nvPr/>
        </p:nvSpPr>
        <p:spPr>
          <a:xfrm>
            <a:off x="10456069" y="-134498"/>
            <a:ext cx="517491" cy="545251"/>
          </a:xfrm>
          <a:custGeom>
            <a:avLst/>
            <a:gdLst/>
            <a:ahLst/>
            <a:cxnLst/>
            <a:rect l="l" t="t" r="r" b="b"/>
            <a:pathLst>
              <a:path w="13683" h="14417" extrusionOk="0">
                <a:moveTo>
                  <a:pt x="9281" y="2311"/>
                </a:moveTo>
                <a:lnTo>
                  <a:pt x="9170" y="2385"/>
                </a:lnTo>
                <a:lnTo>
                  <a:pt x="9134" y="2495"/>
                </a:lnTo>
                <a:lnTo>
                  <a:pt x="9097" y="2568"/>
                </a:lnTo>
                <a:lnTo>
                  <a:pt x="9097" y="2678"/>
                </a:lnTo>
                <a:lnTo>
                  <a:pt x="9134" y="2862"/>
                </a:lnTo>
                <a:lnTo>
                  <a:pt x="9207" y="3082"/>
                </a:lnTo>
                <a:lnTo>
                  <a:pt x="9464" y="3742"/>
                </a:lnTo>
                <a:lnTo>
                  <a:pt x="9721" y="4402"/>
                </a:lnTo>
                <a:lnTo>
                  <a:pt x="9647" y="4439"/>
                </a:lnTo>
                <a:lnTo>
                  <a:pt x="9060" y="5283"/>
                </a:lnTo>
                <a:lnTo>
                  <a:pt x="8804" y="5649"/>
                </a:lnTo>
                <a:lnTo>
                  <a:pt x="8694" y="5833"/>
                </a:lnTo>
                <a:lnTo>
                  <a:pt x="8657" y="5943"/>
                </a:lnTo>
                <a:lnTo>
                  <a:pt x="8694" y="6053"/>
                </a:lnTo>
                <a:lnTo>
                  <a:pt x="8804" y="6016"/>
                </a:lnTo>
                <a:lnTo>
                  <a:pt x="8877" y="5980"/>
                </a:lnTo>
                <a:lnTo>
                  <a:pt x="9024" y="5833"/>
                </a:lnTo>
                <a:lnTo>
                  <a:pt x="9281" y="5503"/>
                </a:lnTo>
                <a:lnTo>
                  <a:pt x="9941" y="4659"/>
                </a:lnTo>
                <a:lnTo>
                  <a:pt x="10014" y="4659"/>
                </a:lnTo>
                <a:lnTo>
                  <a:pt x="10124" y="4622"/>
                </a:lnTo>
                <a:lnTo>
                  <a:pt x="10161" y="4549"/>
                </a:lnTo>
                <a:lnTo>
                  <a:pt x="10161" y="4439"/>
                </a:lnTo>
                <a:lnTo>
                  <a:pt x="9684" y="3229"/>
                </a:lnTo>
                <a:lnTo>
                  <a:pt x="9427" y="2715"/>
                </a:lnTo>
                <a:lnTo>
                  <a:pt x="9354" y="2532"/>
                </a:lnTo>
                <a:lnTo>
                  <a:pt x="9317" y="2422"/>
                </a:lnTo>
                <a:lnTo>
                  <a:pt x="9317" y="2348"/>
                </a:lnTo>
                <a:lnTo>
                  <a:pt x="9317" y="2311"/>
                </a:lnTo>
                <a:close/>
                <a:moveTo>
                  <a:pt x="8694" y="1615"/>
                </a:moveTo>
                <a:lnTo>
                  <a:pt x="8767" y="1798"/>
                </a:lnTo>
                <a:lnTo>
                  <a:pt x="8804" y="1908"/>
                </a:lnTo>
                <a:lnTo>
                  <a:pt x="8914" y="1981"/>
                </a:lnTo>
                <a:lnTo>
                  <a:pt x="9024" y="2055"/>
                </a:lnTo>
                <a:lnTo>
                  <a:pt x="9170" y="2018"/>
                </a:lnTo>
                <a:lnTo>
                  <a:pt x="9391" y="1908"/>
                </a:lnTo>
                <a:lnTo>
                  <a:pt x="9611" y="1725"/>
                </a:lnTo>
                <a:lnTo>
                  <a:pt x="9867" y="2275"/>
                </a:lnTo>
                <a:lnTo>
                  <a:pt x="10161" y="2752"/>
                </a:lnTo>
                <a:lnTo>
                  <a:pt x="10454" y="3265"/>
                </a:lnTo>
                <a:lnTo>
                  <a:pt x="10674" y="3779"/>
                </a:lnTo>
                <a:lnTo>
                  <a:pt x="10528" y="3925"/>
                </a:lnTo>
                <a:lnTo>
                  <a:pt x="10381" y="4072"/>
                </a:lnTo>
                <a:lnTo>
                  <a:pt x="10271" y="4256"/>
                </a:lnTo>
                <a:lnTo>
                  <a:pt x="10234" y="4476"/>
                </a:lnTo>
                <a:lnTo>
                  <a:pt x="10271" y="4586"/>
                </a:lnTo>
                <a:lnTo>
                  <a:pt x="10344" y="4659"/>
                </a:lnTo>
                <a:lnTo>
                  <a:pt x="10344" y="4806"/>
                </a:lnTo>
                <a:lnTo>
                  <a:pt x="10381" y="4879"/>
                </a:lnTo>
                <a:lnTo>
                  <a:pt x="10491" y="4916"/>
                </a:lnTo>
                <a:lnTo>
                  <a:pt x="10491" y="4953"/>
                </a:lnTo>
                <a:lnTo>
                  <a:pt x="10344" y="5173"/>
                </a:lnTo>
                <a:lnTo>
                  <a:pt x="9977" y="5649"/>
                </a:lnTo>
                <a:lnTo>
                  <a:pt x="9647" y="6163"/>
                </a:lnTo>
                <a:lnTo>
                  <a:pt x="9501" y="6090"/>
                </a:lnTo>
                <a:lnTo>
                  <a:pt x="9317" y="6053"/>
                </a:lnTo>
                <a:lnTo>
                  <a:pt x="9134" y="6126"/>
                </a:lnTo>
                <a:lnTo>
                  <a:pt x="8950" y="6200"/>
                </a:lnTo>
                <a:lnTo>
                  <a:pt x="8840" y="6346"/>
                </a:lnTo>
                <a:lnTo>
                  <a:pt x="8730" y="6493"/>
                </a:lnTo>
                <a:lnTo>
                  <a:pt x="8327" y="6493"/>
                </a:lnTo>
                <a:lnTo>
                  <a:pt x="7556" y="6530"/>
                </a:lnTo>
                <a:lnTo>
                  <a:pt x="7520" y="6456"/>
                </a:lnTo>
                <a:lnTo>
                  <a:pt x="7410" y="6383"/>
                </a:lnTo>
                <a:lnTo>
                  <a:pt x="7080" y="6273"/>
                </a:lnTo>
                <a:lnTo>
                  <a:pt x="7043" y="6273"/>
                </a:lnTo>
                <a:lnTo>
                  <a:pt x="6970" y="6236"/>
                </a:lnTo>
                <a:lnTo>
                  <a:pt x="6786" y="6236"/>
                </a:lnTo>
                <a:lnTo>
                  <a:pt x="6639" y="6200"/>
                </a:lnTo>
                <a:lnTo>
                  <a:pt x="5832" y="5429"/>
                </a:lnTo>
                <a:lnTo>
                  <a:pt x="5246" y="4879"/>
                </a:lnTo>
                <a:lnTo>
                  <a:pt x="5319" y="4696"/>
                </a:lnTo>
                <a:lnTo>
                  <a:pt x="5319" y="4512"/>
                </a:lnTo>
                <a:lnTo>
                  <a:pt x="5282" y="4439"/>
                </a:lnTo>
                <a:lnTo>
                  <a:pt x="5246" y="4366"/>
                </a:lnTo>
                <a:lnTo>
                  <a:pt x="5099" y="4256"/>
                </a:lnTo>
                <a:lnTo>
                  <a:pt x="5282" y="3815"/>
                </a:lnTo>
                <a:lnTo>
                  <a:pt x="5796" y="2715"/>
                </a:lnTo>
                <a:lnTo>
                  <a:pt x="6126" y="2018"/>
                </a:lnTo>
                <a:lnTo>
                  <a:pt x="6273" y="2018"/>
                </a:lnTo>
                <a:lnTo>
                  <a:pt x="6419" y="1981"/>
                </a:lnTo>
                <a:lnTo>
                  <a:pt x="6566" y="1908"/>
                </a:lnTo>
                <a:lnTo>
                  <a:pt x="6713" y="1798"/>
                </a:lnTo>
                <a:lnTo>
                  <a:pt x="6823" y="1688"/>
                </a:lnTo>
                <a:lnTo>
                  <a:pt x="7483" y="1651"/>
                </a:lnTo>
                <a:lnTo>
                  <a:pt x="8694" y="1615"/>
                </a:lnTo>
                <a:close/>
                <a:moveTo>
                  <a:pt x="6823" y="6823"/>
                </a:moveTo>
                <a:lnTo>
                  <a:pt x="6933" y="6897"/>
                </a:lnTo>
                <a:lnTo>
                  <a:pt x="6749" y="6897"/>
                </a:lnTo>
                <a:lnTo>
                  <a:pt x="6713" y="6860"/>
                </a:lnTo>
                <a:lnTo>
                  <a:pt x="6823" y="6823"/>
                </a:lnTo>
                <a:close/>
                <a:moveTo>
                  <a:pt x="2714" y="5393"/>
                </a:moveTo>
                <a:lnTo>
                  <a:pt x="2641" y="5429"/>
                </a:lnTo>
                <a:lnTo>
                  <a:pt x="2531" y="5503"/>
                </a:lnTo>
                <a:lnTo>
                  <a:pt x="2458" y="5576"/>
                </a:lnTo>
                <a:lnTo>
                  <a:pt x="2274" y="5796"/>
                </a:lnTo>
                <a:lnTo>
                  <a:pt x="1981" y="6310"/>
                </a:lnTo>
                <a:lnTo>
                  <a:pt x="1651" y="6860"/>
                </a:lnTo>
                <a:lnTo>
                  <a:pt x="1504" y="7080"/>
                </a:lnTo>
                <a:lnTo>
                  <a:pt x="1431" y="7190"/>
                </a:lnTo>
                <a:lnTo>
                  <a:pt x="1394" y="7263"/>
                </a:lnTo>
                <a:lnTo>
                  <a:pt x="1394" y="7337"/>
                </a:lnTo>
                <a:lnTo>
                  <a:pt x="1321" y="7374"/>
                </a:lnTo>
                <a:lnTo>
                  <a:pt x="1321" y="7410"/>
                </a:lnTo>
                <a:lnTo>
                  <a:pt x="1321" y="7520"/>
                </a:lnTo>
                <a:lnTo>
                  <a:pt x="1394" y="7557"/>
                </a:lnTo>
                <a:lnTo>
                  <a:pt x="1504" y="7594"/>
                </a:lnTo>
                <a:lnTo>
                  <a:pt x="1614" y="7520"/>
                </a:lnTo>
                <a:lnTo>
                  <a:pt x="1724" y="7447"/>
                </a:lnTo>
                <a:lnTo>
                  <a:pt x="1834" y="7337"/>
                </a:lnTo>
                <a:lnTo>
                  <a:pt x="2018" y="7043"/>
                </a:lnTo>
                <a:lnTo>
                  <a:pt x="2128" y="6823"/>
                </a:lnTo>
                <a:lnTo>
                  <a:pt x="2568" y="6200"/>
                </a:lnTo>
                <a:lnTo>
                  <a:pt x="2751" y="5870"/>
                </a:lnTo>
                <a:lnTo>
                  <a:pt x="2861" y="5723"/>
                </a:lnTo>
                <a:lnTo>
                  <a:pt x="2861" y="5539"/>
                </a:lnTo>
                <a:lnTo>
                  <a:pt x="2861" y="5466"/>
                </a:lnTo>
                <a:lnTo>
                  <a:pt x="2788" y="5429"/>
                </a:lnTo>
                <a:lnTo>
                  <a:pt x="2714" y="5393"/>
                </a:lnTo>
                <a:close/>
                <a:moveTo>
                  <a:pt x="4072" y="4843"/>
                </a:moveTo>
                <a:lnTo>
                  <a:pt x="4182" y="5026"/>
                </a:lnTo>
                <a:lnTo>
                  <a:pt x="4328" y="5173"/>
                </a:lnTo>
                <a:lnTo>
                  <a:pt x="4475" y="5209"/>
                </a:lnTo>
                <a:lnTo>
                  <a:pt x="4622" y="5246"/>
                </a:lnTo>
                <a:lnTo>
                  <a:pt x="4769" y="5246"/>
                </a:lnTo>
                <a:lnTo>
                  <a:pt x="4915" y="5209"/>
                </a:lnTo>
                <a:lnTo>
                  <a:pt x="5319" y="5576"/>
                </a:lnTo>
                <a:lnTo>
                  <a:pt x="6163" y="6456"/>
                </a:lnTo>
                <a:lnTo>
                  <a:pt x="6126" y="6530"/>
                </a:lnTo>
                <a:lnTo>
                  <a:pt x="6089" y="6640"/>
                </a:lnTo>
                <a:lnTo>
                  <a:pt x="6126" y="6787"/>
                </a:lnTo>
                <a:lnTo>
                  <a:pt x="6163" y="6897"/>
                </a:lnTo>
                <a:lnTo>
                  <a:pt x="6236" y="7007"/>
                </a:lnTo>
                <a:lnTo>
                  <a:pt x="6236" y="7080"/>
                </a:lnTo>
                <a:lnTo>
                  <a:pt x="5942" y="7410"/>
                </a:lnTo>
                <a:lnTo>
                  <a:pt x="5686" y="7777"/>
                </a:lnTo>
                <a:lnTo>
                  <a:pt x="5172" y="8511"/>
                </a:lnTo>
                <a:lnTo>
                  <a:pt x="4695" y="9134"/>
                </a:lnTo>
                <a:lnTo>
                  <a:pt x="4585" y="9061"/>
                </a:lnTo>
                <a:lnTo>
                  <a:pt x="4439" y="9061"/>
                </a:lnTo>
                <a:lnTo>
                  <a:pt x="4255" y="9098"/>
                </a:lnTo>
                <a:lnTo>
                  <a:pt x="4108" y="9208"/>
                </a:lnTo>
                <a:lnTo>
                  <a:pt x="3998" y="9354"/>
                </a:lnTo>
                <a:lnTo>
                  <a:pt x="3925" y="9538"/>
                </a:lnTo>
                <a:lnTo>
                  <a:pt x="3595" y="9501"/>
                </a:lnTo>
                <a:lnTo>
                  <a:pt x="2825" y="9538"/>
                </a:lnTo>
                <a:lnTo>
                  <a:pt x="2788" y="9354"/>
                </a:lnTo>
                <a:lnTo>
                  <a:pt x="2678" y="9208"/>
                </a:lnTo>
                <a:lnTo>
                  <a:pt x="2531" y="9098"/>
                </a:lnTo>
                <a:lnTo>
                  <a:pt x="2384" y="9061"/>
                </a:lnTo>
                <a:lnTo>
                  <a:pt x="2238" y="9061"/>
                </a:lnTo>
                <a:lnTo>
                  <a:pt x="2054" y="9098"/>
                </a:lnTo>
                <a:lnTo>
                  <a:pt x="1577" y="8437"/>
                </a:lnTo>
                <a:lnTo>
                  <a:pt x="1394" y="8107"/>
                </a:lnTo>
                <a:lnTo>
                  <a:pt x="1137" y="7777"/>
                </a:lnTo>
                <a:lnTo>
                  <a:pt x="1211" y="7594"/>
                </a:lnTo>
                <a:lnTo>
                  <a:pt x="1247" y="7447"/>
                </a:lnTo>
                <a:lnTo>
                  <a:pt x="1211" y="7263"/>
                </a:lnTo>
                <a:lnTo>
                  <a:pt x="1174" y="7117"/>
                </a:lnTo>
                <a:lnTo>
                  <a:pt x="1064" y="7007"/>
                </a:lnTo>
                <a:lnTo>
                  <a:pt x="1101" y="6933"/>
                </a:lnTo>
                <a:lnTo>
                  <a:pt x="1174" y="6823"/>
                </a:lnTo>
                <a:lnTo>
                  <a:pt x="1247" y="6640"/>
                </a:lnTo>
                <a:lnTo>
                  <a:pt x="1614" y="5980"/>
                </a:lnTo>
                <a:lnTo>
                  <a:pt x="1944" y="5356"/>
                </a:lnTo>
                <a:lnTo>
                  <a:pt x="2164" y="5356"/>
                </a:lnTo>
                <a:lnTo>
                  <a:pt x="2384" y="5283"/>
                </a:lnTo>
                <a:lnTo>
                  <a:pt x="2531" y="5136"/>
                </a:lnTo>
                <a:lnTo>
                  <a:pt x="2604" y="5063"/>
                </a:lnTo>
                <a:lnTo>
                  <a:pt x="2641" y="4953"/>
                </a:lnTo>
                <a:lnTo>
                  <a:pt x="2678" y="4916"/>
                </a:lnTo>
                <a:lnTo>
                  <a:pt x="3118" y="4953"/>
                </a:lnTo>
                <a:lnTo>
                  <a:pt x="3705" y="4916"/>
                </a:lnTo>
                <a:lnTo>
                  <a:pt x="4072" y="4843"/>
                </a:lnTo>
                <a:close/>
                <a:moveTo>
                  <a:pt x="8877" y="7740"/>
                </a:moveTo>
                <a:lnTo>
                  <a:pt x="8877" y="7777"/>
                </a:lnTo>
                <a:lnTo>
                  <a:pt x="8877" y="7814"/>
                </a:lnTo>
                <a:lnTo>
                  <a:pt x="8914" y="7997"/>
                </a:lnTo>
                <a:lnTo>
                  <a:pt x="8914" y="8070"/>
                </a:lnTo>
                <a:lnTo>
                  <a:pt x="8950" y="8181"/>
                </a:lnTo>
                <a:lnTo>
                  <a:pt x="9391" y="8731"/>
                </a:lnTo>
                <a:lnTo>
                  <a:pt x="9794" y="9281"/>
                </a:lnTo>
                <a:lnTo>
                  <a:pt x="9941" y="9464"/>
                </a:lnTo>
                <a:lnTo>
                  <a:pt x="10014" y="9538"/>
                </a:lnTo>
                <a:lnTo>
                  <a:pt x="10124" y="9574"/>
                </a:lnTo>
                <a:lnTo>
                  <a:pt x="10234" y="9574"/>
                </a:lnTo>
                <a:lnTo>
                  <a:pt x="10308" y="9538"/>
                </a:lnTo>
                <a:lnTo>
                  <a:pt x="10381" y="9501"/>
                </a:lnTo>
                <a:lnTo>
                  <a:pt x="10418" y="9391"/>
                </a:lnTo>
                <a:lnTo>
                  <a:pt x="10418" y="9354"/>
                </a:lnTo>
                <a:lnTo>
                  <a:pt x="10418" y="9244"/>
                </a:lnTo>
                <a:lnTo>
                  <a:pt x="10381" y="9171"/>
                </a:lnTo>
                <a:lnTo>
                  <a:pt x="10308" y="9134"/>
                </a:lnTo>
                <a:lnTo>
                  <a:pt x="10198" y="9098"/>
                </a:lnTo>
                <a:lnTo>
                  <a:pt x="10088" y="8951"/>
                </a:lnTo>
                <a:lnTo>
                  <a:pt x="10014" y="8841"/>
                </a:lnTo>
                <a:lnTo>
                  <a:pt x="9647" y="8401"/>
                </a:lnTo>
                <a:lnTo>
                  <a:pt x="9281" y="7924"/>
                </a:lnTo>
                <a:lnTo>
                  <a:pt x="9207" y="7850"/>
                </a:lnTo>
                <a:lnTo>
                  <a:pt x="9134" y="7814"/>
                </a:lnTo>
                <a:lnTo>
                  <a:pt x="8950" y="7740"/>
                </a:lnTo>
                <a:close/>
                <a:moveTo>
                  <a:pt x="2128" y="9721"/>
                </a:moveTo>
                <a:lnTo>
                  <a:pt x="2054" y="9758"/>
                </a:lnTo>
                <a:lnTo>
                  <a:pt x="2054" y="9721"/>
                </a:lnTo>
                <a:close/>
                <a:moveTo>
                  <a:pt x="5612" y="9281"/>
                </a:moveTo>
                <a:lnTo>
                  <a:pt x="5576" y="9318"/>
                </a:lnTo>
                <a:lnTo>
                  <a:pt x="5576" y="9354"/>
                </a:lnTo>
                <a:lnTo>
                  <a:pt x="5576" y="9538"/>
                </a:lnTo>
                <a:lnTo>
                  <a:pt x="5649" y="9684"/>
                </a:lnTo>
                <a:lnTo>
                  <a:pt x="5796" y="9941"/>
                </a:lnTo>
                <a:lnTo>
                  <a:pt x="6163" y="10455"/>
                </a:lnTo>
                <a:lnTo>
                  <a:pt x="6456" y="10895"/>
                </a:lnTo>
                <a:lnTo>
                  <a:pt x="6603" y="11115"/>
                </a:lnTo>
                <a:lnTo>
                  <a:pt x="6823" y="11298"/>
                </a:lnTo>
                <a:lnTo>
                  <a:pt x="6860" y="11372"/>
                </a:lnTo>
                <a:lnTo>
                  <a:pt x="6970" y="11482"/>
                </a:lnTo>
                <a:lnTo>
                  <a:pt x="7043" y="11519"/>
                </a:lnTo>
                <a:lnTo>
                  <a:pt x="7116" y="11519"/>
                </a:lnTo>
                <a:lnTo>
                  <a:pt x="7190" y="11482"/>
                </a:lnTo>
                <a:lnTo>
                  <a:pt x="7226" y="11408"/>
                </a:lnTo>
                <a:lnTo>
                  <a:pt x="7263" y="11188"/>
                </a:lnTo>
                <a:lnTo>
                  <a:pt x="7226" y="11078"/>
                </a:lnTo>
                <a:lnTo>
                  <a:pt x="7153" y="10968"/>
                </a:lnTo>
                <a:lnTo>
                  <a:pt x="7080" y="10932"/>
                </a:lnTo>
                <a:lnTo>
                  <a:pt x="7006" y="10895"/>
                </a:lnTo>
                <a:lnTo>
                  <a:pt x="6933" y="10785"/>
                </a:lnTo>
                <a:lnTo>
                  <a:pt x="6860" y="10675"/>
                </a:lnTo>
                <a:lnTo>
                  <a:pt x="6713" y="10455"/>
                </a:lnTo>
                <a:lnTo>
                  <a:pt x="6273" y="9831"/>
                </a:lnTo>
                <a:lnTo>
                  <a:pt x="6016" y="9501"/>
                </a:lnTo>
                <a:lnTo>
                  <a:pt x="5869" y="9391"/>
                </a:lnTo>
                <a:lnTo>
                  <a:pt x="5722" y="9281"/>
                </a:lnTo>
                <a:close/>
                <a:moveTo>
                  <a:pt x="8730" y="6970"/>
                </a:moveTo>
                <a:lnTo>
                  <a:pt x="8804" y="7080"/>
                </a:lnTo>
                <a:lnTo>
                  <a:pt x="8914" y="7153"/>
                </a:lnTo>
                <a:lnTo>
                  <a:pt x="8987" y="7227"/>
                </a:lnTo>
                <a:lnTo>
                  <a:pt x="9097" y="7263"/>
                </a:lnTo>
                <a:lnTo>
                  <a:pt x="9391" y="7227"/>
                </a:lnTo>
                <a:lnTo>
                  <a:pt x="9501" y="7263"/>
                </a:lnTo>
                <a:lnTo>
                  <a:pt x="9574" y="7300"/>
                </a:lnTo>
                <a:lnTo>
                  <a:pt x="9721" y="7557"/>
                </a:lnTo>
                <a:lnTo>
                  <a:pt x="9867" y="7814"/>
                </a:lnTo>
                <a:lnTo>
                  <a:pt x="10234" y="8364"/>
                </a:lnTo>
                <a:lnTo>
                  <a:pt x="10711" y="9098"/>
                </a:lnTo>
                <a:lnTo>
                  <a:pt x="10638" y="9281"/>
                </a:lnTo>
                <a:lnTo>
                  <a:pt x="10601" y="9428"/>
                </a:lnTo>
                <a:lnTo>
                  <a:pt x="10564" y="9758"/>
                </a:lnTo>
                <a:lnTo>
                  <a:pt x="10528" y="9941"/>
                </a:lnTo>
                <a:lnTo>
                  <a:pt x="10528" y="10125"/>
                </a:lnTo>
                <a:lnTo>
                  <a:pt x="10528" y="10235"/>
                </a:lnTo>
                <a:lnTo>
                  <a:pt x="10564" y="10271"/>
                </a:lnTo>
                <a:lnTo>
                  <a:pt x="10344" y="10638"/>
                </a:lnTo>
                <a:lnTo>
                  <a:pt x="9794" y="11555"/>
                </a:lnTo>
                <a:lnTo>
                  <a:pt x="9684" y="11519"/>
                </a:lnTo>
                <a:lnTo>
                  <a:pt x="9537" y="11519"/>
                </a:lnTo>
                <a:lnTo>
                  <a:pt x="9391" y="11555"/>
                </a:lnTo>
                <a:lnTo>
                  <a:pt x="9281" y="11629"/>
                </a:lnTo>
                <a:lnTo>
                  <a:pt x="9170" y="11702"/>
                </a:lnTo>
                <a:lnTo>
                  <a:pt x="9097" y="11812"/>
                </a:lnTo>
                <a:lnTo>
                  <a:pt x="9024" y="11922"/>
                </a:lnTo>
                <a:lnTo>
                  <a:pt x="8987" y="12032"/>
                </a:lnTo>
                <a:lnTo>
                  <a:pt x="8400" y="12069"/>
                </a:lnTo>
                <a:lnTo>
                  <a:pt x="7483" y="12142"/>
                </a:lnTo>
                <a:lnTo>
                  <a:pt x="7006" y="12142"/>
                </a:lnTo>
                <a:lnTo>
                  <a:pt x="6970" y="11959"/>
                </a:lnTo>
                <a:lnTo>
                  <a:pt x="6823" y="11775"/>
                </a:lnTo>
                <a:lnTo>
                  <a:pt x="6749" y="11739"/>
                </a:lnTo>
                <a:lnTo>
                  <a:pt x="6676" y="11702"/>
                </a:lnTo>
                <a:lnTo>
                  <a:pt x="6493" y="11665"/>
                </a:lnTo>
                <a:lnTo>
                  <a:pt x="6419" y="11629"/>
                </a:lnTo>
                <a:lnTo>
                  <a:pt x="6346" y="11665"/>
                </a:lnTo>
                <a:lnTo>
                  <a:pt x="6273" y="11739"/>
                </a:lnTo>
                <a:lnTo>
                  <a:pt x="6199" y="11739"/>
                </a:lnTo>
                <a:lnTo>
                  <a:pt x="5979" y="11225"/>
                </a:lnTo>
                <a:lnTo>
                  <a:pt x="5722" y="10712"/>
                </a:lnTo>
                <a:lnTo>
                  <a:pt x="5466" y="10308"/>
                </a:lnTo>
                <a:lnTo>
                  <a:pt x="5172" y="9868"/>
                </a:lnTo>
                <a:lnTo>
                  <a:pt x="5209" y="9758"/>
                </a:lnTo>
                <a:lnTo>
                  <a:pt x="5246" y="9648"/>
                </a:lnTo>
                <a:lnTo>
                  <a:pt x="5246" y="9501"/>
                </a:lnTo>
                <a:lnTo>
                  <a:pt x="5209" y="9391"/>
                </a:lnTo>
                <a:lnTo>
                  <a:pt x="5135" y="9318"/>
                </a:lnTo>
                <a:lnTo>
                  <a:pt x="5099" y="9318"/>
                </a:lnTo>
                <a:lnTo>
                  <a:pt x="5209" y="9171"/>
                </a:lnTo>
                <a:lnTo>
                  <a:pt x="5759" y="8401"/>
                </a:lnTo>
                <a:lnTo>
                  <a:pt x="6163" y="7850"/>
                </a:lnTo>
                <a:lnTo>
                  <a:pt x="6383" y="7594"/>
                </a:lnTo>
                <a:lnTo>
                  <a:pt x="6529" y="7300"/>
                </a:lnTo>
                <a:lnTo>
                  <a:pt x="6676" y="7337"/>
                </a:lnTo>
                <a:lnTo>
                  <a:pt x="6933" y="7337"/>
                </a:lnTo>
                <a:lnTo>
                  <a:pt x="7080" y="7300"/>
                </a:lnTo>
                <a:lnTo>
                  <a:pt x="7190" y="7263"/>
                </a:lnTo>
                <a:lnTo>
                  <a:pt x="7300" y="7153"/>
                </a:lnTo>
                <a:lnTo>
                  <a:pt x="7410" y="7080"/>
                </a:lnTo>
                <a:lnTo>
                  <a:pt x="7483" y="6970"/>
                </a:lnTo>
                <a:close/>
                <a:moveTo>
                  <a:pt x="4769" y="1"/>
                </a:moveTo>
                <a:lnTo>
                  <a:pt x="4769" y="37"/>
                </a:lnTo>
                <a:lnTo>
                  <a:pt x="4805" y="184"/>
                </a:lnTo>
                <a:lnTo>
                  <a:pt x="4879" y="294"/>
                </a:lnTo>
                <a:lnTo>
                  <a:pt x="4989" y="367"/>
                </a:lnTo>
                <a:lnTo>
                  <a:pt x="5099" y="404"/>
                </a:lnTo>
                <a:lnTo>
                  <a:pt x="5172" y="551"/>
                </a:lnTo>
                <a:lnTo>
                  <a:pt x="5282" y="697"/>
                </a:lnTo>
                <a:lnTo>
                  <a:pt x="5466" y="991"/>
                </a:lnTo>
                <a:lnTo>
                  <a:pt x="5539" y="1101"/>
                </a:lnTo>
                <a:lnTo>
                  <a:pt x="5466" y="1284"/>
                </a:lnTo>
                <a:lnTo>
                  <a:pt x="5466" y="1468"/>
                </a:lnTo>
                <a:lnTo>
                  <a:pt x="5539" y="1688"/>
                </a:lnTo>
                <a:lnTo>
                  <a:pt x="5649" y="1835"/>
                </a:lnTo>
                <a:lnTo>
                  <a:pt x="5722" y="1908"/>
                </a:lnTo>
                <a:lnTo>
                  <a:pt x="5356" y="2605"/>
                </a:lnTo>
                <a:lnTo>
                  <a:pt x="4879" y="3595"/>
                </a:lnTo>
                <a:lnTo>
                  <a:pt x="4769" y="3852"/>
                </a:lnTo>
                <a:lnTo>
                  <a:pt x="4622" y="4072"/>
                </a:lnTo>
                <a:lnTo>
                  <a:pt x="4402" y="4072"/>
                </a:lnTo>
                <a:lnTo>
                  <a:pt x="4292" y="4109"/>
                </a:lnTo>
                <a:lnTo>
                  <a:pt x="4182" y="4182"/>
                </a:lnTo>
                <a:lnTo>
                  <a:pt x="4108" y="4292"/>
                </a:lnTo>
                <a:lnTo>
                  <a:pt x="4072" y="4402"/>
                </a:lnTo>
                <a:lnTo>
                  <a:pt x="3485" y="4476"/>
                </a:lnTo>
                <a:lnTo>
                  <a:pt x="3045" y="4512"/>
                </a:lnTo>
                <a:lnTo>
                  <a:pt x="2678" y="4549"/>
                </a:lnTo>
                <a:lnTo>
                  <a:pt x="2568" y="4366"/>
                </a:lnTo>
                <a:lnTo>
                  <a:pt x="2458" y="4219"/>
                </a:lnTo>
                <a:lnTo>
                  <a:pt x="2274" y="4146"/>
                </a:lnTo>
                <a:lnTo>
                  <a:pt x="2091" y="4109"/>
                </a:lnTo>
                <a:lnTo>
                  <a:pt x="1907" y="4109"/>
                </a:lnTo>
                <a:lnTo>
                  <a:pt x="1797" y="4182"/>
                </a:lnTo>
                <a:lnTo>
                  <a:pt x="1651" y="4292"/>
                </a:lnTo>
                <a:lnTo>
                  <a:pt x="1577" y="4402"/>
                </a:lnTo>
                <a:lnTo>
                  <a:pt x="1504" y="4512"/>
                </a:lnTo>
                <a:lnTo>
                  <a:pt x="1504" y="4622"/>
                </a:lnTo>
                <a:lnTo>
                  <a:pt x="1431" y="4769"/>
                </a:lnTo>
                <a:lnTo>
                  <a:pt x="1431" y="4953"/>
                </a:lnTo>
                <a:lnTo>
                  <a:pt x="1467" y="5099"/>
                </a:lnTo>
                <a:lnTo>
                  <a:pt x="1504" y="5173"/>
                </a:lnTo>
                <a:lnTo>
                  <a:pt x="1504" y="5209"/>
                </a:lnTo>
                <a:lnTo>
                  <a:pt x="1247" y="5760"/>
                </a:lnTo>
                <a:lnTo>
                  <a:pt x="880" y="6420"/>
                </a:lnTo>
                <a:lnTo>
                  <a:pt x="770" y="6640"/>
                </a:lnTo>
                <a:lnTo>
                  <a:pt x="770" y="6713"/>
                </a:lnTo>
                <a:lnTo>
                  <a:pt x="734" y="6823"/>
                </a:lnTo>
                <a:lnTo>
                  <a:pt x="734" y="6787"/>
                </a:lnTo>
                <a:lnTo>
                  <a:pt x="624" y="6787"/>
                </a:lnTo>
                <a:lnTo>
                  <a:pt x="550" y="6823"/>
                </a:lnTo>
                <a:lnTo>
                  <a:pt x="404" y="6933"/>
                </a:lnTo>
                <a:lnTo>
                  <a:pt x="330" y="6970"/>
                </a:lnTo>
                <a:lnTo>
                  <a:pt x="257" y="7007"/>
                </a:lnTo>
                <a:lnTo>
                  <a:pt x="183" y="7117"/>
                </a:lnTo>
                <a:lnTo>
                  <a:pt x="110" y="7227"/>
                </a:lnTo>
                <a:lnTo>
                  <a:pt x="110" y="7447"/>
                </a:lnTo>
                <a:lnTo>
                  <a:pt x="0" y="7777"/>
                </a:lnTo>
                <a:lnTo>
                  <a:pt x="37" y="7850"/>
                </a:lnTo>
                <a:lnTo>
                  <a:pt x="73" y="7887"/>
                </a:lnTo>
                <a:lnTo>
                  <a:pt x="110" y="7960"/>
                </a:lnTo>
                <a:lnTo>
                  <a:pt x="183" y="7960"/>
                </a:lnTo>
                <a:lnTo>
                  <a:pt x="367" y="8034"/>
                </a:lnTo>
                <a:lnTo>
                  <a:pt x="660" y="8034"/>
                </a:lnTo>
                <a:lnTo>
                  <a:pt x="660" y="7997"/>
                </a:lnTo>
                <a:lnTo>
                  <a:pt x="770" y="7997"/>
                </a:lnTo>
                <a:lnTo>
                  <a:pt x="880" y="8181"/>
                </a:lnTo>
                <a:lnTo>
                  <a:pt x="990" y="8364"/>
                </a:lnTo>
                <a:lnTo>
                  <a:pt x="1211" y="8657"/>
                </a:lnTo>
                <a:lnTo>
                  <a:pt x="1651" y="9281"/>
                </a:lnTo>
                <a:lnTo>
                  <a:pt x="1687" y="9354"/>
                </a:lnTo>
                <a:lnTo>
                  <a:pt x="1651" y="9501"/>
                </a:lnTo>
                <a:lnTo>
                  <a:pt x="1614" y="9648"/>
                </a:lnTo>
                <a:lnTo>
                  <a:pt x="1577" y="9831"/>
                </a:lnTo>
                <a:lnTo>
                  <a:pt x="1577" y="9941"/>
                </a:lnTo>
                <a:lnTo>
                  <a:pt x="1614" y="10051"/>
                </a:lnTo>
                <a:lnTo>
                  <a:pt x="1541" y="10235"/>
                </a:lnTo>
                <a:lnTo>
                  <a:pt x="1431" y="10418"/>
                </a:lnTo>
                <a:lnTo>
                  <a:pt x="1357" y="10601"/>
                </a:lnTo>
                <a:lnTo>
                  <a:pt x="1211" y="10785"/>
                </a:lnTo>
                <a:lnTo>
                  <a:pt x="1137" y="10858"/>
                </a:lnTo>
                <a:lnTo>
                  <a:pt x="1137" y="10968"/>
                </a:lnTo>
                <a:lnTo>
                  <a:pt x="1174" y="11078"/>
                </a:lnTo>
                <a:lnTo>
                  <a:pt x="1247" y="11152"/>
                </a:lnTo>
                <a:lnTo>
                  <a:pt x="1357" y="11188"/>
                </a:lnTo>
                <a:lnTo>
                  <a:pt x="1467" y="11152"/>
                </a:lnTo>
                <a:lnTo>
                  <a:pt x="1541" y="11078"/>
                </a:lnTo>
                <a:lnTo>
                  <a:pt x="1577" y="10968"/>
                </a:lnTo>
                <a:lnTo>
                  <a:pt x="1614" y="10932"/>
                </a:lnTo>
                <a:lnTo>
                  <a:pt x="1687" y="10822"/>
                </a:lnTo>
                <a:lnTo>
                  <a:pt x="1761" y="10638"/>
                </a:lnTo>
                <a:lnTo>
                  <a:pt x="1834" y="10491"/>
                </a:lnTo>
                <a:lnTo>
                  <a:pt x="1907" y="10198"/>
                </a:lnTo>
                <a:lnTo>
                  <a:pt x="2164" y="10198"/>
                </a:lnTo>
                <a:lnTo>
                  <a:pt x="2348" y="10161"/>
                </a:lnTo>
                <a:lnTo>
                  <a:pt x="2494" y="10088"/>
                </a:lnTo>
                <a:lnTo>
                  <a:pt x="2641" y="10015"/>
                </a:lnTo>
                <a:lnTo>
                  <a:pt x="2714" y="9905"/>
                </a:lnTo>
                <a:lnTo>
                  <a:pt x="3338" y="9905"/>
                </a:lnTo>
                <a:lnTo>
                  <a:pt x="3998" y="9941"/>
                </a:lnTo>
                <a:lnTo>
                  <a:pt x="4035" y="10051"/>
                </a:lnTo>
                <a:lnTo>
                  <a:pt x="4072" y="10088"/>
                </a:lnTo>
                <a:lnTo>
                  <a:pt x="4145" y="10161"/>
                </a:lnTo>
                <a:lnTo>
                  <a:pt x="4292" y="10235"/>
                </a:lnTo>
                <a:lnTo>
                  <a:pt x="4439" y="10308"/>
                </a:lnTo>
                <a:lnTo>
                  <a:pt x="4622" y="10308"/>
                </a:lnTo>
                <a:lnTo>
                  <a:pt x="4805" y="10271"/>
                </a:lnTo>
                <a:lnTo>
                  <a:pt x="4879" y="10235"/>
                </a:lnTo>
                <a:lnTo>
                  <a:pt x="5282" y="10822"/>
                </a:lnTo>
                <a:lnTo>
                  <a:pt x="5429" y="11115"/>
                </a:lnTo>
                <a:lnTo>
                  <a:pt x="5576" y="11408"/>
                </a:lnTo>
                <a:lnTo>
                  <a:pt x="5796" y="11995"/>
                </a:lnTo>
                <a:lnTo>
                  <a:pt x="5759" y="12105"/>
                </a:lnTo>
                <a:lnTo>
                  <a:pt x="5759" y="12215"/>
                </a:lnTo>
                <a:lnTo>
                  <a:pt x="5759" y="12362"/>
                </a:lnTo>
                <a:lnTo>
                  <a:pt x="5759" y="12472"/>
                </a:lnTo>
                <a:lnTo>
                  <a:pt x="5759" y="12509"/>
                </a:lnTo>
                <a:lnTo>
                  <a:pt x="5722" y="12619"/>
                </a:lnTo>
                <a:lnTo>
                  <a:pt x="5722" y="12692"/>
                </a:lnTo>
                <a:lnTo>
                  <a:pt x="5759" y="12766"/>
                </a:lnTo>
                <a:lnTo>
                  <a:pt x="5979" y="12876"/>
                </a:lnTo>
                <a:lnTo>
                  <a:pt x="5759" y="13169"/>
                </a:lnTo>
                <a:lnTo>
                  <a:pt x="5612" y="13463"/>
                </a:lnTo>
                <a:lnTo>
                  <a:pt x="5502" y="13793"/>
                </a:lnTo>
                <a:lnTo>
                  <a:pt x="5429" y="14123"/>
                </a:lnTo>
                <a:lnTo>
                  <a:pt x="5392" y="14196"/>
                </a:lnTo>
                <a:lnTo>
                  <a:pt x="5429" y="14270"/>
                </a:lnTo>
                <a:lnTo>
                  <a:pt x="5502" y="14343"/>
                </a:lnTo>
                <a:lnTo>
                  <a:pt x="5576" y="14380"/>
                </a:lnTo>
                <a:lnTo>
                  <a:pt x="5649" y="14416"/>
                </a:lnTo>
                <a:lnTo>
                  <a:pt x="5722" y="14416"/>
                </a:lnTo>
                <a:lnTo>
                  <a:pt x="5759" y="14380"/>
                </a:lnTo>
                <a:lnTo>
                  <a:pt x="5832" y="14306"/>
                </a:lnTo>
                <a:lnTo>
                  <a:pt x="5832" y="14233"/>
                </a:lnTo>
                <a:lnTo>
                  <a:pt x="5869" y="14086"/>
                </a:lnTo>
                <a:lnTo>
                  <a:pt x="5979" y="13793"/>
                </a:lnTo>
                <a:lnTo>
                  <a:pt x="6089" y="13463"/>
                </a:lnTo>
                <a:lnTo>
                  <a:pt x="6309" y="13022"/>
                </a:lnTo>
                <a:lnTo>
                  <a:pt x="6566" y="13022"/>
                </a:lnTo>
                <a:lnTo>
                  <a:pt x="6713" y="12986"/>
                </a:lnTo>
                <a:lnTo>
                  <a:pt x="6786" y="12876"/>
                </a:lnTo>
                <a:lnTo>
                  <a:pt x="6860" y="12582"/>
                </a:lnTo>
                <a:lnTo>
                  <a:pt x="7593" y="12582"/>
                </a:lnTo>
                <a:lnTo>
                  <a:pt x="8253" y="12546"/>
                </a:lnTo>
                <a:lnTo>
                  <a:pt x="8914" y="12509"/>
                </a:lnTo>
                <a:lnTo>
                  <a:pt x="8950" y="12509"/>
                </a:lnTo>
                <a:lnTo>
                  <a:pt x="8950" y="12619"/>
                </a:lnTo>
                <a:lnTo>
                  <a:pt x="9024" y="12692"/>
                </a:lnTo>
                <a:lnTo>
                  <a:pt x="9170" y="12802"/>
                </a:lnTo>
                <a:lnTo>
                  <a:pt x="9354" y="12876"/>
                </a:lnTo>
                <a:lnTo>
                  <a:pt x="9537" y="12912"/>
                </a:lnTo>
                <a:lnTo>
                  <a:pt x="9647" y="13279"/>
                </a:lnTo>
                <a:lnTo>
                  <a:pt x="9794" y="13829"/>
                </a:lnTo>
                <a:lnTo>
                  <a:pt x="9904" y="14050"/>
                </a:lnTo>
                <a:lnTo>
                  <a:pt x="9977" y="14160"/>
                </a:lnTo>
                <a:lnTo>
                  <a:pt x="10051" y="14270"/>
                </a:lnTo>
                <a:lnTo>
                  <a:pt x="10198" y="14270"/>
                </a:lnTo>
                <a:lnTo>
                  <a:pt x="10271" y="14233"/>
                </a:lnTo>
                <a:lnTo>
                  <a:pt x="10308" y="14160"/>
                </a:lnTo>
                <a:lnTo>
                  <a:pt x="10308" y="14013"/>
                </a:lnTo>
                <a:lnTo>
                  <a:pt x="10308" y="13903"/>
                </a:lnTo>
                <a:lnTo>
                  <a:pt x="10198" y="13609"/>
                </a:lnTo>
                <a:lnTo>
                  <a:pt x="9977" y="12949"/>
                </a:lnTo>
                <a:lnTo>
                  <a:pt x="9904" y="12729"/>
                </a:lnTo>
                <a:lnTo>
                  <a:pt x="9977" y="12619"/>
                </a:lnTo>
                <a:lnTo>
                  <a:pt x="10088" y="12399"/>
                </a:lnTo>
                <a:lnTo>
                  <a:pt x="10124" y="12215"/>
                </a:lnTo>
                <a:lnTo>
                  <a:pt x="10161" y="12032"/>
                </a:lnTo>
                <a:lnTo>
                  <a:pt x="10161" y="11885"/>
                </a:lnTo>
                <a:lnTo>
                  <a:pt x="10124" y="11849"/>
                </a:lnTo>
                <a:lnTo>
                  <a:pt x="10601" y="11042"/>
                </a:lnTo>
                <a:lnTo>
                  <a:pt x="11115" y="10235"/>
                </a:lnTo>
                <a:lnTo>
                  <a:pt x="11371" y="10088"/>
                </a:lnTo>
                <a:lnTo>
                  <a:pt x="11518" y="9978"/>
                </a:lnTo>
                <a:lnTo>
                  <a:pt x="11628" y="9868"/>
                </a:lnTo>
                <a:lnTo>
                  <a:pt x="11665" y="9831"/>
                </a:lnTo>
                <a:lnTo>
                  <a:pt x="11738" y="9758"/>
                </a:lnTo>
                <a:lnTo>
                  <a:pt x="11812" y="9611"/>
                </a:lnTo>
                <a:lnTo>
                  <a:pt x="11885" y="9464"/>
                </a:lnTo>
                <a:lnTo>
                  <a:pt x="12068" y="9501"/>
                </a:lnTo>
                <a:lnTo>
                  <a:pt x="12288" y="9501"/>
                </a:lnTo>
                <a:lnTo>
                  <a:pt x="12875" y="9538"/>
                </a:lnTo>
                <a:lnTo>
                  <a:pt x="13426" y="9501"/>
                </a:lnTo>
                <a:lnTo>
                  <a:pt x="13499" y="9501"/>
                </a:lnTo>
                <a:lnTo>
                  <a:pt x="13572" y="9464"/>
                </a:lnTo>
                <a:lnTo>
                  <a:pt x="13646" y="9391"/>
                </a:lnTo>
                <a:lnTo>
                  <a:pt x="13646" y="9318"/>
                </a:lnTo>
                <a:lnTo>
                  <a:pt x="13682" y="9244"/>
                </a:lnTo>
                <a:lnTo>
                  <a:pt x="13646" y="9171"/>
                </a:lnTo>
                <a:lnTo>
                  <a:pt x="13609" y="9098"/>
                </a:lnTo>
                <a:lnTo>
                  <a:pt x="13536" y="9024"/>
                </a:lnTo>
                <a:lnTo>
                  <a:pt x="13426" y="9024"/>
                </a:lnTo>
                <a:lnTo>
                  <a:pt x="13059" y="8988"/>
                </a:lnTo>
                <a:lnTo>
                  <a:pt x="12655" y="8988"/>
                </a:lnTo>
                <a:lnTo>
                  <a:pt x="11885" y="9024"/>
                </a:lnTo>
                <a:lnTo>
                  <a:pt x="11812" y="8951"/>
                </a:lnTo>
                <a:lnTo>
                  <a:pt x="11738" y="8877"/>
                </a:lnTo>
                <a:lnTo>
                  <a:pt x="11518" y="8767"/>
                </a:lnTo>
                <a:lnTo>
                  <a:pt x="11445" y="8767"/>
                </a:lnTo>
                <a:lnTo>
                  <a:pt x="11335" y="8804"/>
                </a:lnTo>
                <a:lnTo>
                  <a:pt x="11225" y="8767"/>
                </a:lnTo>
                <a:lnTo>
                  <a:pt x="11078" y="8804"/>
                </a:lnTo>
                <a:lnTo>
                  <a:pt x="10638" y="8107"/>
                </a:lnTo>
                <a:lnTo>
                  <a:pt x="10271" y="7594"/>
                </a:lnTo>
                <a:lnTo>
                  <a:pt x="10088" y="7300"/>
                </a:lnTo>
                <a:lnTo>
                  <a:pt x="9904" y="7080"/>
                </a:lnTo>
                <a:lnTo>
                  <a:pt x="9977" y="6970"/>
                </a:lnTo>
                <a:lnTo>
                  <a:pt x="10051" y="6823"/>
                </a:lnTo>
                <a:lnTo>
                  <a:pt x="10088" y="6713"/>
                </a:lnTo>
                <a:lnTo>
                  <a:pt x="10124" y="6567"/>
                </a:lnTo>
                <a:lnTo>
                  <a:pt x="10088" y="6493"/>
                </a:lnTo>
                <a:lnTo>
                  <a:pt x="10051" y="6456"/>
                </a:lnTo>
                <a:lnTo>
                  <a:pt x="9941" y="6456"/>
                </a:lnTo>
                <a:lnTo>
                  <a:pt x="10124" y="6236"/>
                </a:lnTo>
                <a:lnTo>
                  <a:pt x="10308" y="5980"/>
                </a:lnTo>
                <a:lnTo>
                  <a:pt x="10638" y="5503"/>
                </a:lnTo>
                <a:lnTo>
                  <a:pt x="11005" y="4953"/>
                </a:lnTo>
                <a:lnTo>
                  <a:pt x="11078" y="4953"/>
                </a:lnTo>
                <a:lnTo>
                  <a:pt x="11151" y="4916"/>
                </a:lnTo>
                <a:lnTo>
                  <a:pt x="11225" y="4843"/>
                </a:lnTo>
                <a:lnTo>
                  <a:pt x="11298" y="4769"/>
                </a:lnTo>
                <a:lnTo>
                  <a:pt x="11518" y="4586"/>
                </a:lnTo>
                <a:lnTo>
                  <a:pt x="11591" y="4476"/>
                </a:lnTo>
                <a:lnTo>
                  <a:pt x="11665" y="4366"/>
                </a:lnTo>
                <a:lnTo>
                  <a:pt x="11702" y="4256"/>
                </a:lnTo>
                <a:lnTo>
                  <a:pt x="11702" y="4146"/>
                </a:lnTo>
                <a:lnTo>
                  <a:pt x="11665" y="3999"/>
                </a:lnTo>
                <a:lnTo>
                  <a:pt x="11591" y="3889"/>
                </a:lnTo>
                <a:lnTo>
                  <a:pt x="11518" y="3779"/>
                </a:lnTo>
                <a:lnTo>
                  <a:pt x="11408" y="3742"/>
                </a:lnTo>
                <a:lnTo>
                  <a:pt x="11298" y="3705"/>
                </a:lnTo>
                <a:lnTo>
                  <a:pt x="11151" y="3669"/>
                </a:lnTo>
                <a:lnTo>
                  <a:pt x="10931" y="3192"/>
                </a:lnTo>
                <a:lnTo>
                  <a:pt x="10674" y="2752"/>
                </a:lnTo>
                <a:lnTo>
                  <a:pt x="10344" y="2091"/>
                </a:lnTo>
                <a:lnTo>
                  <a:pt x="10124" y="1725"/>
                </a:lnTo>
                <a:lnTo>
                  <a:pt x="9904" y="1431"/>
                </a:lnTo>
                <a:lnTo>
                  <a:pt x="9941" y="1284"/>
                </a:lnTo>
                <a:lnTo>
                  <a:pt x="9941" y="1211"/>
                </a:lnTo>
                <a:lnTo>
                  <a:pt x="9977" y="1064"/>
                </a:lnTo>
                <a:lnTo>
                  <a:pt x="9941" y="954"/>
                </a:lnTo>
                <a:lnTo>
                  <a:pt x="9904" y="844"/>
                </a:lnTo>
                <a:lnTo>
                  <a:pt x="9831" y="697"/>
                </a:lnTo>
                <a:lnTo>
                  <a:pt x="9721" y="587"/>
                </a:lnTo>
                <a:lnTo>
                  <a:pt x="9574" y="514"/>
                </a:lnTo>
                <a:lnTo>
                  <a:pt x="9427" y="477"/>
                </a:lnTo>
                <a:lnTo>
                  <a:pt x="9244" y="514"/>
                </a:lnTo>
                <a:lnTo>
                  <a:pt x="9097" y="551"/>
                </a:lnTo>
                <a:lnTo>
                  <a:pt x="8987" y="661"/>
                </a:lnTo>
                <a:lnTo>
                  <a:pt x="8914" y="808"/>
                </a:lnTo>
                <a:lnTo>
                  <a:pt x="8877" y="954"/>
                </a:lnTo>
                <a:lnTo>
                  <a:pt x="8840" y="1028"/>
                </a:lnTo>
                <a:lnTo>
                  <a:pt x="7887" y="1101"/>
                </a:lnTo>
                <a:lnTo>
                  <a:pt x="7080" y="1174"/>
                </a:lnTo>
                <a:lnTo>
                  <a:pt x="6933" y="1174"/>
                </a:lnTo>
                <a:lnTo>
                  <a:pt x="6860" y="1064"/>
                </a:lnTo>
                <a:lnTo>
                  <a:pt x="6749" y="918"/>
                </a:lnTo>
                <a:lnTo>
                  <a:pt x="6713" y="881"/>
                </a:lnTo>
                <a:lnTo>
                  <a:pt x="6639" y="808"/>
                </a:lnTo>
                <a:lnTo>
                  <a:pt x="6529" y="771"/>
                </a:lnTo>
                <a:lnTo>
                  <a:pt x="6456" y="771"/>
                </a:lnTo>
                <a:lnTo>
                  <a:pt x="6383" y="808"/>
                </a:lnTo>
                <a:lnTo>
                  <a:pt x="5942" y="808"/>
                </a:lnTo>
                <a:lnTo>
                  <a:pt x="5686" y="477"/>
                </a:lnTo>
                <a:lnTo>
                  <a:pt x="5576" y="294"/>
                </a:lnTo>
                <a:lnTo>
                  <a:pt x="5466" y="111"/>
                </a:lnTo>
                <a:lnTo>
                  <a:pt x="5429" y="37"/>
                </a:lnTo>
                <a:lnTo>
                  <a:pt x="5356" y="1"/>
                </a:lnTo>
                <a:lnTo>
                  <a:pt x="5209" y="1"/>
                </a:lnTo>
                <a:lnTo>
                  <a:pt x="5025" y="37"/>
                </a:lnTo>
                <a:lnTo>
                  <a:pt x="491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5" name="Google Shape;505;p10"/>
          <p:cNvSpPr/>
          <p:nvPr/>
        </p:nvSpPr>
        <p:spPr>
          <a:xfrm>
            <a:off x="-51501" y="772062"/>
            <a:ext cx="396808" cy="281645"/>
          </a:xfrm>
          <a:custGeom>
            <a:avLst/>
            <a:gdLst/>
            <a:ahLst/>
            <a:cxnLst/>
            <a:rect l="l" t="t" r="r" b="b"/>
            <a:pathLst>
              <a:path w="10492" h="7447" extrusionOk="0">
                <a:moveTo>
                  <a:pt x="7300" y="1761"/>
                </a:moveTo>
                <a:lnTo>
                  <a:pt x="7117" y="1797"/>
                </a:lnTo>
                <a:lnTo>
                  <a:pt x="6897" y="1834"/>
                </a:lnTo>
                <a:lnTo>
                  <a:pt x="6713" y="1907"/>
                </a:lnTo>
                <a:lnTo>
                  <a:pt x="6530" y="2017"/>
                </a:lnTo>
                <a:lnTo>
                  <a:pt x="6383" y="2128"/>
                </a:lnTo>
                <a:lnTo>
                  <a:pt x="6273" y="2274"/>
                </a:lnTo>
                <a:lnTo>
                  <a:pt x="6200" y="2458"/>
                </a:lnTo>
                <a:lnTo>
                  <a:pt x="6200" y="2531"/>
                </a:lnTo>
                <a:lnTo>
                  <a:pt x="6237" y="2604"/>
                </a:lnTo>
                <a:lnTo>
                  <a:pt x="6310" y="2641"/>
                </a:lnTo>
                <a:lnTo>
                  <a:pt x="6383" y="2641"/>
                </a:lnTo>
                <a:lnTo>
                  <a:pt x="6530" y="2604"/>
                </a:lnTo>
                <a:lnTo>
                  <a:pt x="6640" y="2531"/>
                </a:lnTo>
                <a:lnTo>
                  <a:pt x="6860" y="2384"/>
                </a:lnTo>
                <a:lnTo>
                  <a:pt x="7007" y="2348"/>
                </a:lnTo>
                <a:lnTo>
                  <a:pt x="7154" y="2274"/>
                </a:lnTo>
                <a:lnTo>
                  <a:pt x="7484" y="2274"/>
                </a:lnTo>
                <a:lnTo>
                  <a:pt x="7667" y="2311"/>
                </a:lnTo>
                <a:lnTo>
                  <a:pt x="7851" y="2384"/>
                </a:lnTo>
                <a:lnTo>
                  <a:pt x="7924" y="2458"/>
                </a:lnTo>
                <a:lnTo>
                  <a:pt x="7961" y="2531"/>
                </a:lnTo>
                <a:lnTo>
                  <a:pt x="7997" y="2641"/>
                </a:lnTo>
                <a:lnTo>
                  <a:pt x="7997" y="2751"/>
                </a:lnTo>
                <a:lnTo>
                  <a:pt x="7961" y="2898"/>
                </a:lnTo>
                <a:lnTo>
                  <a:pt x="7887" y="3045"/>
                </a:lnTo>
                <a:lnTo>
                  <a:pt x="7667" y="3338"/>
                </a:lnTo>
                <a:lnTo>
                  <a:pt x="7190" y="3998"/>
                </a:lnTo>
                <a:lnTo>
                  <a:pt x="6713" y="4622"/>
                </a:lnTo>
                <a:lnTo>
                  <a:pt x="5686" y="5869"/>
                </a:lnTo>
                <a:lnTo>
                  <a:pt x="5613" y="6016"/>
                </a:lnTo>
                <a:lnTo>
                  <a:pt x="5650" y="6162"/>
                </a:lnTo>
                <a:lnTo>
                  <a:pt x="5686" y="6236"/>
                </a:lnTo>
                <a:lnTo>
                  <a:pt x="5723" y="6273"/>
                </a:lnTo>
                <a:lnTo>
                  <a:pt x="5796" y="6309"/>
                </a:lnTo>
                <a:lnTo>
                  <a:pt x="5870" y="6309"/>
                </a:lnTo>
                <a:lnTo>
                  <a:pt x="6567" y="6273"/>
                </a:lnTo>
                <a:lnTo>
                  <a:pt x="7264" y="6309"/>
                </a:lnTo>
                <a:lnTo>
                  <a:pt x="8034" y="6346"/>
                </a:lnTo>
                <a:lnTo>
                  <a:pt x="8401" y="6419"/>
                </a:lnTo>
                <a:lnTo>
                  <a:pt x="8547" y="6419"/>
                </a:lnTo>
                <a:lnTo>
                  <a:pt x="8731" y="6383"/>
                </a:lnTo>
                <a:lnTo>
                  <a:pt x="8841" y="6309"/>
                </a:lnTo>
                <a:lnTo>
                  <a:pt x="8878" y="6199"/>
                </a:lnTo>
                <a:lnTo>
                  <a:pt x="8878" y="6089"/>
                </a:lnTo>
                <a:lnTo>
                  <a:pt x="8768" y="6016"/>
                </a:lnTo>
                <a:lnTo>
                  <a:pt x="8658" y="5942"/>
                </a:lnTo>
                <a:lnTo>
                  <a:pt x="8474" y="5869"/>
                </a:lnTo>
                <a:lnTo>
                  <a:pt x="8107" y="5796"/>
                </a:lnTo>
                <a:lnTo>
                  <a:pt x="7410" y="5759"/>
                </a:lnTo>
                <a:lnTo>
                  <a:pt x="6457" y="5759"/>
                </a:lnTo>
                <a:lnTo>
                  <a:pt x="7557" y="4365"/>
                </a:lnTo>
                <a:lnTo>
                  <a:pt x="7851" y="3998"/>
                </a:lnTo>
                <a:lnTo>
                  <a:pt x="8144" y="3595"/>
                </a:lnTo>
                <a:lnTo>
                  <a:pt x="8291" y="3375"/>
                </a:lnTo>
                <a:lnTo>
                  <a:pt x="8401" y="3191"/>
                </a:lnTo>
                <a:lnTo>
                  <a:pt x="8474" y="2935"/>
                </a:lnTo>
                <a:lnTo>
                  <a:pt x="8511" y="2714"/>
                </a:lnTo>
                <a:lnTo>
                  <a:pt x="8511" y="2494"/>
                </a:lnTo>
                <a:lnTo>
                  <a:pt x="8437" y="2311"/>
                </a:lnTo>
                <a:lnTo>
                  <a:pt x="8327" y="2164"/>
                </a:lnTo>
                <a:lnTo>
                  <a:pt x="8217" y="2017"/>
                </a:lnTo>
                <a:lnTo>
                  <a:pt x="8071" y="1907"/>
                </a:lnTo>
                <a:lnTo>
                  <a:pt x="7887" y="1834"/>
                </a:lnTo>
                <a:lnTo>
                  <a:pt x="7667" y="1797"/>
                </a:lnTo>
                <a:lnTo>
                  <a:pt x="7484" y="1761"/>
                </a:lnTo>
                <a:close/>
                <a:moveTo>
                  <a:pt x="954" y="0"/>
                </a:moveTo>
                <a:lnTo>
                  <a:pt x="771" y="37"/>
                </a:lnTo>
                <a:lnTo>
                  <a:pt x="624" y="110"/>
                </a:lnTo>
                <a:lnTo>
                  <a:pt x="441" y="183"/>
                </a:lnTo>
                <a:lnTo>
                  <a:pt x="294" y="257"/>
                </a:lnTo>
                <a:lnTo>
                  <a:pt x="147" y="404"/>
                </a:lnTo>
                <a:lnTo>
                  <a:pt x="37" y="514"/>
                </a:lnTo>
                <a:lnTo>
                  <a:pt x="1" y="587"/>
                </a:lnTo>
                <a:lnTo>
                  <a:pt x="1" y="660"/>
                </a:lnTo>
                <a:lnTo>
                  <a:pt x="74" y="770"/>
                </a:lnTo>
                <a:lnTo>
                  <a:pt x="184" y="844"/>
                </a:lnTo>
                <a:lnTo>
                  <a:pt x="257" y="844"/>
                </a:lnTo>
                <a:lnTo>
                  <a:pt x="331" y="807"/>
                </a:lnTo>
                <a:lnTo>
                  <a:pt x="661" y="660"/>
                </a:lnTo>
                <a:lnTo>
                  <a:pt x="844" y="624"/>
                </a:lnTo>
                <a:lnTo>
                  <a:pt x="1028" y="587"/>
                </a:lnTo>
                <a:lnTo>
                  <a:pt x="991" y="624"/>
                </a:lnTo>
                <a:lnTo>
                  <a:pt x="991" y="844"/>
                </a:lnTo>
                <a:lnTo>
                  <a:pt x="991" y="1064"/>
                </a:lnTo>
                <a:lnTo>
                  <a:pt x="1101" y="1467"/>
                </a:lnTo>
                <a:lnTo>
                  <a:pt x="1358" y="2641"/>
                </a:lnTo>
                <a:lnTo>
                  <a:pt x="2312" y="7263"/>
                </a:lnTo>
                <a:lnTo>
                  <a:pt x="2348" y="7336"/>
                </a:lnTo>
                <a:lnTo>
                  <a:pt x="2422" y="7410"/>
                </a:lnTo>
                <a:lnTo>
                  <a:pt x="2495" y="7446"/>
                </a:lnTo>
                <a:lnTo>
                  <a:pt x="2678" y="7446"/>
                </a:lnTo>
                <a:lnTo>
                  <a:pt x="2752" y="7410"/>
                </a:lnTo>
                <a:lnTo>
                  <a:pt x="2825" y="7336"/>
                </a:lnTo>
                <a:lnTo>
                  <a:pt x="2862" y="7263"/>
                </a:lnTo>
                <a:lnTo>
                  <a:pt x="4072" y="4108"/>
                </a:lnTo>
                <a:lnTo>
                  <a:pt x="5246" y="990"/>
                </a:lnTo>
                <a:lnTo>
                  <a:pt x="6457" y="917"/>
                </a:lnTo>
                <a:lnTo>
                  <a:pt x="7667" y="880"/>
                </a:lnTo>
                <a:lnTo>
                  <a:pt x="8988" y="917"/>
                </a:lnTo>
                <a:lnTo>
                  <a:pt x="9648" y="990"/>
                </a:lnTo>
                <a:lnTo>
                  <a:pt x="9978" y="990"/>
                </a:lnTo>
                <a:lnTo>
                  <a:pt x="10308" y="954"/>
                </a:lnTo>
                <a:lnTo>
                  <a:pt x="10382" y="917"/>
                </a:lnTo>
                <a:lnTo>
                  <a:pt x="10455" y="880"/>
                </a:lnTo>
                <a:lnTo>
                  <a:pt x="10492" y="807"/>
                </a:lnTo>
                <a:lnTo>
                  <a:pt x="10492" y="734"/>
                </a:lnTo>
                <a:lnTo>
                  <a:pt x="10418" y="587"/>
                </a:lnTo>
                <a:lnTo>
                  <a:pt x="10382" y="514"/>
                </a:lnTo>
                <a:lnTo>
                  <a:pt x="10308" y="477"/>
                </a:lnTo>
                <a:lnTo>
                  <a:pt x="10015" y="404"/>
                </a:lnTo>
                <a:lnTo>
                  <a:pt x="9721" y="367"/>
                </a:lnTo>
                <a:lnTo>
                  <a:pt x="9134" y="330"/>
                </a:lnTo>
                <a:lnTo>
                  <a:pt x="7814" y="293"/>
                </a:lnTo>
                <a:lnTo>
                  <a:pt x="6420" y="330"/>
                </a:lnTo>
                <a:lnTo>
                  <a:pt x="5026" y="404"/>
                </a:lnTo>
                <a:lnTo>
                  <a:pt x="4916" y="440"/>
                </a:lnTo>
                <a:lnTo>
                  <a:pt x="4843" y="477"/>
                </a:lnTo>
                <a:lnTo>
                  <a:pt x="4806" y="550"/>
                </a:lnTo>
                <a:lnTo>
                  <a:pt x="4733" y="624"/>
                </a:lnTo>
                <a:lnTo>
                  <a:pt x="2678" y="6162"/>
                </a:lnTo>
                <a:lnTo>
                  <a:pt x="2128" y="3705"/>
                </a:lnTo>
                <a:lnTo>
                  <a:pt x="1725" y="1981"/>
                </a:lnTo>
                <a:lnTo>
                  <a:pt x="1541" y="1210"/>
                </a:lnTo>
                <a:lnTo>
                  <a:pt x="1468" y="844"/>
                </a:lnTo>
                <a:lnTo>
                  <a:pt x="1431" y="660"/>
                </a:lnTo>
                <a:lnTo>
                  <a:pt x="1395" y="550"/>
                </a:lnTo>
                <a:lnTo>
                  <a:pt x="1431" y="550"/>
                </a:lnTo>
                <a:lnTo>
                  <a:pt x="1468" y="514"/>
                </a:lnTo>
                <a:lnTo>
                  <a:pt x="1468" y="477"/>
                </a:lnTo>
                <a:lnTo>
                  <a:pt x="1505" y="367"/>
                </a:lnTo>
                <a:lnTo>
                  <a:pt x="1505" y="220"/>
                </a:lnTo>
                <a:lnTo>
                  <a:pt x="1468" y="110"/>
                </a:lnTo>
                <a:lnTo>
                  <a:pt x="1395" y="73"/>
                </a:lnTo>
                <a:lnTo>
                  <a:pt x="1321" y="37"/>
                </a:lnTo>
                <a:lnTo>
                  <a:pt x="1138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6" name="Google Shape;506;p10"/>
          <p:cNvSpPr/>
          <p:nvPr/>
        </p:nvSpPr>
        <p:spPr>
          <a:xfrm>
            <a:off x="1871701" y="15333"/>
            <a:ext cx="384327" cy="245603"/>
          </a:xfrm>
          <a:custGeom>
            <a:avLst/>
            <a:gdLst/>
            <a:ahLst/>
            <a:cxnLst/>
            <a:rect l="l" t="t" r="r" b="b"/>
            <a:pathLst>
              <a:path w="10162" h="6494" extrusionOk="0">
                <a:moveTo>
                  <a:pt x="8291" y="587"/>
                </a:moveTo>
                <a:lnTo>
                  <a:pt x="8291" y="698"/>
                </a:lnTo>
                <a:lnTo>
                  <a:pt x="8327" y="771"/>
                </a:lnTo>
                <a:lnTo>
                  <a:pt x="8401" y="808"/>
                </a:lnTo>
                <a:lnTo>
                  <a:pt x="8474" y="808"/>
                </a:lnTo>
                <a:lnTo>
                  <a:pt x="8768" y="771"/>
                </a:lnTo>
                <a:lnTo>
                  <a:pt x="8914" y="771"/>
                </a:lnTo>
                <a:lnTo>
                  <a:pt x="8988" y="808"/>
                </a:lnTo>
                <a:lnTo>
                  <a:pt x="9024" y="844"/>
                </a:lnTo>
                <a:lnTo>
                  <a:pt x="9208" y="1101"/>
                </a:lnTo>
                <a:lnTo>
                  <a:pt x="9318" y="1321"/>
                </a:lnTo>
                <a:lnTo>
                  <a:pt x="9465" y="1615"/>
                </a:lnTo>
                <a:lnTo>
                  <a:pt x="9538" y="1871"/>
                </a:lnTo>
                <a:lnTo>
                  <a:pt x="9611" y="2165"/>
                </a:lnTo>
                <a:lnTo>
                  <a:pt x="9648" y="2458"/>
                </a:lnTo>
                <a:lnTo>
                  <a:pt x="9648" y="2715"/>
                </a:lnTo>
                <a:lnTo>
                  <a:pt x="9575" y="2972"/>
                </a:lnTo>
                <a:lnTo>
                  <a:pt x="9501" y="3229"/>
                </a:lnTo>
                <a:lnTo>
                  <a:pt x="9354" y="3485"/>
                </a:lnTo>
                <a:lnTo>
                  <a:pt x="9171" y="3669"/>
                </a:lnTo>
                <a:lnTo>
                  <a:pt x="8988" y="3852"/>
                </a:lnTo>
                <a:lnTo>
                  <a:pt x="8731" y="3962"/>
                </a:lnTo>
                <a:lnTo>
                  <a:pt x="8474" y="3999"/>
                </a:lnTo>
                <a:lnTo>
                  <a:pt x="8327" y="3999"/>
                </a:lnTo>
                <a:lnTo>
                  <a:pt x="8217" y="3925"/>
                </a:lnTo>
                <a:lnTo>
                  <a:pt x="8107" y="3852"/>
                </a:lnTo>
                <a:lnTo>
                  <a:pt x="7997" y="3742"/>
                </a:lnTo>
                <a:lnTo>
                  <a:pt x="7851" y="3485"/>
                </a:lnTo>
                <a:lnTo>
                  <a:pt x="7740" y="3229"/>
                </a:lnTo>
                <a:lnTo>
                  <a:pt x="7630" y="2935"/>
                </a:lnTo>
                <a:lnTo>
                  <a:pt x="7594" y="2605"/>
                </a:lnTo>
                <a:lnTo>
                  <a:pt x="7557" y="2311"/>
                </a:lnTo>
                <a:lnTo>
                  <a:pt x="7594" y="1981"/>
                </a:lnTo>
                <a:lnTo>
                  <a:pt x="7630" y="1578"/>
                </a:lnTo>
                <a:lnTo>
                  <a:pt x="7777" y="1211"/>
                </a:lnTo>
                <a:lnTo>
                  <a:pt x="7887" y="1028"/>
                </a:lnTo>
                <a:lnTo>
                  <a:pt x="7997" y="844"/>
                </a:lnTo>
                <a:lnTo>
                  <a:pt x="8107" y="698"/>
                </a:lnTo>
                <a:lnTo>
                  <a:pt x="8291" y="587"/>
                </a:lnTo>
                <a:close/>
                <a:moveTo>
                  <a:pt x="8401" y="147"/>
                </a:moveTo>
                <a:lnTo>
                  <a:pt x="8181" y="221"/>
                </a:lnTo>
                <a:lnTo>
                  <a:pt x="7961" y="294"/>
                </a:lnTo>
                <a:lnTo>
                  <a:pt x="7814" y="404"/>
                </a:lnTo>
                <a:lnTo>
                  <a:pt x="7667" y="551"/>
                </a:lnTo>
                <a:lnTo>
                  <a:pt x="7520" y="698"/>
                </a:lnTo>
                <a:lnTo>
                  <a:pt x="7410" y="881"/>
                </a:lnTo>
                <a:lnTo>
                  <a:pt x="7264" y="1284"/>
                </a:lnTo>
                <a:lnTo>
                  <a:pt x="7154" y="1688"/>
                </a:lnTo>
                <a:lnTo>
                  <a:pt x="7117" y="2055"/>
                </a:lnTo>
                <a:lnTo>
                  <a:pt x="7080" y="2458"/>
                </a:lnTo>
                <a:lnTo>
                  <a:pt x="7154" y="2935"/>
                </a:lnTo>
                <a:lnTo>
                  <a:pt x="7264" y="3375"/>
                </a:lnTo>
                <a:lnTo>
                  <a:pt x="7410" y="3779"/>
                </a:lnTo>
                <a:lnTo>
                  <a:pt x="7520" y="3962"/>
                </a:lnTo>
                <a:lnTo>
                  <a:pt x="7667" y="4146"/>
                </a:lnTo>
                <a:lnTo>
                  <a:pt x="7814" y="4292"/>
                </a:lnTo>
                <a:lnTo>
                  <a:pt x="7961" y="4402"/>
                </a:lnTo>
                <a:lnTo>
                  <a:pt x="8144" y="4476"/>
                </a:lnTo>
                <a:lnTo>
                  <a:pt x="8364" y="4512"/>
                </a:lnTo>
                <a:lnTo>
                  <a:pt x="8584" y="4512"/>
                </a:lnTo>
                <a:lnTo>
                  <a:pt x="8768" y="4476"/>
                </a:lnTo>
                <a:lnTo>
                  <a:pt x="8988" y="4439"/>
                </a:lnTo>
                <a:lnTo>
                  <a:pt x="9134" y="4366"/>
                </a:lnTo>
                <a:lnTo>
                  <a:pt x="9318" y="4256"/>
                </a:lnTo>
                <a:lnTo>
                  <a:pt x="9465" y="4146"/>
                </a:lnTo>
                <a:lnTo>
                  <a:pt x="9721" y="3852"/>
                </a:lnTo>
                <a:lnTo>
                  <a:pt x="9905" y="3522"/>
                </a:lnTo>
                <a:lnTo>
                  <a:pt x="10051" y="3118"/>
                </a:lnTo>
                <a:lnTo>
                  <a:pt x="10161" y="2752"/>
                </a:lnTo>
                <a:lnTo>
                  <a:pt x="10161" y="2348"/>
                </a:lnTo>
                <a:lnTo>
                  <a:pt x="10125" y="2091"/>
                </a:lnTo>
                <a:lnTo>
                  <a:pt x="10051" y="1761"/>
                </a:lnTo>
                <a:lnTo>
                  <a:pt x="9941" y="1394"/>
                </a:lnTo>
                <a:lnTo>
                  <a:pt x="9758" y="1064"/>
                </a:lnTo>
                <a:lnTo>
                  <a:pt x="9575" y="734"/>
                </a:lnTo>
                <a:lnTo>
                  <a:pt x="9354" y="441"/>
                </a:lnTo>
                <a:lnTo>
                  <a:pt x="9244" y="331"/>
                </a:lnTo>
                <a:lnTo>
                  <a:pt x="9098" y="257"/>
                </a:lnTo>
                <a:lnTo>
                  <a:pt x="8988" y="221"/>
                </a:lnTo>
                <a:lnTo>
                  <a:pt x="8841" y="184"/>
                </a:lnTo>
                <a:lnTo>
                  <a:pt x="8621" y="147"/>
                </a:lnTo>
                <a:close/>
                <a:moveTo>
                  <a:pt x="3999" y="1"/>
                </a:moveTo>
                <a:lnTo>
                  <a:pt x="3926" y="37"/>
                </a:lnTo>
                <a:lnTo>
                  <a:pt x="3852" y="111"/>
                </a:lnTo>
                <a:lnTo>
                  <a:pt x="3816" y="404"/>
                </a:lnTo>
                <a:lnTo>
                  <a:pt x="3779" y="734"/>
                </a:lnTo>
                <a:lnTo>
                  <a:pt x="3705" y="1321"/>
                </a:lnTo>
                <a:lnTo>
                  <a:pt x="3632" y="2458"/>
                </a:lnTo>
                <a:lnTo>
                  <a:pt x="2898" y="2385"/>
                </a:lnTo>
                <a:lnTo>
                  <a:pt x="2128" y="2385"/>
                </a:lnTo>
                <a:lnTo>
                  <a:pt x="1395" y="2422"/>
                </a:lnTo>
                <a:lnTo>
                  <a:pt x="1028" y="2495"/>
                </a:lnTo>
                <a:lnTo>
                  <a:pt x="661" y="2568"/>
                </a:lnTo>
                <a:lnTo>
                  <a:pt x="661" y="2495"/>
                </a:lnTo>
                <a:lnTo>
                  <a:pt x="588" y="2458"/>
                </a:lnTo>
                <a:lnTo>
                  <a:pt x="551" y="2495"/>
                </a:lnTo>
                <a:lnTo>
                  <a:pt x="478" y="1651"/>
                </a:lnTo>
                <a:lnTo>
                  <a:pt x="441" y="918"/>
                </a:lnTo>
                <a:lnTo>
                  <a:pt x="404" y="551"/>
                </a:lnTo>
                <a:lnTo>
                  <a:pt x="367" y="184"/>
                </a:lnTo>
                <a:lnTo>
                  <a:pt x="331" y="111"/>
                </a:lnTo>
                <a:lnTo>
                  <a:pt x="147" y="111"/>
                </a:lnTo>
                <a:lnTo>
                  <a:pt x="111" y="184"/>
                </a:lnTo>
                <a:lnTo>
                  <a:pt x="37" y="514"/>
                </a:lnTo>
                <a:lnTo>
                  <a:pt x="1" y="881"/>
                </a:lnTo>
                <a:lnTo>
                  <a:pt x="1" y="1578"/>
                </a:lnTo>
                <a:lnTo>
                  <a:pt x="37" y="2275"/>
                </a:lnTo>
                <a:lnTo>
                  <a:pt x="111" y="2972"/>
                </a:lnTo>
                <a:lnTo>
                  <a:pt x="184" y="3632"/>
                </a:lnTo>
                <a:lnTo>
                  <a:pt x="294" y="4329"/>
                </a:lnTo>
                <a:lnTo>
                  <a:pt x="404" y="4989"/>
                </a:lnTo>
                <a:lnTo>
                  <a:pt x="478" y="5356"/>
                </a:lnTo>
                <a:lnTo>
                  <a:pt x="551" y="5503"/>
                </a:lnTo>
                <a:lnTo>
                  <a:pt x="588" y="5650"/>
                </a:lnTo>
                <a:lnTo>
                  <a:pt x="551" y="5723"/>
                </a:lnTo>
                <a:lnTo>
                  <a:pt x="588" y="5833"/>
                </a:lnTo>
                <a:lnTo>
                  <a:pt x="661" y="5906"/>
                </a:lnTo>
                <a:lnTo>
                  <a:pt x="734" y="5943"/>
                </a:lnTo>
                <a:lnTo>
                  <a:pt x="881" y="5943"/>
                </a:lnTo>
                <a:lnTo>
                  <a:pt x="954" y="5906"/>
                </a:lnTo>
                <a:lnTo>
                  <a:pt x="1028" y="5833"/>
                </a:lnTo>
                <a:lnTo>
                  <a:pt x="1064" y="5760"/>
                </a:lnTo>
                <a:lnTo>
                  <a:pt x="1064" y="5650"/>
                </a:lnTo>
                <a:lnTo>
                  <a:pt x="1064" y="5466"/>
                </a:lnTo>
                <a:lnTo>
                  <a:pt x="881" y="4696"/>
                </a:lnTo>
                <a:lnTo>
                  <a:pt x="734" y="3889"/>
                </a:lnTo>
                <a:lnTo>
                  <a:pt x="624" y="3082"/>
                </a:lnTo>
                <a:lnTo>
                  <a:pt x="588" y="2935"/>
                </a:lnTo>
                <a:lnTo>
                  <a:pt x="991" y="2972"/>
                </a:lnTo>
                <a:lnTo>
                  <a:pt x="1358" y="2935"/>
                </a:lnTo>
                <a:lnTo>
                  <a:pt x="2128" y="2898"/>
                </a:lnTo>
                <a:lnTo>
                  <a:pt x="2862" y="2898"/>
                </a:lnTo>
                <a:lnTo>
                  <a:pt x="3632" y="2972"/>
                </a:lnTo>
                <a:lnTo>
                  <a:pt x="3559" y="4256"/>
                </a:lnTo>
                <a:lnTo>
                  <a:pt x="3485" y="4843"/>
                </a:lnTo>
                <a:lnTo>
                  <a:pt x="3485" y="4989"/>
                </a:lnTo>
                <a:lnTo>
                  <a:pt x="3522" y="5173"/>
                </a:lnTo>
                <a:lnTo>
                  <a:pt x="3559" y="5283"/>
                </a:lnTo>
                <a:lnTo>
                  <a:pt x="3632" y="5393"/>
                </a:lnTo>
                <a:lnTo>
                  <a:pt x="3669" y="5429"/>
                </a:lnTo>
                <a:lnTo>
                  <a:pt x="3742" y="5466"/>
                </a:lnTo>
                <a:lnTo>
                  <a:pt x="3852" y="5393"/>
                </a:lnTo>
                <a:lnTo>
                  <a:pt x="3926" y="5319"/>
                </a:lnTo>
                <a:lnTo>
                  <a:pt x="3999" y="5209"/>
                </a:lnTo>
                <a:lnTo>
                  <a:pt x="4036" y="4916"/>
                </a:lnTo>
                <a:lnTo>
                  <a:pt x="4036" y="4366"/>
                </a:lnTo>
                <a:lnTo>
                  <a:pt x="4109" y="2935"/>
                </a:lnTo>
                <a:lnTo>
                  <a:pt x="4146" y="1468"/>
                </a:lnTo>
                <a:lnTo>
                  <a:pt x="4182" y="771"/>
                </a:lnTo>
                <a:lnTo>
                  <a:pt x="4182" y="441"/>
                </a:lnTo>
                <a:lnTo>
                  <a:pt x="4146" y="111"/>
                </a:lnTo>
                <a:lnTo>
                  <a:pt x="4072" y="37"/>
                </a:lnTo>
                <a:lnTo>
                  <a:pt x="3999" y="1"/>
                </a:lnTo>
                <a:close/>
                <a:moveTo>
                  <a:pt x="5503" y="3779"/>
                </a:moveTo>
                <a:lnTo>
                  <a:pt x="5246" y="3815"/>
                </a:lnTo>
                <a:lnTo>
                  <a:pt x="5026" y="3925"/>
                </a:lnTo>
                <a:lnTo>
                  <a:pt x="4879" y="3999"/>
                </a:lnTo>
                <a:lnTo>
                  <a:pt x="4806" y="4109"/>
                </a:lnTo>
                <a:lnTo>
                  <a:pt x="4806" y="4146"/>
                </a:lnTo>
                <a:lnTo>
                  <a:pt x="4843" y="4182"/>
                </a:lnTo>
                <a:lnTo>
                  <a:pt x="4916" y="4256"/>
                </a:lnTo>
                <a:lnTo>
                  <a:pt x="5246" y="4256"/>
                </a:lnTo>
                <a:lnTo>
                  <a:pt x="5723" y="4219"/>
                </a:lnTo>
                <a:lnTo>
                  <a:pt x="5723" y="4219"/>
                </a:lnTo>
                <a:lnTo>
                  <a:pt x="5686" y="4329"/>
                </a:lnTo>
                <a:lnTo>
                  <a:pt x="5576" y="4439"/>
                </a:lnTo>
                <a:lnTo>
                  <a:pt x="5393" y="4622"/>
                </a:lnTo>
                <a:lnTo>
                  <a:pt x="5026" y="5099"/>
                </a:lnTo>
                <a:lnTo>
                  <a:pt x="4659" y="5613"/>
                </a:lnTo>
                <a:lnTo>
                  <a:pt x="4366" y="6126"/>
                </a:lnTo>
                <a:lnTo>
                  <a:pt x="4329" y="6273"/>
                </a:lnTo>
                <a:lnTo>
                  <a:pt x="4366" y="6420"/>
                </a:lnTo>
                <a:lnTo>
                  <a:pt x="4476" y="6493"/>
                </a:lnTo>
                <a:lnTo>
                  <a:pt x="4623" y="6493"/>
                </a:lnTo>
                <a:lnTo>
                  <a:pt x="6310" y="6126"/>
                </a:lnTo>
                <a:lnTo>
                  <a:pt x="6383" y="6090"/>
                </a:lnTo>
                <a:lnTo>
                  <a:pt x="6457" y="6016"/>
                </a:lnTo>
                <a:lnTo>
                  <a:pt x="6493" y="5943"/>
                </a:lnTo>
                <a:lnTo>
                  <a:pt x="6457" y="5833"/>
                </a:lnTo>
                <a:lnTo>
                  <a:pt x="6420" y="5760"/>
                </a:lnTo>
                <a:lnTo>
                  <a:pt x="6383" y="5686"/>
                </a:lnTo>
                <a:lnTo>
                  <a:pt x="6273" y="5650"/>
                </a:lnTo>
                <a:lnTo>
                  <a:pt x="6163" y="5650"/>
                </a:lnTo>
                <a:lnTo>
                  <a:pt x="5026" y="5906"/>
                </a:lnTo>
                <a:lnTo>
                  <a:pt x="5319" y="5466"/>
                </a:lnTo>
                <a:lnTo>
                  <a:pt x="5650" y="5063"/>
                </a:lnTo>
                <a:lnTo>
                  <a:pt x="5870" y="4806"/>
                </a:lnTo>
                <a:lnTo>
                  <a:pt x="6053" y="4549"/>
                </a:lnTo>
                <a:lnTo>
                  <a:pt x="6126" y="4402"/>
                </a:lnTo>
                <a:lnTo>
                  <a:pt x="6200" y="4256"/>
                </a:lnTo>
                <a:lnTo>
                  <a:pt x="6200" y="4109"/>
                </a:lnTo>
                <a:lnTo>
                  <a:pt x="6200" y="3925"/>
                </a:lnTo>
                <a:lnTo>
                  <a:pt x="6163" y="3889"/>
                </a:lnTo>
                <a:lnTo>
                  <a:pt x="6126" y="3815"/>
                </a:lnTo>
                <a:lnTo>
                  <a:pt x="5980" y="3779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7" name="Google Shape;507;p10"/>
          <p:cNvSpPr/>
          <p:nvPr/>
        </p:nvSpPr>
        <p:spPr>
          <a:xfrm>
            <a:off x="1274653" y="-76221"/>
            <a:ext cx="431488" cy="428728"/>
          </a:xfrm>
          <a:custGeom>
            <a:avLst/>
            <a:gdLst/>
            <a:ahLst/>
            <a:cxnLst/>
            <a:rect l="l" t="t" r="r" b="b"/>
            <a:pathLst>
              <a:path w="11409" h="11336" extrusionOk="0">
                <a:moveTo>
                  <a:pt x="5173" y="4219"/>
                </a:moveTo>
                <a:lnTo>
                  <a:pt x="5136" y="4256"/>
                </a:lnTo>
                <a:lnTo>
                  <a:pt x="5100" y="4292"/>
                </a:lnTo>
                <a:lnTo>
                  <a:pt x="4990" y="4366"/>
                </a:lnTo>
                <a:lnTo>
                  <a:pt x="4916" y="4476"/>
                </a:lnTo>
                <a:lnTo>
                  <a:pt x="4916" y="4512"/>
                </a:lnTo>
                <a:lnTo>
                  <a:pt x="4843" y="4659"/>
                </a:lnTo>
                <a:lnTo>
                  <a:pt x="4843" y="4769"/>
                </a:lnTo>
                <a:lnTo>
                  <a:pt x="4880" y="4843"/>
                </a:lnTo>
                <a:lnTo>
                  <a:pt x="4990" y="4916"/>
                </a:lnTo>
                <a:lnTo>
                  <a:pt x="5100" y="4989"/>
                </a:lnTo>
                <a:lnTo>
                  <a:pt x="5283" y="4989"/>
                </a:lnTo>
                <a:lnTo>
                  <a:pt x="5430" y="4916"/>
                </a:lnTo>
                <a:lnTo>
                  <a:pt x="5540" y="4769"/>
                </a:lnTo>
                <a:lnTo>
                  <a:pt x="5577" y="4696"/>
                </a:lnTo>
                <a:lnTo>
                  <a:pt x="5613" y="4623"/>
                </a:lnTo>
                <a:lnTo>
                  <a:pt x="5577" y="4549"/>
                </a:lnTo>
                <a:lnTo>
                  <a:pt x="5577" y="4476"/>
                </a:lnTo>
                <a:lnTo>
                  <a:pt x="5430" y="4402"/>
                </a:lnTo>
                <a:lnTo>
                  <a:pt x="5320" y="4366"/>
                </a:lnTo>
                <a:lnTo>
                  <a:pt x="5320" y="4292"/>
                </a:lnTo>
                <a:lnTo>
                  <a:pt x="5246" y="4256"/>
                </a:lnTo>
                <a:lnTo>
                  <a:pt x="5173" y="4219"/>
                </a:lnTo>
                <a:close/>
                <a:moveTo>
                  <a:pt x="5980" y="6016"/>
                </a:moveTo>
                <a:lnTo>
                  <a:pt x="6017" y="6053"/>
                </a:lnTo>
                <a:lnTo>
                  <a:pt x="6053" y="6126"/>
                </a:lnTo>
                <a:lnTo>
                  <a:pt x="6053" y="6200"/>
                </a:lnTo>
                <a:lnTo>
                  <a:pt x="5907" y="6237"/>
                </a:lnTo>
                <a:lnTo>
                  <a:pt x="5943" y="6090"/>
                </a:lnTo>
                <a:lnTo>
                  <a:pt x="5980" y="6016"/>
                </a:lnTo>
                <a:close/>
                <a:moveTo>
                  <a:pt x="5833" y="5613"/>
                </a:moveTo>
                <a:lnTo>
                  <a:pt x="5723" y="5650"/>
                </a:lnTo>
                <a:lnTo>
                  <a:pt x="5650" y="5723"/>
                </a:lnTo>
                <a:lnTo>
                  <a:pt x="5613" y="5796"/>
                </a:lnTo>
                <a:lnTo>
                  <a:pt x="5613" y="5870"/>
                </a:lnTo>
                <a:lnTo>
                  <a:pt x="5687" y="5943"/>
                </a:lnTo>
                <a:lnTo>
                  <a:pt x="5577" y="6163"/>
                </a:lnTo>
                <a:lnTo>
                  <a:pt x="5540" y="6420"/>
                </a:lnTo>
                <a:lnTo>
                  <a:pt x="5577" y="6530"/>
                </a:lnTo>
                <a:lnTo>
                  <a:pt x="5687" y="6567"/>
                </a:lnTo>
                <a:lnTo>
                  <a:pt x="5833" y="6603"/>
                </a:lnTo>
                <a:lnTo>
                  <a:pt x="5980" y="6603"/>
                </a:lnTo>
                <a:lnTo>
                  <a:pt x="6090" y="6567"/>
                </a:lnTo>
                <a:lnTo>
                  <a:pt x="6237" y="6530"/>
                </a:lnTo>
                <a:lnTo>
                  <a:pt x="6347" y="6457"/>
                </a:lnTo>
                <a:lnTo>
                  <a:pt x="6420" y="6347"/>
                </a:lnTo>
                <a:lnTo>
                  <a:pt x="6457" y="6200"/>
                </a:lnTo>
                <a:lnTo>
                  <a:pt x="6457" y="6053"/>
                </a:lnTo>
                <a:lnTo>
                  <a:pt x="6420" y="5943"/>
                </a:lnTo>
                <a:lnTo>
                  <a:pt x="6347" y="5833"/>
                </a:lnTo>
                <a:lnTo>
                  <a:pt x="6274" y="5760"/>
                </a:lnTo>
                <a:lnTo>
                  <a:pt x="6163" y="5686"/>
                </a:lnTo>
                <a:lnTo>
                  <a:pt x="6053" y="5650"/>
                </a:lnTo>
                <a:lnTo>
                  <a:pt x="5943" y="5613"/>
                </a:lnTo>
                <a:close/>
                <a:moveTo>
                  <a:pt x="3926" y="441"/>
                </a:moveTo>
                <a:lnTo>
                  <a:pt x="4623" y="478"/>
                </a:lnTo>
                <a:lnTo>
                  <a:pt x="5356" y="478"/>
                </a:lnTo>
                <a:lnTo>
                  <a:pt x="6824" y="551"/>
                </a:lnTo>
                <a:lnTo>
                  <a:pt x="7631" y="551"/>
                </a:lnTo>
                <a:lnTo>
                  <a:pt x="7704" y="734"/>
                </a:lnTo>
                <a:lnTo>
                  <a:pt x="7777" y="1064"/>
                </a:lnTo>
                <a:lnTo>
                  <a:pt x="7521" y="1174"/>
                </a:lnTo>
                <a:lnTo>
                  <a:pt x="7191" y="1211"/>
                </a:lnTo>
                <a:lnTo>
                  <a:pt x="7044" y="1211"/>
                </a:lnTo>
                <a:lnTo>
                  <a:pt x="6860" y="1174"/>
                </a:lnTo>
                <a:lnTo>
                  <a:pt x="6714" y="1174"/>
                </a:lnTo>
                <a:lnTo>
                  <a:pt x="6530" y="1211"/>
                </a:lnTo>
                <a:lnTo>
                  <a:pt x="6494" y="1248"/>
                </a:lnTo>
                <a:lnTo>
                  <a:pt x="6457" y="1321"/>
                </a:lnTo>
                <a:lnTo>
                  <a:pt x="6420" y="1395"/>
                </a:lnTo>
                <a:lnTo>
                  <a:pt x="6457" y="1468"/>
                </a:lnTo>
                <a:lnTo>
                  <a:pt x="6457" y="1505"/>
                </a:lnTo>
                <a:lnTo>
                  <a:pt x="6494" y="1578"/>
                </a:lnTo>
                <a:lnTo>
                  <a:pt x="6567" y="1651"/>
                </a:lnTo>
                <a:lnTo>
                  <a:pt x="6567" y="1871"/>
                </a:lnTo>
                <a:lnTo>
                  <a:pt x="6567" y="2092"/>
                </a:lnTo>
                <a:lnTo>
                  <a:pt x="6640" y="2642"/>
                </a:lnTo>
                <a:lnTo>
                  <a:pt x="6677" y="3192"/>
                </a:lnTo>
                <a:lnTo>
                  <a:pt x="6714" y="3632"/>
                </a:lnTo>
                <a:lnTo>
                  <a:pt x="6714" y="4072"/>
                </a:lnTo>
                <a:lnTo>
                  <a:pt x="6677" y="4586"/>
                </a:lnTo>
                <a:lnTo>
                  <a:pt x="6640" y="4843"/>
                </a:lnTo>
                <a:lnTo>
                  <a:pt x="6640" y="5099"/>
                </a:lnTo>
                <a:lnTo>
                  <a:pt x="6677" y="5246"/>
                </a:lnTo>
                <a:lnTo>
                  <a:pt x="6640" y="5319"/>
                </a:lnTo>
                <a:lnTo>
                  <a:pt x="6640" y="5393"/>
                </a:lnTo>
                <a:lnTo>
                  <a:pt x="6640" y="5466"/>
                </a:lnTo>
                <a:lnTo>
                  <a:pt x="6714" y="5540"/>
                </a:lnTo>
                <a:lnTo>
                  <a:pt x="7117" y="5796"/>
                </a:lnTo>
                <a:lnTo>
                  <a:pt x="7484" y="6016"/>
                </a:lnTo>
                <a:lnTo>
                  <a:pt x="7851" y="6310"/>
                </a:lnTo>
                <a:lnTo>
                  <a:pt x="8218" y="6640"/>
                </a:lnTo>
                <a:lnTo>
                  <a:pt x="8915" y="7300"/>
                </a:lnTo>
                <a:lnTo>
                  <a:pt x="8621" y="7337"/>
                </a:lnTo>
                <a:lnTo>
                  <a:pt x="8328" y="7300"/>
                </a:lnTo>
                <a:lnTo>
                  <a:pt x="8108" y="7227"/>
                </a:lnTo>
                <a:lnTo>
                  <a:pt x="7887" y="7154"/>
                </a:lnTo>
                <a:lnTo>
                  <a:pt x="7484" y="6933"/>
                </a:lnTo>
                <a:lnTo>
                  <a:pt x="7117" y="6823"/>
                </a:lnTo>
                <a:lnTo>
                  <a:pt x="6750" y="6787"/>
                </a:lnTo>
                <a:lnTo>
                  <a:pt x="6384" y="6823"/>
                </a:lnTo>
                <a:lnTo>
                  <a:pt x="5980" y="6933"/>
                </a:lnTo>
                <a:lnTo>
                  <a:pt x="5577" y="7044"/>
                </a:lnTo>
                <a:lnTo>
                  <a:pt x="5210" y="7227"/>
                </a:lnTo>
                <a:lnTo>
                  <a:pt x="4843" y="7374"/>
                </a:lnTo>
                <a:lnTo>
                  <a:pt x="4439" y="7520"/>
                </a:lnTo>
                <a:lnTo>
                  <a:pt x="4109" y="7557"/>
                </a:lnTo>
                <a:lnTo>
                  <a:pt x="3816" y="7594"/>
                </a:lnTo>
                <a:lnTo>
                  <a:pt x="3889" y="7557"/>
                </a:lnTo>
                <a:lnTo>
                  <a:pt x="3926" y="7484"/>
                </a:lnTo>
                <a:lnTo>
                  <a:pt x="3926" y="7374"/>
                </a:lnTo>
                <a:lnTo>
                  <a:pt x="3926" y="7300"/>
                </a:lnTo>
                <a:lnTo>
                  <a:pt x="3889" y="7227"/>
                </a:lnTo>
                <a:lnTo>
                  <a:pt x="3816" y="7190"/>
                </a:lnTo>
                <a:lnTo>
                  <a:pt x="2789" y="7190"/>
                </a:lnTo>
                <a:lnTo>
                  <a:pt x="2935" y="7044"/>
                </a:lnTo>
                <a:lnTo>
                  <a:pt x="3266" y="6677"/>
                </a:lnTo>
                <a:lnTo>
                  <a:pt x="3559" y="6713"/>
                </a:lnTo>
                <a:lnTo>
                  <a:pt x="3853" y="6713"/>
                </a:lnTo>
                <a:lnTo>
                  <a:pt x="4403" y="6677"/>
                </a:lnTo>
                <a:lnTo>
                  <a:pt x="4549" y="6640"/>
                </a:lnTo>
                <a:lnTo>
                  <a:pt x="4623" y="6530"/>
                </a:lnTo>
                <a:lnTo>
                  <a:pt x="4623" y="6457"/>
                </a:lnTo>
                <a:lnTo>
                  <a:pt x="4586" y="6383"/>
                </a:lnTo>
                <a:lnTo>
                  <a:pt x="4513" y="6310"/>
                </a:lnTo>
                <a:lnTo>
                  <a:pt x="4403" y="6273"/>
                </a:lnTo>
                <a:lnTo>
                  <a:pt x="3669" y="6273"/>
                </a:lnTo>
                <a:lnTo>
                  <a:pt x="3926" y="6016"/>
                </a:lnTo>
                <a:lnTo>
                  <a:pt x="4183" y="5723"/>
                </a:lnTo>
                <a:lnTo>
                  <a:pt x="4293" y="5723"/>
                </a:lnTo>
                <a:lnTo>
                  <a:pt x="4366" y="5686"/>
                </a:lnTo>
                <a:lnTo>
                  <a:pt x="4439" y="5576"/>
                </a:lnTo>
                <a:lnTo>
                  <a:pt x="4476" y="5466"/>
                </a:lnTo>
                <a:lnTo>
                  <a:pt x="4403" y="3449"/>
                </a:lnTo>
                <a:lnTo>
                  <a:pt x="4366" y="2495"/>
                </a:lnTo>
                <a:lnTo>
                  <a:pt x="4329" y="2018"/>
                </a:lnTo>
                <a:lnTo>
                  <a:pt x="4293" y="1541"/>
                </a:lnTo>
                <a:lnTo>
                  <a:pt x="4256" y="1431"/>
                </a:lnTo>
                <a:lnTo>
                  <a:pt x="4549" y="1505"/>
                </a:lnTo>
                <a:lnTo>
                  <a:pt x="4953" y="1578"/>
                </a:lnTo>
                <a:lnTo>
                  <a:pt x="5173" y="1578"/>
                </a:lnTo>
                <a:lnTo>
                  <a:pt x="5356" y="1505"/>
                </a:lnTo>
                <a:lnTo>
                  <a:pt x="5393" y="1468"/>
                </a:lnTo>
                <a:lnTo>
                  <a:pt x="5430" y="1431"/>
                </a:lnTo>
                <a:lnTo>
                  <a:pt x="5430" y="1358"/>
                </a:lnTo>
                <a:lnTo>
                  <a:pt x="5393" y="1321"/>
                </a:lnTo>
                <a:lnTo>
                  <a:pt x="5246" y="1211"/>
                </a:lnTo>
                <a:lnTo>
                  <a:pt x="5063" y="1174"/>
                </a:lnTo>
                <a:lnTo>
                  <a:pt x="4733" y="1138"/>
                </a:lnTo>
                <a:lnTo>
                  <a:pt x="4219" y="1064"/>
                </a:lnTo>
                <a:lnTo>
                  <a:pt x="4183" y="1028"/>
                </a:lnTo>
                <a:lnTo>
                  <a:pt x="4146" y="991"/>
                </a:lnTo>
                <a:lnTo>
                  <a:pt x="3999" y="991"/>
                </a:lnTo>
                <a:lnTo>
                  <a:pt x="3853" y="1028"/>
                </a:lnTo>
                <a:lnTo>
                  <a:pt x="3706" y="1064"/>
                </a:lnTo>
                <a:lnTo>
                  <a:pt x="3596" y="1064"/>
                </a:lnTo>
                <a:lnTo>
                  <a:pt x="3522" y="1028"/>
                </a:lnTo>
                <a:lnTo>
                  <a:pt x="3486" y="991"/>
                </a:lnTo>
                <a:lnTo>
                  <a:pt x="3412" y="881"/>
                </a:lnTo>
                <a:lnTo>
                  <a:pt x="3412" y="771"/>
                </a:lnTo>
                <a:lnTo>
                  <a:pt x="3412" y="698"/>
                </a:lnTo>
                <a:lnTo>
                  <a:pt x="3486" y="624"/>
                </a:lnTo>
                <a:lnTo>
                  <a:pt x="3559" y="551"/>
                </a:lnTo>
                <a:lnTo>
                  <a:pt x="3742" y="478"/>
                </a:lnTo>
                <a:lnTo>
                  <a:pt x="3926" y="441"/>
                </a:lnTo>
                <a:close/>
                <a:moveTo>
                  <a:pt x="6090" y="8071"/>
                </a:moveTo>
                <a:lnTo>
                  <a:pt x="6127" y="8144"/>
                </a:lnTo>
                <a:lnTo>
                  <a:pt x="6127" y="8217"/>
                </a:lnTo>
                <a:lnTo>
                  <a:pt x="6090" y="8291"/>
                </a:lnTo>
                <a:lnTo>
                  <a:pt x="6053" y="8364"/>
                </a:lnTo>
                <a:lnTo>
                  <a:pt x="5980" y="8401"/>
                </a:lnTo>
                <a:lnTo>
                  <a:pt x="5907" y="8401"/>
                </a:lnTo>
                <a:lnTo>
                  <a:pt x="5833" y="8364"/>
                </a:lnTo>
                <a:lnTo>
                  <a:pt x="5760" y="8291"/>
                </a:lnTo>
                <a:lnTo>
                  <a:pt x="5760" y="8181"/>
                </a:lnTo>
                <a:lnTo>
                  <a:pt x="5833" y="8144"/>
                </a:lnTo>
                <a:lnTo>
                  <a:pt x="5943" y="8071"/>
                </a:lnTo>
                <a:lnTo>
                  <a:pt x="6017" y="8107"/>
                </a:lnTo>
                <a:lnTo>
                  <a:pt x="6053" y="8107"/>
                </a:lnTo>
                <a:lnTo>
                  <a:pt x="6090" y="8071"/>
                </a:lnTo>
                <a:close/>
                <a:moveTo>
                  <a:pt x="5907" y="7630"/>
                </a:moveTo>
                <a:lnTo>
                  <a:pt x="5797" y="7667"/>
                </a:lnTo>
                <a:lnTo>
                  <a:pt x="5687" y="7704"/>
                </a:lnTo>
                <a:lnTo>
                  <a:pt x="5577" y="7777"/>
                </a:lnTo>
                <a:lnTo>
                  <a:pt x="5467" y="7887"/>
                </a:lnTo>
                <a:lnTo>
                  <a:pt x="5467" y="7924"/>
                </a:lnTo>
                <a:lnTo>
                  <a:pt x="5430" y="7997"/>
                </a:lnTo>
                <a:lnTo>
                  <a:pt x="5503" y="8071"/>
                </a:lnTo>
                <a:lnTo>
                  <a:pt x="5430" y="8217"/>
                </a:lnTo>
                <a:lnTo>
                  <a:pt x="5430" y="8364"/>
                </a:lnTo>
                <a:lnTo>
                  <a:pt x="5467" y="8474"/>
                </a:lnTo>
                <a:lnTo>
                  <a:pt x="5540" y="8584"/>
                </a:lnTo>
                <a:lnTo>
                  <a:pt x="5650" y="8694"/>
                </a:lnTo>
                <a:lnTo>
                  <a:pt x="5797" y="8731"/>
                </a:lnTo>
                <a:lnTo>
                  <a:pt x="5907" y="8768"/>
                </a:lnTo>
                <a:lnTo>
                  <a:pt x="6053" y="8768"/>
                </a:lnTo>
                <a:lnTo>
                  <a:pt x="6200" y="8731"/>
                </a:lnTo>
                <a:lnTo>
                  <a:pt x="6310" y="8658"/>
                </a:lnTo>
                <a:lnTo>
                  <a:pt x="6384" y="8584"/>
                </a:lnTo>
                <a:lnTo>
                  <a:pt x="6457" y="8474"/>
                </a:lnTo>
                <a:lnTo>
                  <a:pt x="6494" y="8327"/>
                </a:lnTo>
                <a:lnTo>
                  <a:pt x="6494" y="8217"/>
                </a:lnTo>
                <a:lnTo>
                  <a:pt x="6494" y="8071"/>
                </a:lnTo>
                <a:lnTo>
                  <a:pt x="6457" y="7961"/>
                </a:lnTo>
                <a:lnTo>
                  <a:pt x="6384" y="7851"/>
                </a:lnTo>
                <a:lnTo>
                  <a:pt x="6310" y="7777"/>
                </a:lnTo>
                <a:lnTo>
                  <a:pt x="6200" y="7704"/>
                </a:lnTo>
                <a:lnTo>
                  <a:pt x="6053" y="7667"/>
                </a:lnTo>
                <a:lnTo>
                  <a:pt x="5907" y="7630"/>
                </a:lnTo>
                <a:close/>
                <a:moveTo>
                  <a:pt x="4476" y="9134"/>
                </a:moveTo>
                <a:lnTo>
                  <a:pt x="4513" y="9281"/>
                </a:lnTo>
                <a:lnTo>
                  <a:pt x="4476" y="9391"/>
                </a:lnTo>
                <a:lnTo>
                  <a:pt x="4403" y="9538"/>
                </a:lnTo>
                <a:lnTo>
                  <a:pt x="4256" y="9648"/>
                </a:lnTo>
                <a:lnTo>
                  <a:pt x="4183" y="9685"/>
                </a:lnTo>
                <a:lnTo>
                  <a:pt x="4109" y="9685"/>
                </a:lnTo>
                <a:lnTo>
                  <a:pt x="4036" y="9648"/>
                </a:lnTo>
                <a:lnTo>
                  <a:pt x="3963" y="9575"/>
                </a:lnTo>
                <a:lnTo>
                  <a:pt x="3926" y="9501"/>
                </a:lnTo>
                <a:lnTo>
                  <a:pt x="3926" y="9428"/>
                </a:lnTo>
                <a:lnTo>
                  <a:pt x="3963" y="9354"/>
                </a:lnTo>
                <a:lnTo>
                  <a:pt x="4036" y="9281"/>
                </a:lnTo>
                <a:lnTo>
                  <a:pt x="4219" y="9208"/>
                </a:lnTo>
                <a:lnTo>
                  <a:pt x="4403" y="9171"/>
                </a:lnTo>
                <a:lnTo>
                  <a:pt x="4439" y="9171"/>
                </a:lnTo>
                <a:lnTo>
                  <a:pt x="4476" y="9134"/>
                </a:lnTo>
                <a:close/>
                <a:moveTo>
                  <a:pt x="7741" y="9391"/>
                </a:moveTo>
                <a:lnTo>
                  <a:pt x="7814" y="9464"/>
                </a:lnTo>
                <a:lnTo>
                  <a:pt x="7851" y="9575"/>
                </a:lnTo>
                <a:lnTo>
                  <a:pt x="7851" y="9685"/>
                </a:lnTo>
                <a:lnTo>
                  <a:pt x="7814" y="9795"/>
                </a:lnTo>
                <a:lnTo>
                  <a:pt x="7704" y="9868"/>
                </a:lnTo>
                <a:lnTo>
                  <a:pt x="7557" y="9905"/>
                </a:lnTo>
                <a:lnTo>
                  <a:pt x="7447" y="9905"/>
                </a:lnTo>
                <a:lnTo>
                  <a:pt x="7301" y="9868"/>
                </a:lnTo>
                <a:lnTo>
                  <a:pt x="7227" y="9795"/>
                </a:lnTo>
                <a:lnTo>
                  <a:pt x="7301" y="9648"/>
                </a:lnTo>
                <a:lnTo>
                  <a:pt x="7374" y="9538"/>
                </a:lnTo>
                <a:lnTo>
                  <a:pt x="7484" y="9464"/>
                </a:lnTo>
                <a:lnTo>
                  <a:pt x="7631" y="9428"/>
                </a:lnTo>
                <a:lnTo>
                  <a:pt x="7704" y="9391"/>
                </a:lnTo>
                <a:close/>
                <a:moveTo>
                  <a:pt x="4439" y="8658"/>
                </a:moveTo>
                <a:lnTo>
                  <a:pt x="4293" y="8694"/>
                </a:lnTo>
                <a:lnTo>
                  <a:pt x="4146" y="8694"/>
                </a:lnTo>
                <a:lnTo>
                  <a:pt x="4073" y="8731"/>
                </a:lnTo>
                <a:lnTo>
                  <a:pt x="3999" y="8804"/>
                </a:lnTo>
                <a:lnTo>
                  <a:pt x="3963" y="8951"/>
                </a:lnTo>
                <a:lnTo>
                  <a:pt x="3742" y="9061"/>
                </a:lnTo>
                <a:lnTo>
                  <a:pt x="3596" y="9244"/>
                </a:lnTo>
                <a:lnTo>
                  <a:pt x="3559" y="9354"/>
                </a:lnTo>
                <a:lnTo>
                  <a:pt x="3522" y="9501"/>
                </a:lnTo>
                <a:lnTo>
                  <a:pt x="3559" y="9611"/>
                </a:lnTo>
                <a:lnTo>
                  <a:pt x="3596" y="9758"/>
                </a:lnTo>
                <a:lnTo>
                  <a:pt x="3706" y="9868"/>
                </a:lnTo>
                <a:lnTo>
                  <a:pt x="3779" y="9978"/>
                </a:lnTo>
                <a:lnTo>
                  <a:pt x="3926" y="10051"/>
                </a:lnTo>
                <a:lnTo>
                  <a:pt x="4036" y="10088"/>
                </a:lnTo>
                <a:lnTo>
                  <a:pt x="4366" y="10088"/>
                </a:lnTo>
                <a:lnTo>
                  <a:pt x="4513" y="10015"/>
                </a:lnTo>
                <a:lnTo>
                  <a:pt x="4623" y="9905"/>
                </a:lnTo>
                <a:lnTo>
                  <a:pt x="4733" y="9795"/>
                </a:lnTo>
                <a:lnTo>
                  <a:pt x="4843" y="9648"/>
                </a:lnTo>
                <a:lnTo>
                  <a:pt x="4880" y="9501"/>
                </a:lnTo>
                <a:lnTo>
                  <a:pt x="4916" y="9354"/>
                </a:lnTo>
                <a:lnTo>
                  <a:pt x="4916" y="9171"/>
                </a:lnTo>
                <a:lnTo>
                  <a:pt x="4880" y="9024"/>
                </a:lnTo>
                <a:lnTo>
                  <a:pt x="4806" y="8878"/>
                </a:lnTo>
                <a:lnTo>
                  <a:pt x="4733" y="8768"/>
                </a:lnTo>
                <a:lnTo>
                  <a:pt x="4586" y="8694"/>
                </a:lnTo>
                <a:lnTo>
                  <a:pt x="4439" y="8658"/>
                </a:lnTo>
                <a:close/>
                <a:moveTo>
                  <a:pt x="7447" y="8951"/>
                </a:moveTo>
                <a:lnTo>
                  <a:pt x="7337" y="8988"/>
                </a:lnTo>
                <a:lnTo>
                  <a:pt x="7264" y="9061"/>
                </a:lnTo>
                <a:lnTo>
                  <a:pt x="7227" y="9134"/>
                </a:lnTo>
                <a:lnTo>
                  <a:pt x="7227" y="9208"/>
                </a:lnTo>
                <a:lnTo>
                  <a:pt x="7117" y="9318"/>
                </a:lnTo>
                <a:lnTo>
                  <a:pt x="7007" y="9391"/>
                </a:lnTo>
                <a:lnTo>
                  <a:pt x="6934" y="9501"/>
                </a:lnTo>
                <a:lnTo>
                  <a:pt x="6897" y="9611"/>
                </a:lnTo>
                <a:lnTo>
                  <a:pt x="6897" y="9575"/>
                </a:lnTo>
                <a:lnTo>
                  <a:pt x="6860" y="9611"/>
                </a:lnTo>
                <a:lnTo>
                  <a:pt x="6824" y="9758"/>
                </a:lnTo>
                <a:lnTo>
                  <a:pt x="6824" y="9905"/>
                </a:lnTo>
                <a:lnTo>
                  <a:pt x="6860" y="9978"/>
                </a:lnTo>
                <a:lnTo>
                  <a:pt x="6897" y="10051"/>
                </a:lnTo>
                <a:lnTo>
                  <a:pt x="7007" y="10125"/>
                </a:lnTo>
                <a:lnTo>
                  <a:pt x="7044" y="10161"/>
                </a:lnTo>
                <a:lnTo>
                  <a:pt x="7044" y="10198"/>
                </a:lnTo>
                <a:lnTo>
                  <a:pt x="7227" y="10271"/>
                </a:lnTo>
                <a:lnTo>
                  <a:pt x="7374" y="10345"/>
                </a:lnTo>
                <a:lnTo>
                  <a:pt x="7704" y="10345"/>
                </a:lnTo>
                <a:lnTo>
                  <a:pt x="7851" y="10271"/>
                </a:lnTo>
                <a:lnTo>
                  <a:pt x="7998" y="10198"/>
                </a:lnTo>
                <a:lnTo>
                  <a:pt x="8108" y="10088"/>
                </a:lnTo>
                <a:lnTo>
                  <a:pt x="8181" y="9941"/>
                </a:lnTo>
                <a:lnTo>
                  <a:pt x="8254" y="9795"/>
                </a:lnTo>
                <a:lnTo>
                  <a:pt x="8291" y="9611"/>
                </a:lnTo>
                <a:lnTo>
                  <a:pt x="8254" y="9464"/>
                </a:lnTo>
                <a:lnTo>
                  <a:pt x="8218" y="9318"/>
                </a:lnTo>
                <a:lnTo>
                  <a:pt x="8144" y="9171"/>
                </a:lnTo>
                <a:lnTo>
                  <a:pt x="7998" y="9024"/>
                </a:lnTo>
                <a:lnTo>
                  <a:pt x="7924" y="8988"/>
                </a:lnTo>
                <a:lnTo>
                  <a:pt x="7851" y="8951"/>
                </a:lnTo>
                <a:close/>
                <a:moveTo>
                  <a:pt x="6970" y="7227"/>
                </a:moveTo>
                <a:lnTo>
                  <a:pt x="7227" y="7300"/>
                </a:lnTo>
                <a:lnTo>
                  <a:pt x="7741" y="7520"/>
                </a:lnTo>
                <a:lnTo>
                  <a:pt x="8071" y="7667"/>
                </a:lnTo>
                <a:lnTo>
                  <a:pt x="8474" y="7740"/>
                </a:lnTo>
                <a:lnTo>
                  <a:pt x="8658" y="7777"/>
                </a:lnTo>
                <a:lnTo>
                  <a:pt x="8878" y="7777"/>
                </a:lnTo>
                <a:lnTo>
                  <a:pt x="9061" y="7740"/>
                </a:lnTo>
                <a:lnTo>
                  <a:pt x="9245" y="7667"/>
                </a:lnTo>
                <a:lnTo>
                  <a:pt x="9575" y="8071"/>
                </a:lnTo>
                <a:lnTo>
                  <a:pt x="10125" y="8841"/>
                </a:lnTo>
                <a:lnTo>
                  <a:pt x="10639" y="9648"/>
                </a:lnTo>
                <a:lnTo>
                  <a:pt x="10785" y="9868"/>
                </a:lnTo>
                <a:lnTo>
                  <a:pt x="10822" y="10015"/>
                </a:lnTo>
                <a:lnTo>
                  <a:pt x="10785" y="10161"/>
                </a:lnTo>
                <a:lnTo>
                  <a:pt x="10749" y="10235"/>
                </a:lnTo>
                <a:lnTo>
                  <a:pt x="10639" y="10345"/>
                </a:lnTo>
                <a:lnTo>
                  <a:pt x="10455" y="10455"/>
                </a:lnTo>
                <a:lnTo>
                  <a:pt x="10235" y="10602"/>
                </a:lnTo>
                <a:lnTo>
                  <a:pt x="9758" y="10565"/>
                </a:lnTo>
                <a:lnTo>
                  <a:pt x="9281" y="10492"/>
                </a:lnTo>
                <a:lnTo>
                  <a:pt x="8328" y="10455"/>
                </a:lnTo>
                <a:lnTo>
                  <a:pt x="7374" y="10492"/>
                </a:lnTo>
                <a:lnTo>
                  <a:pt x="6420" y="10528"/>
                </a:lnTo>
                <a:lnTo>
                  <a:pt x="2092" y="10675"/>
                </a:lnTo>
                <a:lnTo>
                  <a:pt x="1065" y="10712"/>
                </a:lnTo>
                <a:lnTo>
                  <a:pt x="735" y="10712"/>
                </a:lnTo>
                <a:lnTo>
                  <a:pt x="625" y="10638"/>
                </a:lnTo>
                <a:lnTo>
                  <a:pt x="588" y="10602"/>
                </a:lnTo>
                <a:lnTo>
                  <a:pt x="551" y="10565"/>
                </a:lnTo>
                <a:lnTo>
                  <a:pt x="588" y="10418"/>
                </a:lnTo>
                <a:lnTo>
                  <a:pt x="735" y="10198"/>
                </a:lnTo>
                <a:lnTo>
                  <a:pt x="1065" y="9685"/>
                </a:lnTo>
                <a:lnTo>
                  <a:pt x="1542" y="9575"/>
                </a:lnTo>
                <a:lnTo>
                  <a:pt x="1762" y="9538"/>
                </a:lnTo>
                <a:lnTo>
                  <a:pt x="2018" y="9501"/>
                </a:lnTo>
                <a:lnTo>
                  <a:pt x="2092" y="9464"/>
                </a:lnTo>
                <a:lnTo>
                  <a:pt x="2128" y="9428"/>
                </a:lnTo>
                <a:lnTo>
                  <a:pt x="2165" y="9281"/>
                </a:lnTo>
                <a:lnTo>
                  <a:pt x="2128" y="9171"/>
                </a:lnTo>
                <a:lnTo>
                  <a:pt x="2092" y="9134"/>
                </a:lnTo>
                <a:lnTo>
                  <a:pt x="2018" y="9098"/>
                </a:lnTo>
                <a:lnTo>
                  <a:pt x="1872" y="9061"/>
                </a:lnTo>
                <a:lnTo>
                  <a:pt x="1725" y="9061"/>
                </a:lnTo>
                <a:lnTo>
                  <a:pt x="1395" y="9134"/>
                </a:lnTo>
                <a:lnTo>
                  <a:pt x="1395" y="9134"/>
                </a:lnTo>
                <a:lnTo>
                  <a:pt x="1798" y="8547"/>
                </a:lnTo>
                <a:lnTo>
                  <a:pt x="1835" y="8511"/>
                </a:lnTo>
                <a:lnTo>
                  <a:pt x="1945" y="8547"/>
                </a:lnTo>
                <a:lnTo>
                  <a:pt x="2092" y="8584"/>
                </a:lnTo>
                <a:lnTo>
                  <a:pt x="2459" y="8621"/>
                </a:lnTo>
                <a:lnTo>
                  <a:pt x="2972" y="8621"/>
                </a:lnTo>
                <a:lnTo>
                  <a:pt x="3082" y="8584"/>
                </a:lnTo>
                <a:lnTo>
                  <a:pt x="3156" y="8511"/>
                </a:lnTo>
                <a:lnTo>
                  <a:pt x="3192" y="8401"/>
                </a:lnTo>
                <a:lnTo>
                  <a:pt x="3156" y="8291"/>
                </a:lnTo>
                <a:lnTo>
                  <a:pt x="3082" y="8217"/>
                </a:lnTo>
                <a:lnTo>
                  <a:pt x="2972" y="8181"/>
                </a:lnTo>
                <a:lnTo>
                  <a:pt x="2055" y="8181"/>
                </a:lnTo>
                <a:lnTo>
                  <a:pt x="2532" y="7520"/>
                </a:lnTo>
                <a:lnTo>
                  <a:pt x="2752" y="7557"/>
                </a:lnTo>
                <a:lnTo>
                  <a:pt x="2899" y="7704"/>
                </a:lnTo>
                <a:lnTo>
                  <a:pt x="3046" y="7777"/>
                </a:lnTo>
                <a:lnTo>
                  <a:pt x="3192" y="7851"/>
                </a:lnTo>
                <a:lnTo>
                  <a:pt x="3376" y="7924"/>
                </a:lnTo>
                <a:lnTo>
                  <a:pt x="3742" y="7961"/>
                </a:lnTo>
                <a:lnTo>
                  <a:pt x="4073" y="7961"/>
                </a:lnTo>
                <a:lnTo>
                  <a:pt x="4549" y="7887"/>
                </a:lnTo>
                <a:lnTo>
                  <a:pt x="4953" y="7777"/>
                </a:lnTo>
                <a:lnTo>
                  <a:pt x="5797" y="7410"/>
                </a:lnTo>
                <a:lnTo>
                  <a:pt x="6237" y="7264"/>
                </a:lnTo>
                <a:lnTo>
                  <a:pt x="6494" y="7227"/>
                </a:lnTo>
                <a:close/>
                <a:moveTo>
                  <a:pt x="4036" y="1"/>
                </a:moveTo>
                <a:lnTo>
                  <a:pt x="3816" y="37"/>
                </a:lnTo>
                <a:lnTo>
                  <a:pt x="3596" y="74"/>
                </a:lnTo>
                <a:lnTo>
                  <a:pt x="3412" y="147"/>
                </a:lnTo>
                <a:lnTo>
                  <a:pt x="3229" y="257"/>
                </a:lnTo>
                <a:lnTo>
                  <a:pt x="3119" y="404"/>
                </a:lnTo>
                <a:lnTo>
                  <a:pt x="3009" y="551"/>
                </a:lnTo>
                <a:lnTo>
                  <a:pt x="2972" y="771"/>
                </a:lnTo>
                <a:lnTo>
                  <a:pt x="3009" y="991"/>
                </a:lnTo>
                <a:lnTo>
                  <a:pt x="3082" y="1174"/>
                </a:lnTo>
                <a:lnTo>
                  <a:pt x="3156" y="1285"/>
                </a:lnTo>
                <a:lnTo>
                  <a:pt x="3266" y="1358"/>
                </a:lnTo>
                <a:lnTo>
                  <a:pt x="3412" y="1431"/>
                </a:lnTo>
                <a:lnTo>
                  <a:pt x="3559" y="1468"/>
                </a:lnTo>
                <a:lnTo>
                  <a:pt x="3706" y="1468"/>
                </a:lnTo>
                <a:lnTo>
                  <a:pt x="3853" y="1431"/>
                </a:lnTo>
                <a:lnTo>
                  <a:pt x="3999" y="1395"/>
                </a:lnTo>
                <a:lnTo>
                  <a:pt x="4073" y="1395"/>
                </a:lnTo>
                <a:lnTo>
                  <a:pt x="3963" y="1468"/>
                </a:lnTo>
                <a:lnTo>
                  <a:pt x="3926" y="1578"/>
                </a:lnTo>
                <a:lnTo>
                  <a:pt x="3889" y="2055"/>
                </a:lnTo>
                <a:lnTo>
                  <a:pt x="3889" y="2532"/>
                </a:lnTo>
                <a:lnTo>
                  <a:pt x="3926" y="3449"/>
                </a:lnTo>
                <a:lnTo>
                  <a:pt x="3926" y="5099"/>
                </a:lnTo>
                <a:lnTo>
                  <a:pt x="3926" y="5283"/>
                </a:lnTo>
                <a:lnTo>
                  <a:pt x="3963" y="5466"/>
                </a:lnTo>
                <a:lnTo>
                  <a:pt x="3963" y="5503"/>
                </a:lnTo>
                <a:lnTo>
                  <a:pt x="3742" y="5613"/>
                </a:lnTo>
                <a:lnTo>
                  <a:pt x="3559" y="5723"/>
                </a:lnTo>
                <a:lnTo>
                  <a:pt x="3229" y="6016"/>
                </a:lnTo>
                <a:lnTo>
                  <a:pt x="2899" y="6347"/>
                </a:lnTo>
                <a:lnTo>
                  <a:pt x="2605" y="6677"/>
                </a:lnTo>
                <a:lnTo>
                  <a:pt x="2239" y="7080"/>
                </a:lnTo>
                <a:lnTo>
                  <a:pt x="1908" y="7484"/>
                </a:lnTo>
                <a:lnTo>
                  <a:pt x="1285" y="8364"/>
                </a:lnTo>
                <a:lnTo>
                  <a:pt x="698" y="9244"/>
                </a:lnTo>
                <a:lnTo>
                  <a:pt x="148" y="10125"/>
                </a:lnTo>
                <a:lnTo>
                  <a:pt x="38" y="10308"/>
                </a:lnTo>
                <a:lnTo>
                  <a:pt x="1" y="10492"/>
                </a:lnTo>
                <a:lnTo>
                  <a:pt x="38" y="10675"/>
                </a:lnTo>
                <a:lnTo>
                  <a:pt x="111" y="10858"/>
                </a:lnTo>
                <a:lnTo>
                  <a:pt x="221" y="11005"/>
                </a:lnTo>
                <a:lnTo>
                  <a:pt x="368" y="11115"/>
                </a:lnTo>
                <a:lnTo>
                  <a:pt x="551" y="11225"/>
                </a:lnTo>
                <a:lnTo>
                  <a:pt x="771" y="11262"/>
                </a:lnTo>
                <a:lnTo>
                  <a:pt x="1321" y="11299"/>
                </a:lnTo>
                <a:lnTo>
                  <a:pt x="1872" y="11262"/>
                </a:lnTo>
                <a:lnTo>
                  <a:pt x="3009" y="11189"/>
                </a:lnTo>
                <a:lnTo>
                  <a:pt x="5503" y="11115"/>
                </a:lnTo>
                <a:lnTo>
                  <a:pt x="7447" y="11042"/>
                </a:lnTo>
                <a:lnTo>
                  <a:pt x="8401" y="11005"/>
                </a:lnTo>
                <a:lnTo>
                  <a:pt x="9355" y="11042"/>
                </a:lnTo>
                <a:lnTo>
                  <a:pt x="9391" y="11152"/>
                </a:lnTo>
                <a:lnTo>
                  <a:pt x="9465" y="11225"/>
                </a:lnTo>
                <a:lnTo>
                  <a:pt x="9612" y="11299"/>
                </a:lnTo>
                <a:lnTo>
                  <a:pt x="9795" y="11335"/>
                </a:lnTo>
                <a:lnTo>
                  <a:pt x="9978" y="11335"/>
                </a:lnTo>
                <a:lnTo>
                  <a:pt x="10125" y="11299"/>
                </a:lnTo>
                <a:lnTo>
                  <a:pt x="10272" y="11299"/>
                </a:lnTo>
                <a:lnTo>
                  <a:pt x="10382" y="11262"/>
                </a:lnTo>
                <a:lnTo>
                  <a:pt x="10455" y="11189"/>
                </a:lnTo>
                <a:lnTo>
                  <a:pt x="10565" y="11115"/>
                </a:lnTo>
                <a:lnTo>
                  <a:pt x="10785" y="10968"/>
                </a:lnTo>
                <a:lnTo>
                  <a:pt x="10969" y="10785"/>
                </a:lnTo>
                <a:lnTo>
                  <a:pt x="11152" y="10602"/>
                </a:lnTo>
                <a:lnTo>
                  <a:pt x="11299" y="10455"/>
                </a:lnTo>
                <a:lnTo>
                  <a:pt x="11336" y="10308"/>
                </a:lnTo>
                <a:lnTo>
                  <a:pt x="11372" y="10198"/>
                </a:lnTo>
                <a:lnTo>
                  <a:pt x="11409" y="10051"/>
                </a:lnTo>
                <a:lnTo>
                  <a:pt x="11372" y="9941"/>
                </a:lnTo>
                <a:lnTo>
                  <a:pt x="11299" y="9685"/>
                </a:lnTo>
                <a:lnTo>
                  <a:pt x="11189" y="9464"/>
                </a:lnTo>
                <a:lnTo>
                  <a:pt x="10859" y="8914"/>
                </a:lnTo>
                <a:lnTo>
                  <a:pt x="10492" y="8364"/>
                </a:lnTo>
                <a:lnTo>
                  <a:pt x="10125" y="7887"/>
                </a:lnTo>
                <a:lnTo>
                  <a:pt x="9722" y="7410"/>
                </a:lnTo>
                <a:lnTo>
                  <a:pt x="9318" y="6933"/>
                </a:lnTo>
                <a:lnTo>
                  <a:pt x="8878" y="6493"/>
                </a:lnTo>
                <a:lnTo>
                  <a:pt x="8474" y="6126"/>
                </a:lnTo>
                <a:lnTo>
                  <a:pt x="8071" y="5760"/>
                </a:lnTo>
                <a:lnTo>
                  <a:pt x="7851" y="5576"/>
                </a:lnTo>
                <a:lnTo>
                  <a:pt x="7594" y="5430"/>
                </a:lnTo>
                <a:lnTo>
                  <a:pt x="7374" y="5319"/>
                </a:lnTo>
                <a:lnTo>
                  <a:pt x="7117" y="5209"/>
                </a:lnTo>
                <a:lnTo>
                  <a:pt x="7117" y="5173"/>
                </a:lnTo>
                <a:lnTo>
                  <a:pt x="7191" y="4953"/>
                </a:lnTo>
                <a:lnTo>
                  <a:pt x="7227" y="4696"/>
                </a:lnTo>
                <a:lnTo>
                  <a:pt x="7227" y="4182"/>
                </a:lnTo>
                <a:lnTo>
                  <a:pt x="7227" y="3669"/>
                </a:lnTo>
                <a:lnTo>
                  <a:pt x="7191" y="3192"/>
                </a:lnTo>
                <a:lnTo>
                  <a:pt x="7154" y="2825"/>
                </a:lnTo>
                <a:lnTo>
                  <a:pt x="7117" y="2385"/>
                </a:lnTo>
                <a:lnTo>
                  <a:pt x="7044" y="2165"/>
                </a:lnTo>
                <a:lnTo>
                  <a:pt x="7007" y="1945"/>
                </a:lnTo>
                <a:lnTo>
                  <a:pt x="6934" y="1761"/>
                </a:lnTo>
                <a:lnTo>
                  <a:pt x="6824" y="1615"/>
                </a:lnTo>
                <a:lnTo>
                  <a:pt x="7191" y="1651"/>
                </a:lnTo>
                <a:lnTo>
                  <a:pt x="7521" y="1651"/>
                </a:lnTo>
                <a:lnTo>
                  <a:pt x="7851" y="1541"/>
                </a:lnTo>
                <a:lnTo>
                  <a:pt x="7998" y="1468"/>
                </a:lnTo>
                <a:lnTo>
                  <a:pt x="8144" y="1358"/>
                </a:lnTo>
                <a:lnTo>
                  <a:pt x="8254" y="1248"/>
                </a:lnTo>
                <a:lnTo>
                  <a:pt x="8254" y="1174"/>
                </a:lnTo>
                <a:lnTo>
                  <a:pt x="8254" y="1101"/>
                </a:lnTo>
                <a:lnTo>
                  <a:pt x="8144" y="624"/>
                </a:lnTo>
                <a:lnTo>
                  <a:pt x="8071" y="404"/>
                </a:lnTo>
                <a:lnTo>
                  <a:pt x="7998" y="294"/>
                </a:lnTo>
                <a:lnTo>
                  <a:pt x="7924" y="221"/>
                </a:lnTo>
                <a:lnTo>
                  <a:pt x="7851" y="147"/>
                </a:lnTo>
                <a:lnTo>
                  <a:pt x="7777" y="147"/>
                </a:lnTo>
                <a:lnTo>
                  <a:pt x="7631" y="111"/>
                </a:lnTo>
                <a:lnTo>
                  <a:pt x="6824" y="74"/>
                </a:lnTo>
                <a:lnTo>
                  <a:pt x="4036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8" name="Google Shape;508;p10"/>
          <p:cNvSpPr/>
          <p:nvPr/>
        </p:nvSpPr>
        <p:spPr>
          <a:xfrm>
            <a:off x="1777725" y="6237940"/>
            <a:ext cx="409288" cy="513369"/>
          </a:xfrm>
          <a:custGeom>
            <a:avLst/>
            <a:gdLst/>
            <a:ahLst/>
            <a:cxnLst/>
            <a:rect l="l" t="t" r="r" b="b"/>
            <a:pathLst>
              <a:path w="10822" h="13574" extrusionOk="0">
                <a:moveTo>
                  <a:pt x="10235" y="1358"/>
                </a:moveTo>
                <a:lnTo>
                  <a:pt x="10345" y="1652"/>
                </a:lnTo>
                <a:lnTo>
                  <a:pt x="10345" y="1982"/>
                </a:lnTo>
                <a:lnTo>
                  <a:pt x="10345" y="2312"/>
                </a:lnTo>
                <a:lnTo>
                  <a:pt x="10235" y="2605"/>
                </a:lnTo>
                <a:lnTo>
                  <a:pt x="10235" y="2569"/>
                </a:lnTo>
                <a:lnTo>
                  <a:pt x="10198" y="1945"/>
                </a:lnTo>
                <a:lnTo>
                  <a:pt x="10235" y="1358"/>
                </a:lnTo>
                <a:close/>
                <a:moveTo>
                  <a:pt x="9538" y="2092"/>
                </a:moveTo>
                <a:lnTo>
                  <a:pt x="9538" y="2422"/>
                </a:lnTo>
                <a:lnTo>
                  <a:pt x="9538" y="2789"/>
                </a:lnTo>
                <a:lnTo>
                  <a:pt x="9465" y="2202"/>
                </a:lnTo>
                <a:lnTo>
                  <a:pt x="9538" y="2092"/>
                </a:lnTo>
                <a:close/>
                <a:moveTo>
                  <a:pt x="9941" y="1285"/>
                </a:moveTo>
                <a:lnTo>
                  <a:pt x="9868" y="1835"/>
                </a:lnTo>
                <a:lnTo>
                  <a:pt x="9831" y="2129"/>
                </a:lnTo>
                <a:lnTo>
                  <a:pt x="9831" y="2459"/>
                </a:lnTo>
                <a:lnTo>
                  <a:pt x="9831" y="2642"/>
                </a:lnTo>
                <a:lnTo>
                  <a:pt x="9868" y="2789"/>
                </a:lnTo>
                <a:lnTo>
                  <a:pt x="9941" y="2936"/>
                </a:lnTo>
                <a:lnTo>
                  <a:pt x="10015" y="3046"/>
                </a:lnTo>
                <a:lnTo>
                  <a:pt x="10051" y="3046"/>
                </a:lnTo>
                <a:lnTo>
                  <a:pt x="9941" y="3229"/>
                </a:lnTo>
                <a:lnTo>
                  <a:pt x="9648" y="3632"/>
                </a:lnTo>
                <a:lnTo>
                  <a:pt x="9575" y="3046"/>
                </a:lnTo>
                <a:lnTo>
                  <a:pt x="9611" y="3119"/>
                </a:lnTo>
                <a:lnTo>
                  <a:pt x="9648" y="3156"/>
                </a:lnTo>
                <a:lnTo>
                  <a:pt x="9721" y="3192"/>
                </a:lnTo>
                <a:lnTo>
                  <a:pt x="9795" y="3156"/>
                </a:lnTo>
                <a:lnTo>
                  <a:pt x="9868" y="3156"/>
                </a:lnTo>
                <a:lnTo>
                  <a:pt x="9905" y="3082"/>
                </a:lnTo>
                <a:lnTo>
                  <a:pt x="9905" y="3046"/>
                </a:lnTo>
                <a:lnTo>
                  <a:pt x="9905" y="2972"/>
                </a:lnTo>
                <a:lnTo>
                  <a:pt x="9868" y="2936"/>
                </a:lnTo>
                <a:lnTo>
                  <a:pt x="9831" y="2899"/>
                </a:lnTo>
                <a:lnTo>
                  <a:pt x="9758" y="2899"/>
                </a:lnTo>
                <a:lnTo>
                  <a:pt x="9758" y="2642"/>
                </a:lnTo>
                <a:lnTo>
                  <a:pt x="9721" y="2092"/>
                </a:lnTo>
                <a:lnTo>
                  <a:pt x="9685" y="2018"/>
                </a:lnTo>
                <a:lnTo>
                  <a:pt x="9587" y="2018"/>
                </a:lnTo>
                <a:lnTo>
                  <a:pt x="9611" y="1982"/>
                </a:lnTo>
                <a:lnTo>
                  <a:pt x="9721" y="1762"/>
                </a:lnTo>
                <a:lnTo>
                  <a:pt x="9831" y="1542"/>
                </a:lnTo>
                <a:lnTo>
                  <a:pt x="9941" y="1285"/>
                </a:lnTo>
                <a:close/>
                <a:moveTo>
                  <a:pt x="9318" y="2385"/>
                </a:moveTo>
                <a:lnTo>
                  <a:pt x="9281" y="3119"/>
                </a:lnTo>
                <a:lnTo>
                  <a:pt x="9318" y="3889"/>
                </a:lnTo>
                <a:lnTo>
                  <a:pt x="9354" y="3963"/>
                </a:lnTo>
                <a:lnTo>
                  <a:pt x="9098" y="4183"/>
                </a:lnTo>
                <a:lnTo>
                  <a:pt x="9098" y="3963"/>
                </a:lnTo>
                <a:lnTo>
                  <a:pt x="9098" y="3743"/>
                </a:lnTo>
                <a:lnTo>
                  <a:pt x="9024" y="3302"/>
                </a:lnTo>
                <a:lnTo>
                  <a:pt x="8988" y="2715"/>
                </a:lnTo>
                <a:lnTo>
                  <a:pt x="9134" y="2569"/>
                </a:lnTo>
                <a:lnTo>
                  <a:pt x="9318" y="2385"/>
                </a:lnTo>
                <a:close/>
                <a:moveTo>
                  <a:pt x="8107" y="3596"/>
                </a:moveTo>
                <a:lnTo>
                  <a:pt x="7997" y="3889"/>
                </a:lnTo>
                <a:lnTo>
                  <a:pt x="7924" y="4219"/>
                </a:lnTo>
                <a:lnTo>
                  <a:pt x="7887" y="3779"/>
                </a:lnTo>
                <a:lnTo>
                  <a:pt x="8107" y="3596"/>
                </a:lnTo>
                <a:close/>
                <a:moveTo>
                  <a:pt x="8731" y="2972"/>
                </a:moveTo>
                <a:lnTo>
                  <a:pt x="8731" y="3302"/>
                </a:lnTo>
                <a:lnTo>
                  <a:pt x="8731" y="3816"/>
                </a:lnTo>
                <a:lnTo>
                  <a:pt x="8768" y="4109"/>
                </a:lnTo>
                <a:lnTo>
                  <a:pt x="8841" y="4366"/>
                </a:lnTo>
                <a:lnTo>
                  <a:pt x="8841" y="4403"/>
                </a:lnTo>
                <a:lnTo>
                  <a:pt x="8621" y="4586"/>
                </a:lnTo>
                <a:lnTo>
                  <a:pt x="8621" y="4586"/>
                </a:lnTo>
                <a:lnTo>
                  <a:pt x="8658" y="4219"/>
                </a:lnTo>
                <a:lnTo>
                  <a:pt x="8694" y="3816"/>
                </a:lnTo>
                <a:lnTo>
                  <a:pt x="8694" y="3449"/>
                </a:lnTo>
                <a:lnTo>
                  <a:pt x="8658" y="3082"/>
                </a:lnTo>
                <a:lnTo>
                  <a:pt x="8731" y="2972"/>
                </a:lnTo>
                <a:close/>
                <a:moveTo>
                  <a:pt x="8364" y="3339"/>
                </a:moveTo>
                <a:lnTo>
                  <a:pt x="8254" y="4733"/>
                </a:lnTo>
                <a:lnTo>
                  <a:pt x="8291" y="4806"/>
                </a:lnTo>
                <a:lnTo>
                  <a:pt x="8291" y="4843"/>
                </a:lnTo>
                <a:lnTo>
                  <a:pt x="8217" y="4916"/>
                </a:lnTo>
                <a:lnTo>
                  <a:pt x="8181" y="4880"/>
                </a:lnTo>
                <a:lnTo>
                  <a:pt x="8327" y="3522"/>
                </a:lnTo>
                <a:lnTo>
                  <a:pt x="8291" y="3486"/>
                </a:lnTo>
                <a:lnTo>
                  <a:pt x="8254" y="3449"/>
                </a:lnTo>
                <a:lnTo>
                  <a:pt x="8364" y="3339"/>
                </a:lnTo>
                <a:close/>
                <a:moveTo>
                  <a:pt x="7704" y="3963"/>
                </a:moveTo>
                <a:lnTo>
                  <a:pt x="7667" y="4329"/>
                </a:lnTo>
                <a:lnTo>
                  <a:pt x="7594" y="4696"/>
                </a:lnTo>
                <a:lnTo>
                  <a:pt x="7520" y="5026"/>
                </a:lnTo>
                <a:lnTo>
                  <a:pt x="7410" y="5393"/>
                </a:lnTo>
                <a:lnTo>
                  <a:pt x="7410" y="5467"/>
                </a:lnTo>
                <a:lnTo>
                  <a:pt x="7337" y="5430"/>
                </a:lnTo>
                <a:lnTo>
                  <a:pt x="7300" y="5430"/>
                </a:lnTo>
                <a:lnTo>
                  <a:pt x="7300" y="4990"/>
                </a:lnTo>
                <a:lnTo>
                  <a:pt x="7264" y="4696"/>
                </a:lnTo>
                <a:lnTo>
                  <a:pt x="7227" y="4366"/>
                </a:lnTo>
                <a:lnTo>
                  <a:pt x="7704" y="3963"/>
                </a:lnTo>
                <a:close/>
                <a:moveTo>
                  <a:pt x="7044" y="4513"/>
                </a:moveTo>
                <a:lnTo>
                  <a:pt x="6970" y="5026"/>
                </a:lnTo>
                <a:lnTo>
                  <a:pt x="6970" y="5320"/>
                </a:lnTo>
                <a:lnTo>
                  <a:pt x="6970" y="5540"/>
                </a:lnTo>
                <a:lnTo>
                  <a:pt x="7007" y="5650"/>
                </a:lnTo>
                <a:lnTo>
                  <a:pt x="7080" y="5760"/>
                </a:lnTo>
                <a:lnTo>
                  <a:pt x="6677" y="6053"/>
                </a:lnTo>
                <a:lnTo>
                  <a:pt x="6677" y="6053"/>
                </a:lnTo>
                <a:lnTo>
                  <a:pt x="6713" y="5797"/>
                </a:lnTo>
                <a:lnTo>
                  <a:pt x="6750" y="5540"/>
                </a:lnTo>
                <a:lnTo>
                  <a:pt x="6750" y="5173"/>
                </a:lnTo>
                <a:lnTo>
                  <a:pt x="6677" y="4843"/>
                </a:lnTo>
                <a:lnTo>
                  <a:pt x="7044" y="4513"/>
                </a:lnTo>
                <a:close/>
                <a:moveTo>
                  <a:pt x="6603" y="4916"/>
                </a:moveTo>
                <a:lnTo>
                  <a:pt x="6567" y="5173"/>
                </a:lnTo>
                <a:lnTo>
                  <a:pt x="6530" y="5430"/>
                </a:lnTo>
                <a:lnTo>
                  <a:pt x="6457" y="5613"/>
                </a:lnTo>
                <a:lnTo>
                  <a:pt x="6383" y="5760"/>
                </a:lnTo>
                <a:lnTo>
                  <a:pt x="6310" y="5943"/>
                </a:lnTo>
                <a:lnTo>
                  <a:pt x="6310" y="6127"/>
                </a:lnTo>
                <a:lnTo>
                  <a:pt x="6310" y="6200"/>
                </a:lnTo>
                <a:lnTo>
                  <a:pt x="6383" y="6237"/>
                </a:lnTo>
                <a:lnTo>
                  <a:pt x="5980" y="6494"/>
                </a:lnTo>
                <a:lnTo>
                  <a:pt x="6053" y="6090"/>
                </a:lnTo>
                <a:lnTo>
                  <a:pt x="6053" y="5760"/>
                </a:lnTo>
                <a:lnTo>
                  <a:pt x="6016" y="5393"/>
                </a:lnTo>
                <a:lnTo>
                  <a:pt x="6603" y="4916"/>
                </a:lnTo>
                <a:close/>
                <a:moveTo>
                  <a:pt x="5870" y="5540"/>
                </a:moveTo>
                <a:lnTo>
                  <a:pt x="5796" y="5943"/>
                </a:lnTo>
                <a:lnTo>
                  <a:pt x="5686" y="6347"/>
                </a:lnTo>
                <a:lnTo>
                  <a:pt x="5613" y="6567"/>
                </a:lnTo>
                <a:lnTo>
                  <a:pt x="5613" y="6677"/>
                </a:lnTo>
                <a:lnTo>
                  <a:pt x="5613" y="6750"/>
                </a:lnTo>
                <a:lnTo>
                  <a:pt x="5173" y="7081"/>
                </a:lnTo>
                <a:lnTo>
                  <a:pt x="5393" y="5943"/>
                </a:lnTo>
                <a:lnTo>
                  <a:pt x="5870" y="5540"/>
                </a:lnTo>
                <a:close/>
                <a:moveTo>
                  <a:pt x="9134" y="478"/>
                </a:moveTo>
                <a:lnTo>
                  <a:pt x="9428" y="588"/>
                </a:lnTo>
                <a:lnTo>
                  <a:pt x="9318" y="735"/>
                </a:lnTo>
                <a:lnTo>
                  <a:pt x="9318" y="845"/>
                </a:lnTo>
                <a:lnTo>
                  <a:pt x="9354" y="918"/>
                </a:lnTo>
                <a:lnTo>
                  <a:pt x="9428" y="955"/>
                </a:lnTo>
                <a:lnTo>
                  <a:pt x="9538" y="955"/>
                </a:lnTo>
                <a:lnTo>
                  <a:pt x="9538" y="1101"/>
                </a:lnTo>
                <a:lnTo>
                  <a:pt x="9465" y="1285"/>
                </a:lnTo>
                <a:lnTo>
                  <a:pt x="9318" y="1615"/>
                </a:lnTo>
                <a:lnTo>
                  <a:pt x="9134" y="1908"/>
                </a:lnTo>
                <a:lnTo>
                  <a:pt x="8914" y="2202"/>
                </a:lnTo>
                <a:lnTo>
                  <a:pt x="8841" y="2165"/>
                </a:lnTo>
                <a:lnTo>
                  <a:pt x="8804" y="2202"/>
                </a:lnTo>
                <a:lnTo>
                  <a:pt x="8768" y="2202"/>
                </a:lnTo>
                <a:lnTo>
                  <a:pt x="8731" y="2275"/>
                </a:lnTo>
                <a:lnTo>
                  <a:pt x="8731" y="2349"/>
                </a:lnTo>
                <a:lnTo>
                  <a:pt x="8364" y="2715"/>
                </a:lnTo>
                <a:lnTo>
                  <a:pt x="7740" y="3339"/>
                </a:lnTo>
                <a:lnTo>
                  <a:pt x="7667" y="3339"/>
                </a:lnTo>
                <a:lnTo>
                  <a:pt x="7667" y="3412"/>
                </a:lnTo>
                <a:lnTo>
                  <a:pt x="6493" y="4439"/>
                </a:lnTo>
                <a:lnTo>
                  <a:pt x="5650" y="5173"/>
                </a:lnTo>
                <a:lnTo>
                  <a:pt x="4806" y="5870"/>
                </a:lnTo>
                <a:lnTo>
                  <a:pt x="4769" y="5870"/>
                </a:lnTo>
                <a:lnTo>
                  <a:pt x="4733" y="5907"/>
                </a:lnTo>
                <a:lnTo>
                  <a:pt x="4623" y="6017"/>
                </a:lnTo>
                <a:lnTo>
                  <a:pt x="3889" y="6567"/>
                </a:lnTo>
                <a:lnTo>
                  <a:pt x="3852" y="6567"/>
                </a:lnTo>
                <a:lnTo>
                  <a:pt x="3816" y="6604"/>
                </a:lnTo>
                <a:lnTo>
                  <a:pt x="3632" y="6714"/>
                </a:lnTo>
                <a:lnTo>
                  <a:pt x="3339" y="6897"/>
                </a:lnTo>
                <a:lnTo>
                  <a:pt x="3155" y="7007"/>
                </a:lnTo>
                <a:lnTo>
                  <a:pt x="3045" y="7154"/>
                </a:lnTo>
                <a:lnTo>
                  <a:pt x="2972" y="7117"/>
                </a:lnTo>
                <a:lnTo>
                  <a:pt x="2605" y="6824"/>
                </a:lnTo>
                <a:lnTo>
                  <a:pt x="2312" y="6457"/>
                </a:lnTo>
                <a:lnTo>
                  <a:pt x="2128" y="6274"/>
                </a:lnTo>
                <a:lnTo>
                  <a:pt x="1945" y="6090"/>
                </a:lnTo>
                <a:lnTo>
                  <a:pt x="2202" y="5943"/>
                </a:lnTo>
                <a:lnTo>
                  <a:pt x="2458" y="5723"/>
                </a:lnTo>
                <a:lnTo>
                  <a:pt x="2605" y="5943"/>
                </a:lnTo>
                <a:lnTo>
                  <a:pt x="2825" y="6127"/>
                </a:lnTo>
                <a:lnTo>
                  <a:pt x="2935" y="6200"/>
                </a:lnTo>
                <a:lnTo>
                  <a:pt x="3082" y="6237"/>
                </a:lnTo>
                <a:lnTo>
                  <a:pt x="3229" y="6237"/>
                </a:lnTo>
                <a:lnTo>
                  <a:pt x="3339" y="6127"/>
                </a:lnTo>
                <a:lnTo>
                  <a:pt x="3375" y="6090"/>
                </a:lnTo>
                <a:lnTo>
                  <a:pt x="3412" y="6017"/>
                </a:lnTo>
                <a:lnTo>
                  <a:pt x="3375" y="5870"/>
                </a:lnTo>
                <a:lnTo>
                  <a:pt x="3339" y="5797"/>
                </a:lnTo>
                <a:lnTo>
                  <a:pt x="3265" y="5760"/>
                </a:lnTo>
                <a:lnTo>
                  <a:pt x="3119" y="5760"/>
                </a:lnTo>
                <a:lnTo>
                  <a:pt x="3082" y="5797"/>
                </a:lnTo>
                <a:lnTo>
                  <a:pt x="3082" y="5760"/>
                </a:lnTo>
                <a:lnTo>
                  <a:pt x="2935" y="5650"/>
                </a:lnTo>
                <a:lnTo>
                  <a:pt x="2752" y="5503"/>
                </a:lnTo>
                <a:lnTo>
                  <a:pt x="2825" y="5430"/>
                </a:lnTo>
                <a:lnTo>
                  <a:pt x="3302" y="4990"/>
                </a:lnTo>
                <a:lnTo>
                  <a:pt x="3375" y="5173"/>
                </a:lnTo>
                <a:lnTo>
                  <a:pt x="3449" y="5283"/>
                </a:lnTo>
                <a:lnTo>
                  <a:pt x="3559" y="5393"/>
                </a:lnTo>
                <a:lnTo>
                  <a:pt x="3669" y="5503"/>
                </a:lnTo>
                <a:lnTo>
                  <a:pt x="3816" y="5540"/>
                </a:lnTo>
                <a:lnTo>
                  <a:pt x="3926" y="5540"/>
                </a:lnTo>
                <a:lnTo>
                  <a:pt x="3999" y="5467"/>
                </a:lnTo>
                <a:lnTo>
                  <a:pt x="4036" y="5393"/>
                </a:lnTo>
                <a:lnTo>
                  <a:pt x="4036" y="5283"/>
                </a:lnTo>
                <a:lnTo>
                  <a:pt x="3889" y="5136"/>
                </a:lnTo>
                <a:lnTo>
                  <a:pt x="3742" y="4990"/>
                </a:lnTo>
                <a:lnTo>
                  <a:pt x="3632" y="4843"/>
                </a:lnTo>
                <a:lnTo>
                  <a:pt x="3595" y="4770"/>
                </a:lnTo>
                <a:lnTo>
                  <a:pt x="3595" y="4733"/>
                </a:lnTo>
                <a:lnTo>
                  <a:pt x="3926" y="4439"/>
                </a:lnTo>
                <a:lnTo>
                  <a:pt x="4146" y="4256"/>
                </a:lnTo>
                <a:lnTo>
                  <a:pt x="4182" y="4403"/>
                </a:lnTo>
                <a:lnTo>
                  <a:pt x="4256" y="4513"/>
                </a:lnTo>
                <a:lnTo>
                  <a:pt x="4329" y="4623"/>
                </a:lnTo>
                <a:lnTo>
                  <a:pt x="4439" y="4770"/>
                </a:lnTo>
                <a:lnTo>
                  <a:pt x="4586" y="4843"/>
                </a:lnTo>
                <a:lnTo>
                  <a:pt x="4696" y="4880"/>
                </a:lnTo>
                <a:lnTo>
                  <a:pt x="4806" y="4843"/>
                </a:lnTo>
                <a:lnTo>
                  <a:pt x="4843" y="4770"/>
                </a:lnTo>
                <a:lnTo>
                  <a:pt x="4879" y="4733"/>
                </a:lnTo>
                <a:lnTo>
                  <a:pt x="4879" y="4623"/>
                </a:lnTo>
                <a:lnTo>
                  <a:pt x="4843" y="4549"/>
                </a:lnTo>
                <a:lnTo>
                  <a:pt x="4769" y="4476"/>
                </a:lnTo>
                <a:lnTo>
                  <a:pt x="4623" y="4329"/>
                </a:lnTo>
                <a:lnTo>
                  <a:pt x="4513" y="4219"/>
                </a:lnTo>
                <a:lnTo>
                  <a:pt x="4476" y="4073"/>
                </a:lnTo>
                <a:lnTo>
                  <a:pt x="4476" y="3999"/>
                </a:lnTo>
                <a:lnTo>
                  <a:pt x="4989" y="3522"/>
                </a:lnTo>
                <a:lnTo>
                  <a:pt x="5063" y="3632"/>
                </a:lnTo>
                <a:lnTo>
                  <a:pt x="5173" y="3853"/>
                </a:lnTo>
                <a:lnTo>
                  <a:pt x="5356" y="4036"/>
                </a:lnTo>
                <a:lnTo>
                  <a:pt x="5430" y="4073"/>
                </a:lnTo>
                <a:lnTo>
                  <a:pt x="5503" y="4109"/>
                </a:lnTo>
                <a:lnTo>
                  <a:pt x="5576" y="4073"/>
                </a:lnTo>
                <a:lnTo>
                  <a:pt x="5650" y="4036"/>
                </a:lnTo>
                <a:lnTo>
                  <a:pt x="5686" y="3963"/>
                </a:lnTo>
                <a:lnTo>
                  <a:pt x="5686" y="3926"/>
                </a:lnTo>
                <a:lnTo>
                  <a:pt x="5686" y="3853"/>
                </a:lnTo>
                <a:lnTo>
                  <a:pt x="5650" y="3779"/>
                </a:lnTo>
                <a:lnTo>
                  <a:pt x="5246" y="3302"/>
                </a:lnTo>
                <a:lnTo>
                  <a:pt x="5980" y="2642"/>
                </a:lnTo>
                <a:lnTo>
                  <a:pt x="6016" y="2715"/>
                </a:lnTo>
                <a:lnTo>
                  <a:pt x="6163" y="3082"/>
                </a:lnTo>
                <a:lnTo>
                  <a:pt x="6200" y="3156"/>
                </a:lnTo>
                <a:lnTo>
                  <a:pt x="6237" y="3192"/>
                </a:lnTo>
                <a:lnTo>
                  <a:pt x="6383" y="3192"/>
                </a:lnTo>
                <a:lnTo>
                  <a:pt x="6457" y="3156"/>
                </a:lnTo>
                <a:lnTo>
                  <a:pt x="6493" y="3082"/>
                </a:lnTo>
                <a:lnTo>
                  <a:pt x="6530" y="3009"/>
                </a:lnTo>
                <a:lnTo>
                  <a:pt x="6493" y="2936"/>
                </a:lnTo>
                <a:lnTo>
                  <a:pt x="6383" y="2605"/>
                </a:lnTo>
                <a:lnTo>
                  <a:pt x="6273" y="2422"/>
                </a:lnTo>
                <a:lnTo>
                  <a:pt x="7007" y="1725"/>
                </a:lnTo>
                <a:lnTo>
                  <a:pt x="7044" y="1945"/>
                </a:lnTo>
                <a:lnTo>
                  <a:pt x="7080" y="2129"/>
                </a:lnTo>
                <a:lnTo>
                  <a:pt x="7154" y="2349"/>
                </a:lnTo>
                <a:lnTo>
                  <a:pt x="7227" y="2532"/>
                </a:lnTo>
                <a:lnTo>
                  <a:pt x="7300" y="2605"/>
                </a:lnTo>
                <a:lnTo>
                  <a:pt x="7410" y="2642"/>
                </a:lnTo>
                <a:lnTo>
                  <a:pt x="7557" y="2569"/>
                </a:lnTo>
                <a:lnTo>
                  <a:pt x="7630" y="2495"/>
                </a:lnTo>
                <a:lnTo>
                  <a:pt x="7667" y="2385"/>
                </a:lnTo>
                <a:lnTo>
                  <a:pt x="7667" y="2312"/>
                </a:lnTo>
                <a:lnTo>
                  <a:pt x="7630" y="2239"/>
                </a:lnTo>
                <a:lnTo>
                  <a:pt x="7557" y="2165"/>
                </a:lnTo>
                <a:lnTo>
                  <a:pt x="7484" y="2165"/>
                </a:lnTo>
                <a:lnTo>
                  <a:pt x="7337" y="1835"/>
                </a:lnTo>
                <a:lnTo>
                  <a:pt x="7227" y="1542"/>
                </a:lnTo>
                <a:lnTo>
                  <a:pt x="7740" y="1101"/>
                </a:lnTo>
                <a:lnTo>
                  <a:pt x="8217" y="735"/>
                </a:lnTo>
                <a:lnTo>
                  <a:pt x="8364" y="625"/>
                </a:lnTo>
                <a:lnTo>
                  <a:pt x="8511" y="551"/>
                </a:lnTo>
                <a:lnTo>
                  <a:pt x="8841" y="478"/>
                </a:lnTo>
                <a:close/>
                <a:moveTo>
                  <a:pt x="3485" y="7264"/>
                </a:moveTo>
                <a:lnTo>
                  <a:pt x="3449" y="7447"/>
                </a:lnTo>
                <a:lnTo>
                  <a:pt x="3302" y="7337"/>
                </a:lnTo>
                <a:lnTo>
                  <a:pt x="3485" y="7264"/>
                </a:lnTo>
                <a:close/>
                <a:moveTo>
                  <a:pt x="5099" y="6163"/>
                </a:moveTo>
                <a:lnTo>
                  <a:pt x="4733" y="7264"/>
                </a:lnTo>
                <a:lnTo>
                  <a:pt x="4733" y="7337"/>
                </a:lnTo>
                <a:lnTo>
                  <a:pt x="4586" y="7447"/>
                </a:lnTo>
                <a:lnTo>
                  <a:pt x="4586" y="7337"/>
                </a:lnTo>
                <a:lnTo>
                  <a:pt x="4586" y="7301"/>
                </a:lnTo>
                <a:lnTo>
                  <a:pt x="4623" y="6860"/>
                </a:lnTo>
                <a:lnTo>
                  <a:pt x="4733" y="6457"/>
                </a:lnTo>
                <a:lnTo>
                  <a:pt x="5026" y="6237"/>
                </a:lnTo>
                <a:lnTo>
                  <a:pt x="5099" y="6163"/>
                </a:lnTo>
                <a:close/>
                <a:moveTo>
                  <a:pt x="4292" y="6750"/>
                </a:moveTo>
                <a:lnTo>
                  <a:pt x="4219" y="7117"/>
                </a:lnTo>
                <a:lnTo>
                  <a:pt x="4219" y="7484"/>
                </a:lnTo>
                <a:lnTo>
                  <a:pt x="4219" y="7594"/>
                </a:lnTo>
                <a:lnTo>
                  <a:pt x="4292" y="7631"/>
                </a:lnTo>
                <a:lnTo>
                  <a:pt x="3889" y="7924"/>
                </a:lnTo>
                <a:lnTo>
                  <a:pt x="3816" y="7851"/>
                </a:lnTo>
                <a:lnTo>
                  <a:pt x="3889" y="7777"/>
                </a:lnTo>
                <a:lnTo>
                  <a:pt x="3926" y="7667"/>
                </a:lnTo>
                <a:lnTo>
                  <a:pt x="3926" y="7594"/>
                </a:lnTo>
                <a:lnTo>
                  <a:pt x="3889" y="7521"/>
                </a:lnTo>
                <a:lnTo>
                  <a:pt x="3852" y="7484"/>
                </a:lnTo>
                <a:lnTo>
                  <a:pt x="3816" y="7484"/>
                </a:lnTo>
                <a:lnTo>
                  <a:pt x="3889" y="7227"/>
                </a:lnTo>
                <a:lnTo>
                  <a:pt x="3926" y="7007"/>
                </a:lnTo>
                <a:lnTo>
                  <a:pt x="3926" y="6970"/>
                </a:lnTo>
                <a:lnTo>
                  <a:pt x="4292" y="6750"/>
                </a:lnTo>
                <a:close/>
                <a:moveTo>
                  <a:pt x="1101" y="6127"/>
                </a:moveTo>
                <a:lnTo>
                  <a:pt x="1358" y="6200"/>
                </a:lnTo>
                <a:lnTo>
                  <a:pt x="1578" y="6310"/>
                </a:lnTo>
                <a:lnTo>
                  <a:pt x="1761" y="6457"/>
                </a:lnTo>
                <a:lnTo>
                  <a:pt x="1945" y="6677"/>
                </a:lnTo>
                <a:lnTo>
                  <a:pt x="2312" y="7081"/>
                </a:lnTo>
                <a:lnTo>
                  <a:pt x="2715" y="7447"/>
                </a:lnTo>
                <a:lnTo>
                  <a:pt x="3155" y="7777"/>
                </a:lnTo>
                <a:lnTo>
                  <a:pt x="3339" y="7961"/>
                </a:lnTo>
                <a:lnTo>
                  <a:pt x="3522" y="8144"/>
                </a:lnTo>
                <a:lnTo>
                  <a:pt x="3522" y="8181"/>
                </a:lnTo>
                <a:lnTo>
                  <a:pt x="3485" y="8291"/>
                </a:lnTo>
                <a:lnTo>
                  <a:pt x="3485" y="8401"/>
                </a:lnTo>
                <a:lnTo>
                  <a:pt x="3559" y="8474"/>
                </a:lnTo>
                <a:lnTo>
                  <a:pt x="3669" y="8511"/>
                </a:lnTo>
                <a:lnTo>
                  <a:pt x="3669" y="8621"/>
                </a:lnTo>
                <a:lnTo>
                  <a:pt x="3669" y="8658"/>
                </a:lnTo>
                <a:lnTo>
                  <a:pt x="3595" y="8695"/>
                </a:lnTo>
                <a:lnTo>
                  <a:pt x="3229" y="8731"/>
                </a:lnTo>
                <a:lnTo>
                  <a:pt x="3009" y="8474"/>
                </a:lnTo>
                <a:lnTo>
                  <a:pt x="2825" y="8254"/>
                </a:lnTo>
                <a:lnTo>
                  <a:pt x="2165" y="7484"/>
                </a:lnTo>
                <a:lnTo>
                  <a:pt x="1615" y="6897"/>
                </a:lnTo>
                <a:lnTo>
                  <a:pt x="1321" y="6604"/>
                </a:lnTo>
                <a:lnTo>
                  <a:pt x="1174" y="6494"/>
                </a:lnTo>
                <a:lnTo>
                  <a:pt x="991" y="6420"/>
                </a:lnTo>
                <a:lnTo>
                  <a:pt x="1101" y="6127"/>
                </a:lnTo>
                <a:close/>
                <a:moveTo>
                  <a:pt x="8731" y="1"/>
                </a:moveTo>
                <a:lnTo>
                  <a:pt x="8474" y="74"/>
                </a:lnTo>
                <a:lnTo>
                  <a:pt x="8217" y="184"/>
                </a:lnTo>
                <a:lnTo>
                  <a:pt x="7997" y="331"/>
                </a:lnTo>
                <a:lnTo>
                  <a:pt x="7777" y="478"/>
                </a:lnTo>
                <a:lnTo>
                  <a:pt x="7154" y="1028"/>
                </a:lnTo>
                <a:lnTo>
                  <a:pt x="6530" y="1578"/>
                </a:lnTo>
                <a:lnTo>
                  <a:pt x="4036" y="3779"/>
                </a:lnTo>
                <a:lnTo>
                  <a:pt x="2825" y="4843"/>
                </a:lnTo>
                <a:lnTo>
                  <a:pt x="2312" y="5283"/>
                </a:lnTo>
                <a:lnTo>
                  <a:pt x="2092" y="5540"/>
                </a:lnTo>
                <a:lnTo>
                  <a:pt x="1871" y="5797"/>
                </a:lnTo>
                <a:lnTo>
                  <a:pt x="1761" y="5833"/>
                </a:lnTo>
                <a:lnTo>
                  <a:pt x="1725" y="5943"/>
                </a:lnTo>
                <a:lnTo>
                  <a:pt x="1541" y="5833"/>
                </a:lnTo>
                <a:lnTo>
                  <a:pt x="1358" y="5797"/>
                </a:lnTo>
                <a:lnTo>
                  <a:pt x="1174" y="5760"/>
                </a:lnTo>
                <a:lnTo>
                  <a:pt x="954" y="5760"/>
                </a:lnTo>
                <a:lnTo>
                  <a:pt x="844" y="5797"/>
                </a:lnTo>
                <a:lnTo>
                  <a:pt x="771" y="5907"/>
                </a:lnTo>
                <a:lnTo>
                  <a:pt x="624" y="6420"/>
                </a:lnTo>
                <a:lnTo>
                  <a:pt x="624" y="6494"/>
                </a:lnTo>
                <a:lnTo>
                  <a:pt x="661" y="6567"/>
                </a:lnTo>
                <a:lnTo>
                  <a:pt x="698" y="6604"/>
                </a:lnTo>
                <a:lnTo>
                  <a:pt x="771" y="6640"/>
                </a:lnTo>
                <a:lnTo>
                  <a:pt x="918" y="6860"/>
                </a:lnTo>
                <a:lnTo>
                  <a:pt x="1101" y="7081"/>
                </a:lnTo>
                <a:lnTo>
                  <a:pt x="1505" y="7484"/>
                </a:lnTo>
                <a:lnTo>
                  <a:pt x="2385" y="8511"/>
                </a:lnTo>
                <a:lnTo>
                  <a:pt x="2715" y="8951"/>
                </a:lnTo>
                <a:lnTo>
                  <a:pt x="2935" y="9171"/>
                </a:lnTo>
                <a:lnTo>
                  <a:pt x="3155" y="9318"/>
                </a:lnTo>
                <a:lnTo>
                  <a:pt x="3302" y="9355"/>
                </a:lnTo>
                <a:lnTo>
                  <a:pt x="3412" y="9355"/>
                </a:lnTo>
                <a:lnTo>
                  <a:pt x="3522" y="9281"/>
                </a:lnTo>
                <a:lnTo>
                  <a:pt x="3595" y="9171"/>
                </a:lnTo>
                <a:lnTo>
                  <a:pt x="3816" y="9135"/>
                </a:lnTo>
                <a:lnTo>
                  <a:pt x="3962" y="9061"/>
                </a:lnTo>
                <a:lnTo>
                  <a:pt x="4072" y="8951"/>
                </a:lnTo>
                <a:lnTo>
                  <a:pt x="4146" y="8805"/>
                </a:lnTo>
                <a:lnTo>
                  <a:pt x="4146" y="8548"/>
                </a:lnTo>
                <a:lnTo>
                  <a:pt x="4109" y="8328"/>
                </a:lnTo>
                <a:lnTo>
                  <a:pt x="5320" y="7557"/>
                </a:lnTo>
                <a:lnTo>
                  <a:pt x="6530" y="6750"/>
                </a:lnTo>
                <a:lnTo>
                  <a:pt x="7667" y="5907"/>
                </a:lnTo>
                <a:lnTo>
                  <a:pt x="8804" y="5026"/>
                </a:lnTo>
                <a:lnTo>
                  <a:pt x="9281" y="4660"/>
                </a:lnTo>
                <a:lnTo>
                  <a:pt x="9721" y="4219"/>
                </a:lnTo>
                <a:lnTo>
                  <a:pt x="10125" y="3743"/>
                </a:lnTo>
                <a:lnTo>
                  <a:pt x="10308" y="3486"/>
                </a:lnTo>
                <a:lnTo>
                  <a:pt x="10455" y="3229"/>
                </a:lnTo>
                <a:lnTo>
                  <a:pt x="10602" y="2972"/>
                </a:lnTo>
                <a:lnTo>
                  <a:pt x="10712" y="2679"/>
                </a:lnTo>
                <a:lnTo>
                  <a:pt x="10785" y="2385"/>
                </a:lnTo>
                <a:lnTo>
                  <a:pt x="10822" y="2129"/>
                </a:lnTo>
                <a:lnTo>
                  <a:pt x="10822" y="1835"/>
                </a:lnTo>
                <a:lnTo>
                  <a:pt x="10785" y="1542"/>
                </a:lnTo>
                <a:lnTo>
                  <a:pt x="10675" y="1248"/>
                </a:lnTo>
                <a:lnTo>
                  <a:pt x="10528" y="955"/>
                </a:lnTo>
                <a:lnTo>
                  <a:pt x="10382" y="735"/>
                </a:lnTo>
                <a:lnTo>
                  <a:pt x="10198" y="515"/>
                </a:lnTo>
                <a:lnTo>
                  <a:pt x="9978" y="368"/>
                </a:lnTo>
                <a:lnTo>
                  <a:pt x="9758" y="221"/>
                </a:lnTo>
                <a:lnTo>
                  <a:pt x="9501" y="111"/>
                </a:lnTo>
                <a:lnTo>
                  <a:pt x="9281" y="38"/>
                </a:lnTo>
                <a:lnTo>
                  <a:pt x="8988" y="1"/>
                </a:lnTo>
                <a:close/>
                <a:moveTo>
                  <a:pt x="1981" y="12399"/>
                </a:moveTo>
                <a:lnTo>
                  <a:pt x="1981" y="12509"/>
                </a:lnTo>
                <a:lnTo>
                  <a:pt x="1981" y="12656"/>
                </a:lnTo>
                <a:lnTo>
                  <a:pt x="1908" y="12913"/>
                </a:lnTo>
                <a:lnTo>
                  <a:pt x="1798" y="12913"/>
                </a:lnTo>
                <a:lnTo>
                  <a:pt x="1871" y="12656"/>
                </a:lnTo>
                <a:lnTo>
                  <a:pt x="1981" y="12399"/>
                </a:lnTo>
                <a:close/>
                <a:moveTo>
                  <a:pt x="1651" y="9391"/>
                </a:moveTo>
                <a:lnTo>
                  <a:pt x="1688" y="9575"/>
                </a:lnTo>
                <a:lnTo>
                  <a:pt x="1908" y="10198"/>
                </a:lnTo>
                <a:lnTo>
                  <a:pt x="2348" y="11372"/>
                </a:lnTo>
                <a:lnTo>
                  <a:pt x="2422" y="11739"/>
                </a:lnTo>
                <a:lnTo>
                  <a:pt x="2458" y="12106"/>
                </a:lnTo>
                <a:lnTo>
                  <a:pt x="2422" y="12436"/>
                </a:lnTo>
                <a:lnTo>
                  <a:pt x="2348" y="12619"/>
                </a:lnTo>
                <a:lnTo>
                  <a:pt x="2275" y="12766"/>
                </a:lnTo>
                <a:lnTo>
                  <a:pt x="2312" y="12583"/>
                </a:lnTo>
                <a:lnTo>
                  <a:pt x="2275" y="12436"/>
                </a:lnTo>
                <a:lnTo>
                  <a:pt x="2202" y="12326"/>
                </a:lnTo>
                <a:lnTo>
                  <a:pt x="2128" y="12216"/>
                </a:lnTo>
                <a:lnTo>
                  <a:pt x="2018" y="12179"/>
                </a:lnTo>
                <a:lnTo>
                  <a:pt x="1871" y="12179"/>
                </a:lnTo>
                <a:lnTo>
                  <a:pt x="1835" y="12253"/>
                </a:lnTo>
                <a:lnTo>
                  <a:pt x="1835" y="12326"/>
                </a:lnTo>
                <a:lnTo>
                  <a:pt x="1578" y="12656"/>
                </a:lnTo>
                <a:lnTo>
                  <a:pt x="1505" y="12840"/>
                </a:lnTo>
                <a:lnTo>
                  <a:pt x="1431" y="13023"/>
                </a:lnTo>
                <a:lnTo>
                  <a:pt x="1358" y="13023"/>
                </a:lnTo>
                <a:lnTo>
                  <a:pt x="1578" y="12509"/>
                </a:lnTo>
                <a:lnTo>
                  <a:pt x="1761" y="11996"/>
                </a:lnTo>
                <a:lnTo>
                  <a:pt x="1761" y="11959"/>
                </a:lnTo>
                <a:lnTo>
                  <a:pt x="1725" y="11922"/>
                </a:lnTo>
                <a:lnTo>
                  <a:pt x="1688" y="11922"/>
                </a:lnTo>
                <a:lnTo>
                  <a:pt x="1651" y="11959"/>
                </a:lnTo>
                <a:lnTo>
                  <a:pt x="1321" y="12399"/>
                </a:lnTo>
                <a:lnTo>
                  <a:pt x="1028" y="12913"/>
                </a:lnTo>
                <a:lnTo>
                  <a:pt x="881" y="12840"/>
                </a:lnTo>
                <a:lnTo>
                  <a:pt x="881" y="12729"/>
                </a:lnTo>
                <a:lnTo>
                  <a:pt x="1028" y="12436"/>
                </a:lnTo>
                <a:lnTo>
                  <a:pt x="1174" y="12143"/>
                </a:lnTo>
                <a:lnTo>
                  <a:pt x="1358" y="11849"/>
                </a:lnTo>
                <a:lnTo>
                  <a:pt x="1541" y="11556"/>
                </a:lnTo>
                <a:lnTo>
                  <a:pt x="1541" y="11519"/>
                </a:lnTo>
                <a:lnTo>
                  <a:pt x="1505" y="11482"/>
                </a:lnTo>
                <a:lnTo>
                  <a:pt x="1468" y="11519"/>
                </a:lnTo>
                <a:lnTo>
                  <a:pt x="1138" y="11812"/>
                </a:lnTo>
                <a:lnTo>
                  <a:pt x="954" y="11996"/>
                </a:lnTo>
                <a:lnTo>
                  <a:pt x="808" y="12179"/>
                </a:lnTo>
                <a:lnTo>
                  <a:pt x="698" y="12399"/>
                </a:lnTo>
                <a:lnTo>
                  <a:pt x="588" y="12619"/>
                </a:lnTo>
                <a:lnTo>
                  <a:pt x="551" y="12583"/>
                </a:lnTo>
                <a:lnTo>
                  <a:pt x="624" y="12473"/>
                </a:lnTo>
                <a:lnTo>
                  <a:pt x="661" y="12363"/>
                </a:lnTo>
                <a:lnTo>
                  <a:pt x="1138" y="11629"/>
                </a:lnTo>
                <a:lnTo>
                  <a:pt x="1321" y="11262"/>
                </a:lnTo>
                <a:lnTo>
                  <a:pt x="1468" y="10859"/>
                </a:lnTo>
                <a:lnTo>
                  <a:pt x="1431" y="10822"/>
                </a:lnTo>
                <a:lnTo>
                  <a:pt x="1395" y="10822"/>
                </a:lnTo>
                <a:lnTo>
                  <a:pt x="1064" y="11189"/>
                </a:lnTo>
                <a:lnTo>
                  <a:pt x="734" y="11556"/>
                </a:lnTo>
                <a:lnTo>
                  <a:pt x="844" y="11372"/>
                </a:lnTo>
                <a:lnTo>
                  <a:pt x="1248" y="10749"/>
                </a:lnTo>
                <a:lnTo>
                  <a:pt x="1651" y="10125"/>
                </a:lnTo>
                <a:lnTo>
                  <a:pt x="1651" y="10052"/>
                </a:lnTo>
                <a:lnTo>
                  <a:pt x="1615" y="9978"/>
                </a:lnTo>
                <a:lnTo>
                  <a:pt x="1505" y="9978"/>
                </a:lnTo>
                <a:lnTo>
                  <a:pt x="1321" y="10162"/>
                </a:lnTo>
                <a:lnTo>
                  <a:pt x="1505" y="9795"/>
                </a:lnTo>
                <a:lnTo>
                  <a:pt x="1651" y="9391"/>
                </a:lnTo>
                <a:close/>
                <a:moveTo>
                  <a:pt x="1541" y="8768"/>
                </a:moveTo>
                <a:lnTo>
                  <a:pt x="1468" y="8805"/>
                </a:lnTo>
                <a:lnTo>
                  <a:pt x="1395" y="8915"/>
                </a:lnTo>
                <a:lnTo>
                  <a:pt x="1395" y="9025"/>
                </a:lnTo>
                <a:lnTo>
                  <a:pt x="1395" y="9061"/>
                </a:lnTo>
                <a:lnTo>
                  <a:pt x="1211" y="9355"/>
                </a:lnTo>
                <a:lnTo>
                  <a:pt x="1101" y="9648"/>
                </a:lnTo>
                <a:lnTo>
                  <a:pt x="661" y="10602"/>
                </a:lnTo>
                <a:lnTo>
                  <a:pt x="294" y="11409"/>
                </a:lnTo>
                <a:lnTo>
                  <a:pt x="147" y="11812"/>
                </a:lnTo>
                <a:lnTo>
                  <a:pt x="37" y="12253"/>
                </a:lnTo>
                <a:lnTo>
                  <a:pt x="1" y="12399"/>
                </a:lnTo>
                <a:lnTo>
                  <a:pt x="1" y="12509"/>
                </a:lnTo>
                <a:lnTo>
                  <a:pt x="74" y="12729"/>
                </a:lnTo>
                <a:lnTo>
                  <a:pt x="221" y="12913"/>
                </a:lnTo>
                <a:lnTo>
                  <a:pt x="404" y="13096"/>
                </a:lnTo>
                <a:lnTo>
                  <a:pt x="441" y="13170"/>
                </a:lnTo>
                <a:lnTo>
                  <a:pt x="514" y="13206"/>
                </a:lnTo>
                <a:lnTo>
                  <a:pt x="588" y="13243"/>
                </a:lnTo>
                <a:lnTo>
                  <a:pt x="661" y="13243"/>
                </a:lnTo>
                <a:lnTo>
                  <a:pt x="734" y="13280"/>
                </a:lnTo>
                <a:lnTo>
                  <a:pt x="881" y="13353"/>
                </a:lnTo>
                <a:lnTo>
                  <a:pt x="954" y="13426"/>
                </a:lnTo>
                <a:lnTo>
                  <a:pt x="1101" y="13426"/>
                </a:lnTo>
                <a:lnTo>
                  <a:pt x="1431" y="13536"/>
                </a:lnTo>
                <a:lnTo>
                  <a:pt x="1468" y="13573"/>
                </a:lnTo>
                <a:lnTo>
                  <a:pt x="1688" y="13573"/>
                </a:lnTo>
                <a:lnTo>
                  <a:pt x="1908" y="13536"/>
                </a:lnTo>
                <a:lnTo>
                  <a:pt x="2128" y="13463"/>
                </a:lnTo>
                <a:lnTo>
                  <a:pt x="2312" y="13390"/>
                </a:lnTo>
                <a:lnTo>
                  <a:pt x="2495" y="13280"/>
                </a:lnTo>
                <a:lnTo>
                  <a:pt x="2605" y="13133"/>
                </a:lnTo>
                <a:lnTo>
                  <a:pt x="2715" y="12986"/>
                </a:lnTo>
                <a:lnTo>
                  <a:pt x="2788" y="12840"/>
                </a:lnTo>
                <a:lnTo>
                  <a:pt x="2862" y="12693"/>
                </a:lnTo>
                <a:lnTo>
                  <a:pt x="2935" y="12326"/>
                </a:lnTo>
                <a:lnTo>
                  <a:pt x="2935" y="11959"/>
                </a:lnTo>
                <a:lnTo>
                  <a:pt x="2862" y="11592"/>
                </a:lnTo>
                <a:lnTo>
                  <a:pt x="2788" y="11226"/>
                </a:lnTo>
                <a:lnTo>
                  <a:pt x="2678" y="10895"/>
                </a:lnTo>
                <a:lnTo>
                  <a:pt x="2055" y="9061"/>
                </a:lnTo>
                <a:lnTo>
                  <a:pt x="1981" y="8951"/>
                </a:lnTo>
                <a:lnTo>
                  <a:pt x="1871" y="8878"/>
                </a:lnTo>
                <a:lnTo>
                  <a:pt x="1761" y="8805"/>
                </a:lnTo>
                <a:lnTo>
                  <a:pt x="1651" y="8768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09" name="Google Shape;509;p10"/>
          <p:cNvSpPr/>
          <p:nvPr/>
        </p:nvSpPr>
        <p:spPr>
          <a:xfrm>
            <a:off x="122165" y="6070569"/>
            <a:ext cx="554971" cy="546651"/>
          </a:xfrm>
          <a:custGeom>
            <a:avLst/>
            <a:gdLst/>
            <a:ahLst/>
            <a:cxnLst/>
            <a:rect l="l" t="t" r="r" b="b"/>
            <a:pathLst>
              <a:path w="14674" h="14454" extrusionOk="0">
                <a:moveTo>
                  <a:pt x="7887" y="3779"/>
                </a:moveTo>
                <a:lnTo>
                  <a:pt x="7961" y="3816"/>
                </a:lnTo>
                <a:lnTo>
                  <a:pt x="8071" y="3889"/>
                </a:lnTo>
                <a:lnTo>
                  <a:pt x="8218" y="4072"/>
                </a:lnTo>
                <a:lnTo>
                  <a:pt x="8291" y="4292"/>
                </a:lnTo>
                <a:lnTo>
                  <a:pt x="8364" y="4513"/>
                </a:lnTo>
                <a:lnTo>
                  <a:pt x="8401" y="4696"/>
                </a:lnTo>
                <a:lnTo>
                  <a:pt x="8401" y="4916"/>
                </a:lnTo>
                <a:lnTo>
                  <a:pt x="8401" y="5099"/>
                </a:lnTo>
                <a:lnTo>
                  <a:pt x="8291" y="5283"/>
                </a:lnTo>
                <a:lnTo>
                  <a:pt x="8144" y="4659"/>
                </a:lnTo>
                <a:lnTo>
                  <a:pt x="8034" y="4219"/>
                </a:lnTo>
                <a:lnTo>
                  <a:pt x="7961" y="3999"/>
                </a:lnTo>
                <a:lnTo>
                  <a:pt x="7887" y="3779"/>
                </a:lnTo>
                <a:close/>
                <a:moveTo>
                  <a:pt x="4329" y="5063"/>
                </a:moveTo>
                <a:lnTo>
                  <a:pt x="4476" y="5209"/>
                </a:lnTo>
                <a:lnTo>
                  <a:pt x="4586" y="5356"/>
                </a:lnTo>
                <a:lnTo>
                  <a:pt x="4696" y="5503"/>
                </a:lnTo>
                <a:lnTo>
                  <a:pt x="4769" y="5686"/>
                </a:lnTo>
                <a:lnTo>
                  <a:pt x="4769" y="5870"/>
                </a:lnTo>
                <a:lnTo>
                  <a:pt x="4769" y="6053"/>
                </a:lnTo>
                <a:lnTo>
                  <a:pt x="4659" y="6126"/>
                </a:lnTo>
                <a:lnTo>
                  <a:pt x="4549" y="6237"/>
                </a:lnTo>
                <a:lnTo>
                  <a:pt x="4439" y="5980"/>
                </a:lnTo>
                <a:lnTo>
                  <a:pt x="4329" y="5686"/>
                </a:lnTo>
                <a:lnTo>
                  <a:pt x="4293" y="5393"/>
                </a:lnTo>
                <a:lnTo>
                  <a:pt x="4293" y="5209"/>
                </a:lnTo>
                <a:lnTo>
                  <a:pt x="4293" y="5136"/>
                </a:lnTo>
                <a:lnTo>
                  <a:pt x="4329" y="5063"/>
                </a:lnTo>
                <a:close/>
                <a:moveTo>
                  <a:pt x="6604" y="7594"/>
                </a:moveTo>
                <a:lnTo>
                  <a:pt x="6714" y="7667"/>
                </a:lnTo>
                <a:lnTo>
                  <a:pt x="6787" y="7814"/>
                </a:lnTo>
                <a:lnTo>
                  <a:pt x="6934" y="8071"/>
                </a:lnTo>
                <a:lnTo>
                  <a:pt x="7337" y="8694"/>
                </a:lnTo>
                <a:lnTo>
                  <a:pt x="7117" y="8878"/>
                </a:lnTo>
                <a:lnTo>
                  <a:pt x="7080" y="8768"/>
                </a:lnTo>
                <a:lnTo>
                  <a:pt x="6860" y="8474"/>
                </a:lnTo>
                <a:lnTo>
                  <a:pt x="6677" y="8144"/>
                </a:lnTo>
                <a:lnTo>
                  <a:pt x="6567" y="7887"/>
                </a:lnTo>
                <a:lnTo>
                  <a:pt x="6420" y="7667"/>
                </a:lnTo>
                <a:lnTo>
                  <a:pt x="6604" y="7594"/>
                </a:lnTo>
                <a:close/>
                <a:moveTo>
                  <a:pt x="5283" y="8107"/>
                </a:moveTo>
                <a:lnTo>
                  <a:pt x="5356" y="8144"/>
                </a:lnTo>
                <a:lnTo>
                  <a:pt x="5833" y="9428"/>
                </a:lnTo>
                <a:lnTo>
                  <a:pt x="5650" y="9501"/>
                </a:lnTo>
                <a:lnTo>
                  <a:pt x="5686" y="9318"/>
                </a:lnTo>
                <a:lnTo>
                  <a:pt x="5650" y="9208"/>
                </a:lnTo>
                <a:lnTo>
                  <a:pt x="5613" y="9061"/>
                </a:lnTo>
                <a:lnTo>
                  <a:pt x="5503" y="8768"/>
                </a:lnTo>
                <a:lnTo>
                  <a:pt x="5246" y="8107"/>
                </a:lnTo>
                <a:close/>
                <a:moveTo>
                  <a:pt x="7337" y="9905"/>
                </a:moveTo>
                <a:lnTo>
                  <a:pt x="7337" y="10235"/>
                </a:lnTo>
                <a:lnTo>
                  <a:pt x="7190" y="9978"/>
                </a:lnTo>
                <a:lnTo>
                  <a:pt x="7337" y="9905"/>
                </a:lnTo>
                <a:close/>
                <a:moveTo>
                  <a:pt x="9721" y="9061"/>
                </a:moveTo>
                <a:lnTo>
                  <a:pt x="9832" y="9281"/>
                </a:lnTo>
                <a:lnTo>
                  <a:pt x="9942" y="9501"/>
                </a:lnTo>
                <a:lnTo>
                  <a:pt x="10052" y="9685"/>
                </a:lnTo>
                <a:lnTo>
                  <a:pt x="10162" y="9868"/>
                </a:lnTo>
                <a:lnTo>
                  <a:pt x="10198" y="10015"/>
                </a:lnTo>
                <a:lnTo>
                  <a:pt x="10198" y="10161"/>
                </a:lnTo>
                <a:lnTo>
                  <a:pt x="10198" y="10308"/>
                </a:lnTo>
                <a:lnTo>
                  <a:pt x="10125" y="10455"/>
                </a:lnTo>
                <a:lnTo>
                  <a:pt x="10052" y="10345"/>
                </a:lnTo>
                <a:lnTo>
                  <a:pt x="9978" y="10308"/>
                </a:lnTo>
                <a:lnTo>
                  <a:pt x="9758" y="9758"/>
                </a:lnTo>
                <a:lnTo>
                  <a:pt x="9685" y="9464"/>
                </a:lnTo>
                <a:lnTo>
                  <a:pt x="9575" y="9171"/>
                </a:lnTo>
                <a:lnTo>
                  <a:pt x="9648" y="9134"/>
                </a:lnTo>
                <a:lnTo>
                  <a:pt x="9721" y="9061"/>
                </a:lnTo>
                <a:close/>
                <a:moveTo>
                  <a:pt x="7667" y="9758"/>
                </a:moveTo>
                <a:lnTo>
                  <a:pt x="7777" y="9795"/>
                </a:lnTo>
                <a:lnTo>
                  <a:pt x="7924" y="9868"/>
                </a:lnTo>
                <a:lnTo>
                  <a:pt x="8071" y="10015"/>
                </a:lnTo>
                <a:lnTo>
                  <a:pt x="8181" y="10235"/>
                </a:lnTo>
                <a:lnTo>
                  <a:pt x="8291" y="10638"/>
                </a:lnTo>
                <a:lnTo>
                  <a:pt x="8328" y="10822"/>
                </a:lnTo>
                <a:lnTo>
                  <a:pt x="8328" y="10968"/>
                </a:lnTo>
                <a:lnTo>
                  <a:pt x="8291" y="11115"/>
                </a:lnTo>
                <a:lnTo>
                  <a:pt x="8181" y="11189"/>
                </a:lnTo>
                <a:lnTo>
                  <a:pt x="8181" y="11115"/>
                </a:lnTo>
                <a:lnTo>
                  <a:pt x="8144" y="11005"/>
                </a:lnTo>
                <a:lnTo>
                  <a:pt x="8071" y="10968"/>
                </a:lnTo>
                <a:lnTo>
                  <a:pt x="7997" y="10895"/>
                </a:lnTo>
                <a:lnTo>
                  <a:pt x="7887" y="10675"/>
                </a:lnTo>
                <a:lnTo>
                  <a:pt x="7814" y="10382"/>
                </a:lnTo>
                <a:lnTo>
                  <a:pt x="7741" y="9831"/>
                </a:lnTo>
                <a:lnTo>
                  <a:pt x="7667" y="9758"/>
                </a:lnTo>
                <a:close/>
                <a:moveTo>
                  <a:pt x="10162" y="1321"/>
                </a:moveTo>
                <a:lnTo>
                  <a:pt x="10198" y="1541"/>
                </a:lnTo>
                <a:lnTo>
                  <a:pt x="10272" y="1725"/>
                </a:lnTo>
                <a:lnTo>
                  <a:pt x="10455" y="2092"/>
                </a:lnTo>
                <a:lnTo>
                  <a:pt x="10932" y="3229"/>
                </a:lnTo>
                <a:lnTo>
                  <a:pt x="10969" y="3302"/>
                </a:lnTo>
                <a:lnTo>
                  <a:pt x="10749" y="3375"/>
                </a:lnTo>
                <a:lnTo>
                  <a:pt x="10528" y="3449"/>
                </a:lnTo>
                <a:lnTo>
                  <a:pt x="9758" y="3742"/>
                </a:lnTo>
                <a:lnTo>
                  <a:pt x="8988" y="4146"/>
                </a:lnTo>
                <a:lnTo>
                  <a:pt x="8841" y="4219"/>
                </a:lnTo>
                <a:lnTo>
                  <a:pt x="8731" y="4329"/>
                </a:lnTo>
                <a:lnTo>
                  <a:pt x="8658" y="4072"/>
                </a:lnTo>
                <a:lnTo>
                  <a:pt x="8511" y="3816"/>
                </a:lnTo>
                <a:lnTo>
                  <a:pt x="8364" y="3595"/>
                </a:lnTo>
                <a:lnTo>
                  <a:pt x="8254" y="3522"/>
                </a:lnTo>
                <a:lnTo>
                  <a:pt x="8144" y="3449"/>
                </a:lnTo>
                <a:lnTo>
                  <a:pt x="7997" y="3412"/>
                </a:lnTo>
                <a:lnTo>
                  <a:pt x="7851" y="3375"/>
                </a:lnTo>
                <a:lnTo>
                  <a:pt x="7777" y="3375"/>
                </a:lnTo>
                <a:lnTo>
                  <a:pt x="7704" y="3412"/>
                </a:lnTo>
                <a:lnTo>
                  <a:pt x="7667" y="3485"/>
                </a:lnTo>
                <a:lnTo>
                  <a:pt x="7667" y="3559"/>
                </a:lnTo>
                <a:lnTo>
                  <a:pt x="7484" y="3595"/>
                </a:lnTo>
                <a:lnTo>
                  <a:pt x="7337" y="3706"/>
                </a:lnTo>
                <a:lnTo>
                  <a:pt x="7190" y="3852"/>
                </a:lnTo>
                <a:lnTo>
                  <a:pt x="7044" y="3999"/>
                </a:lnTo>
                <a:lnTo>
                  <a:pt x="7007" y="4109"/>
                </a:lnTo>
                <a:lnTo>
                  <a:pt x="7044" y="4219"/>
                </a:lnTo>
                <a:lnTo>
                  <a:pt x="7264" y="4696"/>
                </a:lnTo>
                <a:lnTo>
                  <a:pt x="7080" y="4769"/>
                </a:lnTo>
                <a:lnTo>
                  <a:pt x="6310" y="5026"/>
                </a:lnTo>
                <a:lnTo>
                  <a:pt x="5576" y="5283"/>
                </a:lnTo>
                <a:lnTo>
                  <a:pt x="5320" y="5356"/>
                </a:lnTo>
                <a:lnTo>
                  <a:pt x="5210" y="5393"/>
                </a:lnTo>
                <a:lnTo>
                  <a:pt x="5136" y="5466"/>
                </a:lnTo>
                <a:lnTo>
                  <a:pt x="5100" y="5356"/>
                </a:lnTo>
                <a:lnTo>
                  <a:pt x="4916" y="5063"/>
                </a:lnTo>
                <a:lnTo>
                  <a:pt x="4806" y="4879"/>
                </a:lnTo>
                <a:lnTo>
                  <a:pt x="4659" y="4733"/>
                </a:lnTo>
                <a:lnTo>
                  <a:pt x="4513" y="4623"/>
                </a:lnTo>
                <a:lnTo>
                  <a:pt x="4329" y="4549"/>
                </a:lnTo>
                <a:lnTo>
                  <a:pt x="4183" y="4513"/>
                </a:lnTo>
                <a:lnTo>
                  <a:pt x="4036" y="4586"/>
                </a:lnTo>
                <a:lnTo>
                  <a:pt x="3852" y="4586"/>
                </a:lnTo>
                <a:lnTo>
                  <a:pt x="3779" y="4623"/>
                </a:lnTo>
                <a:lnTo>
                  <a:pt x="3742" y="4696"/>
                </a:lnTo>
                <a:lnTo>
                  <a:pt x="3706" y="4989"/>
                </a:lnTo>
                <a:lnTo>
                  <a:pt x="3706" y="5283"/>
                </a:lnTo>
                <a:lnTo>
                  <a:pt x="3742" y="5576"/>
                </a:lnTo>
                <a:lnTo>
                  <a:pt x="3816" y="5870"/>
                </a:lnTo>
                <a:lnTo>
                  <a:pt x="3596" y="5833"/>
                </a:lnTo>
                <a:lnTo>
                  <a:pt x="3376" y="5870"/>
                </a:lnTo>
                <a:lnTo>
                  <a:pt x="2972" y="6016"/>
                </a:lnTo>
                <a:lnTo>
                  <a:pt x="2422" y="6163"/>
                </a:lnTo>
                <a:lnTo>
                  <a:pt x="2165" y="6273"/>
                </a:lnTo>
                <a:lnTo>
                  <a:pt x="2055" y="6347"/>
                </a:lnTo>
                <a:lnTo>
                  <a:pt x="1945" y="6457"/>
                </a:lnTo>
                <a:lnTo>
                  <a:pt x="1945" y="6530"/>
                </a:lnTo>
                <a:lnTo>
                  <a:pt x="1982" y="6567"/>
                </a:lnTo>
                <a:lnTo>
                  <a:pt x="2238" y="6603"/>
                </a:lnTo>
                <a:lnTo>
                  <a:pt x="2459" y="6567"/>
                </a:lnTo>
                <a:lnTo>
                  <a:pt x="2972" y="6457"/>
                </a:lnTo>
                <a:lnTo>
                  <a:pt x="3449" y="6347"/>
                </a:lnTo>
                <a:lnTo>
                  <a:pt x="3706" y="6237"/>
                </a:lnTo>
                <a:lnTo>
                  <a:pt x="3816" y="6163"/>
                </a:lnTo>
                <a:lnTo>
                  <a:pt x="3889" y="6090"/>
                </a:lnTo>
                <a:lnTo>
                  <a:pt x="4073" y="6383"/>
                </a:lnTo>
                <a:lnTo>
                  <a:pt x="4256" y="6677"/>
                </a:lnTo>
                <a:lnTo>
                  <a:pt x="4293" y="6713"/>
                </a:lnTo>
                <a:lnTo>
                  <a:pt x="4366" y="6823"/>
                </a:lnTo>
                <a:lnTo>
                  <a:pt x="4549" y="6970"/>
                </a:lnTo>
                <a:lnTo>
                  <a:pt x="4659" y="7007"/>
                </a:lnTo>
                <a:lnTo>
                  <a:pt x="4733" y="7044"/>
                </a:lnTo>
                <a:lnTo>
                  <a:pt x="4806" y="7007"/>
                </a:lnTo>
                <a:lnTo>
                  <a:pt x="4879" y="6933"/>
                </a:lnTo>
                <a:lnTo>
                  <a:pt x="5063" y="6640"/>
                </a:lnTo>
                <a:lnTo>
                  <a:pt x="5173" y="6347"/>
                </a:lnTo>
                <a:lnTo>
                  <a:pt x="5210" y="6053"/>
                </a:lnTo>
                <a:lnTo>
                  <a:pt x="5210" y="5760"/>
                </a:lnTo>
                <a:lnTo>
                  <a:pt x="5320" y="5760"/>
                </a:lnTo>
                <a:lnTo>
                  <a:pt x="5430" y="5723"/>
                </a:lnTo>
                <a:lnTo>
                  <a:pt x="5686" y="5650"/>
                </a:lnTo>
                <a:lnTo>
                  <a:pt x="6457" y="5430"/>
                </a:lnTo>
                <a:lnTo>
                  <a:pt x="7190" y="5173"/>
                </a:lnTo>
                <a:lnTo>
                  <a:pt x="7447" y="5063"/>
                </a:lnTo>
                <a:lnTo>
                  <a:pt x="7631" y="5430"/>
                </a:lnTo>
                <a:lnTo>
                  <a:pt x="7704" y="5613"/>
                </a:lnTo>
                <a:lnTo>
                  <a:pt x="7814" y="5760"/>
                </a:lnTo>
                <a:lnTo>
                  <a:pt x="7924" y="5833"/>
                </a:lnTo>
                <a:lnTo>
                  <a:pt x="8218" y="5833"/>
                </a:lnTo>
                <a:lnTo>
                  <a:pt x="8328" y="5760"/>
                </a:lnTo>
                <a:lnTo>
                  <a:pt x="8548" y="5576"/>
                </a:lnTo>
                <a:lnTo>
                  <a:pt x="8731" y="5356"/>
                </a:lnTo>
                <a:lnTo>
                  <a:pt x="8804" y="5173"/>
                </a:lnTo>
                <a:lnTo>
                  <a:pt x="8841" y="4989"/>
                </a:lnTo>
                <a:lnTo>
                  <a:pt x="8841" y="4806"/>
                </a:lnTo>
                <a:lnTo>
                  <a:pt x="8804" y="4586"/>
                </a:lnTo>
                <a:lnTo>
                  <a:pt x="8914" y="4586"/>
                </a:lnTo>
                <a:lnTo>
                  <a:pt x="9061" y="4513"/>
                </a:lnTo>
                <a:lnTo>
                  <a:pt x="9942" y="4109"/>
                </a:lnTo>
                <a:lnTo>
                  <a:pt x="10639" y="3852"/>
                </a:lnTo>
                <a:lnTo>
                  <a:pt x="10895" y="3742"/>
                </a:lnTo>
                <a:lnTo>
                  <a:pt x="11115" y="3669"/>
                </a:lnTo>
                <a:lnTo>
                  <a:pt x="11519" y="4586"/>
                </a:lnTo>
                <a:lnTo>
                  <a:pt x="11849" y="5540"/>
                </a:lnTo>
                <a:lnTo>
                  <a:pt x="12069" y="6237"/>
                </a:lnTo>
                <a:lnTo>
                  <a:pt x="12032" y="6347"/>
                </a:lnTo>
                <a:lnTo>
                  <a:pt x="11996" y="6457"/>
                </a:lnTo>
                <a:lnTo>
                  <a:pt x="11959" y="6457"/>
                </a:lnTo>
                <a:lnTo>
                  <a:pt x="11592" y="6603"/>
                </a:lnTo>
                <a:lnTo>
                  <a:pt x="10969" y="6787"/>
                </a:lnTo>
                <a:lnTo>
                  <a:pt x="9685" y="7227"/>
                </a:lnTo>
                <a:lnTo>
                  <a:pt x="8438" y="7630"/>
                </a:lnTo>
                <a:lnTo>
                  <a:pt x="7887" y="7777"/>
                </a:lnTo>
                <a:lnTo>
                  <a:pt x="7631" y="7924"/>
                </a:lnTo>
                <a:lnTo>
                  <a:pt x="7521" y="7997"/>
                </a:lnTo>
                <a:lnTo>
                  <a:pt x="7447" y="8107"/>
                </a:lnTo>
                <a:lnTo>
                  <a:pt x="7447" y="8144"/>
                </a:lnTo>
                <a:lnTo>
                  <a:pt x="7631" y="8181"/>
                </a:lnTo>
                <a:lnTo>
                  <a:pt x="7997" y="8181"/>
                </a:lnTo>
                <a:lnTo>
                  <a:pt x="8181" y="8107"/>
                </a:lnTo>
                <a:lnTo>
                  <a:pt x="8914" y="7887"/>
                </a:lnTo>
                <a:lnTo>
                  <a:pt x="10565" y="7374"/>
                </a:lnTo>
                <a:lnTo>
                  <a:pt x="12216" y="6860"/>
                </a:lnTo>
                <a:lnTo>
                  <a:pt x="12289" y="6823"/>
                </a:lnTo>
                <a:lnTo>
                  <a:pt x="12546" y="7777"/>
                </a:lnTo>
                <a:lnTo>
                  <a:pt x="12766" y="8474"/>
                </a:lnTo>
                <a:lnTo>
                  <a:pt x="12729" y="8511"/>
                </a:lnTo>
                <a:lnTo>
                  <a:pt x="12693" y="8584"/>
                </a:lnTo>
                <a:lnTo>
                  <a:pt x="11629" y="8988"/>
                </a:lnTo>
                <a:lnTo>
                  <a:pt x="11042" y="9208"/>
                </a:lnTo>
                <a:lnTo>
                  <a:pt x="10859" y="9281"/>
                </a:lnTo>
                <a:lnTo>
                  <a:pt x="10749" y="9391"/>
                </a:lnTo>
                <a:lnTo>
                  <a:pt x="10455" y="9575"/>
                </a:lnTo>
                <a:lnTo>
                  <a:pt x="10455" y="9611"/>
                </a:lnTo>
                <a:lnTo>
                  <a:pt x="10418" y="9501"/>
                </a:lnTo>
                <a:lnTo>
                  <a:pt x="10198" y="9024"/>
                </a:lnTo>
                <a:lnTo>
                  <a:pt x="10052" y="8804"/>
                </a:lnTo>
                <a:lnTo>
                  <a:pt x="9942" y="8731"/>
                </a:lnTo>
                <a:lnTo>
                  <a:pt x="9832" y="8694"/>
                </a:lnTo>
                <a:lnTo>
                  <a:pt x="9758" y="8694"/>
                </a:lnTo>
                <a:lnTo>
                  <a:pt x="9721" y="8768"/>
                </a:lnTo>
                <a:lnTo>
                  <a:pt x="9685" y="8841"/>
                </a:lnTo>
                <a:lnTo>
                  <a:pt x="9501" y="8841"/>
                </a:lnTo>
                <a:lnTo>
                  <a:pt x="9355" y="8804"/>
                </a:lnTo>
                <a:lnTo>
                  <a:pt x="9208" y="8841"/>
                </a:lnTo>
                <a:lnTo>
                  <a:pt x="9061" y="8878"/>
                </a:lnTo>
                <a:lnTo>
                  <a:pt x="8988" y="8988"/>
                </a:lnTo>
                <a:lnTo>
                  <a:pt x="8914" y="9098"/>
                </a:lnTo>
                <a:lnTo>
                  <a:pt x="8914" y="9208"/>
                </a:lnTo>
                <a:lnTo>
                  <a:pt x="9025" y="9611"/>
                </a:lnTo>
                <a:lnTo>
                  <a:pt x="9135" y="10051"/>
                </a:lnTo>
                <a:lnTo>
                  <a:pt x="8694" y="10161"/>
                </a:lnTo>
                <a:lnTo>
                  <a:pt x="8658" y="10198"/>
                </a:lnTo>
                <a:lnTo>
                  <a:pt x="8621" y="10235"/>
                </a:lnTo>
                <a:lnTo>
                  <a:pt x="8584" y="10345"/>
                </a:lnTo>
                <a:lnTo>
                  <a:pt x="8511" y="10125"/>
                </a:lnTo>
                <a:lnTo>
                  <a:pt x="8401" y="9905"/>
                </a:lnTo>
                <a:lnTo>
                  <a:pt x="8254" y="9685"/>
                </a:lnTo>
                <a:lnTo>
                  <a:pt x="8034" y="9501"/>
                </a:lnTo>
                <a:lnTo>
                  <a:pt x="7777" y="9391"/>
                </a:lnTo>
                <a:lnTo>
                  <a:pt x="7557" y="9391"/>
                </a:lnTo>
                <a:lnTo>
                  <a:pt x="7411" y="9428"/>
                </a:lnTo>
                <a:lnTo>
                  <a:pt x="7300" y="9464"/>
                </a:lnTo>
                <a:lnTo>
                  <a:pt x="7190" y="9538"/>
                </a:lnTo>
                <a:lnTo>
                  <a:pt x="7080" y="9611"/>
                </a:lnTo>
                <a:lnTo>
                  <a:pt x="7044" y="9721"/>
                </a:lnTo>
                <a:lnTo>
                  <a:pt x="7007" y="9868"/>
                </a:lnTo>
                <a:lnTo>
                  <a:pt x="7044" y="9941"/>
                </a:lnTo>
                <a:lnTo>
                  <a:pt x="7117" y="9978"/>
                </a:lnTo>
                <a:lnTo>
                  <a:pt x="7044" y="10235"/>
                </a:lnTo>
                <a:lnTo>
                  <a:pt x="7080" y="10492"/>
                </a:lnTo>
                <a:lnTo>
                  <a:pt x="4806" y="11152"/>
                </a:lnTo>
                <a:lnTo>
                  <a:pt x="4219" y="11335"/>
                </a:lnTo>
                <a:lnTo>
                  <a:pt x="3632" y="11519"/>
                </a:lnTo>
                <a:lnTo>
                  <a:pt x="3449" y="11629"/>
                </a:lnTo>
                <a:lnTo>
                  <a:pt x="3192" y="10602"/>
                </a:lnTo>
                <a:lnTo>
                  <a:pt x="2862" y="9611"/>
                </a:lnTo>
                <a:lnTo>
                  <a:pt x="3339" y="9538"/>
                </a:lnTo>
                <a:lnTo>
                  <a:pt x="3816" y="9428"/>
                </a:lnTo>
                <a:lnTo>
                  <a:pt x="4769" y="9134"/>
                </a:lnTo>
                <a:lnTo>
                  <a:pt x="4843" y="9318"/>
                </a:lnTo>
                <a:lnTo>
                  <a:pt x="4953" y="9501"/>
                </a:lnTo>
                <a:lnTo>
                  <a:pt x="5063" y="9685"/>
                </a:lnTo>
                <a:lnTo>
                  <a:pt x="5246" y="9831"/>
                </a:lnTo>
                <a:lnTo>
                  <a:pt x="5356" y="9868"/>
                </a:lnTo>
                <a:lnTo>
                  <a:pt x="5466" y="9905"/>
                </a:lnTo>
                <a:lnTo>
                  <a:pt x="5613" y="9905"/>
                </a:lnTo>
                <a:lnTo>
                  <a:pt x="5723" y="9868"/>
                </a:lnTo>
                <a:lnTo>
                  <a:pt x="5980" y="9758"/>
                </a:lnTo>
                <a:lnTo>
                  <a:pt x="6163" y="9648"/>
                </a:lnTo>
                <a:lnTo>
                  <a:pt x="6237" y="9538"/>
                </a:lnTo>
                <a:lnTo>
                  <a:pt x="6273" y="9501"/>
                </a:lnTo>
                <a:lnTo>
                  <a:pt x="6237" y="9428"/>
                </a:lnTo>
                <a:lnTo>
                  <a:pt x="5980" y="8731"/>
                </a:lnTo>
                <a:lnTo>
                  <a:pt x="6200" y="8731"/>
                </a:lnTo>
                <a:lnTo>
                  <a:pt x="6383" y="8658"/>
                </a:lnTo>
                <a:lnTo>
                  <a:pt x="6604" y="9244"/>
                </a:lnTo>
                <a:lnTo>
                  <a:pt x="6677" y="9318"/>
                </a:lnTo>
                <a:lnTo>
                  <a:pt x="6714" y="9354"/>
                </a:lnTo>
                <a:lnTo>
                  <a:pt x="6787" y="9354"/>
                </a:lnTo>
                <a:lnTo>
                  <a:pt x="7044" y="9318"/>
                </a:lnTo>
                <a:lnTo>
                  <a:pt x="7300" y="9208"/>
                </a:lnTo>
                <a:lnTo>
                  <a:pt x="7521" y="9061"/>
                </a:lnTo>
                <a:lnTo>
                  <a:pt x="7704" y="8878"/>
                </a:lnTo>
                <a:lnTo>
                  <a:pt x="7741" y="8841"/>
                </a:lnTo>
                <a:lnTo>
                  <a:pt x="7777" y="8768"/>
                </a:lnTo>
                <a:lnTo>
                  <a:pt x="7741" y="8658"/>
                </a:lnTo>
                <a:lnTo>
                  <a:pt x="7264" y="7887"/>
                </a:lnTo>
                <a:lnTo>
                  <a:pt x="7080" y="7520"/>
                </a:lnTo>
                <a:lnTo>
                  <a:pt x="6970" y="7337"/>
                </a:lnTo>
                <a:lnTo>
                  <a:pt x="6824" y="7227"/>
                </a:lnTo>
                <a:lnTo>
                  <a:pt x="6640" y="7154"/>
                </a:lnTo>
                <a:lnTo>
                  <a:pt x="6457" y="7190"/>
                </a:lnTo>
                <a:lnTo>
                  <a:pt x="6383" y="7227"/>
                </a:lnTo>
                <a:lnTo>
                  <a:pt x="6310" y="7264"/>
                </a:lnTo>
                <a:lnTo>
                  <a:pt x="6237" y="7337"/>
                </a:lnTo>
                <a:lnTo>
                  <a:pt x="6200" y="7410"/>
                </a:lnTo>
                <a:lnTo>
                  <a:pt x="6017" y="7447"/>
                </a:lnTo>
                <a:lnTo>
                  <a:pt x="5980" y="7484"/>
                </a:lnTo>
                <a:lnTo>
                  <a:pt x="5943" y="7520"/>
                </a:lnTo>
                <a:lnTo>
                  <a:pt x="5907" y="7594"/>
                </a:lnTo>
                <a:lnTo>
                  <a:pt x="5907" y="7667"/>
                </a:lnTo>
                <a:lnTo>
                  <a:pt x="6200" y="8291"/>
                </a:lnTo>
                <a:lnTo>
                  <a:pt x="6163" y="8364"/>
                </a:lnTo>
                <a:lnTo>
                  <a:pt x="6127" y="8401"/>
                </a:lnTo>
                <a:lnTo>
                  <a:pt x="6090" y="8401"/>
                </a:lnTo>
                <a:lnTo>
                  <a:pt x="6053" y="8437"/>
                </a:lnTo>
                <a:lnTo>
                  <a:pt x="5943" y="8474"/>
                </a:lnTo>
                <a:lnTo>
                  <a:pt x="5907" y="8511"/>
                </a:lnTo>
                <a:lnTo>
                  <a:pt x="5613" y="7814"/>
                </a:lnTo>
                <a:lnTo>
                  <a:pt x="5576" y="7777"/>
                </a:lnTo>
                <a:lnTo>
                  <a:pt x="5540" y="7704"/>
                </a:lnTo>
                <a:lnTo>
                  <a:pt x="5393" y="7704"/>
                </a:lnTo>
                <a:lnTo>
                  <a:pt x="5356" y="7667"/>
                </a:lnTo>
                <a:lnTo>
                  <a:pt x="5173" y="7667"/>
                </a:lnTo>
                <a:lnTo>
                  <a:pt x="4990" y="7704"/>
                </a:lnTo>
                <a:lnTo>
                  <a:pt x="4843" y="7814"/>
                </a:lnTo>
                <a:lnTo>
                  <a:pt x="4733" y="7961"/>
                </a:lnTo>
                <a:lnTo>
                  <a:pt x="4659" y="8144"/>
                </a:lnTo>
                <a:lnTo>
                  <a:pt x="4623" y="8327"/>
                </a:lnTo>
                <a:lnTo>
                  <a:pt x="4623" y="8511"/>
                </a:lnTo>
                <a:lnTo>
                  <a:pt x="4623" y="8694"/>
                </a:lnTo>
                <a:lnTo>
                  <a:pt x="3669" y="8951"/>
                </a:lnTo>
                <a:lnTo>
                  <a:pt x="3229" y="9134"/>
                </a:lnTo>
                <a:lnTo>
                  <a:pt x="2752" y="9318"/>
                </a:lnTo>
                <a:lnTo>
                  <a:pt x="2348" y="7997"/>
                </a:lnTo>
                <a:lnTo>
                  <a:pt x="1908" y="6677"/>
                </a:lnTo>
                <a:lnTo>
                  <a:pt x="1541" y="5356"/>
                </a:lnTo>
                <a:lnTo>
                  <a:pt x="1395" y="4696"/>
                </a:lnTo>
                <a:lnTo>
                  <a:pt x="1285" y="3999"/>
                </a:lnTo>
                <a:lnTo>
                  <a:pt x="1505" y="3962"/>
                </a:lnTo>
                <a:lnTo>
                  <a:pt x="1725" y="3926"/>
                </a:lnTo>
                <a:lnTo>
                  <a:pt x="2165" y="3816"/>
                </a:lnTo>
                <a:lnTo>
                  <a:pt x="3302" y="3485"/>
                </a:lnTo>
                <a:lnTo>
                  <a:pt x="5760" y="2825"/>
                </a:lnTo>
                <a:lnTo>
                  <a:pt x="6934" y="2495"/>
                </a:lnTo>
                <a:lnTo>
                  <a:pt x="8071" y="2092"/>
                </a:lnTo>
                <a:lnTo>
                  <a:pt x="9135" y="1725"/>
                </a:lnTo>
                <a:lnTo>
                  <a:pt x="9758" y="1505"/>
                </a:lnTo>
                <a:lnTo>
                  <a:pt x="9978" y="1395"/>
                </a:lnTo>
                <a:lnTo>
                  <a:pt x="10088" y="1358"/>
                </a:lnTo>
                <a:lnTo>
                  <a:pt x="10162" y="1321"/>
                </a:lnTo>
                <a:close/>
                <a:moveTo>
                  <a:pt x="12876" y="8988"/>
                </a:moveTo>
                <a:lnTo>
                  <a:pt x="13023" y="9575"/>
                </a:lnTo>
                <a:lnTo>
                  <a:pt x="13096" y="9905"/>
                </a:lnTo>
                <a:lnTo>
                  <a:pt x="13206" y="10198"/>
                </a:lnTo>
                <a:lnTo>
                  <a:pt x="12619" y="10271"/>
                </a:lnTo>
                <a:lnTo>
                  <a:pt x="12069" y="10418"/>
                </a:lnTo>
                <a:lnTo>
                  <a:pt x="11519" y="10565"/>
                </a:lnTo>
                <a:lnTo>
                  <a:pt x="10969" y="10748"/>
                </a:lnTo>
                <a:lnTo>
                  <a:pt x="9685" y="11225"/>
                </a:lnTo>
                <a:lnTo>
                  <a:pt x="8438" y="11702"/>
                </a:lnTo>
                <a:lnTo>
                  <a:pt x="5980" y="12619"/>
                </a:lnTo>
                <a:lnTo>
                  <a:pt x="4879" y="13023"/>
                </a:lnTo>
                <a:lnTo>
                  <a:pt x="4329" y="13243"/>
                </a:lnTo>
                <a:lnTo>
                  <a:pt x="3816" y="13499"/>
                </a:lnTo>
                <a:lnTo>
                  <a:pt x="3669" y="12692"/>
                </a:lnTo>
                <a:lnTo>
                  <a:pt x="3522" y="11885"/>
                </a:lnTo>
                <a:lnTo>
                  <a:pt x="3742" y="11885"/>
                </a:lnTo>
                <a:lnTo>
                  <a:pt x="3999" y="11812"/>
                </a:lnTo>
                <a:lnTo>
                  <a:pt x="5173" y="11482"/>
                </a:lnTo>
                <a:lnTo>
                  <a:pt x="7190" y="10932"/>
                </a:lnTo>
                <a:lnTo>
                  <a:pt x="7374" y="11335"/>
                </a:lnTo>
                <a:lnTo>
                  <a:pt x="7594" y="11702"/>
                </a:lnTo>
                <a:lnTo>
                  <a:pt x="7631" y="11775"/>
                </a:lnTo>
                <a:lnTo>
                  <a:pt x="7814" y="11775"/>
                </a:lnTo>
                <a:lnTo>
                  <a:pt x="7887" y="11702"/>
                </a:lnTo>
                <a:lnTo>
                  <a:pt x="7961" y="11629"/>
                </a:lnTo>
                <a:lnTo>
                  <a:pt x="8107" y="11592"/>
                </a:lnTo>
                <a:lnTo>
                  <a:pt x="8401" y="11519"/>
                </a:lnTo>
                <a:lnTo>
                  <a:pt x="8474" y="11445"/>
                </a:lnTo>
                <a:lnTo>
                  <a:pt x="8548" y="11372"/>
                </a:lnTo>
                <a:lnTo>
                  <a:pt x="8658" y="11189"/>
                </a:lnTo>
                <a:lnTo>
                  <a:pt x="8694" y="11005"/>
                </a:lnTo>
                <a:lnTo>
                  <a:pt x="8694" y="10785"/>
                </a:lnTo>
                <a:lnTo>
                  <a:pt x="8658" y="10602"/>
                </a:lnTo>
                <a:lnTo>
                  <a:pt x="8621" y="10418"/>
                </a:lnTo>
                <a:lnTo>
                  <a:pt x="8658" y="10492"/>
                </a:lnTo>
                <a:lnTo>
                  <a:pt x="8768" y="10528"/>
                </a:lnTo>
                <a:lnTo>
                  <a:pt x="9025" y="10492"/>
                </a:lnTo>
                <a:lnTo>
                  <a:pt x="9281" y="10418"/>
                </a:lnTo>
                <a:lnTo>
                  <a:pt x="9428" y="10638"/>
                </a:lnTo>
                <a:lnTo>
                  <a:pt x="9611" y="10822"/>
                </a:lnTo>
                <a:lnTo>
                  <a:pt x="9758" y="10895"/>
                </a:lnTo>
                <a:lnTo>
                  <a:pt x="9942" y="10932"/>
                </a:lnTo>
                <a:lnTo>
                  <a:pt x="10088" y="10932"/>
                </a:lnTo>
                <a:lnTo>
                  <a:pt x="10235" y="10858"/>
                </a:lnTo>
                <a:lnTo>
                  <a:pt x="10382" y="10785"/>
                </a:lnTo>
                <a:lnTo>
                  <a:pt x="10492" y="10638"/>
                </a:lnTo>
                <a:lnTo>
                  <a:pt x="10565" y="10492"/>
                </a:lnTo>
                <a:lnTo>
                  <a:pt x="10602" y="10345"/>
                </a:lnTo>
                <a:lnTo>
                  <a:pt x="10639" y="10161"/>
                </a:lnTo>
                <a:lnTo>
                  <a:pt x="10602" y="9978"/>
                </a:lnTo>
                <a:lnTo>
                  <a:pt x="10492" y="9648"/>
                </a:lnTo>
                <a:lnTo>
                  <a:pt x="10749" y="9648"/>
                </a:lnTo>
                <a:lnTo>
                  <a:pt x="11005" y="9611"/>
                </a:lnTo>
                <a:lnTo>
                  <a:pt x="11629" y="9428"/>
                </a:lnTo>
                <a:lnTo>
                  <a:pt x="12876" y="8988"/>
                </a:lnTo>
                <a:close/>
                <a:moveTo>
                  <a:pt x="13206" y="10675"/>
                </a:moveTo>
                <a:lnTo>
                  <a:pt x="13096" y="10712"/>
                </a:lnTo>
                <a:lnTo>
                  <a:pt x="11592" y="11262"/>
                </a:lnTo>
                <a:lnTo>
                  <a:pt x="8731" y="12362"/>
                </a:lnTo>
                <a:lnTo>
                  <a:pt x="7300" y="12876"/>
                </a:lnTo>
                <a:lnTo>
                  <a:pt x="6604" y="13133"/>
                </a:lnTo>
                <a:lnTo>
                  <a:pt x="5870" y="13316"/>
                </a:lnTo>
                <a:lnTo>
                  <a:pt x="4696" y="13573"/>
                </a:lnTo>
                <a:lnTo>
                  <a:pt x="5393" y="13279"/>
                </a:lnTo>
                <a:lnTo>
                  <a:pt x="6090" y="13023"/>
                </a:lnTo>
                <a:lnTo>
                  <a:pt x="8438" y="12179"/>
                </a:lnTo>
                <a:lnTo>
                  <a:pt x="9611" y="11702"/>
                </a:lnTo>
                <a:lnTo>
                  <a:pt x="10822" y="11299"/>
                </a:lnTo>
                <a:lnTo>
                  <a:pt x="11409" y="11078"/>
                </a:lnTo>
                <a:lnTo>
                  <a:pt x="11996" y="10895"/>
                </a:lnTo>
                <a:lnTo>
                  <a:pt x="12619" y="10748"/>
                </a:lnTo>
                <a:lnTo>
                  <a:pt x="13206" y="10675"/>
                </a:lnTo>
                <a:close/>
                <a:moveTo>
                  <a:pt x="10492" y="478"/>
                </a:moveTo>
                <a:lnTo>
                  <a:pt x="10712" y="1064"/>
                </a:lnTo>
                <a:lnTo>
                  <a:pt x="10969" y="1688"/>
                </a:lnTo>
                <a:lnTo>
                  <a:pt x="11482" y="2862"/>
                </a:lnTo>
                <a:lnTo>
                  <a:pt x="11996" y="4182"/>
                </a:lnTo>
                <a:lnTo>
                  <a:pt x="12473" y="5466"/>
                </a:lnTo>
                <a:lnTo>
                  <a:pt x="12876" y="6713"/>
                </a:lnTo>
                <a:lnTo>
                  <a:pt x="13280" y="7924"/>
                </a:lnTo>
                <a:lnTo>
                  <a:pt x="13683" y="9171"/>
                </a:lnTo>
                <a:lnTo>
                  <a:pt x="14013" y="10418"/>
                </a:lnTo>
                <a:lnTo>
                  <a:pt x="13793" y="10418"/>
                </a:lnTo>
                <a:lnTo>
                  <a:pt x="13573" y="10492"/>
                </a:lnTo>
                <a:lnTo>
                  <a:pt x="13573" y="10418"/>
                </a:lnTo>
                <a:lnTo>
                  <a:pt x="13573" y="10308"/>
                </a:lnTo>
                <a:lnTo>
                  <a:pt x="13646" y="10235"/>
                </a:lnTo>
                <a:lnTo>
                  <a:pt x="13646" y="10125"/>
                </a:lnTo>
                <a:lnTo>
                  <a:pt x="13610" y="9831"/>
                </a:lnTo>
                <a:lnTo>
                  <a:pt x="13610" y="9758"/>
                </a:lnTo>
                <a:lnTo>
                  <a:pt x="13610" y="9721"/>
                </a:lnTo>
                <a:lnTo>
                  <a:pt x="13426" y="9024"/>
                </a:lnTo>
                <a:lnTo>
                  <a:pt x="13096" y="7777"/>
                </a:lnTo>
                <a:lnTo>
                  <a:pt x="12693" y="6603"/>
                </a:lnTo>
                <a:lnTo>
                  <a:pt x="12289" y="5430"/>
                </a:lnTo>
                <a:lnTo>
                  <a:pt x="11849" y="4256"/>
                </a:lnTo>
                <a:lnTo>
                  <a:pt x="11372" y="3119"/>
                </a:lnTo>
                <a:lnTo>
                  <a:pt x="10859" y="1981"/>
                </a:lnTo>
                <a:lnTo>
                  <a:pt x="10675" y="1651"/>
                </a:lnTo>
                <a:lnTo>
                  <a:pt x="10492" y="1358"/>
                </a:lnTo>
                <a:lnTo>
                  <a:pt x="10602" y="1285"/>
                </a:lnTo>
                <a:lnTo>
                  <a:pt x="10639" y="1174"/>
                </a:lnTo>
                <a:lnTo>
                  <a:pt x="10602" y="1064"/>
                </a:lnTo>
                <a:lnTo>
                  <a:pt x="10565" y="991"/>
                </a:lnTo>
                <a:lnTo>
                  <a:pt x="10528" y="954"/>
                </a:lnTo>
                <a:lnTo>
                  <a:pt x="10455" y="918"/>
                </a:lnTo>
                <a:lnTo>
                  <a:pt x="10272" y="881"/>
                </a:lnTo>
                <a:lnTo>
                  <a:pt x="10088" y="918"/>
                </a:lnTo>
                <a:lnTo>
                  <a:pt x="9391" y="1138"/>
                </a:lnTo>
                <a:lnTo>
                  <a:pt x="8658" y="1431"/>
                </a:lnTo>
                <a:lnTo>
                  <a:pt x="7924" y="1688"/>
                </a:lnTo>
                <a:lnTo>
                  <a:pt x="7190" y="1945"/>
                </a:lnTo>
                <a:lnTo>
                  <a:pt x="5650" y="2422"/>
                </a:lnTo>
                <a:lnTo>
                  <a:pt x="4109" y="2862"/>
                </a:lnTo>
                <a:lnTo>
                  <a:pt x="2569" y="3265"/>
                </a:lnTo>
                <a:lnTo>
                  <a:pt x="1762" y="3485"/>
                </a:lnTo>
                <a:lnTo>
                  <a:pt x="1358" y="3632"/>
                </a:lnTo>
                <a:lnTo>
                  <a:pt x="1175" y="3706"/>
                </a:lnTo>
                <a:lnTo>
                  <a:pt x="1028" y="3816"/>
                </a:lnTo>
                <a:lnTo>
                  <a:pt x="991" y="3816"/>
                </a:lnTo>
                <a:lnTo>
                  <a:pt x="955" y="3889"/>
                </a:lnTo>
                <a:lnTo>
                  <a:pt x="918" y="3962"/>
                </a:lnTo>
                <a:lnTo>
                  <a:pt x="991" y="4586"/>
                </a:lnTo>
                <a:lnTo>
                  <a:pt x="1101" y="5209"/>
                </a:lnTo>
                <a:lnTo>
                  <a:pt x="1248" y="5796"/>
                </a:lnTo>
                <a:lnTo>
                  <a:pt x="1395" y="6420"/>
                </a:lnTo>
                <a:lnTo>
                  <a:pt x="1725" y="7594"/>
                </a:lnTo>
                <a:lnTo>
                  <a:pt x="2128" y="8768"/>
                </a:lnTo>
                <a:lnTo>
                  <a:pt x="2532" y="9978"/>
                </a:lnTo>
                <a:lnTo>
                  <a:pt x="2899" y="11152"/>
                </a:lnTo>
                <a:lnTo>
                  <a:pt x="3045" y="11739"/>
                </a:lnTo>
                <a:lnTo>
                  <a:pt x="3192" y="12362"/>
                </a:lnTo>
                <a:lnTo>
                  <a:pt x="3302" y="12949"/>
                </a:lnTo>
                <a:lnTo>
                  <a:pt x="3412" y="13573"/>
                </a:lnTo>
                <a:lnTo>
                  <a:pt x="3412" y="13683"/>
                </a:lnTo>
                <a:lnTo>
                  <a:pt x="3486" y="13720"/>
                </a:lnTo>
                <a:lnTo>
                  <a:pt x="3559" y="13756"/>
                </a:lnTo>
                <a:lnTo>
                  <a:pt x="3632" y="13793"/>
                </a:lnTo>
                <a:lnTo>
                  <a:pt x="3669" y="13830"/>
                </a:lnTo>
                <a:lnTo>
                  <a:pt x="3742" y="13830"/>
                </a:lnTo>
                <a:lnTo>
                  <a:pt x="4036" y="13756"/>
                </a:lnTo>
                <a:lnTo>
                  <a:pt x="3706" y="13903"/>
                </a:lnTo>
                <a:lnTo>
                  <a:pt x="3412" y="14086"/>
                </a:lnTo>
                <a:lnTo>
                  <a:pt x="2569" y="11115"/>
                </a:lnTo>
                <a:lnTo>
                  <a:pt x="2128" y="9611"/>
                </a:lnTo>
                <a:lnTo>
                  <a:pt x="1725" y="8144"/>
                </a:lnTo>
                <a:lnTo>
                  <a:pt x="955" y="5136"/>
                </a:lnTo>
                <a:lnTo>
                  <a:pt x="808" y="4439"/>
                </a:lnTo>
                <a:lnTo>
                  <a:pt x="661" y="3999"/>
                </a:lnTo>
                <a:lnTo>
                  <a:pt x="588" y="3779"/>
                </a:lnTo>
                <a:lnTo>
                  <a:pt x="478" y="3632"/>
                </a:lnTo>
                <a:lnTo>
                  <a:pt x="1065" y="3522"/>
                </a:lnTo>
                <a:lnTo>
                  <a:pt x="1652" y="3412"/>
                </a:lnTo>
                <a:lnTo>
                  <a:pt x="2825" y="3045"/>
                </a:lnTo>
                <a:lnTo>
                  <a:pt x="4183" y="2642"/>
                </a:lnTo>
                <a:lnTo>
                  <a:pt x="5503" y="2202"/>
                </a:lnTo>
                <a:lnTo>
                  <a:pt x="8034" y="1358"/>
                </a:lnTo>
                <a:lnTo>
                  <a:pt x="9281" y="918"/>
                </a:lnTo>
                <a:lnTo>
                  <a:pt x="9905" y="734"/>
                </a:lnTo>
                <a:lnTo>
                  <a:pt x="10198" y="624"/>
                </a:lnTo>
                <a:lnTo>
                  <a:pt x="10492" y="478"/>
                </a:lnTo>
                <a:close/>
                <a:moveTo>
                  <a:pt x="10455" y="1"/>
                </a:moveTo>
                <a:lnTo>
                  <a:pt x="10162" y="37"/>
                </a:lnTo>
                <a:lnTo>
                  <a:pt x="9832" y="147"/>
                </a:lnTo>
                <a:lnTo>
                  <a:pt x="9245" y="367"/>
                </a:lnTo>
                <a:lnTo>
                  <a:pt x="7997" y="808"/>
                </a:lnTo>
                <a:lnTo>
                  <a:pt x="5503" y="1651"/>
                </a:lnTo>
                <a:lnTo>
                  <a:pt x="2935" y="2495"/>
                </a:lnTo>
                <a:lnTo>
                  <a:pt x="1615" y="2899"/>
                </a:lnTo>
                <a:lnTo>
                  <a:pt x="918" y="3082"/>
                </a:lnTo>
                <a:lnTo>
                  <a:pt x="258" y="3339"/>
                </a:lnTo>
                <a:lnTo>
                  <a:pt x="184" y="3412"/>
                </a:lnTo>
                <a:lnTo>
                  <a:pt x="148" y="3522"/>
                </a:lnTo>
                <a:lnTo>
                  <a:pt x="38" y="3559"/>
                </a:lnTo>
                <a:lnTo>
                  <a:pt x="1" y="3595"/>
                </a:lnTo>
                <a:lnTo>
                  <a:pt x="1" y="3632"/>
                </a:lnTo>
                <a:lnTo>
                  <a:pt x="38" y="3779"/>
                </a:lnTo>
                <a:lnTo>
                  <a:pt x="111" y="3926"/>
                </a:lnTo>
                <a:lnTo>
                  <a:pt x="184" y="4036"/>
                </a:lnTo>
                <a:lnTo>
                  <a:pt x="221" y="4146"/>
                </a:lnTo>
                <a:lnTo>
                  <a:pt x="294" y="4366"/>
                </a:lnTo>
                <a:lnTo>
                  <a:pt x="588" y="5796"/>
                </a:lnTo>
                <a:lnTo>
                  <a:pt x="955" y="7227"/>
                </a:lnTo>
                <a:lnTo>
                  <a:pt x="1285" y="8658"/>
                </a:lnTo>
                <a:lnTo>
                  <a:pt x="2055" y="11482"/>
                </a:lnTo>
                <a:lnTo>
                  <a:pt x="2459" y="12876"/>
                </a:lnTo>
                <a:lnTo>
                  <a:pt x="2899" y="14233"/>
                </a:lnTo>
                <a:lnTo>
                  <a:pt x="2935" y="14380"/>
                </a:lnTo>
                <a:lnTo>
                  <a:pt x="3045" y="14416"/>
                </a:lnTo>
                <a:lnTo>
                  <a:pt x="3155" y="14453"/>
                </a:lnTo>
                <a:lnTo>
                  <a:pt x="3302" y="14416"/>
                </a:lnTo>
                <a:lnTo>
                  <a:pt x="3596" y="14343"/>
                </a:lnTo>
                <a:lnTo>
                  <a:pt x="3889" y="14270"/>
                </a:lnTo>
                <a:lnTo>
                  <a:pt x="4513" y="14086"/>
                </a:lnTo>
                <a:lnTo>
                  <a:pt x="5980" y="13793"/>
                </a:lnTo>
                <a:lnTo>
                  <a:pt x="6714" y="13610"/>
                </a:lnTo>
                <a:lnTo>
                  <a:pt x="7447" y="13353"/>
                </a:lnTo>
                <a:lnTo>
                  <a:pt x="8878" y="12839"/>
                </a:lnTo>
                <a:lnTo>
                  <a:pt x="11739" y="11775"/>
                </a:lnTo>
                <a:lnTo>
                  <a:pt x="13133" y="11225"/>
                </a:lnTo>
                <a:lnTo>
                  <a:pt x="13646" y="11078"/>
                </a:lnTo>
                <a:lnTo>
                  <a:pt x="13903" y="10968"/>
                </a:lnTo>
                <a:lnTo>
                  <a:pt x="14160" y="10822"/>
                </a:lnTo>
                <a:lnTo>
                  <a:pt x="14197" y="10932"/>
                </a:lnTo>
                <a:lnTo>
                  <a:pt x="14270" y="10968"/>
                </a:lnTo>
                <a:lnTo>
                  <a:pt x="14380" y="11005"/>
                </a:lnTo>
                <a:lnTo>
                  <a:pt x="14490" y="11005"/>
                </a:lnTo>
                <a:lnTo>
                  <a:pt x="14563" y="10932"/>
                </a:lnTo>
                <a:lnTo>
                  <a:pt x="14637" y="10895"/>
                </a:lnTo>
                <a:lnTo>
                  <a:pt x="14674" y="10785"/>
                </a:lnTo>
                <a:lnTo>
                  <a:pt x="14637" y="10675"/>
                </a:lnTo>
                <a:lnTo>
                  <a:pt x="14270" y="9318"/>
                </a:lnTo>
                <a:lnTo>
                  <a:pt x="13867" y="7997"/>
                </a:lnTo>
                <a:lnTo>
                  <a:pt x="13426" y="6640"/>
                </a:lnTo>
                <a:lnTo>
                  <a:pt x="12949" y="5356"/>
                </a:lnTo>
                <a:lnTo>
                  <a:pt x="12473" y="4036"/>
                </a:lnTo>
                <a:lnTo>
                  <a:pt x="11922" y="2752"/>
                </a:lnTo>
                <a:lnTo>
                  <a:pt x="11409" y="1468"/>
                </a:lnTo>
                <a:lnTo>
                  <a:pt x="11115" y="881"/>
                </a:lnTo>
                <a:lnTo>
                  <a:pt x="10785" y="257"/>
                </a:lnTo>
                <a:lnTo>
                  <a:pt x="10749" y="221"/>
                </a:lnTo>
                <a:lnTo>
                  <a:pt x="10675" y="184"/>
                </a:lnTo>
                <a:lnTo>
                  <a:pt x="10639" y="111"/>
                </a:lnTo>
                <a:lnTo>
                  <a:pt x="10602" y="74"/>
                </a:lnTo>
                <a:lnTo>
                  <a:pt x="10528" y="37"/>
                </a:lnTo>
                <a:lnTo>
                  <a:pt x="10455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0" name="Google Shape;510;p10"/>
          <p:cNvSpPr/>
          <p:nvPr/>
        </p:nvSpPr>
        <p:spPr>
          <a:xfrm>
            <a:off x="2034237" y="6548458"/>
            <a:ext cx="521651" cy="385727"/>
          </a:xfrm>
          <a:custGeom>
            <a:avLst/>
            <a:gdLst/>
            <a:ahLst/>
            <a:cxnLst/>
            <a:rect l="l" t="t" r="r" b="b"/>
            <a:pathLst>
              <a:path w="13793" h="10199" extrusionOk="0">
                <a:moveTo>
                  <a:pt x="5649" y="2128"/>
                </a:moveTo>
                <a:lnTo>
                  <a:pt x="5503" y="2165"/>
                </a:lnTo>
                <a:lnTo>
                  <a:pt x="5356" y="2238"/>
                </a:lnTo>
                <a:lnTo>
                  <a:pt x="5209" y="2312"/>
                </a:lnTo>
                <a:lnTo>
                  <a:pt x="5099" y="2422"/>
                </a:lnTo>
                <a:lnTo>
                  <a:pt x="4989" y="2532"/>
                </a:lnTo>
                <a:lnTo>
                  <a:pt x="4916" y="2642"/>
                </a:lnTo>
                <a:lnTo>
                  <a:pt x="4879" y="2788"/>
                </a:lnTo>
                <a:lnTo>
                  <a:pt x="4842" y="2935"/>
                </a:lnTo>
                <a:lnTo>
                  <a:pt x="4842" y="3119"/>
                </a:lnTo>
                <a:lnTo>
                  <a:pt x="4879" y="3265"/>
                </a:lnTo>
                <a:lnTo>
                  <a:pt x="4916" y="3375"/>
                </a:lnTo>
                <a:lnTo>
                  <a:pt x="5026" y="3485"/>
                </a:lnTo>
                <a:lnTo>
                  <a:pt x="5136" y="3522"/>
                </a:lnTo>
                <a:lnTo>
                  <a:pt x="5209" y="3522"/>
                </a:lnTo>
                <a:lnTo>
                  <a:pt x="5319" y="3449"/>
                </a:lnTo>
                <a:lnTo>
                  <a:pt x="5356" y="3375"/>
                </a:lnTo>
                <a:lnTo>
                  <a:pt x="5393" y="3119"/>
                </a:lnTo>
                <a:lnTo>
                  <a:pt x="5393" y="2899"/>
                </a:lnTo>
                <a:lnTo>
                  <a:pt x="5429" y="3045"/>
                </a:lnTo>
                <a:lnTo>
                  <a:pt x="5466" y="3229"/>
                </a:lnTo>
                <a:lnTo>
                  <a:pt x="5503" y="3632"/>
                </a:lnTo>
                <a:lnTo>
                  <a:pt x="5576" y="3926"/>
                </a:lnTo>
                <a:lnTo>
                  <a:pt x="5613" y="4072"/>
                </a:lnTo>
                <a:lnTo>
                  <a:pt x="5723" y="4219"/>
                </a:lnTo>
                <a:lnTo>
                  <a:pt x="5796" y="4256"/>
                </a:lnTo>
                <a:lnTo>
                  <a:pt x="5833" y="4256"/>
                </a:lnTo>
                <a:lnTo>
                  <a:pt x="5906" y="4219"/>
                </a:lnTo>
                <a:lnTo>
                  <a:pt x="5943" y="4146"/>
                </a:lnTo>
                <a:lnTo>
                  <a:pt x="5980" y="4036"/>
                </a:lnTo>
                <a:lnTo>
                  <a:pt x="5980" y="3926"/>
                </a:lnTo>
                <a:lnTo>
                  <a:pt x="5943" y="3669"/>
                </a:lnTo>
                <a:lnTo>
                  <a:pt x="5833" y="3082"/>
                </a:lnTo>
                <a:lnTo>
                  <a:pt x="5759" y="2825"/>
                </a:lnTo>
                <a:lnTo>
                  <a:pt x="5686" y="2715"/>
                </a:lnTo>
                <a:lnTo>
                  <a:pt x="5613" y="2642"/>
                </a:lnTo>
                <a:lnTo>
                  <a:pt x="5723" y="2605"/>
                </a:lnTo>
                <a:lnTo>
                  <a:pt x="6016" y="2605"/>
                </a:lnTo>
                <a:lnTo>
                  <a:pt x="6163" y="2642"/>
                </a:lnTo>
                <a:lnTo>
                  <a:pt x="6310" y="3045"/>
                </a:lnTo>
                <a:lnTo>
                  <a:pt x="6456" y="3522"/>
                </a:lnTo>
                <a:lnTo>
                  <a:pt x="6603" y="3999"/>
                </a:lnTo>
                <a:lnTo>
                  <a:pt x="6640" y="4072"/>
                </a:lnTo>
                <a:lnTo>
                  <a:pt x="6677" y="4109"/>
                </a:lnTo>
                <a:lnTo>
                  <a:pt x="6750" y="4146"/>
                </a:lnTo>
                <a:lnTo>
                  <a:pt x="6823" y="4109"/>
                </a:lnTo>
                <a:lnTo>
                  <a:pt x="6897" y="4072"/>
                </a:lnTo>
                <a:lnTo>
                  <a:pt x="6970" y="4036"/>
                </a:lnTo>
                <a:lnTo>
                  <a:pt x="7007" y="3926"/>
                </a:lnTo>
                <a:lnTo>
                  <a:pt x="7007" y="3852"/>
                </a:lnTo>
                <a:lnTo>
                  <a:pt x="6860" y="3412"/>
                </a:lnTo>
                <a:lnTo>
                  <a:pt x="6750" y="3009"/>
                </a:lnTo>
                <a:lnTo>
                  <a:pt x="6677" y="2862"/>
                </a:lnTo>
                <a:lnTo>
                  <a:pt x="6970" y="3045"/>
                </a:lnTo>
                <a:lnTo>
                  <a:pt x="7227" y="3229"/>
                </a:lnTo>
                <a:lnTo>
                  <a:pt x="7227" y="3449"/>
                </a:lnTo>
                <a:lnTo>
                  <a:pt x="7263" y="3669"/>
                </a:lnTo>
                <a:lnTo>
                  <a:pt x="7410" y="4072"/>
                </a:lnTo>
                <a:lnTo>
                  <a:pt x="7484" y="4146"/>
                </a:lnTo>
                <a:lnTo>
                  <a:pt x="7520" y="4182"/>
                </a:lnTo>
                <a:lnTo>
                  <a:pt x="7667" y="4182"/>
                </a:lnTo>
                <a:lnTo>
                  <a:pt x="7740" y="4146"/>
                </a:lnTo>
                <a:lnTo>
                  <a:pt x="7777" y="4109"/>
                </a:lnTo>
                <a:lnTo>
                  <a:pt x="7814" y="4036"/>
                </a:lnTo>
                <a:lnTo>
                  <a:pt x="7777" y="3926"/>
                </a:lnTo>
                <a:lnTo>
                  <a:pt x="7704" y="3669"/>
                </a:lnTo>
                <a:lnTo>
                  <a:pt x="8034" y="3962"/>
                </a:lnTo>
                <a:lnTo>
                  <a:pt x="8070" y="3999"/>
                </a:lnTo>
                <a:lnTo>
                  <a:pt x="8107" y="3999"/>
                </a:lnTo>
                <a:lnTo>
                  <a:pt x="8144" y="3962"/>
                </a:lnTo>
                <a:lnTo>
                  <a:pt x="8144" y="3926"/>
                </a:lnTo>
                <a:lnTo>
                  <a:pt x="8144" y="3742"/>
                </a:lnTo>
                <a:lnTo>
                  <a:pt x="8107" y="3595"/>
                </a:lnTo>
                <a:lnTo>
                  <a:pt x="7960" y="3302"/>
                </a:lnTo>
                <a:lnTo>
                  <a:pt x="7740" y="3009"/>
                </a:lnTo>
                <a:lnTo>
                  <a:pt x="7484" y="2788"/>
                </a:lnTo>
                <a:lnTo>
                  <a:pt x="7190" y="2568"/>
                </a:lnTo>
                <a:lnTo>
                  <a:pt x="6897" y="2422"/>
                </a:lnTo>
                <a:lnTo>
                  <a:pt x="6566" y="2275"/>
                </a:lnTo>
                <a:lnTo>
                  <a:pt x="6273" y="2165"/>
                </a:lnTo>
                <a:lnTo>
                  <a:pt x="5943" y="2128"/>
                </a:lnTo>
                <a:close/>
                <a:moveTo>
                  <a:pt x="12215" y="3485"/>
                </a:moveTo>
                <a:lnTo>
                  <a:pt x="12142" y="3522"/>
                </a:lnTo>
                <a:lnTo>
                  <a:pt x="12142" y="3559"/>
                </a:lnTo>
                <a:lnTo>
                  <a:pt x="12142" y="3742"/>
                </a:lnTo>
                <a:lnTo>
                  <a:pt x="12142" y="3926"/>
                </a:lnTo>
                <a:lnTo>
                  <a:pt x="12252" y="4292"/>
                </a:lnTo>
                <a:lnTo>
                  <a:pt x="12436" y="4769"/>
                </a:lnTo>
                <a:lnTo>
                  <a:pt x="12582" y="5136"/>
                </a:lnTo>
                <a:lnTo>
                  <a:pt x="12546" y="5209"/>
                </a:lnTo>
                <a:lnTo>
                  <a:pt x="12546" y="5320"/>
                </a:lnTo>
                <a:lnTo>
                  <a:pt x="12582" y="5356"/>
                </a:lnTo>
                <a:lnTo>
                  <a:pt x="12582" y="5430"/>
                </a:lnTo>
                <a:lnTo>
                  <a:pt x="11885" y="5613"/>
                </a:lnTo>
                <a:lnTo>
                  <a:pt x="11885" y="5430"/>
                </a:lnTo>
                <a:lnTo>
                  <a:pt x="11849" y="5246"/>
                </a:lnTo>
                <a:lnTo>
                  <a:pt x="11702" y="4843"/>
                </a:lnTo>
                <a:lnTo>
                  <a:pt x="11629" y="4549"/>
                </a:lnTo>
                <a:lnTo>
                  <a:pt x="11482" y="4256"/>
                </a:lnTo>
                <a:lnTo>
                  <a:pt x="11335" y="3999"/>
                </a:lnTo>
                <a:lnTo>
                  <a:pt x="11115" y="3742"/>
                </a:lnTo>
                <a:lnTo>
                  <a:pt x="11005" y="3742"/>
                </a:lnTo>
                <a:lnTo>
                  <a:pt x="10968" y="3779"/>
                </a:lnTo>
                <a:lnTo>
                  <a:pt x="10932" y="3852"/>
                </a:lnTo>
                <a:lnTo>
                  <a:pt x="10968" y="4109"/>
                </a:lnTo>
                <a:lnTo>
                  <a:pt x="11078" y="4366"/>
                </a:lnTo>
                <a:lnTo>
                  <a:pt x="11262" y="4879"/>
                </a:lnTo>
                <a:lnTo>
                  <a:pt x="11372" y="5320"/>
                </a:lnTo>
                <a:lnTo>
                  <a:pt x="11445" y="5540"/>
                </a:lnTo>
                <a:lnTo>
                  <a:pt x="11555" y="5686"/>
                </a:lnTo>
                <a:lnTo>
                  <a:pt x="11482" y="5723"/>
                </a:lnTo>
                <a:lnTo>
                  <a:pt x="11372" y="5723"/>
                </a:lnTo>
                <a:lnTo>
                  <a:pt x="11262" y="5686"/>
                </a:lnTo>
                <a:lnTo>
                  <a:pt x="11152" y="5650"/>
                </a:lnTo>
                <a:lnTo>
                  <a:pt x="11078" y="5576"/>
                </a:lnTo>
                <a:lnTo>
                  <a:pt x="10895" y="5393"/>
                </a:lnTo>
                <a:lnTo>
                  <a:pt x="10785" y="5209"/>
                </a:lnTo>
                <a:lnTo>
                  <a:pt x="10712" y="5173"/>
                </a:lnTo>
                <a:lnTo>
                  <a:pt x="10675" y="4916"/>
                </a:lnTo>
                <a:lnTo>
                  <a:pt x="10601" y="4696"/>
                </a:lnTo>
                <a:lnTo>
                  <a:pt x="10418" y="4292"/>
                </a:lnTo>
                <a:lnTo>
                  <a:pt x="10381" y="4256"/>
                </a:lnTo>
                <a:lnTo>
                  <a:pt x="10345" y="4219"/>
                </a:lnTo>
                <a:lnTo>
                  <a:pt x="10198" y="4219"/>
                </a:lnTo>
                <a:lnTo>
                  <a:pt x="10125" y="4292"/>
                </a:lnTo>
                <a:lnTo>
                  <a:pt x="10088" y="4366"/>
                </a:lnTo>
                <a:lnTo>
                  <a:pt x="10088" y="4402"/>
                </a:lnTo>
                <a:lnTo>
                  <a:pt x="10125" y="4659"/>
                </a:lnTo>
                <a:lnTo>
                  <a:pt x="10051" y="4623"/>
                </a:lnTo>
                <a:lnTo>
                  <a:pt x="9941" y="4586"/>
                </a:lnTo>
                <a:lnTo>
                  <a:pt x="9868" y="4623"/>
                </a:lnTo>
                <a:lnTo>
                  <a:pt x="9794" y="4696"/>
                </a:lnTo>
                <a:lnTo>
                  <a:pt x="9721" y="4806"/>
                </a:lnTo>
                <a:lnTo>
                  <a:pt x="9684" y="4916"/>
                </a:lnTo>
                <a:lnTo>
                  <a:pt x="9721" y="5026"/>
                </a:lnTo>
                <a:lnTo>
                  <a:pt x="9758" y="5099"/>
                </a:lnTo>
                <a:lnTo>
                  <a:pt x="9905" y="5246"/>
                </a:lnTo>
                <a:lnTo>
                  <a:pt x="10125" y="5356"/>
                </a:lnTo>
                <a:lnTo>
                  <a:pt x="10271" y="5430"/>
                </a:lnTo>
                <a:lnTo>
                  <a:pt x="10345" y="5540"/>
                </a:lnTo>
                <a:lnTo>
                  <a:pt x="10528" y="5796"/>
                </a:lnTo>
                <a:lnTo>
                  <a:pt x="10712" y="5980"/>
                </a:lnTo>
                <a:lnTo>
                  <a:pt x="10932" y="6163"/>
                </a:lnTo>
                <a:lnTo>
                  <a:pt x="11078" y="6200"/>
                </a:lnTo>
                <a:lnTo>
                  <a:pt x="11225" y="6237"/>
                </a:lnTo>
                <a:lnTo>
                  <a:pt x="11519" y="6237"/>
                </a:lnTo>
                <a:lnTo>
                  <a:pt x="11849" y="6163"/>
                </a:lnTo>
                <a:lnTo>
                  <a:pt x="12142" y="6090"/>
                </a:lnTo>
                <a:lnTo>
                  <a:pt x="12986" y="5833"/>
                </a:lnTo>
                <a:lnTo>
                  <a:pt x="13353" y="5686"/>
                </a:lnTo>
                <a:lnTo>
                  <a:pt x="13536" y="5613"/>
                </a:lnTo>
                <a:lnTo>
                  <a:pt x="13719" y="5540"/>
                </a:lnTo>
                <a:lnTo>
                  <a:pt x="13793" y="5466"/>
                </a:lnTo>
                <a:lnTo>
                  <a:pt x="13793" y="5356"/>
                </a:lnTo>
                <a:lnTo>
                  <a:pt x="13756" y="5283"/>
                </a:lnTo>
                <a:lnTo>
                  <a:pt x="13646" y="5246"/>
                </a:lnTo>
                <a:lnTo>
                  <a:pt x="13353" y="5246"/>
                </a:lnTo>
                <a:lnTo>
                  <a:pt x="13059" y="5320"/>
                </a:lnTo>
                <a:lnTo>
                  <a:pt x="13059" y="5099"/>
                </a:lnTo>
                <a:lnTo>
                  <a:pt x="12986" y="4879"/>
                </a:lnTo>
                <a:lnTo>
                  <a:pt x="12839" y="4513"/>
                </a:lnTo>
                <a:lnTo>
                  <a:pt x="12619" y="3962"/>
                </a:lnTo>
                <a:lnTo>
                  <a:pt x="12509" y="3706"/>
                </a:lnTo>
                <a:lnTo>
                  <a:pt x="12326" y="3485"/>
                </a:lnTo>
                <a:close/>
                <a:moveTo>
                  <a:pt x="12069" y="1"/>
                </a:moveTo>
                <a:lnTo>
                  <a:pt x="11702" y="37"/>
                </a:lnTo>
                <a:lnTo>
                  <a:pt x="11335" y="147"/>
                </a:lnTo>
                <a:lnTo>
                  <a:pt x="10638" y="368"/>
                </a:lnTo>
                <a:lnTo>
                  <a:pt x="9905" y="588"/>
                </a:lnTo>
                <a:lnTo>
                  <a:pt x="9538" y="698"/>
                </a:lnTo>
                <a:lnTo>
                  <a:pt x="9171" y="844"/>
                </a:lnTo>
                <a:lnTo>
                  <a:pt x="8914" y="1028"/>
                </a:lnTo>
                <a:lnTo>
                  <a:pt x="8694" y="1211"/>
                </a:lnTo>
                <a:lnTo>
                  <a:pt x="8547" y="1431"/>
                </a:lnTo>
                <a:lnTo>
                  <a:pt x="8437" y="1688"/>
                </a:lnTo>
                <a:lnTo>
                  <a:pt x="8401" y="1945"/>
                </a:lnTo>
                <a:lnTo>
                  <a:pt x="8401" y="2238"/>
                </a:lnTo>
                <a:lnTo>
                  <a:pt x="8401" y="2532"/>
                </a:lnTo>
                <a:lnTo>
                  <a:pt x="8474" y="2825"/>
                </a:lnTo>
                <a:lnTo>
                  <a:pt x="8804" y="4402"/>
                </a:lnTo>
                <a:lnTo>
                  <a:pt x="8951" y="5173"/>
                </a:lnTo>
                <a:lnTo>
                  <a:pt x="9098" y="5980"/>
                </a:lnTo>
                <a:lnTo>
                  <a:pt x="9134" y="6347"/>
                </a:lnTo>
                <a:lnTo>
                  <a:pt x="9134" y="6713"/>
                </a:lnTo>
                <a:lnTo>
                  <a:pt x="8914" y="6126"/>
                </a:lnTo>
                <a:lnTo>
                  <a:pt x="8841" y="5796"/>
                </a:lnTo>
                <a:lnTo>
                  <a:pt x="8731" y="5430"/>
                </a:lnTo>
                <a:lnTo>
                  <a:pt x="8657" y="5246"/>
                </a:lnTo>
                <a:lnTo>
                  <a:pt x="8547" y="5099"/>
                </a:lnTo>
                <a:lnTo>
                  <a:pt x="8437" y="4953"/>
                </a:lnTo>
                <a:lnTo>
                  <a:pt x="8327" y="4879"/>
                </a:lnTo>
                <a:lnTo>
                  <a:pt x="8254" y="4879"/>
                </a:lnTo>
                <a:lnTo>
                  <a:pt x="8217" y="4916"/>
                </a:lnTo>
                <a:lnTo>
                  <a:pt x="8180" y="5026"/>
                </a:lnTo>
                <a:lnTo>
                  <a:pt x="8180" y="5136"/>
                </a:lnTo>
                <a:lnTo>
                  <a:pt x="8217" y="5393"/>
                </a:lnTo>
                <a:lnTo>
                  <a:pt x="8364" y="5906"/>
                </a:lnTo>
                <a:lnTo>
                  <a:pt x="8584" y="6567"/>
                </a:lnTo>
                <a:lnTo>
                  <a:pt x="8767" y="7227"/>
                </a:lnTo>
                <a:lnTo>
                  <a:pt x="8731" y="7374"/>
                </a:lnTo>
                <a:lnTo>
                  <a:pt x="8731" y="7447"/>
                </a:lnTo>
                <a:lnTo>
                  <a:pt x="8731" y="7520"/>
                </a:lnTo>
                <a:lnTo>
                  <a:pt x="8804" y="7594"/>
                </a:lnTo>
                <a:lnTo>
                  <a:pt x="8694" y="7740"/>
                </a:lnTo>
                <a:lnTo>
                  <a:pt x="8547" y="7887"/>
                </a:lnTo>
                <a:lnTo>
                  <a:pt x="8401" y="7997"/>
                </a:lnTo>
                <a:lnTo>
                  <a:pt x="8180" y="8107"/>
                </a:lnTo>
                <a:lnTo>
                  <a:pt x="8144" y="8034"/>
                </a:lnTo>
                <a:lnTo>
                  <a:pt x="8144" y="7997"/>
                </a:lnTo>
                <a:lnTo>
                  <a:pt x="8070" y="7961"/>
                </a:lnTo>
                <a:lnTo>
                  <a:pt x="7630" y="6530"/>
                </a:lnTo>
                <a:lnTo>
                  <a:pt x="7337" y="5650"/>
                </a:lnTo>
                <a:lnTo>
                  <a:pt x="7153" y="5283"/>
                </a:lnTo>
                <a:lnTo>
                  <a:pt x="7080" y="5026"/>
                </a:lnTo>
                <a:lnTo>
                  <a:pt x="7080" y="4953"/>
                </a:lnTo>
                <a:lnTo>
                  <a:pt x="7080" y="4879"/>
                </a:lnTo>
                <a:lnTo>
                  <a:pt x="7117" y="4806"/>
                </a:lnTo>
                <a:lnTo>
                  <a:pt x="7153" y="4733"/>
                </a:lnTo>
                <a:lnTo>
                  <a:pt x="7117" y="4659"/>
                </a:lnTo>
                <a:lnTo>
                  <a:pt x="7080" y="4623"/>
                </a:lnTo>
                <a:lnTo>
                  <a:pt x="6860" y="4476"/>
                </a:lnTo>
                <a:lnTo>
                  <a:pt x="6750" y="4439"/>
                </a:lnTo>
                <a:lnTo>
                  <a:pt x="6640" y="4476"/>
                </a:lnTo>
                <a:lnTo>
                  <a:pt x="6603" y="4549"/>
                </a:lnTo>
                <a:lnTo>
                  <a:pt x="6603" y="4623"/>
                </a:lnTo>
                <a:lnTo>
                  <a:pt x="6640" y="4659"/>
                </a:lnTo>
                <a:lnTo>
                  <a:pt x="6677" y="4769"/>
                </a:lnTo>
                <a:lnTo>
                  <a:pt x="6640" y="4879"/>
                </a:lnTo>
                <a:lnTo>
                  <a:pt x="6640" y="5063"/>
                </a:lnTo>
                <a:lnTo>
                  <a:pt x="6713" y="5320"/>
                </a:lnTo>
                <a:lnTo>
                  <a:pt x="6787" y="5576"/>
                </a:lnTo>
                <a:lnTo>
                  <a:pt x="6970" y="6090"/>
                </a:lnTo>
                <a:lnTo>
                  <a:pt x="7667" y="8254"/>
                </a:lnTo>
                <a:lnTo>
                  <a:pt x="7300" y="8254"/>
                </a:lnTo>
                <a:lnTo>
                  <a:pt x="6970" y="8181"/>
                </a:lnTo>
                <a:lnTo>
                  <a:pt x="6970" y="8107"/>
                </a:lnTo>
                <a:lnTo>
                  <a:pt x="6970" y="8034"/>
                </a:lnTo>
                <a:lnTo>
                  <a:pt x="6897" y="7997"/>
                </a:lnTo>
                <a:lnTo>
                  <a:pt x="6530" y="6383"/>
                </a:lnTo>
                <a:lnTo>
                  <a:pt x="6310" y="5503"/>
                </a:lnTo>
                <a:lnTo>
                  <a:pt x="6200" y="5099"/>
                </a:lnTo>
                <a:lnTo>
                  <a:pt x="6090" y="4916"/>
                </a:lnTo>
                <a:lnTo>
                  <a:pt x="5980" y="4733"/>
                </a:lnTo>
                <a:lnTo>
                  <a:pt x="5943" y="4696"/>
                </a:lnTo>
                <a:lnTo>
                  <a:pt x="5906" y="4696"/>
                </a:lnTo>
                <a:lnTo>
                  <a:pt x="5833" y="4733"/>
                </a:lnTo>
                <a:lnTo>
                  <a:pt x="5833" y="4769"/>
                </a:lnTo>
                <a:lnTo>
                  <a:pt x="5796" y="4989"/>
                </a:lnTo>
                <a:lnTo>
                  <a:pt x="5796" y="5173"/>
                </a:lnTo>
                <a:lnTo>
                  <a:pt x="5870" y="5576"/>
                </a:lnTo>
                <a:lnTo>
                  <a:pt x="6053" y="6383"/>
                </a:lnTo>
                <a:lnTo>
                  <a:pt x="6420" y="7887"/>
                </a:lnTo>
                <a:lnTo>
                  <a:pt x="6420" y="7887"/>
                </a:lnTo>
                <a:lnTo>
                  <a:pt x="6163" y="7740"/>
                </a:lnTo>
                <a:lnTo>
                  <a:pt x="5980" y="7520"/>
                </a:lnTo>
                <a:lnTo>
                  <a:pt x="5759" y="7227"/>
                </a:lnTo>
                <a:lnTo>
                  <a:pt x="5576" y="6897"/>
                </a:lnTo>
                <a:lnTo>
                  <a:pt x="5466" y="6567"/>
                </a:lnTo>
                <a:lnTo>
                  <a:pt x="5393" y="6237"/>
                </a:lnTo>
                <a:lnTo>
                  <a:pt x="5246" y="5540"/>
                </a:lnTo>
                <a:lnTo>
                  <a:pt x="5173" y="5209"/>
                </a:lnTo>
                <a:lnTo>
                  <a:pt x="5063" y="4879"/>
                </a:lnTo>
                <a:lnTo>
                  <a:pt x="4916" y="4586"/>
                </a:lnTo>
                <a:lnTo>
                  <a:pt x="4732" y="4366"/>
                </a:lnTo>
                <a:lnTo>
                  <a:pt x="4512" y="4146"/>
                </a:lnTo>
                <a:lnTo>
                  <a:pt x="4292" y="3962"/>
                </a:lnTo>
                <a:lnTo>
                  <a:pt x="4035" y="3816"/>
                </a:lnTo>
                <a:lnTo>
                  <a:pt x="3779" y="3706"/>
                </a:lnTo>
                <a:lnTo>
                  <a:pt x="3485" y="3595"/>
                </a:lnTo>
                <a:lnTo>
                  <a:pt x="3192" y="3522"/>
                </a:lnTo>
                <a:lnTo>
                  <a:pt x="2862" y="3449"/>
                </a:lnTo>
                <a:lnTo>
                  <a:pt x="2128" y="3449"/>
                </a:lnTo>
                <a:lnTo>
                  <a:pt x="1798" y="3522"/>
                </a:lnTo>
                <a:lnTo>
                  <a:pt x="1101" y="3669"/>
                </a:lnTo>
                <a:lnTo>
                  <a:pt x="404" y="3889"/>
                </a:lnTo>
                <a:lnTo>
                  <a:pt x="184" y="3962"/>
                </a:lnTo>
                <a:lnTo>
                  <a:pt x="74" y="4036"/>
                </a:lnTo>
                <a:lnTo>
                  <a:pt x="0" y="4109"/>
                </a:lnTo>
                <a:lnTo>
                  <a:pt x="0" y="4182"/>
                </a:lnTo>
                <a:lnTo>
                  <a:pt x="0" y="4219"/>
                </a:lnTo>
                <a:lnTo>
                  <a:pt x="0" y="4402"/>
                </a:lnTo>
                <a:lnTo>
                  <a:pt x="37" y="4439"/>
                </a:lnTo>
                <a:lnTo>
                  <a:pt x="74" y="4513"/>
                </a:lnTo>
                <a:lnTo>
                  <a:pt x="257" y="4586"/>
                </a:lnTo>
                <a:lnTo>
                  <a:pt x="404" y="4586"/>
                </a:lnTo>
                <a:lnTo>
                  <a:pt x="514" y="4513"/>
                </a:lnTo>
                <a:lnTo>
                  <a:pt x="624" y="4439"/>
                </a:lnTo>
                <a:lnTo>
                  <a:pt x="881" y="4329"/>
                </a:lnTo>
                <a:lnTo>
                  <a:pt x="881" y="4366"/>
                </a:lnTo>
                <a:lnTo>
                  <a:pt x="881" y="4549"/>
                </a:lnTo>
                <a:lnTo>
                  <a:pt x="881" y="4696"/>
                </a:lnTo>
                <a:lnTo>
                  <a:pt x="954" y="5026"/>
                </a:lnTo>
                <a:lnTo>
                  <a:pt x="1211" y="5686"/>
                </a:lnTo>
                <a:lnTo>
                  <a:pt x="1468" y="6493"/>
                </a:lnTo>
                <a:lnTo>
                  <a:pt x="1761" y="7300"/>
                </a:lnTo>
                <a:lnTo>
                  <a:pt x="1798" y="7374"/>
                </a:lnTo>
                <a:lnTo>
                  <a:pt x="1871" y="7447"/>
                </a:lnTo>
                <a:lnTo>
                  <a:pt x="2055" y="7447"/>
                </a:lnTo>
                <a:lnTo>
                  <a:pt x="2128" y="7410"/>
                </a:lnTo>
                <a:lnTo>
                  <a:pt x="2165" y="7337"/>
                </a:lnTo>
                <a:lnTo>
                  <a:pt x="2201" y="7227"/>
                </a:lnTo>
                <a:lnTo>
                  <a:pt x="2201" y="7154"/>
                </a:lnTo>
                <a:lnTo>
                  <a:pt x="1945" y="6383"/>
                </a:lnTo>
                <a:lnTo>
                  <a:pt x="1688" y="5650"/>
                </a:lnTo>
                <a:lnTo>
                  <a:pt x="1468" y="4989"/>
                </a:lnTo>
                <a:lnTo>
                  <a:pt x="1321" y="4696"/>
                </a:lnTo>
                <a:lnTo>
                  <a:pt x="1138" y="4402"/>
                </a:lnTo>
                <a:lnTo>
                  <a:pt x="1211" y="4329"/>
                </a:lnTo>
                <a:lnTo>
                  <a:pt x="1248" y="4329"/>
                </a:lnTo>
                <a:lnTo>
                  <a:pt x="1248" y="4292"/>
                </a:lnTo>
                <a:lnTo>
                  <a:pt x="1211" y="4292"/>
                </a:lnTo>
                <a:lnTo>
                  <a:pt x="1174" y="4256"/>
                </a:lnTo>
                <a:lnTo>
                  <a:pt x="1138" y="4256"/>
                </a:lnTo>
                <a:lnTo>
                  <a:pt x="1504" y="4182"/>
                </a:lnTo>
                <a:lnTo>
                  <a:pt x="1871" y="4109"/>
                </a:lnTo>
                <a:lnTo>
                  <a:pt x="1945" y="4256"/>
                </a:lnTo>
                <a:lnTo>
                  <a:pt x="2055" y="4439"/>
                </a:lnTo>
                <a:lnTo>
                  <a:pt x="2238" y="4879"/>
                </a:lnTo>
                <a:lnTo>
                  <a:pt x="2421" y="5320"/>
                </a:lnTo>
                <a:lnTo>
                  <a:pt x="2495" y="5760"/>
                </a:lnTo>
                <a:lnTo>
                  <a:pt x="2605" y="6200"/>
                </a:lnTo>
                <a:lnTo>
                  <a:pt x="2715" y="6420"/>
                </a:lnTo>
                <a:lnTo>
                  <a:pt x="2788" y="6603"/>
                </a:lnTo>
                <a:lnTo>
                  <a:pt x="2935" y="6787"/>
                </a:lnTo>
                <a:lnTo>
                  <a:pt x="3082" y="6933"/>
                </a:lnTo>
                <a:lnTo>
                  <a:pt x="3228" y="6970"/>
                </a:lnTo>
                <a:lnTo>
                  <a:pt x="3302" y="6933"/>
                </a:lnTo>
                <a:lnTo>
                  <a:pt x="3375" y="6860"/>
                </a:lnTo>
                <a:lnTo>
                  <a:pt x="3375" y="6750"/>
                </a:lnTo>
                <a:lnTo>
                  <a:pt x="3302" y="6530"/>
                </a:lnTo>
                <a:lnTo>
                  <a:pt x="3192" y="6347"/>
                </a:lnTo>
                <a:lnTo>
                  <a:pt x="3082" y="6126"/>
                </a:lnTo>
                <a:lnTo>
                  <a:pt x="3008" y="5943"/>
                </a:lnTo>
                <a:lnTo>
                  <a:pt x="2898" y="5503"/>
                </a:lnTo>
                <a:lnTo>
                  <a:pt x="2788" y="5063"/>
                </a:lnTo>
                <a:lnTo>
                  <a:pt x="2605" y="4549"/>
                </a:lnTo>
                <a:lnTo>
                  <a:pt x="2458" y="4292"/>
                </a:lnTo>
                <a:lnTo>
                  <a:pt x="2311" y="4036"/>
                </a:lnTo>
                <a:lnTo>
                  <a:pt x="2752" y="4036"/>
                </a:lnTo>
                <a:lnTo>
                  <a:pt x="3192" y="4109"/>
                </a:lnTo>
                <a:lnTo>
                  <a:pt x="3192" y="4219"/>
                </a:lnTo>
                <a:lnTo>
                  <a:pt x="3228" y="4366"/>
                </a:lnTo>
                <a:lnTo>
                  <a:pt x="3302" y="4623"/>
                </a:lnTo>
                <a:lnTo>
                  <a:pt x="3522" y="5063"/>
                </a:lnTo>
                <a:lnTo>
                  <a:pt x="3779" y="5833"/>
                </a:lnTo>
                <a:lnTo>
                  <a:pt x="3852" y="5943"/>
                </a:lnTo>
                <a:lnTo>
                  <a:pt x="3889" y="6016"/>
                </a:lnTo>
                <a:lnTo>
                  <a:pt x="3962" y="6090"/>
                </a:lnTo>
                <a:lnTo>
                  <a:pt x="4109" y="6126"/>
                </a:lnTo>
                <a:lnTo>
                  <a:pt x="4146" y="6090"/>
                </a:lnTo>
                <a:lnTo>
                  <a:pt x="4219" y="6053"/>
                </a:lnTo>
                <a:lnTo>
                  <a:pt x="4292" y="5943"/>
                </a:lnTo>
                <a:lnTo>
                  <a:pt x="4292" y="5796"/>
                </a:lnTo>
                <a:lnTo>
                  <a:pt x="4256" y="5686"/>
                </a:lnTo>
                <a:lnTo>
                  <a:pt x="4182" y="5540"/>
                </a:lnTo>
                <a:lnTo>
                  <a:pt x="3852" y="4659"/>
                </a:lnTo>
                <a:lnTo>
                  <a:pt x="3669" y="4292"/>
                </a:lnTo>
                <a:lnTo>
                  <a:pt x="4035" y="4513"/>
                </a:lnTo>
                <a:lnTo>
                  <a:pt x="4182" y="4623"/>
                </a:lnTo>
                <a:lnTo>
                  <a:pt x="4329" y="4769"/>
                </a:lnTo>
                <a:lnTo>
                  <a:pt x="4439" y="4953"/>
                </a:lnTo>
                <a:lnTo>
                  <a:pt x="4512" y="5136"/>
                </a:lnTo>
                <a:lnTo>
                  <a:pt x="4659" y="5540"/>
                </a:lnTo>
                <a:lnTo>
                  <a:pt x="4806" y="6347"/>
                </a:lnTo>
                <a:lnTo>
                  <a:pt x="4842" y="6640"/>
                </a:lnTo>
                <a:lnTo>
                  <a:pt x="4952" y="6933"/>
                </a:lnTo>
                <a:lnTo>
                  <a:pt x="5063" y="7190"/>
                </a:lnTo>
                <a:lnTo>
                  <a:pt x="5209" y="7447"/>
                </a:lnTo>
                <a:lnTo>
                  <a:pt x="5393" y="7704"/>
                </a:lnTo>
                <a:lnTo>
                  <a:pt x="5576" y="7924"/>
                </a:lnTo>
                <a:lnTo>
                  <a:pt x="5759" y="8144"/>
                </a:lnTo>
                <a:lnTo>
                  <a:pt x="5980" y="8327"/>
                </a:lnTo>
                <a:lnTo>
                  <a:pt x="6236" y="8474"/>
                </a:lnTo>
                <a:lnTo>
                  <a:pt x="6493" y="8621"/>
                </a:lnTo>
                <a:lnTo>
                  <a:pt x="6750" y="8694"/>
                </a:lnTo>
                <a:lnTo>
                  <a:pt x="7043" y="8768"/>
                </a:lnTo>
                <a:lnTo>
                  <a:pt x="7300" y="8804"/>
                </a:lnTo>
                <a:lnTo>
                  <a:pt x="7924" y="8804"/>
                </a:lnTo>
                <a:lnTo>
                  <a:pt x="8217" y="8694"/>
                </a:lnTo>
                <a:lnTo>
                  <a:pt x="8511" y="8621"/>
                </a:lnTo>
                <a:lnTo>
                  <a:pt x="8731" y="8474"/>
                </a:lnTo>
                <a:lnTo>
                  <a:pt x="8951" y="8291"/>
                </a:lnTo>
                <a:lnTo>
                  <a:pt x="9171" y="8107"/>
                </a:lnTo>
                <a:lnTo>
                  <a:pt x="9354" y="7887"/>
                </a:lnTo>
                <a:lnTo>
                  <a:pt x="9464" y="7667"/>
                </a:lnTo>
                <a:lnTo>
                  <a:pt x="9611" y="7410"/>
                </a:lnTo>
                <a:lnTo>
                  <a:pt x="9684" y="7117"/>
                </a:lnTo>
                <a:lnTo>
                  <a:pt x="9721" y="6787"/>
                </a:lnTo>
                <a:lnTo>
                  <a:pt x="9758" y="6457"/>
                </a:lnTo>
                <a:lnTo>
                  <a:pt x="9721" y="6090"/>
                </a:lnTo>
                <a:lnTo>
                  <a:pt x="9684" y="5760"/>
                </a:lnTo>
                <a:lnTo>
                  <a:pt x="9538" y="5063"/>
                </a:lnTo>
                <a:lnTo>
                  <a:pt x="9354" y="4366"/>
                </a:lnTo>
                <a:lnTo>
                  <a:pt x="9024" y="2788"/>
                </a:lnTo>
                <a:lnTo>
                  <a:pt x="8951" y="2422"/>
                </a:lnTo>
                <a:lnTo>
                  <a:pt x="8951" y="2238"/>
                </a:lnTo>
                <a:lnTo>
                  <a:pt x="8951" y="2055"/>
                </a:lnTo>
                <a:lnTo>
                  <a:pt x="9024" y="2348"/>
                </a:lnTo>
                <a:lnTo>
                  <a:pt x="9098" y="2568"/>
                </a:lnTo>
                <a:lnTo>
                  <a:pt x="9244" y="2788"/>
                </a:lnTo>
                <a:lnTo>
                  <a:pt x="9391" y="3009"/>
                </a:lnTo>
                <a:lnTo>
                  <a:pt x="9501" y="3082"/>
                </a:lnTo>
                <a:lnTo>
                  <a:pt x="9611" y="3119"/>
                </a:lnTo>
                <a:lnTo>
                  <a:pt x="9684" y="3119"/>
                </a:lnTo>
                <a:lnTo>
                  <a:pt x="9758" y="3082"/>
                </a:lnTo>
                <a:lnTo>
                  <a:pt x="9794" y="3045"/>
                </a:lnTo>
                <a:lnTo>
                  <a:pt x="9831" y="2972"/>
                </a:lnTo>
                <a:lnTo>
                  <a:pt x="9758" y="2788"/>
                </a:lnTo>
                <a:lnTo>
                  <a:pt x="9648" y="2605"/>
                </a:lnTo>
                <a:lnTo>
                  <a:pt x="9464" y="2275"/>
                </a:lnTo>
                <a:lnTo>
                  <a:pt x="9318" y="1908"/>
                </a:lnTo>
                <a:lnTo>
                  <a:pt x="9244" y="1725"/>
                </a:lnTo>
                <a:lnTo>
                  <a:pt x="9134" y="1541"/>
                </a:lnTo>
                <a:lnTo>
                  <a:pt x="9171" y="1505"/>
                </a:lnTo>
                <a:lnTo>
                  <a:pt x="9354" y="1358"/>
                </a:lnTo>
                <a:lnTo>
                  <a:pt x="9538" y="1248"/>
                </a:lnTo>
                <a:lnTo>
                  <a:pt x="9978" y="1101"/>
                </a:lnTo>
                <a:lnTo>
                  <a:pt x="10051" y="1395"/>
                </a:lnTo>
                <a:lnTo>
                  <a:pt x="10125" y="1688"/>
                </a:lnTo>
                <a:lnTo>
                  <a:pt x="10345" y="2238"/>
                </a:lnTo>
                <a:lnTo>
                  <a:pt x="10418" y="2495"/>
                </a:lnTo>
                <a:lnTo>
                  <a:pt x="10491" y="2825"/>
                </a:lnTo>
                <a:lnTo>
                  <a:pt x="10565" y="2972"/>
                </a:lnTo>
                <a:lnTo>
                  <a:pt x="10638" y="3082"/>
                </a:lnTo>
                <a:lnTo>
                  <a:pt x="10748" y="3192"/>
                </a:lnTo>
                <a:lnTo>
                  <a:pt x="10858" y="3229"/>
                </a:lnTo>
                <a:lnTo>
                  <a:pt x="10968" y="3229"/>
                </a:lnTo>
                <a:lnTo>
                  <a:pt x="11042" y="3192"/>
                </a:lnTo>
                <a:lnTo>
                  <a:pt x="11115" y="3119"/>
                </a:lnTo>
                <a:lnTo>
                  <a:pt x="11115" y="3009"/>
                </a:lnTo>
                <a:lnTo>
                  <a:pt x="11115" y="2972"/>
                </a:lnTo>
                <a:lnTo>
                  <a:pt x="11078" y="2899"/>
                </a:lnTo>
                <a:lnTo>
                  <a:pt x="11005" y="2825"/>
                </a:lnTo>
                <a:lnTo>
                  <a:pt x="10932" y="2642"/>
                </a:lnTo>
                <a:lnTo>
                  <a:pt x="10895" y="2458"/>
                </a:lnTo>
                <a:lnTo>
                  <a:pt x="10675" y="1835"/>
                </a:lnTo>
                <a:lnTo>
                  <a:pt x="10528" y="1395"/>
                </a:lnTo>
                <a:lnTo>
                  <a:pt x="10418" y="1174"/>
                </a:lnTo>
                <a:lnTo>
                  <a:pt x="10308" y="991"/>
                </a:lnTo>
                <a:lnTo>
                  <a:pt x="10455" y="918"/>
                </a:lnTo>
                <a:lnTo>
                  <a:pt x="11005" y="734"/>
                </a:lnTo>
                <a:lnTo>
                  <a:pt x="11152" y="1174"/>
                </a:lnTo>
                <a:lnTo>
                  <a:pt x="11298" y="1615"/>
                </a:lnTo>
                <a:lnTo>
                  <a:pt x="11555" y="2348"/>
                </a:lnTo>
                <a:lnTo>
                  <a:pt x="11702" y="2678"/>
                </a:lnTo>
                <a:lnTo>
                  <a:pt x="11775" y="2788"/>
                </a:lnTo>
                <a:lnTo>
                  <a:pt x="11922" y="2899"/>
                </a:lnTo>
                <a:lnTo>
                  <a:pt x="11959" y="2935"/>
                </a:lnTo>
                <a:lnTo>
                  <a:pt x="12032" y="2899"/>
                </a:lnTo>
                <a:lnTo>
                  <a:pt x="12069" y="2899"/>
                </a:lnTo>
                <a:lnTo>
                  <a:pt x="12105" y="2825"/>
                </a:lnTo>
                <a:lnTo>
                  <a:pt x="12142" y="2715"/>
                </a:lnTo>
                <a:lnTo>
                  <a:pt x="12142" y="2568"/>
                </a:lnTo>
                <a:lnTo>
                  <a:pt x="12069" y="2275"/>
                </a:lnTo>
                <a:lnTo>
                  <a:pt x="11812" y="1688"/>
                </a:lnTo>
                <a:lnTo>
                  <a:pt x="11592" y="1101"/>
                </a:lnTo>
                <a:lnTo>
                  <a:pt x="11445" y="698"/>
                </a:lnTo>
                <a:lnTo>
                  <a:pt x="11372" y="588"/>
                </a:lnTo>
                <a:lnTo>
                  <a:pt x="11665" y="441"/>
                </a:lnTo>
                <a:lnTo>
                  <a:pt x="11922" y="294"/>
                </a:lnTo>
                <a:lnTo>
                  <a:pt x="12105" y="147"/>
                </a:lnTo>
                <a:lnTo>
                  <a:pt x="12142" y="111"/>
                </a:lnTo>
                <a:lnTo>
                  <a:pt x="12142" y="74"/>
                </a:lnTo>
                <a:lnTo>
                  <a:pt x="12105" y="37"/>
                </a:lnTo>
                <a:lnTo>
                  <a:pt x="12069" y="1"/>
                </a:lnTo>
                <a:close/>
                <a:moveTo>
                  <a:pt x="4072" y="7080"/>
                </a:moveTo>
                <a:lnTo>
                  <a:pt x="4035" y="7117"/>
                </a:lnTo>
                <a:lnTo>
                  <a:pt x="3999" y="7154"/>
                </a:lnTo>
                <a:lnTo>
                  <a:pt x="3999" y="7337"/>
                </a:lnTo>
                <a:lnTo>
                  <a:pt x="3999" y="7557"/>
                </a:lnTo>
                <a:lnTo>
                  <a:pt x="4072" y="7961"/>
                </a:lnTo>
                <a:lnTo>
                  <a:pt x="4219" y="8327"/>
                </a:lnTo>
                <a:lnTo>
                  <a:pt x="4366" y="8731"/>
                </a:lnTo>
                <a:lnTo>
                  <a:pt x="4439" y="8804"/>
                </a:lnTo>
                <a:lnTo>
                  <a:pt x="4182" y="8988"/>
                </a:lnTo>
                <a:lnTo>
                  <a:pt x="3889" y="9098"/>
                </a:lnTo>
                <a:lnTo>
                  <a:pt x="3852" y="8951"/>
                </a:lnTo>
                <a:lnTo>
                  <a:pt x="3815" y="8804"/>
                </a:lnTo>
                <a:lnTo>
                  <a:pt x="3669" y="8511"/>
                </a:lnTo>
                <a:lnTo>
                  <a:pt x="3522" y="8071"/>
                </a:lnTo>
                <a:lnTo>
                  <a:pt x="3449" y="7887"/>
                </a:lnTo>
                <a:lnTo>
                  <a:pt x="3339" y="7667"/>
                </a:lnTo>
                <a:lnTo>
                  <a:pt x="3228" y="7630"/>
                </a:lnTo>
                <a:lnTo>
                  <a:pt x="3155" y="7630"/>
                </a:lnTo>
                <a:lnTo>
                  <a:pt x="3045" y="7704"/>
                </a:lnTo>
                <a:lnTo>
                  <a:pt x="3045" y="7777"/>
                </a:lnTo>
                <a:lnTo>
                  <a:pt x="3082" y="7997"/>
                </a:lnTo>
                <a:lnTo>
                  <a:pt x="3118" y="8217"/>
                </a:lnTo>
                <a:lnTo>
                  <a:pt x="3265" y="8658"/>
                </a:lnTo>
                <a:lnTo>
                  <a:pt x="3339" y="8951"/>
                </a:lnTo>
                <a:lnTo>
                  <a:pt x="3412" y="9098"/>
                </a:lnTo>
                <a:lnTo>
                  <a:pt x="3485" y="9244"/>
                </a:lnTo>
                <a:lnTo>
                  <a:pt x="2825" y="9428"/>
                </a:lnTo>
                <a:lnTo>
                  <a:pt x="2788" y="9281"/>
                </a:lnTo>
                <a:lnTo>
                  <a:pt x="2642" y="8768"/>
                </a:lnTo>
                <a:lnTo>
                  <a:pt x="2532" y="8547"/>
                </a:lnTo>
                <a:lnTo>
                  <a:pt x="2385" y="8327"/>
                </a:lnTo>
                <a:lnTo>
                  <a:pt x="2385" y="8254"/>
                </a:lnTo>
                <a:lnTo>
                  <a:pt x="2385" y="8217"/>
                </a:lnTo>
                <a:lnTo>
                  <a:pt x="2421" y="8181"/>
                </a:lnTo>
                <a:lnTo>
                  <a:pt x="2421" y="8144"/>
                </a:lnTo>
                <a:lnTo>
                  <a:pt x="2421" y="8107"/>
                </a:lnTo>
                <a:lnTo>
                  <a:pt x="2385" y="8107"/>
                </a:lnTo>
                <a:lnTo>
                  <a:pt x="2275" y="8144"/>
                </a:lnTo>
                <a:lnTo>
                  <a:pt x="2128" y="8144"/>
                </a:lnTo>
                <a:lnTo>
                  <a:pt x="2055" y="8181"/>
                </a:lnTo>
                <a:lnTo>
                  <a:pt x="2018" y="8254"/>
                </a:lnTo>
                <a:lnTo>
                  <a:pt x="1981" y="8327"/>
                </a:lnTo>
                <a:lnTo>
                  <a:pt x="1981" y="8401"/>
                </a:lnTo>
                <a:lnTo>
                  <a:pt x="2165" y="8841"/>
                </a:lnTo>
                <a:lnTo>
                  <a:pt x="2348" y="9318"/>
                </a:lnTo>
                <a:lnTo>
                  <a:pt x="2385" y="9575"/>
                </a:lnTo>
                <a:lnTo>
                  <a:pt x="1945" y="9685"/>
                </a:lnTo>
                <a:lnTo>
                  <a:pt x="1871" y="9721"/>
                </a:lnTo>
                <a:lnTo>
                  <a:pt x="1798" y="9795"/>
                </a:lnTo>
                <a:lnTo>
                  <a:pt x="1798" y="9868"/>
                </a:lnTo>
                <a:lnTo>
                  <a:pt x="1761" y="9941"/>
                </a:lnTo>
                <a:lnTo>
                  <a:pt x="1798" y="10015"/>
                </a:lnTo>
                <a:lnTo>
                  <a:pt x="1835" y="10088"/>
                </a:lnTo>
                <a:lnTo>
                  <a:pt x="1908" y="10161"/>
                </a:lnTo>
                <a:lnTo>
                  <a:pt x="1981" y="10198"/>
                </a:lnTo>
                <a:lnTo>
                  <a:pt x="2275" y="10198"/>
                </a:lnTo>
                <a:lnTo>
                  <a:pt x="2385" y="10125"/>
                </a:lnTo>
                <a:lnTo>
                  <a:pt x="2495" y="10088"/>
                </a:lnTo>
                <a:lnTo>
                  <a:pt x="2532" y="10051"/>
                </a:lnTo>
                <a:lnTo>
                  <a:pt x="2568" y="10088"/>
                </a:lnTo>
                <a:lnTo>
                  <a:pt x="2605" y="10125"/>
                </a:lnTo>
                <a:lnTo>
                  <a:pt x="2678" y="10125"/>
                </a:lnTo>
                <a:lnTo>
                  <a:pt x="2788" y="10088"/>
                </a:lnTo>
                <a:lnTo>
                  <a:pt x="2825" y="9978"/>
                </a:lnTo>
                <a:lnTo>
                  <a:pt x="3265" y="9868"/>
                </a:lnTo>
                <a:lnTo>
                  <a:pt x="3742" y="9721"/>
                </a:lnTo>
                <a:lnTo>
                  <a:pt x="4146" y="9575"/>
                </a:lnTo>
                <a:lnTo>
                  <a:pt x="4549" y="9354"/>
                </a:lnTo>
                <a:lnTo>
                  <a:pt x="4732" y="9208"/>
                </a:lnTo>
                <a:lnTo>
                  <a:pt x="4879" y="9061"/>
                </a:lnTo>
                <a:lnTo>
                  <a:pt x="5026" y="8841"/>
                </a:lnTo>
                <a:lnTo>
                  <a:pt x="5136" y="8621"/>
                </a:lnTo>
                <a:lnTo>
                  <a:pt x="5209" y="8401"/>
                </a:lnTo>
                <a:lnTo>
                  <a:pt x="5173" y="8181"/>
                </a:lnTo>
                <a:lnTo>
                  <a:pt x="5099" y="7997"/>
                </a:lnTo>
                <a:lnTo>
                  <a:pt x="5026" y="7887"/>
                </a:lnTo>
                <a:lnTo>
                  <a:pt x="4952" y="7814"/>
                </a:lnTo>
                <a:lnTo>
                  <a:pt x="4842" y="7814"/>
                </a:lnTo>
                <a:lnTo>
                  <a:pt x="4806" y="7851"/>
                </a:lnTo>
                <a:lnTo>
                  <a:pt x="4806" y="7887"/>
                </a:lnTo>
                <a:lnTo>
                  <a:pt x="4732" y="8327"/>
                </a:lnTo>
                <a:lnTo>
                  <a:pt x="4512" y="7667"/>
                </a:lnTo>
                <a:lnTo>
                  <a:pt x="4366" y="7374"/>
                </a:lnTo>
                <a:lnTo>
                  <a:pt x="4182" y="7117"/>
                </a:lnTo>
                <a:lnTo>
                  <a:pt x="4146" y="708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1" name="Google Shape;511;p10"/>
          <p:cNvSpPr/>
          <p:nvPr/>
        </p:nvSpPr>
        <p:spPr>
          <a:xfrm>
            <a:off x="3606" y="6533642"/>
            <a:ext cx="240044" cy="498052"/>
          </a:xfrm>
          <a:custGeom>
            <a:avLst/>
            <a:gdLst/>
            <a:ahLst/>
            <a:cxnLst/>
            <a:rect l="l" t="t" r="r" b="b"/>
            <a:pathLst>
              <a:path w="6347" h="13169" extrusionOk="0">
                <a:moveTo>
                  <a:pt x="588" y="330"/>
                </a:moveTo>
                <a:lnTo>
                  <a:pt x="808" y="367"/>
                </a:lnTo>
                <a:lnTo>
                  <a:pt x="1028" y="440"/>
                </a:lnTo>
                <a:lnTo>
                  <a:pt x="1211" y="550"/>
                </a:lnTo>
                <a:lnTo>
                  <a:pt x="1395" y="734"/>
                </a:lnTo>
                <a:lnTo>
                  <a:pt x="1578" y="917"/>
                </a:lnTo>
                <a:lnTo>
                  <a:pt x="1688" y="1101"/>
                </a:lnTo>
                <a:lnTo>
                  <a:pt x="1798" y="1321"/>
                </a:lnTo>
                <a:lnTo>
                  <a:pt x="1908" y="1541"/>
                </a:lnTo>
                <a:lnTo>
                  <a:pt x="1982" y="1761"/>
                </a:lnTo>
                <a:lnTo>
                  <a:pt x="2018" y="2018"/>
                </a:lnTo>
                <a:lnTo>
                  <a:pt x="2018" y="2458"/>
                </a:lnTo>
                <a:lnTo>
                  <a:pt x="2018" y="2495"/>
                </a:lnTo>
                <a:lnTo>
                  <a:pt x="1982" y="2421"/>
                </a:lnTo>
                <a:lnTo>
                  <a:pt x="1762" y="1944"/>
                </a:lnTo>
                <a:lnTo>
                  <a:pt x="1615" y="1724"/>
                </a:lnTo>
                <a:lnTo>
                  <a:pt x="1432" y="1504"/>
                </a:lnTo>
                <a:lnTo>
                  <a:pt x="1395" y="1467"/>
                </a:lnTo>
                <a:lnTo>
                  <a:pt x="1322" y="1467"/>
                </a:lnTo>
                <a:lnTo>
                  <a:pt x="1285" y="1504"/>
                </a:lnTo>
                <a:lnTo>
                  <a:pt x="1285" y="1578"/>
                </a:lnTo>
                <a:lnTo>
                  <a:pt x="1322" y="1834"/>
                </a:lnTo>
                <a:lnTo>
                  <a:pt x="1395" y="2128"/>
                </a:lnTo>
                <a:lnTo>
                  <a:pt x="1615" y="2641"/>
                </a:lnTo>
                <a:lnTo>
                  <a:pt x="1725" y="2935"/>
                </a:lnTo>
                <a:lnTo>
                  <a:pt x="1615" y="2861"/>
                </a:lnTo>
                <a:lnTo>
                  <a:pt x="1468" y="2715"/>
                </a:lnTo>
                <a:lnTo>
                  <a:pt x="1248" y="2348"/>
                </a:lnTo>
                <a:lnTo>
                  <a:pt x="1065" y="1981"/>
                </a:lnTo>
                <a:lnTo>
                  <a:pt x="955" y="1724"/>
                </a:lnTo>
                <a:lnTo>
                  <a:pt x="845" y="1394"/>
                </a:lnTo>
                <a:lnTo>
                  <a:pt x="735" y="1027"/>
                </a:lnTo>
                <a:lnTo>
                  <a:pt x="661" y="697"/>
                </a:lnTo>
                <a:lnTo>
                  <a:pt x="588" y="330"/>
                </a:lnTo>
                <a:close/>
                <a:moveTo>
                  <a:pt x="3706" y="2825"/>
                </a:moveTo>
                <a:lnTo>
                  <a:pt x="3926" y="2861"/>
                </a:lnTo>
                <a:lnTo>
                  <a:pt x="4109" y="2935"/>
                </a:lnTo>
                <a:lnTo>
                  <a:pt x="4733" y="3118"/>
                </a:lnTo>
                <a:lnTo>
                  <a:pt x="4990" y="3228"/>
                </a:lnTo>
                <a:lnTo>
                  <a:pt x="5283" y="3375"/>
                </a:lnTo>
                <a:lnTo>
                  <a:pt x="5503" y="3522"/>
                </a:lnTo>
                <a:lnTo>
                  <a:pt x="5687" y="3668"/>
                </a:lnTo>
                <a:lnTo>
                  <a:pt x="5687" y="3668"/>
                </a:lnTo>
                <a:lnTo>
                  <a:pt x="5540" y="3632"/>
                </a:lnTo>
                <a:lnTo>
                  <a:pt x="5467" y="3632"/>
                </a:lnTo>
                <a:lnTo>
                  <a:pt x="5393" y="3705"/>
                </a:lnTo>
                <a:lnTo>
                  <a:pt x="5356" y="3778"/>
                </a:lnTo>
                <a:lnTo>
                  <a:pt x="5393" y="3888"/>
                </a:lnTo>
                <a:lnTo>
                  <a:pt x="5026" y="4035"/>
                </a:lnTo>
                <a:lnTo>
                  <a:pt x="4660" y="4109"/>
                </a:lnTo>
                <a:lnTo>
                  <a:pt x="4293" y="4182"/>
                </a:lnTo>
                <a:lnTo>
                  <a:pt x="3889" y="4182"/>
                </a:lnTo>
                <a:lnTo>
                  <a:pt x="3449" y="4109"/>
                </a:lnTo>
                <a:lnTo>
                  <a:pt x="3046" y="3999"/>
                </a:lnTo>
                <a:lnTo>
                  <a:pt x="2862" y="3925"/>
                </a:lnTo>
                <a:lnTo>
                  <a:pt x="2642" y="3815"/>
                </a:lnTo>
                <a:lnTo>
                  <a:pt x="2459" y="3668"/>
                </a:lnTo>
                <a:lnTo>
                  <a:pt x="2349" y="3595"/>
                </a:lnTo>
                <a:lnTo>
                  <a:pt x="2312" y="3522"/>
                </a:lnTo>
                <a:lnTo>
                  <a:pt x="2532" y="3668"/>
                </a:lnTo>
                <a:lnTo>
                  <a:pt x="2789" y="3815"/>
                </a:lnTo>
                <a:lnTo>
                  <a:pt x="3046" y="3888"/>
                </a:lnTo>
                <a:lnTo>
                  <a:pt x="3339" y="3999"/>
                </a:lnTo>
                <a:lnTo>
                  <a:pt x="3596" y="4035"/>
                </a:lnTo>
                <a:lnTo>
                  <a:pt x="3889" y="4109"/>
                </a:lnTo>
                <a:lnTo>
                  <a:pt x="4073" y="4109"/>
                </a:lnTo>
                <a:lnTo>
                  <a:pt x="4183" y="4072"/>
                </a:lnTo>
                <a:lnTo>
                  <a:pt x="4329" y="4035"/>
                </a:lnTo>
                <a:lnTo>
                  <a:pt x="4439" y="3962"/>
                </a:lnTo>
                <a:lnTo>
                  <a:pt x="4476" y="3888"/>
                </a:lnTo>
                <a:lnTo>
                  <a:pt x="4439" y="3778"/>
                </a:lnTo>
                <a:lnTo>
                  <a:pt x="4329" y="3705"/>
                </a:lnTo>
                <a:lnTo>
                  <a:pt x="4219" y="3632"/>
                </a:lnTo>
                <a:lnTo>
                  <a:pt x="3963" y="3595"/>
                </a:lnTo>
                <a:lnTo>
                  <a:pt x="3706" y="3558"/>
                </a:lnTo>
                <a:lnTo>
                  <a:pt x="3449" y="3522"/>
                </a:lnTo>
                <a:lnTo>
                  <a:pt x="2715" y="3338"/>
                </a:lnTo>
                <a:lnTo>
                  <a:pt x="2862" y="3228"/>
                </a:lnTo>
                <a:lnTo>
                  <a:pt x="3082" y="3081"/>
                </a:lnTo>
                <a:lnTo>
                  <a:pt x="3302" y="2935"/>
                </a:lnTo>
                <a:lnTo>
                  <a:pt x="3486" y="2861"/>
                </a:lnTo>
                <a:lnTo>
                  <a:pt x="3706" y="2825"/>
                </a:lnTo>
                <a:close/>
                <a:moveTo>
                  <a:pt x="1285" y="5686"/>
                </a:moveTo>
                <a:lnTo>
                  <a:pt x="1725" y="5723"/>
                </a:lnTo>
                <a:lnTo>
                  <a:pt x="1762" y="5723"/>
                </a:lnTo>
                <a:lnTo>
                  <a:pt x="1835" y="5869"/>
                </a:lnTo>
                <a:lnTo>
                  <a:pt x="1908" y="5943"/>
                </a:lnTo>
                <a:lnTo>
                  <a:pt x="2018" y="5943"/>
                </a:lnTo>
                <a:lnTo>
                  <a:pt x="2129" y="5869"/>
                </a:lnTo>
                <a:lnTo>
                  <a:pt x="2165" y="5759"/>
                </a:lnTo>
                <a:lnTo>
                  <a:pt x="2642" y="5796"/>
                </a:lnTo>
                <a:lnTo>
                  <a:pt x="3082" y="5796"/>
                </a:lnTo>
                <a:lnTo>
                  <a:pt x="3339" y="5833"/>
                </a:lnTo>
                <a:lnTo>
                  <a:pt x="3522" y="5869"/>
                </a:lnTo>
                <a:lnTo>
                  <a:pt x="3522" y="6016"/>
                </a:lnTo>
                <a:lnTo>
                  <a:pt x="3376" y="5979"/>
                </a:lnTo>
                <a:lnTo>
                  <a:pt x="3266" y="6016"/>
                </a:lnTo>
                <a:lnTo>
                  <a:pt x="3119" y="6089"/>
                </a:lnTo>
                <a:lnTo>
                  <a:pt x="3082" y="6163"/>
                </a:lnTo>
                <a:lnTo>
                  <a:pt x="3082" y="6236"/>
                </a:lnTo>
                <a:lnTo>
                  <a:pt x="2752" y="6236"/>
                </a:lnTo>
                <a:lnTo>
                  <a:pt x="1322" y="6163"/>
                </a:lnTo>
                <a:lnTo>
                  <a:pt x="808" y="6089"/>
                </a:lnTo>
                <a:lnTo>
                  <a:pt x="515" y="6053"/>
                </a:lnTo>
                <a:lnTo>
                  <a:pt x="258" y="6089"/>
                </a:lnTo>
                <a:lnTo>
                  <a:pt x="368" y="5943"/>
                </a:lnTo>
                <a:lnTo>
                  <a:pt x="515" y="5833"/>
                </a:lnTo>
                <a:lnTo>
                  <a:pt x="661" y="5723"/>
                </a:lnTo>
                <a:lnTo>
                  <a:pt x="808" y="5686"/>
                </a:lnTo>
                <a:close/>
                <a:moveTo>
                  <a:pt x="2239" y="6676"/>
                </a:moveTo>
                <a:lnTo>
                  <a:pt x="3009" y="6713"/>
                </a:lnTo>
                <a:lnTo>
                  <a:pt x="3156" y="6750"/>
                </a:lnTo>
                <a:lnTo>
                  <a:pt x="3156" y="7997"/>
                </a:lnTo>
                <a:lnTo>
                  <a:pt x="3119" y="9244"/>
                </a:lnTo>
                <a:lnTo>
                  <a:pt x="2422" y="9354"/>
                </a:lnTo>
                <a:lnTo>
                  <a:pt x="2422" y="8951"/>
                </a:lnTo>
                <a:lnTo>
                  <a:pt x="2312" y="7630"/>
                </a:lnTo>
                <a:lnTo>
                  <a:pt x="2275" y="6933"/>
                </a:lnTo>
                <a:lnTo>
                  <a:pt x="2239" y="6676"/>
                </a:lnTo>
                <a:close/>
                <a:moveTo>
                  <a:pt x="1065" y="6566"/>
                </a:moveTo>
                <a:lnTo>
                  <a:pt x="1872" y="6676"/>
                </a:lnTo>
                <a:lnTo>
                  <a:pt x="1835" y="6786"/>
                </a:lnTo>
                <a:lnTo>
                  <a:pt x="1835" y="6933"/>
                </a:lnTo>
                <a:lnTo>
                  <a:pt x="1872" y="7226"/>
                </a:lnTo>
                <a:lnTo>
                  <a:pt x="1945" y="8804"/>
                </a:lnTo>
                <a:lnTo>
                  <a:pt x="1982" y="9391"/>
                </a:lnTo>
                <a:lnTo>
                  <a:pt x="1542" y="9391"/>
                </a:lnTo>
                <a:lnTo>
                  <a:pt x="1101" y="9427"/>
                </a:lnTo>
                <a:lnTo>
                  <a:pt x="1028" y="8254"/>
                </a:lnTo>
                <a:lnTo>
                  <a:pt x="955" y="7410"/>
                </a:lnTo>
                <a:lnTo>
                  <a:pt x="918" y="6970"/>
                </a:lnTo>
                <a:lnTo>
                  <a:pt x="808" y="6566"/>
                </a:lnTo>
                <a:close/>
                <a:moveTo>
                  <a:pt x="3082" y="9721"/>
                </a:moveTo>
                <a:lnTo>
                  <a:pt x="3009" y="10454"/>
                </a:lnTo>
                <a:lnTo>
                  <a:pt x="2972" y="10454"/>
                </a:lnTo>
                <a:lnTo>
                  <a:pt x="2862" y="10418"/>
                </a:lnTo>
                <a:lnTo>
                  <a:pt x="2752" y="10418"/>
                </a:lnTo>
                <a:lnTo>
                  <a:pt x="2605" y="10454"/>
                </a:lnTo>
                <a:lnTo>
                  <a:pt x="2495" y="10528"/>
                </a:lnTo>
                <a:lnTo>
                  <a:pt x="2495" y="10418"/>
                </a:lnTo>
                <a:lnTo>
                  <a:pt x="2459" y="9831"/>
                </a:lnTo>
                <a:lnTo>
                  <a:pt x="2789" y="9794"/>
                </a:lnTo>
                <a:lnTo>
                  <a:pt x="3082" y="9721"/>
                </a:lnTo>
                <a:close/>
                <a:moveTo>
                  <a:pt x="1138" y="9758"/>
                </a:moveTo>
                <a:lnTo>
                  <a:pt x="1358" y="9831"/>
                </a:lnTo>
                <a:lnTo>
                  <a:pt x="1542" y="9831"/>
                </a:lnTo>
                <a:lnTo>
                  <a:pt x="1982" y="9868"/>
                </a:lnTo>
                <a:lnTo>
                  <a:pt x="2018" y="10088"/>
                </a:lnTo>
                <a:lnTo>
                  <a:pt x="1982" y="10124"/>
                </a:lnTo>
                <a:lnTo>
                  <a:pt x="1688" y="10088"/>
                </a:lnTo>
                <a:lnTo>
                  <a:pt x="1615" y="10124"/>
                </a:lnTo>
                <a:lnTo>
                  <a:pt x="1542" y="10161"/>
                </a:lnTo>
                <a:lnTo>
                  <a:pt x="1542" y="10234"/>
                </a:lnTo>
                <a:lnTo>
                  <a:pt x="1578" y="10308"/>
                </a:lnTo>
                <a:lnTo>
                  <a:pt x="1725" y="10454"/>
                </a:lnTo>
                <a:lnTo>
                  <a:pt x="1945" y="10491"/>
                </a:lnTo>
                <a:lnTo>
                  <a:pt x="2018" y="10491"/>
                </a:lnTo>
                <a:lnTo>
                  <a:pt x="2018" y="10748"/>
                </a:lnTo>
                <a:lnTo>
                  <a:pt x="1798" y="10785"/>
                </a:lnTo>
                <a:lnTo>
                  <a:pt x="1798" y="10748"/>
                </a:lnTo>
                <a:lnTo>
                  <a:pt x="1762" y="10748"/>
                </a:lnTo>
                <a:lnTo>
                  <a:pt x="1688" y="10785"/>
                </a:lnTo>
                <a:lnTo>
                  <a:pt x="1615" y="10821"/>
                </a:lnTo>
                <a:lnTo>
                  <a:pt x="1542" y="10895"/>
                </a:lnTo>
                <a:lnTo>
                  <a:pt x="1505" y="11005"/>
                </a:lnTo>
                <a:lnTo>
                  <a:pt x="1542" y="11078"/>
                </a:lnTo>
                <a:lnTo>
                  <a:pt x="1652" y="11151"/>
                </a:lnTo>
                <a:lnTo>
                  <a:pt x="2055" y="11151"/>
                </a:lnTo>
                <a:lnTo>
                  <a:pt x="2129" y="11408"/>
                </a:lnTo>
                <a:lnTo>
                  <a:pt x="2239" y="11592"/>
                </a:lnTo>
                <a:lnTo>
                  <a:pt x="2275" y="11628"/>
                </a:lnTo>
                <a:lnTo>
                  <a:pt x="2349" y="11628"/>
                </a:lnTo>
                <a:lnTo>
                  <a:pt x="2422" y="11592"/>
                </a:lnTo>
                <a:lnTo>
                  <a:pt x="2459" y="11555"/>
                </a:lnTo>
                <a:lnTo>
                  <a:pt x="2532" y="11371"/>
                </a:lnTo>
                <a:lnTo>
                  <a:pt x="2569" y="11188"/>
                </a:lnTo>
                <a:lnTo>
                  <a:pt x="2569" y="11005"/>
                </a:lnTo>
                <a:lnTo>
                  <a:pt x="2532" y="10785"/>
                </a:lnTo>
                <a:lnTo>
                  <a:pt x="2679" y="10821"/>
                </a:lnTo>
                <a:lnTo>
                  <a:pt x="3009" y="10821"/>
                </a:lnTo>
                <a:lnTo>
                  <a:pt x="2936" y="11408"/>
                </a:lnTo>
                <a:lnTo>
                  <a:pt x="2862" y="11812"/>
                </a:lnTo>
                <a:lnTo>
                  <a:pt x="2825" y="11995"/>
                </a:lnTo>
                <a:lnTo>
                  <a:pt x="2752" y="12178"/>
                </a:lnTo>
                <a:lnTo>
                  <a:pt x="2642" y="12362"/>
                </a:lnTo>
                <a:lnTo>
                  <a:pt x="2532" y="12472"/>
                </a:lnTo>
                <a:lnTo>
                  <a:pt x="2349" y="12582"/>
                </a:lnTo>
                <a:lnTo>
                  <a:pt x="2129" y="12619"/>
                </a:lnTo>
                <a:lnTo>
                  <a:pt x="1945" y="12619"/>
                </a:lnTo>
                <a:lnTo>
                  <a:pt x="1798" y="12582"/>
                </a:lnTo>
                <a:lnTo>
                  <a:pt x="1652" y="12472"/>
                </a:lnTo>
                <a:lnTo>
                  <a:pt x="1505" y="12362"/>
                </a:lnTo>
                <a:lnTo>
                  <a:pt x="1432" y="12215"/>
                </a:lnTo>
                <a:lnTo>
                  <a:pt x="1322" y="12068"/>
                </a:lnTo>
                <a:lnTo>
                  <a:pt x="1211" y="11738"/>
                </a:lnTo>
                <a:lnTo>
                  <a:pt x="1138" y="11335"/>
                </a:lnTo>
                <a:lnTo>
                  <a:pt x="1138" y="10858"/>
                </a:lnTo>
                <a:lnTo>
                  <a:pt x="1138" y="10014"/>
                </a:lnTo>
                <a:lnTo>
                  <a:pt x="1138" y="9758"/>
                </a:lnTo>
                <a:close/>
                <a:moveTo>
                  <a:pt x="625" y="0"/>
                </a:moveTo>
                <a:lnTo>
                  <a:pt x="478" y="37"/>
                </a:lnTo>
                <a:lnTo>
                  <a:pt x="331" y="110"/>
                </a:lnTo>
                <a:lnTo>
                  <a:pt x="294" y="184"/>
                </a:lnTo>
                <a:lnTo>
                  <a:pt x="294" y="220"/>
                </a:lnTo>
                <a:lnTo>
                  <a:pt x="294" y="294"/>
                </a:lnTo>
                <a:lnTo>
                  <a:pt x="331" y="330"/>
                </a:lnTo>
                <a:lnTo>
                  <a:pt x="294" y="587"/>
                </a:lnTo>
                <a:lnTo>
                  <a:pt x="294" y="844"/>
                </a:lnTo>
                <a:lnTo>
                  <a:pt x="331" y="1101"/>
                </a:lnTo>
                <a:lnTo>
                  <a:pt x="368" y="1321"/>
                </a:lnTo>
                <a:lnTo>
                  <a:pt x="551" y="1834"/>
                </a:lnTo>
                <a:lnTo>
                  <a:pt x="735" y="2274"/>
                </a:lnTo>
                <a:lnTo>
                  <a:pt x="918" y="2641"/>
                </a:lnTo>
                <a:lnTo>
                  <a:pt x="1175" y="3008"/>
                </a:lnTo>
                <a:lnTo>
                  <a:pt x="1322" y="3155"/>
                </a:lnTo>
                <a:lnTo>
                  <a:pt x="1505" y="3265"/>
                </a:lnTo>
                <a:lnTo>
                  <a:pt x="1652" y="3375"/>
                </a:lnTo>
                <a:lnTo>
                  <a:pt x="1872" y="3375"/>
                </a:lnTo>
                <a:lnTo>
                  <a:pt x="1798" y="3815"/>
                </a:lnTo>
                <a:lnTo>
                  <a:pt x="1725" y="4365"/>
                </a:lnTo>
                <a:lnTo>
                  <a:pt x="1725" y="4659"/>
                </a:lnTo>
                <a:lnTo>
                  <a:pt x="1762" y="4806"/>
                </a:lnTo>
                <a:lnTo>
                  <a:pt x="1798" y="4916"/>
                </a:lnTo>
                <a:lnTo>
                  <a:pt x="1762" y="5319"/>
                </a:lnTo>
                <a:lnTo>
                  <a:pt x="1615" y="5319"/>
                </a:lnTo>
                <a:lnTo>
                  <a:pt x="1138" y="5282"/>
                </a:lnTo>
                <a:lnTo>
                  <a:pt x="918" y="5246"/>
                </a:lnTo>
                <a:lnTo>
                  <a:pt x="698" y="5282"/>
                </a:lnTo>
                <a:lnTo>
                  <a:pt x="404" y="5392"/>
                </a:lnTo>
                <a:lnTo>
                  <a:pt x="294" y="5466"/>
                </a:lnTo>
                <a:lnTo>
                  <a:pt x="184" y="5576"/>
                </a:lnTo>
                <a:lnTo>
                  <a:pt x="111" y="5686"/>
                </a:lnTo>
                <a:lnTo>
                  <a:pt x="74" y="5796"/>
                </a:lnTo>
                <a:lnTo>
                  <a:pt x="38" y="5943"/>
                </a:lnTo>
                <a:lnTo>
                  <a:pt x="1" y="6089"/>
                </a:lnTo>
                <a:lnTo>
                  <a:pt x="38" y="6163"/>
                </a:lnTo>
                <a:lnTo>
                  <a:pt x="111" y="6199"/>
                </a:lnTo>
                <a:lnTo>
                  <a:pt x="38" y="6273"/>
                </a:lnTo>
                <a:lnTo>
                  <a:pt x="38" y="6346"/>
                </a:lnTo>
                <a:lnTo>
                  <a:pt x="38" y="6456"/>
                </a:lnTo>
                <a:lnTo>
                  <a:pt x="111" y="6530"/>
                </a:lnTo>
                <a:lnTo>
                  <a:pt x="184" y="6566"/>
                </a:lnTo>
                <a:lnTo>
                  <a:pt x="294" y="6566"/>
                </a:lnTo>
                <a:lnTo>
                  <a:pt x="368" y="6493"/>
                </a:lnTo>
                <a:lnTo>
                  <a:pt x="441" y="6493"/>
                </a:lnTo>
                <a:lnTo>
                  <a:pt x="441" y="6530"/>
                </a:lnTo>
                <a:lnTo>
                  <a:pt x="441" y="6786"/>
                </a:lnTo>
                <a:lnTo>
                  <a:pt x="441" y="7080"/>
                </a:lnTo>
                <a:lnTo>
                  <a:pt x="515" y="7593"/>
                </a:lnTo>
                <a:lnTo>
                  <a:pt x="588" y="8657"/>
                </a:lnTo>
                <a:lnTo>
                  <a:pt x="625" y="9721"/>
                </a:lnTo>
                <a:lnTo>
                  <a:pt x="625" y="10785"/>
                </a:lnTo>
                <a:lnTo>
                  <a:pt x="661" y="11225"/>
                </a:lnTo>
                <a:lnTo>
                  <a:pt x="698" y="11665"/>
                </a:lnTo>
                <a:lnTo>
                  <a:pt x="808" y="12105"/>
                </a:lnTo>
                <a:lnTo>
                  <a:pt x="881" y="12289"/>
                </a:lnTo>
                <a:lnTo>
                  <a:pt x="991" y="12509"/>
                </a:lnTo>
                <a:lnTo>
                  <a:pt x="1065" y="12655"/>
                </a:lnTo>
                <a:lnTo>
                  <a:pt x="1175" y="12765"/>
                </a:lnTo>
                <a:lnTo>
                  <a:pt x="1322" y="12912"/>
                </a:lnTo>
                <a:lnTo>
                  <a:pt x="1468" y="12985"/>
                </a:lnTo>
                <a:lnTo>
                  <a:pt x="1615" y="13059"/>
                </a:lnTo>
                <a:lnTo>
                  <a:pt x="1798" y="13096"/>
                </a:lnTo>
                <a:lnTo>
                  <a:pt x="1945" y="13132"/>
                </a:lnTo>
                <a:lnTo>
                  <a:pt x="2129" y="13169"/>
                </a:lnTo>
                <a:lnTo>
                  <a:pt x="2349" y="13132"/>
                </a:lnTo>
                <a:lnTo>
                  <a:pt x="2569" y="13096"/>
                </a:lnTo>
                <a:lnTo>
                  <a:pt x="2752" y="12985"/>
                </a:lnTo>
                <a:lnTo>
                  <a:pt x="2899" y="12875"/>
                </a:lnTo>
                <a:lnTo>
                  <a:pt x="3009" y="12765"/>
                </a:lnTo>
                <a:lnTo>
                  <a:pt x="3119" y="12582"/>
                </a:lnTo>
                <a:lnTo>
                  <a:pt x="3302" y="12215"/>
                </a:lnTo>
                <a:lnTo>
                  <a:pt x="3412" y="11812"/>
                </a:lnTo>
                <a:lnTo>
                  <a:pt x="3449" y="11408"/>
                </a:lnTo>
                <a:lnTo>
                  <a:pt x="3522" y="10601"/>
                </a:lnTo>
                <a:lnTo>
                  <a:pt x="3632" y="9647"/>
                </a:lnTo>
                <a:lnTo>
                  <a:pt x="3669" y="8657"/>
                </a:lnTo>
                <a:lnTo>
                  <a:pt x="3669" y="7667"/>
                </a:lnTo>
                <a:lnTo>
                  <a:pt x="3669" y="6676"/>
                </a:lnTo>
                <a:lnTo>
                  <a:pt x="3743" y="6603"/>
                </a:lnTo>
                <a:lnTo>
                  <a:pt x="3779" y="6530"/>
                </a:lnTo>
                <a:lnTo>
                  <a:pt x="3779" y="6456"/>
                </a:lnTo>
                <a:lnTo>
                  <a:pt x="3889" y="6273"/>
                </a:lnTo>
                <a:lnTo>
                  <a:pt x="3963" y="6053"/>
                </a:lnTo>
                <a:lnTo>
                  <a:pt x="3999" y="5833"/>
                </a:lnTo>
                <a:lnTo>
                  <a:pt x="3963" y="5723"/>
                </a:lnTo>
                <a:lnTo>
                  <a:pt x="3926" y="5612"/>
                </a:lnTo>
                <a:lnTo>
                  <a:pt x="3816" y="5502"/>
                </a:lnTo>
                <a:lnTo>
                  <a:pt x="3669" y="5429"/>
                </a:lnTo>
                <a:lnTo>
                  <a:pt x="3486" y="5392"/>
                </a:lnTo>
                <a:lnTo>
                  <a:pt x="3266" y="5356"/>
                </a:lnTo>
                <a:lnTo>
                  <a:pt x="2532" y="5356"/>
                </a:lnTo>
                <a:lnTo>
                  <a:pt x="2165" y="5319"/>
                </a:lnTo>
                <a:lnTo>
                  <a:pt x="2092" y="4806"/>
                </a:lnTo>
                <a:lnTo>
                  <a:pt x="2165" y="4585"/>
                </a:lnTo>
                <a:lnTo>
                  <a:pt x="2165" y="4365"/>
                </a:lnTo>
                <a:lnTo>
                  <a:pt x="2202" y="3962"/>
                </a:lnTo>
                <a:lnTo>
                  <a:pt x="2459" y="4145"/>
                </a:lnTo>
                <a:lnTo>
                  <a:pt x="2715" y="4292"/>
                </a:lnTo>
                <a:lnTo>
                  <a:pt x="2972" y="4402"/>
                </a:lnTo>
                <a:lnTo>
                  <a:pt x="3266" y="4475"/>
                </a:lnTo>
                <a:lnTo>
                  <a:pt x="3522" y="4549"/>
                </a:lnTo>
                <a:lnTo>
                  <a:pt x="3816" y="4585"/>
                </a:lnTo>
                <a:lnTo>
                  <a:pt x="4403" y="4585"/>
                </a:lnTo>
                <a:lnTo>
                  <a:pt x="4660" y="4549"/>
                </a:lnTo>
                <a:lnTo>
                  <a:pt x="4953" y="4475"/>
                </a:lnTo>
                <a:lnTo>
                  <a:pt x="5210" y="4402"/>
                </a:lnTo>
                <a:lnTo>
                  <a:pt x="5503" y="4292"/>
                </a:lnTo>
                <a:lnTo>
                  <a:pt x="5760" y="4182"/>
                </a:lnTo>
                <a:lnTo>
                  <a:pt x="5833" y="4109"/>
                </a:lnTo>
                <a:lnTo>
                  <a:pt x="5833" y="3999"/>
                </a:lnTo>
                <a:lnTo>
                  <a:pt x="5833" y="3888"/>
                </a:lnTo>
                <a:lnTo>
                  <a:pt x="5797" y="3778"/>
                </a:lnTo>
                <a:lnTo>
                  <a:pt x="5797" y="3778"/>
                </a:lnTo>
                <a:lnTo>
                  <a:pt x="5833" y="3815"/>
                </a:lnTo>
                <a:lnTo>
                  <a:pt x="5980" y="3962"/>
                </a:lnTo>
                <a:lnTo>
                  <a:pt x="6053" y="3999"/>
                </a:lnTo>
                <a:lnTo>
                  <a:pt x="6200" y="4035"/>
                </a:lnTo>
                <a:lnTo>
                  <a:pt x="6237" y="4035"/>
                </a:lnTo>
                <a:lnTo>
                  <a:pt x="6274" y="3999"/>
                </a:lnTo>
                <a:lnTo>
                  <a:pt x="6347" y="3888"/>
                </a:lnTo>
                <a:lnTo>
                  <a:pt x="6310" y="3742"/>
                </a:lnTo>
                <a:lnTo>
                  <a:pt x="6274" y="3632"/>
                </a:lnTo>
                <a:lnTo>
                  <a:pt x="6200" y="3522"/>
                </a:lnTo>
                <a:lnTo>
                  <a:pt x="6090" y="3375"/>
                </a:lnTo>
                <a:lnTo>
                  <a:pt x="5833" y="3192"/>
                </a:lnTo>
                <a:lnTo>
                  <a:pt x="5613" y="3045"/>
                </a:lnTo>
                <a:lnTo>
                  <a:pt x="5283" y="2861"/>
                </a:lnTo>
                <a:lnTo>
                  <a:pt x="4953" y="2715"/>
                </a:lnTo>
                <a:lnTo>
                  <a:pt x="4256" y="2495"/>
                </a:lnTo>
                <a:lnTo>
                  <a:pt x="3926" y="2421"/>
                </a:lnTo>
                <a:lnTo>
                  <a:pt x="3596" y="2385"/>
                </a:lnTo>
                <a:lnTo>
                  <a:pt x="3302" y="2458"/>
                </a:lnTo>
                <a:lnTo>
                  <a:pt x="2972" y="2605"/>
                </a:lnTo>
                <a:lnTo>
                  <a:pt x="2679" y="2788"/>
                </a:lnTo>
                <a:lnTo>
                  <a:pt x="2349" y="3081"/>
                </a:lnTo>
                <a:lnTo>
                  <a:pt x="2349" y="3045"/>
                </a:lnTo>
                <a:lnTo>
                  <a:pt x="2385" y="2788"/>
                </a:lnTo>
                <a:lnTo>
                  <a:pt x="2459" y="2568"/>
                </a:lnTo>
                <a:lnTo>
                  <a:pt x="2495" y="2458"/>
                </a:lnTo>
                <a:lnTo>
                  <a:pt x="2495" y="2311"/>
                </a:lnTo>
                <a:lnTo>
                  <a:pt x="2495" y="2201"/>
                </a:lnTo>
                <a:lnTo>
                  <a:pt x="2422" y="2128"/>
                </a:lnTo>
                <a:lnTo>
                  <a:pt x="2385" y="1871"/>
                </a:lnTo>
                <a:lnTo>
                  <a:pt x="2312" y="1614"/>
                </a:lnTo>
                <a:lnTo>
                  <a:pt x="2129" y="1137"/>
                </a:lnTo>
                <a:lnTo>
                  <a:pt x="2018" y="917"/>
                </a:lnTo>
                <a:lnTo>
                  <a:pt x="1835" y="661"/>
                </a:lnTo>
                <a:lnTo>
                  <a:pt x="1652" y="440"/>
                </a:lnTo>
                <a:lnTo>
                  <a:pt x="1395" y="220"/>
                </a:lnTo>
                <a:lnTo>
                  <a:pt x="1138" y="74"/>
                </a:lnTo>
                <a:lnTo>
                  <a:pt x="881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2" name="Google Shape;512;p10"/>
          <p:cNvSpPr/>
          <p:nvPr/>
        </p:nvSpPr>
        <p:spPr>
          <a:xfrm rot="1920548">
            <a:off x="10967401" y="833700"/>
            <a:ext cx="668696" cy="567409"/>
          </a:xfrm>
          <a:custGeom>
            <a:avLst/>
            <a:gdLst/>
            <a:ahLst/>
            <a:cxnLst/>
            <a:rect l="l" t="t" r="r" b="b"/>
            <a:pathLst>
              <a:path w="17681" h="15004" extrusionOk="0">
                <a:moveTo>
                  <a:pt x="6823" y="1981"/>
                </a:moveTo>
                <a:lnTo>
                  <a:pt x="6676" y="2018"/>
                </a:lnTo>
                <a:lnTo>
                  <a:pt x="6566" y="2055"/>
                </a:lnTo>
                <a:lnTo>
                  <a:pt x="6493" y="2201"/>
                </a:lnTo>
                <a:lnTo>
                  <a:pt x="6420" y="2385"/>
                </a:lnTo>
                <a:lnTo>
                  <a:pt x="6383" y="2531"/>
                </a:lnTo>
                <a:lnTo>
                  <a:pt x="6383" y="2641"/>
                </a:lnTo>
                <a:lnTo>
                  <a:pt x="6420" y="2752"/>
                </a:lnTo>
                <a:lnTo>
                  <a:pt x="6493" y="2825"/>
                </a:lnTo>
                <a:lnTo>
                  <a:pt x="6566" y="2862"/>
                </a:lnTo>
                <a:lnTo>
                  <a:pt x="6713" y="2862"/>
                </a:lnTo>
                <a:lnTo>
                  <a:pt x="6860" y="2825"/>
                </a:lnTo>
                <a:lnTo>
                  <a:pt x="6933" y="2752"/>
                </a:lnTo>
                <a:lnTo>
                  <a:pt x="7006" y="2641"/>
                </a:lnTo>
                <a:lnTo>
                  <a:pt x="7080" y="2531"/>
                </a:lnTo>
                <a:lnTo>
                  <a:pt x="7080" y="2421"/>
                </a:lnTo>
                <a:lnTo>
                  <a:pt x="7080" y="2275"/>
                </a:lnTo>
                <a:lnTo>
                  <a:pt x="7006" y="2165"/>
                </a:lnTo>
                <a:lnTo>
                  <a:pt x="6933" y="2055"/>
                </a:lnTo>
                <a:lnTo>
                  <a:pt x="6823" y="1981"/>
                </a:lnTo>
                <a:close/>
                <a:moveTo>
                  <a:pt x="5282" y="2641"/>
                </a:moveTo>
                <a:lnTo>
                  <a:pt x="5209" y="2678"/>
                </a:lnTo>
                <a:lnTo>
                  <a:pt x="5136" y="2715"/>
                </a:lnTo>
                <a:lnTo>
                  <a:pt x="5062" y="2788"/>
                </a:lnTo>
                <a:lnTo>
                  <a:pt x="5062" y="2898"/>
                </a:lnTo>
                <a:lnTo>
                  <a:pt x="5062" y="2935"/>
                </a:lnTo>
                <a:lnTo>
                  <a:pt x="4989" y="2972"/>
                </a:lnTo>
                <a:lnTo>
                  <a:pt x="4952" y="3045"/>
                </a:lnTo>
                <a:lnTo>
                  <a:pt x="4952" y="3118"/>
                </a:lnTo>
                <a:lnTo>
                  <a:pt x="4952" y="3228"/>
                </a:lnTo>
                <a:lnTo>
                  <a:pt x="5026" y="3338"/>
                </a:lnTo>
                <a:lnTo>
                  <a:pt x="5099" y="3412"/>
                </a:lnTo>
                <a:lnTo>
                  <a:pt x="5319" y="3412"/>
                </a:lnTo>
                <a:lnTo>
                  <a:pt x="5429" y="3338"/>
                </a:lnTo>
                <a:lnTo>
                  <a:pt x="5502" y="3265"/>
                </a:lnTo>
                <a:lnTo>
                  <a:pt x="5576" y="3155"/>
                </a:lnTo>
                <a:lnTo>
                  <a:pt x="5613" y="3008"/>
                </a:lnTo>
                <a:lnTo>
                  <a:pt x="5576" y="2862"/>
                </a:lnTo>
                <a:lnTo>
                  <a:pt x="5502" y="2752"/>
                </a:lnTo>
                <a:lnTo>
                  <a:pt x="5392" y="2678"/>
                </a:lnTo>
                <a:lnTo>
                  <a:pt x="5282" y="2641"/>
                </a:lnTo>
                <a:close/>
                <a:moveTo>
                  <a:pt x="6786" y="3559"/>
                </a:moveTo>
                <a:lnTo>
                  <a:pt x="6640" y="3595"/>
                </a:lnTo>
                <a:lnTo>
                  <a:pt x="6493" y="3705"/>
                </a:lnTo>
                <a:lnTo>
                  <a:pt x="6383" y="3815"/>
                </a:lnTo>
                <a:lnTo>
                  <a:pt x="6309" y="3962"/>
                </a:lnTo>
                <a:lnTo>
                  <a:pt x="6273" y="4109"/>
                </a:lnTo>
                <a:lnTo>
                  <a:pt x="6273" y="4255"/>
                </a:lnTo>
                <a:lnTo>
                  <a:pt x="6273" y="4366"/>
                </a:lnTo>
                <a:lnTo>
                  <a:pt x="6383" y="4439"/>
                </a:lnTo>
                <a:lnTo>
                  <a:pt x="6493" y="4476"/>
                </a:lnTo>
                <a:lnTo>
                  <a:pt x="6603" y="4439"/>
                </a:lnTo>
                <a:lnTo>
                  <a:pt x="6750" y="4329"/>
                </a:lnTo>
                <a:lnTo>
                  <a:pt x="6860" y="4329"/>
                </a:lnTo>
                <a:lnTo>
                  <a:pt x="6970" y="4292"/>
                </a:lnTo>
                <a:lnTo>
                  <a:pt x="7080" y="4182"/>
                </a:lnTo>
                <a:lnTo>
                  <a:pt x="7153" y="4035"/>
                </a:lnTo>
                <a:lnTo>
                  <a:pt x="7153" y="3852"/>
                </a:lnTo>
                <a:lnTo>
                  <a:pt x="7080" y="3705"/>
                </a:lnTo>
                <a:lnTo>
                  <a:pt x="7043" y="3632"/>
                </a:lnTo>
                <a:lnTo>
                  <a:pt x="6970" y="3595"/>
                </a:lnTo>
                <a:lnTo>
                  <a:pt x="6786" y="3559"/>
                </a:lnTo>
                <a:close/>
                <a:moveTo>
                  <a:pt x="4806" y="5979"/>
                </a:moveTo>
                <a:lnTo>
                  <a:pt x="4622" y="6090"/>
                </a:lnTo>
                <a:lnTo>
                  <a:pt x="4439" y="6200"/>
                </a:lnTo>
                <a:lnTo>
                  <a:pt x="4402" y="6236"/>
                </a:lnTo>
                <a:lnTo>
                  <a:pt x="4329" y="6310"/>
                </a:lnTo>
                <a:lnTo>
                  <a:pt x="4255" y="6383"/>
                </a:lnTo>
                <a:lnTo>
                  <a:pt x="4219" y="6493"/>
                </a:lnTo>
                <a:lnTo>
                  <a:pt x="4219" y="6566"/>
                </a:lnTo>
                <a:lnTo>
                  <a:pt x="4255" y="6713"/>
                </a:lnTo>
                <a:lnTo>
                  <a:pt x="4329" y="6860"/>
                </a:lnTo>
                <a:lnTo>
                  <a:pt x="4365" y="6897"/>
                </a:lnTo>
                <a:lnTo>
                  <a:pt x="4475" y="6970"/>
                </a:lnTo>
                <a:lnTo>
                  <a:pt x="4585" y="7007"/>
                </a:lnTo>
                <a:lnTo>
                  <a:pt x="4696" y="7043"/>
                </a:lnTo>
                <a:lnTo>
                  <a:pt x="4842" y="7007"/>
                </a:lnTo>
                <a:lnTo>
                  <a:pt x="4952" y="6970"/>
                </a:lnTo>
                <a:lnTo>
                  <a:pt x="5026" y="6897"/>
                </a:lnTo>
                <a:lnTo>
                  <a:pt x="5209" y="6750"/>
                </a:lnTo>
                <a:lnTo>
                  <a:pt x="5282" y="6640"/>
                </a:lnTo>
                <a:lnTo>
                  <a:pt x="5319" y="6493"/>
                </a:lnTo>
                <a:lnTo>
                  <a:pt x="5356" y="6346"/>
                </a:lnTo>
                <a:lnTo>
                  <a:pt x="5356" y="6236"/>
                </a:lnTo>
                <a:lnTo>
                  <a:pt x="5282" y="6126"/>
                </a:lnTo>
                <a:lnTo>
                  <a:pt x="5209" y="6053"/>
                </a:lnTo>
                <a:lnTo>
                  <a:pt x="5136" y="5979"/>
                </a:lnTo>
                <a:close/>
                <a:moveTo>
                  <a:pt x="4219" y="4916"/>
                </a:moveTo>
                <a:lnTo>
                  <a:pt x="4219" y="5062"/>
                </a:lnTo>
                <a:lnTo>
                  <a:pt x="4255" y="5136"/>
                </a:lnTo>
                <a:lnTo>
                  <a:pt x="4292" y="5173"/>
                </a:lnTo>
                <a:lnTo>
                  <a:pt x="4439" y="5209"/>
                </a:lnTo>
                <a:lnTo>
                  <a:pt x="4549" y="5173"/>
                </a:lnTo>
                <a:lnTo>
                  <a:pt x="4585" y="5136"/>
                </a:lnTo>
                <a:lnTo>
                  <a:pt x="4622" y="5062"/>
                </a:lnTo>
                <a:lnTo>
                  <a:pt x="4659" y="5026"/>
                </a:lnTo>
                <a:lnTo>
                  <a:pt x="4989" y="5136"/>
                </a:lnTo>
                <a:lnTo>
                  <a:pt x="5319" y="5209"/>
                </a:lnTo>
                <a:lnTo>
                  <a:pt x="5392" y="5319"/>
                </a:lnTo>
                <a:lnTo>
                  <a:pt x="5466" y="5429"/>
                </a:lnTo>
                <a:lnTo>
                  <a:pt x="5686" y="5613"/>
                </a:lnTo>
                <a:lnTo>
                  <a:pt x="5869" y="5833"/>
                </a:lnTo>
                <a:lnTo>
                  <a:pt x="5979" y="6053"/>
                </a:lnTo>
                <a:lnTo>
                  <a:pt x="6016" y="6273"/>
                </a:lnTo>
                <a:lnTo>
                  <a:pt x="5979" y="6530"/>
                </a:lnTo>
                <a:lnTo>
                  <a:pt x="5943" y="6676"/>
                </a:lnTo>
                <a:lnTo>
                  <a:pt x="5869" y="6823"/>
                </a:lnTo>
                <a:lnTo>
                  <a:pt x="5686" y="7080"/>
                </a:lnTo>
                <a:lnTo>
                  <a:pt x="5466" y="7227"/>
                </a:lnTo>
                <a:lnTo>
                  <a:pt x="5209" y="7373"/>
                </a:lnTo>
                <a:lnTo>
                  <a:pt x="4916" y="7447"/>
                </a:lnTo>
                <a:lnTo>
                  <a:pt x="4622" y="7483"/>
                </a:lnTo>
                <a:lnTo>
                  <a:pt x="4329" y="7520"/>
                </a:lnTo>
                <a:lnTo>
                  <a:pt x="4035" y="7483"/>
                </a:lnTo>
                <a:lnTo>
                  <a:pt x="3778" y="7447"/>
                </a:lnTo>
                <a:lnTo>
                  <a:pt x="3485" y="7337"/>
                </a:lnTo>
                <a:lnTo>
                  <a:pt x="3338" y="7227"/>
                </a:lnTo>
                <a:lnTo>
                  <a:pt x="3228" y="7080"/>
                </a:lnTo>
                <a:lnTo>
                  <a:pt x="3155" y="6897"/>
                </a:lnTo>
                <a:lnTo>
                  <a:pt x="3118" y="6713"/>
                </a:lnTo>
                <a:lnTo>
                  <a:pt x="3082" y="6383"/>
                </a:lnTo>
                <a:lnTo>
                  <a:pt x="3155" y="6090"/>
                </a:lnTo>
                <a:lnTo>
                  <a:pt x="3228" y="5796"/>
                </a:lnTo>
                <a:lnTo>
                  <a:pt x="3375" y="5539"/>
                </a:lnTo>
                <a:lnTo>
                  <a:pt x="3558" y="5319"/>
                </a:lnTo>
                <a:lnTo>
                  <a:pt x="3742" y="5173"/>
                </a:lnTo>
                <a:lnTo>
                  <a:pt x="3962" y="5026"/>
                </a:lnTo>
                <a:lnTo>
                  <a:pt x="4219" y="4916"/>
                </a:lnTo>
                <a:close/>
                <a:moveTo>
                  <a:pt x="11628" y="7190"/>
                </a:moveTo>
                <a:lnTo>
                  <a:pt x="11958" y="7263"/>
                </a:lnTo>
                <a:lnTo>
                  <a:pt x="12252" y="7263"/>
                </a:lnTo>
                <a:lnTo>
                  <a:pt x="12362" y="7227"/>
                </a:lnTo>
                <a:lnTo>
                  <a:pt x="12435" y="7447"/>
                </a:lnTo>
                <a:lnTo>
                  <a:pt x="12509" y="7704"/>
                </a:lnTo>
                <a:lnTo>
                  <a:pt x="12509" y="7814"/>
                </a:lnTo>
                <a:lnTo>
                  <a:pt x="12472" y="7814"/>
                </a:lnTo>
                <a:lnTo>
                  <a:pt x="12399" y="7850"/>
                </a:lnTo>
                <a:lnTo>
                  <a:pt x="12399" y="7887"/>
                </a:lnTo>
                <a:lnTo>
                  <a:pt x="12252" y="7814"/>
                </a:lnTo>
                <a:lnTo>
                  <a:pt x="11738" y="7557"/>
                </a:lnTo>
                <a:lnTo>
                  <a:pt x="11702" y="7483"/>
                </a:lnTo>
                <a:lnTo>
                  <a:pt x="11628" y="7373"/>
                </a:lnTo>
                <a:lnTo>
                  <a:pt x="11628" y="7190"/>
                </a:lnTo>
                <a:close/>
                <a:moveTo>
                  <a:pt x="4329" y="4402"/>
                </a:moveTo>
                <a:lnTo>
                  <a:pt x="4255" y="4476"/>
                </a:lnTo>
                <a:lnTo>
                  <a:pt x="4035" y="4512"/>
                </a:lnTo>
                <a:lnTo>
                  <a:pt x="3815" y="4622"/>
                </a:lnTo>
                <a:lnTo>
                  <a:pt x="3632" y="4732"/>
                </a:lnTo>
                <a:lnTo>
                  <a:pt x="3448" y="4842"/>
                </a:lnTo>
                <a:lnTo>
                  <a:pt x="3265" y="4989"/>
                </a:lnTo>
                <a:lnTo>
                  <a:pt x="3082" y="5173"/>
                </a:lnTo>
                <a:lnTo>
                  <a:pt x="2971" y="5356"/>
                </a:lnTo>
                <a:lnTo>
                  <a:pt x="2825" y="5576"/>
                </a:lnTo>
                <a:lnTo>
                  <a:pt x="2715" y="5906"/>
                </a:lnTo>
                <a:lnTo>
                  <a:pt x="2641" y="6236"/>
                </a:lnTo>
                <a:lnTo>
                  <a:pt x="2641" y="6603"/>
                </a:lnTo>
                <a:lnTo>
                  <a:pt x="2678" y="6933"/>
                </a:lnTo>
                <a:lnTo>
                  <a:pt x="2825" y="7263"/>
                </a:lnTo>
                <a:lnTo>
                  <a:pt x="3008" y="7520"/>
                </a:lnTo>
                <a:lnTo>
                  <a:pt x="3118" y="7667"/>
                </a:lnTo>
                <a:lnTo>
                  <a:pt x="3265" y="7740"/>
                </a:lnTo>
                <a:lnTo>
                  <a:pt x="3412" y="7850"/>
                </a:lnTo>
                <a:lnTo>
                  <a:pt x="3595" y="7887"/>
                </a:lnTo>
                <a:lnTo>
                  <a:pt x="3962" y="7997"/>
                </a:lnTo>
                <a:lnTo>
                  <a:pt x="4292" y="8034"/>
                </a:lnTo>
                <a:lnTo>
                  <a:pt x="4659" y="7997"/>
                </a:lnTo>
                <a:lnTo>
                  <a:pt x="5026" y="7960"/>
                </a:lnTo>
                <a:lnTo>
                  <a:pt x="5356" y="7850"/>
                </a:lnTo>
                <a:lnTo>
                  <a:pt x="5686" y="7704"/>
                </a:lnTo>
                <a:lnTo>
                  <a:pt x="5979" y="7483"/>
                </a:lnTo>
                <a:lnTo>
                  <a:pt x="6236" y="7227"/>
                </a:lnTo>
                <a:lnTo>
                  <a:pt x="6383" y="6933"/>
                </a:lnTo>
                <a:lnTo>
                  <a:pt x="6456" y="6640"/>
                </a:lnTo>
                <a:lnTo>
                  <a:pt x="6530" y="6346"/>
                </a:lnTo>
                <a:lnTo>
                  <a:pt x="6493" y="6016"/>
                </a:lnTo>
                <a:lnTo>
                  <a:pt x="6420" y="5759"/>
                </a:lnTo>
                <a:lnTo>
                  <a:pt x="6273" y="5503"/>
                </a:lnTo>
                <a:lnTo>
                  <a:pt x="6163" y="5393"/>
                </a:lnTo>
                <a:lnTo>
                  <a:pt x="5979" y="5246"/>
                </a:lnTo>
                <a:lnTo>
                  <a:pt x="5833" y="5099"/>
                </a:lnTo>
                <a:lnTo>
                  <a:pt x="5796" y="5026"/>
                </a:lnTo>
                <a:lnTo>
                  <a:pt x="5796" y="4952"/>
                </a:lnTo>
                <a:lnTo>
                  <a:pt x="5759" y="4879"/>
                </a:lnTo>
                <a:lnTo>
                  <a:pt x="5723" y="4806"/>
                </a:lnTo>
                <a:lnTo>
                  <a:pt x="5649" y="4732"/>
                </a:lnTo>
                <a:lnTo>
                  <a:pt x="5539" y="4696"/>
                </a:lnTo>
                <a:lnTo>
                  <a:pt x="5209" y="4659"/>
                </a:lnTo>
                <a:lnTo>
                  <a:pt x="5136" y="4586"/>
                </a:lnTo>
                <a:lnTo>
                  <a:pt x="5136" y="4512"/>
                </a:lnTo>
                <a:lnTo>
                  <a:pt x="5062" y="4439"/>
                </a:lnTo>
                <a:lnTo>
                  <a:pt x="4585" y="4439"/>
                </a:lnTo>
                <a:lnTo>
                  <a:pt x="4475" y="4402"/>
                </a:lnTo>
                <a:close/>
                <a:moveTo>
                  <a:pt x="1761" y="7447"/>
                </a:moveTo>
                <a:lnTo>
                  <a:pt x="1908" y="7483"/>
                </a:lnTo>
                <a:lnTo>
                  <a:pt x="2054" y="7520"/>
                </a:lnTo>
                <a:lnTo>
                  <a:pt x="2164" y="7630"/>
                </a:lnTo>
                <a:lnTo>
                  <a:pt x="2275" y="7740"/>
                </a:lnTo>
                <a:lnTo>
                  <a:pt x="2348" y="7887"/>
                </a:lnTo>
                <a:lnTo>
                  <a:pt x="2348" y="8070"/>
                </a:lnTo>
                <a:lnTo>
                  <a:pt x="2348" y="8107"/>
                </a:lnTo>
                <a:lnTo>
                  <a:pt x="2311" y="8144"/>
                </a:lnTo>
                <a:lnTo>
                  <a:pt x="2238" y="8144"/>
                </a:lnTo>
                <a:lnTo>
                  <a:pt x="2128" y="8070"/>
                </a:lnTo>
                <a:lnTo>
                  <a:pt x="2018" y="7960"/>
                </a:lnTo>
                <a:lnTo>
                  <a:pt x="1908" y="7814"/>
                </a:lnTo>
                <a:lnTo>
                  <a:pt x="1724" y="7520"/>
                </a:lnTo>
                <a:lnTo>
                  <a:pt x="1651" y="7447"/>
                </a:lnTo>
                <a:close/>
                <a:moveTo>
                  <a:pt x="14233" y="7630"/>
                </a:moveTo>
                <a:lnTo>
                  <a:pt x="14159" y="7667"/>
                </a:lnTo>
                <a:lnTo>
                  <a:pt x="14123" y="7740"/>
                </a:lnTo>
                <a:lnTo>
                  <a:pt x="14013" y="7960"/>
                </a:lnTo>
                <a:lnTo>
                  <a:pt x="14013" y="8070"/>
                </a:lnTo>
                <a:lnTo>
                  <a:pt x="14049" y="8180"/>
                </a:lnTo>
                <a:lnTo>
                  <a:pt x="14086" y="8254"/>
                </a:lnTo>
                <a:lnTo>
                  <a:pt x="14159" y="8290"/>
                </a:lnTo>
                <a:lnTo>
                  <a:pt x="14306" y="8290"/>
                </a:lnTo>
                <a:lnTo>
                  <a:pt x="14416" y="8254"/>
                </a:lnTo>
                <a:lnTo>
                  <a:pt x="14453" y="8180"/>
                </a:lnTo>
                <a:lnTo>
                  <a:pt x="14490" y="8107"/>
                </a:lnTo>
                <a:lnTo>
                  <a:pt x="14490" y="7997"/>
                </a:lnTo>
                <a:lnTo>
                  <a:pt x="14490" y="7924"/>
                </a:lnTo>
                <a:lnTo>
                  <a:pt x="14490" y="7777"/>
                </a:lnTo>
                <a:lnTo>
                  <a:pt x="14453" y="7704"/>
                </a:lnTo>
                <a:lnTo>
                  <a:pt x="14416" y="7667"/>
                </a:lnTo>
                <a:lnTo>
                  <a:pt x="14306" y="7630"/>
                </a:lnTo>
                <a:close/>
                <a:moveTo>
                  <a:pt x="7410" y="6236"/>
                </a:moveTo>
                <a:lnTo>
                  <a:pt x="7300" y="6310"/>
                </a:lnTo>
                <a:lnTo>
                  <a:pt x="7227" y="6346"/>
                </a:lnTo>
                <a:lnTo>
                  <a:pt x="7190" y="6420"/>
                </a:lnTo>
                <a:lnTo>
                  <a:pt x="7153" y="6566"/>
                </a:lnTo>
                <a:lnTo>
                  <a:pt x="7153" y="6750"/>
                </a:lnTo>
                <a:lnTo>
                  <a:pt x="7190" y="6933"/>
                </a:lnTo>
                <a:lnTo>
                  <a:pt x="7227" y="7007"/>
                </a:lnTo>
                <a:lnTo>
                  <a:pt x="7300" y="7080"/>
                </a:lnTo>
                <a:lnTo>
                  <a:pt x="7667" y="7153"/>
                </a:lnTo>
                <a:lnTo>
                  <a:pt x="7410" y="7373"/>
                </a:lnTo>
                <a:lnTo>
                  <a:pt x="7263" y="7520"/>
                </a:lnTo>
                <a:lnTo>
                  <a:pt x="7190" y="7593"/>
                </a:lnTo>
                <a:lnTo>
                  <a:pt x="7153" y="7704"/>
                </a:lnTo>
                <a:lnTo>
                  <a:pt x="7153" y="7887"/>
                </a:lnTo>
                <a:lnTo>
                  <a:pt x="7227" y="8070"/>
                </a:lnTo>
                <a:lnTo>
                  <a:pt x="7337" y="8180"/>
                </a:lnTo>
                <a:lnTo>
                  <a:pt x="7483" y="8290"/>
                </a:lnTo>
                <a:lnTo>
                  <a:pt x="7520" y="8400"/>
                </a:lnTo>
                <a:lnTo>
                  <a:pt x="7557" y="8474"/>
                </a:lnTo>
                <a:lnTo>
                  <a:pt x="7593" y="8511"/>
                </a:lnTo>
                <a:lnTo>
                  <a:pt x="7740" y="8511"/>
                </a:lnTo>
                <a:lnTo>
                  <a:pt x="7813" y="8437"/>
                </a:lnTo>
                <a:lnTo>
                  <a:pt x="7850" y="8364"/>
                </a:lnTo>
                <a:lnTo>
                  <a:pt x="7923" y="8217"/>
                </a:lnTo>
                <a:lnTo>
                  <a:pt x="7923" y="8144"/>
                </a:lnTo>
                <a:lnTo>
                  <a:pt x="7887" y="8070"/>
                </a:lnTo>
                <a:lnTo>
                  <a:pt x="7850" y="7997"/>
                </a:lnTo>
                <a:lnTo>
                  <a:pt x="7777" y="7960"/>
                </a:lnTo>
                <a:lnTo>
                  <a:pt x="7667" y="7924"/>
                </a:lnTo>
                <a:lnTo>
                  <a:pt x="7630" y="7887"/>
                </a:lnTo>
                <a:lnTo>
                  <a:pt x="7630" y="7814"/>
                </a:lnTo>
                <a:lnTo>
                  <a:pt x="7630" y="7777"/>
                </a:lnTo>
                <a:lnTo>
                  <a:pt x="7703" y="7667"/>
                </a:lnTo>
                <a:lnTo>
                  <a:pt x="7850" y="7593"/>
                </a:lnTo>
                <a:lnTo>
                  <a:pt x="7997" y="7410"/>
                </a:lnTo>
                <a:lnTo>
                  <a:pt x="8107" y="7190"/>
                </a:lnTo>
                <a:lnTo>
                  <a:pt x="8107" y="7080"/>
                </a:lnTo>
                <a:lnTo>
                  <a:pt x="8070" y="6970"/>
                </a:lnTo>
                <a:lnTo>
                  <a:pt x="8034" y="6897"/>
                </a:lnTo>
                <a:lnTo>
                  <a:pt x="7960" y="6823"/>
                </a:lnTo>
                <a:lnTo>
                  <a:pt x="7740" y="6750"/>
                </a:lnTo>
                <a:lnTo>
                  <a:pt x="7520" y="6713"/>
                </a:lnTo>
                <a:lnTo>
                  <a:pt x="7557" y="6566"/>
                </a:lnTo>
                <a:lnTo>
                  <a:pt x="7593" y="6493"/>
                </a:lnTo>
                <a:lnTo>
                  <a:pt x="7667" y="6456"/>
                </a:lnTo>
                <a:lnTo>
                  <a:pt x="7703" y="6383"/>
                </a:lnTo>
                <a:lnTo>
                  <a:pt x="7667" y="6310"/>
                </a:lnTo>
                <a:lnTo>
                  <a:pt x="7593" y="6236"/>
                </a:lnTo>
                <a:close/>
                <a:moveTo>
                  <a:pt x="1651" y="6897"/>
                </a:moveTo>
                <a:lnTo>
                  <a:pt x="1578" y="6933"/>
                </a:lnTo>
                <a:lnTo>
                  <a:pt x="1541" y="7007"/>
                </a:lnTo>
                <a:lnTo>
                  <a:pt x="1504" y="7080"/>
                </a:lnTo>
                <a:lnTo>
                  <a:pt x="1504" y="7227"/>
                </a:lnTo>
                <a:lnTo>
                  <a:pt x="1541" y="7300"/>
                </a:lnTo>
                <a:lnTo>
                  <a:pt x="1578" y="7373"/>
                </a:lnTo>
                <a:lnTo>
                  <a:pt x="1541" y="7410"/>
                </a:lnTo>
                <a:lnTo>
                  <a:pt x="1504" y="7410"/>
                </a:lnTo>
                <a:lnTo>
                  <a:pt x="1468" y="7483"/>
                </a:lnTo>
                <a:lnTo>
                  <a:pt x="1431" y="7557"/>
                </a:lnTo>
                <a:lnTo>
                  <a:pt x="1468" y="7814"/>
                </a:lnTo>
                <a:lnTo>
                  <a:pt x="1578" y="8034"/>
                </a:lnTo>
                <a:lnTo>
                  <a:pt x="1724" y="8254"/>
                </a:lnTo>
                <a:lnTo>
                  <a:pt x="1908" y="8437"/>
                </a:lnTo>
                <a:lnTo>
                  <a:pt x="2128" y="8547"/>
                </a:lnTo>
                <a:lnTo>
                  <a:pt x="2238" y="8584"/>
                </a:lnTo>
                <a:lnTo>
                  <a:pt x="2348" y="8621"/>
                </a:lnTo>
                <a:lnTo>
                  <a:pt x="2458" y="8621"/>
                </a:lnTo>
                <a:lnTo>
                  <a:pt x="2568" y="8547"/>
                </a:lnTo>
                <a:lnTo>
                  <a:pt x="2641" y="8474"/>
                </a:lnTo>
                <a:lnTo>
                  <a:pt x="2715" y="8364"/>
                </a:lnTo>
                <a:lnTo>
                  <a:pt x="2788" y="8144"/>
                </a:lnTo>
                <a:lnTo>
                  <a:pt x="2788" y="7960"/>
                </a:lnTo>
                <a:lnTo>
                  <a:pt x="2751" y="7740"/>
                </a:lnTo>
                <a:lnTo>
                  <a:pt x="2678" y="7557"/>
                </a:lnTo>
                <a:lnTo>
                  <a:pt x="2531" y="7373"/>
                </a:lnTo>
                <a:lnTo>
                  <a:pt x="2385" y="7227"/>
                </a:lnTo>
                <a:lnTo>
                  <a:pt x="2201" y="7117"/>
                </a:lnTo>
                <a:lnTo>
                  <a:pt x="1981" y="7043"/>
                </a:lnTo>
                <a:lnTo>
                  <a:pt x="1908" y="6933"/>
                </a:lnTo>
                <a:lnTo>
                  <a:pt x="1834" y="6897"/>
                </a:lnTo>
                <a:close/>
                <a:moveTo>
                  <a:pt x="14306" y="7227"/>
                </a:moveTo>
                <a:lnTo>
                  <a:pt x="14453" y="7263"/>
                </a:lnTo>
                <a:lnTo>
                  <a:pt x="14563" y="7300"/>
                </a:lnTo>
                <a:lnTo>
                  <a:pt x="14636" y="7410"/>
                </a:lnTo>
                <a:lnTo>
                  <a:pt x="14673" y="7520"/>
                </a:lnTo>
                <a:lnTo>
                  <a:pt x="14673" y="7667"/>
                </a:lnTo>
                <a:lnTo>
                  <a:pt x="14673" y="7814"/>
                </a:lnTo>
                <a:lnTo>
                  <a:pt x="14600" y="8070"/>
                </a:lnTo>
                <a:lnTo>
                  <a:pt x="14490" y="8290"/>
                </a:lnTo>
                <a:lnTo>
                  <a:pt x="14343" y="8511"/>
                </a:lnTo>
                <a:lnTo>
                  <a:pt x="14269" y="8584"/>
                </a:lnTo>
                <a:lnTo>
                  <a:pt x="14196" y="8621"/>
                </a:lnTo>
                <a:lnTo>
                  <a:pt x="14123" y="8621"/>
                </a:lnTo>
                <a:lnTo>
                  <a:pt x="14049" y="8584"/>
                </a:lnTo>
                <a:lnTo>
                  <a:pt x="14013" y="8547"/>
                </a:lnTo>
                <a:lnTo>
                  <a:pt x="13976" y="8474"/>
                </a:lnTo>
                <a:lnTo>
                  <a:pt x="13903" y="8290"/>
                </a:lnTo>
                <a:lnTo>
                  <a:pt x="13939" y="8034"/>
                </a:lnTo>
                <a:lnTo>
                  <a:pt x="13976" y="7777"/>
                </a:lnTo>
                <a:lnTo>
                  <a:pt x="14086" y="7263"/>
                </a:lnTo>
                <a:lnTo>
                  <a:pt x="14306" y="7227"/>
                </a:lnTo>
                <a:close/>
                <a:moveTo>
                  <a:pt x="14233" y="6750"/>
                </a:moveTo>
                <a:lnTo>
                  <a:pt x="14123" y="6786"/>
                </a:lnTo>
                <a:lnTo>
                  <a:pt x="13866" y="6786"/>
                </a:lnTo>
                <a:lnTo>
                  <a:pt x="13829" y="6823"/>
                </a:lnTo>
                <a:lnTo>
                  <a:pt x="13756" y="6933"/>
                </a:lnTo>
                <a:lnTo>
                  <a:pt x="13609" y="7373"/>
                </a:lnTo>
                <a:lnTo>
                  <a:pt x="13499" y="7850"/>
                </a:lnTo>
                <a:lnTo>
                  <a:pt x="13462" y="8107"/>
                </a:lnTo>
                <a:lnTo>
                  <a:pt x="13462" y="8327"/>
                </a:lnTo>
                <a:lnTo>
                  <a:pt x="13499" y="8584"/>
                </a:lnTo>
                <a:lnTo>
                  <a:pt x="13572" y="8804"/>
                </a:lnTo>
                <a:lnTo>
                  <a:pt x="13683" y="8914"/>
                </a:lnTo>
                <a:lnTo>
                  <a:pt x="13829" y="9024"/>
                </a:lnTo>
                <a:lnTo>
                  <a:pt x="13976" y="9097"/>
                </a:lnTo>
                <a:lnTo>
                  <a:pt x="14123" y="9134"/>
                </a:lnTo>
                <a:lnTo>
                  <a:pt x="14343" y="9097"/>
                </a:lnTo>
                <a:lnTo>
                  <a:pt x="14490" y="9024"/>
                </a:lnTo>
                <a:lnTo>
                  <a:pt x="14600" y="8877"/>
                </a:lnTo>
                <a:lnTo>
                  <a:pt x="14746" y="8731"/>
                </a:lnTo>
                <a:lnTo>
                  <a:pt x="14966" y="8400"/>
                </a:lnTo>
                <a:lnTo>
                  <a:pt x="15076" y="8180"/>
                </a:lnTo>
                <a:lnTo>
                  <a:pt x="15113" y="7997"/>
                </a:lnTo>
                <a:lnTo>
                  <a:pt x="15150" y="7814"/>
                </a:lnTo>
                <a:lnTo>
                  <a:pt x="15150" y="7593"/>
                </a:lnTo>
                <a:lnTo>
                  <a:pt x="15113" y="7410"/>
                </a:lnTo>
                <a:lnTo>
                  <a:pt x="15040" y="7190"/>
                </a:lnTo>
                <a:lnTo>
                  <a:pt x="15003" y="7080"/>
                </a:lnTo>
                <a:lnTo>
                  <a:pt x="14893" y="7007"/>
                </a:lnTo>
                <a:lnTo>
                  <a:pt x="14673" y="6823"/>
                </a:lnTo>
                <a:lnTo>
                  <a:pt x="14526" y="6786"/>
                </a:lnTo>
                <a:lnTo>
                  <a:pt x="14379" y="6750"/>
                </a:lnTo>
                <a:close/>
                <a:moveTo>
                  <a:pt x="6273" y="7887"/>
                </a:moveTo>
                <a:lnTo>
                  <a:pt x="6199" y="7924"/>
                </a:lnTo>
                <a:lnTo>
                  <a:pt x="6126" y="7997"/>
                </a:lnTo>
                <a:lnTo>
                  <a:pt x="5979" y="8107"/>
                </a:lnTo>
                <a:lnTo>
                  <a:pt x="5869" y="8290"/>
                </a:lnTo>
                <a:lnTo>
                  <a:pt x="5796" y="8474"/>
                </a:lnTo>
                <a:lnTo>
                  <a:pt x="5796" y="8584"/>
                </a:lnTo>
                <a:lnTo>
                  <a:pt x="5833" y="8657"/>
                </a:lnTo>
                <a:lnTo>
                  <a:pt x="5906" y="8694"/>
                </a:lnTo>
                <a:lnTo>
                  <a:pt x="6236" y="8694"/>
                </a:lnTo>
                <a:lnTo>
                  <a:pt x="6420" y="8767"/>
                </a:lnTo>
                <a:lnTo>
                  <a:pt x="6199" y="9024"/>
                </a:lnTo>
                <a:lnTo>
                  <a:pt x="6199" y="9061"/>
                </a:lnTo>
                <a:lnTo>
                  <a:pt x="6199" y="9134"/>
                </a:lnTo>
                <a:lnTo>
                  <a:pt x="6236" y="9244"/>
                </a:lnTo>
                <a:lnTo>
                  <a:pt x="6346" y="9354"/>
                </a:lnTo>
                <a:lnTo>
                  <a:pt x="6456" y="9391"/>
                </a:lnTo>
                <a:lnTo>
                  <a:pt x="6713" y="9391"/>
                </a:lnTo>
                <a:lnTo>
                  <a:pt x="6786" y="9318"/>
                </a:lnTo>
                <a:lnTo>
                  <a:pt x="6860" y="9207"/>
                </a:lnTo>
                <a:lnTo>
                  <a:pt x="6823" y="9097"/>
                </a:lnTo>
                <a:lnTo>
                  <a:pt x="6750" y="9024"/>
                </a:lnTo>
                <a:lnTo>
                  <a:pt x="6860" y="8951"/>
                </a:lnTo>
                <a:lnTo>
                  <a:pt x="6933" y="8877"/>
                </a:lnTo>
                <a:lnTo>
                  <a:pt x="6933" y="8804"/>
                </a:lnTo>
                <a:lnTo>
                  <a:pt x="6933" y="8731"/>
                </a:lnTo>
                <a:lnTo>
                  <a:pt x="6896" y="8621"/>
                </a:lnTo>
                <a:lnTo>
                  <a:pt x="6750" y="8511"/>
                </a:lnTo>
                <a:lnTo>
                  <a:pt x="6603" y="8437"/>
                </a:lnTo>
                <a:lnTo>
                  <a:pt x="6456" y="8364"/>
                </a:lnTo>
                <a:lnTo>
                  <a:pt x="6273" y="8327"/>
                </a:lnTo>
                <a:lnTo>
                  <a:pt x="6346" y="8180"/>
                </a:lnTo>
                <a:lnTo>
                  <a:pt x="6420" y="8034"/>
                </a:lnTo>
                <a:lnTo>
                  <a:pt x="6420" y="7960"/>
                </a:lnTo>
                <a:lnTo>
                  <a:pt x="6383" y="7924"/>
                </a:lnTo>
                <a:lnTo>
                  <a:pt x="6346" y="7924"/>
                </a:lnTo>
                <a:lnTo>
                  <a:pt x="6273" y="7887"/>
                </a:lnTo>
                <a:close/>
                <a:moveTo>
                  <a:pt x="7630" y="551"/>
                </a:moveTo>
                <a:lnTo>
                  <a:pt x="7777" y="587"/>
                </a:lnTo>
                <a:lnTo>
                  <a:pt x="7923" y="661"/>
                </a:lnTo>
                <a:lnTo>
                  <a:pt x="8437" y="1101"/>
                </a:lnTo>
                <a:lnTo>
                  <a:pt x="8657" y="1321"/>
                </a:lnTo>
                <a:lnTo>
                  <a:pt x="8877" y="1578"/>
                </a:lnTo>
                <a:lnTo>
                  <a:pt x="9061" y="1834"/>
                </a:lnTo>
                <a:lnTo>
                  <a:pt x="9207" y="2128"/>
                </a:lnTo>
                <a:lnTo>
                  <a:pt x="9281" y="2421"/>
                </a:lnTo>
                <a:lnTo>
                  <a:pt x="9317" y="2752"/>
                </a:lnTo>
                <a:lnTo>
                  <a:pt x="9281" y="3082"/>
                </a:lnTo>
                <a:lnTo>
                  <a:pt x="9244" y="3375"/>
                </a:lnTo>
                <a:lnTo>
                  <a:pt x="9024" y="3962"/>
                </a:lnTo>
                <a:lnTo>
                  <a:pt x="8804" y="4512"/>
                </a:lnTo>
                <a:lnTo>
                  <a:pt x="8584" y="5099"/>
                </a:lnTo>
                <a:lnTo>
                  <a:pt x="8547" y="5356"/>
                </a:lnTo>
                <a:lnTo>
                  <a:pt x="8510" y="5613"/>
                </a:lnTo>
                <a:lnTo>
                  <a:pt x="8510" y="5869"/>
                </a:lnTo>
                <a:lnTo>
                  <a:pt x="8547" y="6163"/>
                </a:lnTo>
                <a:lnTo>
                  <a:pt x="8584" y="6310"/>
                </a:lnTo>
                <a:lnTo>
                  <a:pt x="8657" y="6493"/>
                </a:lnTo>
                <a:lnTo>
                  <a:pt x="8804" y="6823"/>
                </a:lnTo>
                <a:lnTo>
                  <a:pt x="8987" y="7117"/>
                </a:lnTo>
                <a:lnTo>
                  <a:pt x="9134" y="7447"/>
                </a:lnTo>
                <a:lnTo>
                  <a:pt x="9207" y="7777"/>
                </a:lnTo>
                <a:lnTo>
                  <a:pt x="9244" y="8144"/>
                </a:lnTo>
                <a:lnTo>
                  <a:pt x="9207" y="8474"/>
                </a:lnTo>
                <a:lnTo>
                  <a:pt x="9097" y="8804"/>
                </a:lnTo>
                <a:lnTo>
                  <a:pt x="8951" y="9134"/>
                </a:lnTo>
                <a:lnTo>
                  <a:pt x="8767" y="9428"/>
                </a:lnTo>
                <a:lnTo>
                  <a:pt x="8510" y="9684"/>
                </a:lnTo>
                <a:lnTo>
                  <a:pt x="8254" y="9904"/>
                </a:lnTo>
                <a:lnTo>
                  <a:pt x="7960" y="10051"/>
                </a:lnTo>
                <a:lnTo>
                  <a:pt x="7667" y="10198"/>
                </a:lnTo>
                <a:lnTo>
                  <a:pt x="7373" y="10308"/>
                </a:lnTo>
                <a:lnTo>
                  <a:pt x="7043" y="10345"/>
                </a:lnTo>
                <a:lnTo>
                  <a:pt x="6676" y="10418"/>
                </a:lnTo>
                <a:lnTo>
                  <a:pt x="6493" y="10381"/>
                </a:lnTo>
                <a:lnTo>
                  <a:pt x="6309" y="10345"/>
                </a:lnTo>
                <a:lnTo>
                  <a:pt x="6163" y="10235"/>
                </a:lnTo>
                <a:lnTo>
                  <a:pt x="6016" y="10088"/>
                </a:lnTo>
                <a:lnTo>
                  <a:pt x="5906" y="9941"/>
                </a:lnTo>
                <a:lnTo>
                  <a:pt x="5759" y="9831"/>
                </a:lnTo>
                <a:lnTo>
                  <a:pt x="5649" y="9758"/>
                </a:lnTo>
                <a:lnTo>
                  <a:pt x="5502" y="9684"/>
                </a:lnTo>
                <a:lnTo>
                  <a:pt x="5209" y="9611"/>
                </a:lnTo>
                <a:lnTo>
                  <a:pt x="4916" y="9611"/>
                </a:lnTo>
                <a:lnTo>
                  <a:pt x="4622" y="9684"/>
                </a:lnTo>
                <a:lnTo>
                  <a:pt x="3999" y="9868"/>
                </a:lnTo>
                <a:lnTo>
                  <a:pt x="3705" y="9978"/>
                </a:lnTo>
                <a:lnTo>
                  <a:pt x="3412" y="10051"/>
                </a:lnTo>
                <a:lnTo>
                  <a:pt x="3118" y="10088"/>
                </a:lnTo>
                <a:lnTo>
                  <a:pt x="2825" y="10051"/>
                </a:lnTo>
                <a:lnTo>
                  <a:pt x="2495" y="10014"/>
                </a:lnTo>
                <a:lnTo>
                  <a:pt x="2201" y="9904"/>
                </a:lnTo>
                <a:lnTo>
                  <a:pt x="1944" y="9794"/>
                </a:lnTo>
                <a:lnTo>
                  <a:pt x="1651" y="9648"/>
                </a:lnTo>
                <a:lnTo>
                  <a:pt x="1394" y="9464"/>
                </a:lnTo>
                <a:lnTo>
                  <a:pt x="1174" y="9281"/>
                </a:lnTo>
                <a:lnTo>
                  <a:pt x="954" y="8987"/>
                </a:lnTo>
                <a:lnTo>
                  <a:pt x="771" y="8694"/>
                </a:lnTo>
                <a:lnTo>
                  <a:pt x="624" y="8364"/>
                </a:lnTo>
                <a:lnTo>
                  <a:pt x="550" y="8034"/>
                </a:lnTo>
                <a:lnTo>
                  <a:pt x="514" y="7667"/>
                </a:lnTo>
                <a:lnTo>
                  <a:pt x="514" y="7337"/>
                </a:lnTo>
                <a:lnTo>
                  <a:pt x="587" y="6970"/>
                </a:lnTo>
                <a:lnTo>
                  <a:pt x="661" y="6640"/>
                </a:lnTo>
                <a:lnTo>
                  <a:pt x="807" y="6310"/>
                </a:lnTo>
                <a:lnTo>
                  <a:pt x="991" y="6016"/>
                </a:lnTo>
                <a:lnTo>
                  <a:pt x="1211" y="5759"/>
                </a:lnTo>
                <a:lnTo>
                  <a:pt x="1468" y="5539"/>
                </a:lnTo>
                <a:lnTo>
                  <a:pt x="2018" y="5099"/>
                </a:lnTo>
                <a:lnTo>
                  <a:pt x="2568" y="4622"/>
                </a:lnTo>
                <a:lnTo>
                  <a:pt x="2788" y="4366"/>
                </a:lnTo>
                <a:lnTo>
                  <a:pt x="2971" y="4109"/>
                </a:lnTo>
                <a:lnTo>
                  <a:pt x="3082" y="3815"/>
                </a:lnTo>
                <a:lnTo>
                  <a:pt x="3192" y="3485"/>
                </a:lnTo>
                <a:lnTo>
                  <a:pt x="3265" y="3118"/>
                </a:lnTo>
                <a:lnTo>
                  <a:pt x="3302" y="2715"/>
                </a:lnTo>
                <a:lnTo>
                  <a:pt x="3375" y="2348"/>
                </a:lnTo>
                <a:lnTo>
                  <a:pt x="3448" y="2165"/>
                </a:lnTo>
                <a:lnTo>
                  <a:pt x="3558" y="1981"/>
                </a:lnTo>
                <a:lnTo>
                  <a:pt x="3705" y="1798"/>
                </a:lnTo>
                <a:lnTo>
                  <a:pt x="3852" y="1651"/>
                </a:lnTo>
                <a:lnTo>
                  <a:pt x="4072" y="1541"/>
                </a:lnTo>
                <a:lnTo>
                  <a:pt x="4292" y="1468"/>
                </a:lnTo>
                <a:lnTo>
                  <a:pt x="4512" y="1431"/>
                </a:lnTo>
                <a:lnTo>
                  <a:pt x="4769" y="1394"/>
                </a:lnTo>
                <a:lnTo>
                  <a:pt x="4989" y="1394"/>
                </a:lnTo>
                <a:lnTo>
                  <a:pt x="5209" y="1468"/>
                </a:lnTo>
                <a:lnTo>
                  <a:pt x="4952" y="1688"/>
                </a:lnTo>
                <a:lnTo>
                  <a:pt x="4916" y="1761"/>
                </a:lnTo>
                <a:lnTo>
                  <a:pt x="4879" y="1834"/>
                </a:lnTo>
                <a:lnTo>
                  <a:pt x="4916" y="1981"/>
                </a:lnTo>
                <a:lnTo>
                  <a:pt x="4989" y="2091"/>
                </a:lnTo>
                <a:lnTo>
                  <a:pt x="5062" y="2128"/>
                </a:lnTo>
                <a:lnTo>
                  <a:pt x="5136" y="2128"/>
                </a:lnTo>
                <a:lnTo>
                  <a:pt x="5319" y="2091"/>
                </a:lnTo>
                <a:lnTo>
                  <a:pt x="5429" y="2018"/>
                </a:lnTo>
                <a:lnTo>
                  <a:pt x="5539" y="1945"/>
                </a:lnTo>
                <a:lnTo>
                  <a:pt x="5613" y="1798"/>
                </a:lnTo>
                <a:lnTo>
                  <a:pt x="5759" y="1651"/>
                </a:lnTo>
                <a:lnTo>
                  <a:pt x="5833" y="1614"/>
                </a:lnTo>
                <a:lnTo>
                  <a:pt x="5869" y="1578"/>
                </a:lnTo>
                <a:lnTo>
                  <a:pt x="6420" y="1138"/>
                </a:lnTo>
                <a:lnTo>
                  <a:pt x="7006" y="771"/>
                </a:lnTo>
                <a:lnTo>
                  <a:pt x="7337" y="624"/>
                </a:lnTo>
                <a:lnTo>
                  <a:pt x="7483" y="551"/>
                </a:lnTo>
                <a:close/>
                <a:moveTo>
                  <a:pt x="10821" y="9281"/>
                </a:moveTo>
                <a:lnTo>
                  <a:pt x="10968" y="9538"/>
                </a:lnTo>
                <a:lnTo>
                  <a:pt x="11115" y="9758"/>
                </a:lnTo>
                <a:lnTo>
                  <a:pt x="11335" y="9978"/>
                </a:lnTo>
                <a:lnTo>
                  <a:pt x="11592" y="10161"/>
                </a:lnTo>
                <a:lnTo>
                  <a:pt x="11408" y="10418"/>
                </a:lnTo>
                <a:lnTo>
                  <a:pt x="11188" y="10198"/>
                </a:lnTo>
                <a:lnTo>
                  <a:pt x="10968" y="9978"/>
                </a:lnTo>
                <a:lnTo>
                  <a:pt x="10711" y="9831"/>
                </a:lnTo>
                <a:lnTo>
                  <a:pt x="10455" y="9648"/>
                </a:lnTo>
                <a:lnTo>
                  <a:pt x="10601" y="9464"/>
                </a:lnTo>
                <a:lnTo>
                  <a:pt x="10821" y="9281"/>
                </a:lnTo>
                <a:close/>
                <a:moveTo>
                  <a:pt x="13903" y="9941"/>
                </a:moveTo>
                <a:lnTo>
                  <a:pt x="13829" y="9978"/>
                </a:lnTo>
                <a:lnTo>
                  <a:pt x="13756" y="10014"/>
                </a:lnTo>
                <a:lnTo>
                  <a:pt x="13719" y="10014"/>
                </a:lnTo>
                <a:lnTo>
                  <a:pt x="13719" y="10051"/>
                </a:lnTo>
                <a:lnTo>
                  <a:pt x="13646" y="10161"/>
                </a:lnTo>
                <a:lnTo>
                  <a:pt x="13609" y="10271"/>
                </a:lnTo>
                <a:lnTo>
                  <a:pt x="13646" y="10418"/>
                </a:lnTo>
                <a:lnTo>
                  <a:pt x="13719" y="10565"/>
                </a:lnTo>
                <a:lnTo>
                  <a:pt x="13829" y="10638"/>
                </a:lnTo>
                <a:lnTo>
                  <a:pt x="13939" y="10675"/>
                </a:lnTo>
                <a:lnTo>
                  <a:pt x="14049" y="10638"/>
                </a:lnTo>
                <a:lnTo>
                  <a:pt x="14159" y="10601"/>
                </a:lnTo>
                <a:lnTo>
                  <a:pt x="14269" y="10491"/>
                </a:lnTo>
                <a:lnTo>
                  <a:pt x="14343" y="10418"/>
                </a:lnTo>
                <a:lnTo>
                  <a:pt x="14379" y="10308"/>
                </a:lnTo>
                <a:lnTo>
                  <a:pt x="14379" y="10271"/>
                </a:lnTo>
                <a:lnTo>
                  <a:pt x="14379" y="10198"/>
                </a:lnTo>
                <a:lnTo>
                  <a:pt x="14306" y="10124"/>
                </a:lnTo>
                <a:lnTo>
                  <a:pt x="14233" y="10051"/>
                </a:lnTo>
                <a:lnTo>
                  <a:pt x="14159" y="10014"/>
                </a:lnTo>
                <a:lnTo>
                  <a:pt x="14086" y="9978"/>
                </a:lnTo>
                <a:lnTo>
                  <a:pt x="13939" y="9941"/>
                </a:lnTo>
                <a:close/>
                <a:moveTo>
                  <a:pt x="7593" y="0"/>
                </a:moveTo>
                <a:lnTo>
                  <a:pt x="7447" y="37"/>
                </a:lnTo>
                <a:lnTo>
                  <a:pt x="7190" y="110"/>
                </a:lnTo>
                <a:lnTo>
                  <a:pt x="6970" y="221"/>
                </a:lnTo>
                <a:lnTo>
                  <a:pt x="6566" y="441"/>
                </a:lnTo>
                <a:lnTo>
                  <a:pt x="6199" y="697"/>
                </a:lnTo>
                <a:lnTo>
                  <a:pt x="5502" y="1211"/>
                </a:lnTo>
                <a:lnTo>
                  <a:pt x="5209" y="1064"/>
                </a:lnTo>
                <a:lnTo>
                  <a:pt x="4916" y="991"/>
                </a:lnTo>
                <a:lnTo>
                  <a:pt x="4585" y="991"/>
                </a:lnTo>
                <a:lnTo>
                  <a:pt x="4255" y="1027"/>
                </a:lnTo>
                <a:lnTo>
                  <a:pt x="3999" y="1101"/>
                </a:lnTo>
                <a:lnTo>
                  <a:pt x="3778" y="1211"/>
                </a:lnTo>
                <a:lnTo>
                  <a:pt x="3595" y="1358"/>
                </a:lnTo>
                <a:lnTo>
                  <a:pt x="3412" y="1504"/>
                </a:lnTo>
                <a:lnTo>
                  <a:pt x="3228" y="1688"/>
                </a:lnTo>
                <a:lnTo>
                  <a:pt x="3118" y="1908"/>
                </a:lnTo>
                <a:lnTo>
                  <a:pt x="3008" y="2128"/>
                </a:lnTo>
                <a:lnTo>
                  <a:pt x="2935" y="2348"/>
                </a:lnTo>
                <a:lnTo>
                  <a:pt x="2861" y="2678"/>
                </a:lnTo>
                <a:lnTo>
                  <a:pt x="2788" y="3008"/>
                </a:lnTo>
                <a:lnTo>
                  <a:pt x="2751" y="3338"/>
                </a:lnTo>
                <a:lnTo>
                  <a:pt x="2641" y="3669"/>
                </a:lnTo>
                <a:lnTo>
                  <a:pt x="2605" y="3852"/>
                </a:lnTo>
                <a:lnTo>
                  <a:pt x="2495" y="3999"/>
                </a:lnTo>
                <a:lnTo>
                  <a:pt x="2275" y="4255"/>
                </a:lnTo>
                <a:lnTo>
                  <a:pt x="2018" y="4476"/>
                </a:lnTo>
                <a:lnTo>
                  <a:pt x="1761" y="4696"/>
                </a:lnTo>
                <a:lnTo>
                  <a:pt x="1284" y="5062"/>
                </a:lnTo>
                <a:lnTo>
                  <a:pt x="844" y="5466"/>
                </a:lnTo>
                <a:lnTo>
                  <a:pt x="661" y="5649"/>
                </a:lnTo>
                <a:lnTo>
                  <a:pt x="514" y="5906"/>
                </a:lnTo>
                <a:lnTo>
                  <a:pt x="367" y="6126"/>
                </a:lnTo>
                <a:lnTo>
                  <a:pt x="220" y="6420"/>
                </a:lnTo>
                <a:lnTo>
                  <a:pt x="110" y="6713"/>
                </a:lnTo>
                <a:lnTo>
                  <a:pt x="37" y="7007"/>
                </a:lnTo>
                <a:lnTo>
                  <a:pt x="0" y="7263"/>
                </a:lnTo>
                <a:lnTo>
                  <a:pt x="0" y="7557"/>
                </a:lnTo>
                <a:lnTo>
                  <a:pt x="37" y="7850"/>
                </a:lnTo>
                <a:lnTo>
                  <a:pt x="74" y="8144"/>
                </a:lnTo>
                <a:lnTo>
                  <a:pt x="147" y="8400"/>
                </a:lnTo>
                <a:lnTo>
                  <a:pt x="220" y="8657"/>
                </a:lnTo>
                <a:lnTo>
                  <a:pt x="367" y="8914"/>
                </a:lnTo>
                <a:lnTo>
                  <a:pt x="514" y="9171"/>
                </a:lnTo>
                <a:lnTo>
                  <a:pt x="661" y="9391"/>
                </a:lnTo>
                <a:lnTo>
                  <a:pt x="844" y="9611"/>
                </a:lnTo>
                <a:lnTo>
                  <a:pt x="1064" y="9831"/>
                </a:lnTo>
                <a:lnTo>
                  <a:pt x="1284" y="10014"/>
                </a:lnTo>
                <a:lnTo>
                  <a:pt x="1541" y="10161"/>
                </a:lnTo>
                <a:lnTo>
                  <a:pt x="1798" y="10308"/>
                </a:lnTo>
                <a:lnTo>
                  <a:pt x="2054" y="10381"/>
                </a:lnTo>
                <a:lnTo>
                  <a:pt x="2348" y="10491"/>
                </a:lnTo>
                <a:lnTo>
                  <a:pt x="2641" y="10528"/>
                </a:lnTo>
                <a:lnTo>
                  <a:pt x="2898" y="10565"/>
                </a:lnTo>
                <a:lnTo>
                  <a:pt x="3192" y="10565"/>
                </a:lnTo>
                <a:lnTo>
                  <a:pt x="3485" y="10528"/>
                </a:lnTo>
                <a:lnTo>
                  <a:pt x="3742" y="10491"/>
                </a:lnTo>
                <a:lnTo>
                  <a:pt x="4035" y="10418"/>
                </a:lnTo>
                <a:lnTo>
                  <a:pt x="4365" y="10271"/>
                </a:lnTo>
                <a:lnTo>
                  <a:pt x="4696" y="10161"/>
                </a:lnTo>
                <a:lnTo>
                  <a:pt x="4879" y="10124"/>
                </a:lnTo>
                <a:lnTo>
                  <a:pt x="5209" y="10124"/>
                </a:lnTo>
                <a:lnTo>
                  <a:pt x="5392" y="10161"/>
                </a:lnTo>
                <a:lnTo>
                  <a:pt x="5502" y="10271"/>
                </a:lnTo>
                <a:lnTo>
                  <a:pt x="5613" y="10381"/>
                </a:lnTo>
                <a:lnTo>
                  <a:pt x="5833" y="10601"/>
                </a:lnTo>
                <a:lnTo>
                  <a:pt x="5979" y="10711"/>
                </a:lnTo>
                <a:lnTo>
                  <a:pt x="6089" y="10785"/>
                </a:lnTo>
                <a:lnTo>
                  <a:pt x="6273" y="10858"/>
                </a:lnTo>
                <a:lnTo>
                  <a:pt x="6420" y="10895"/>
                </a:lnTo>
                <a:lnTo>
                  <a:pt x="6933" y="10895"/>
                </a:lnTo>
                <a:lnTo>
                  <a:pt x="7227" y="10858"/>
                </a:lnTo>
                <a:lnTo>
                  <a:pt x="7483" y="10821"/>
                </a:lnTo>
                <a:lnTo>
                  <a:pt x="7740" y="10748"/>
                </a:lnTo>
                <a:lnTo>
                  <a:pt x="7997" y="10638"/>
                </a:lnTo>
                <a:lnTo>
                  <a:pt x="8217" y="10528"/>
                </a:lnTo>
                <a:lnTo>
                  <a:pt x="8437" y="10381"/>
                </a:lnTo>
                <a:lnTo>
                  <a:pt x="8657" y="10198"/>
                </a:lnTo>
                <a:lnTo>
                  <a:pt x="8877" y="10014"/>
                </a:lnTo>
                <a:lnTo>
                  <a:pt x="9061" y="9831"/>
                </a:lnTo>
                <a:lnTo>
                  <a:pt x="9207" y="9611"/>
                </a:lnTo>
                <a:lnTo>
                  <a:pt x="9354" y="9391"/>
                </a:lnTo>
                <a:lnTo>
                  <a:pt x="9501" y="9171"/>
                </a:lnTo>
                <a:lnTo>
                  <a:pt x="9574" y="8914"/>
                </a:lnTo>
                <a:lnTo>
                  <a:pt x="9684" y="8694"/>
                </a:lnTo>
                <a:lnTo>
                  <a:pt x="9721" y="8400"/>
                </a:lnTo>
                <a:lnTo>
                  <a:pt x="9721" y="8144"/>
                </a:lnTo>
                <a:lnTo>
                  <a:pt x="9721" y="7887"/>
                </a:lnTo>
                <a:lnTo>
                  <a:pt x="9684" y="7630"/>
                </a:lnTo>
                <a:lnTo>
                  <a:pt x="9611" y="7373"/>
                </a:lnTo>
                <a:lnTo>
                  <a:pt x="9537" y="7117"/>
                </a:lnTo>
                <a:lnTo>
                  <a:pt x="9281" y="6640"/>
                </a:lnTo>
                <a:lnTo>
                  <a:pt x="9171" y="6383"/>
                </a:lnTo>
                <a:lnTo>
                  <a:pt x="9061" y="6090"/>
                </a:lnTo>
                <a:lnTo>
                  <a:pt x="9061" y="5833"/>
                </a:lnTo>
                <a:lnTo>
                  <a:pt x="9061" y="5576"/>
                </a:lnTo>
                <a:lnTo>
                  <a:pt x="9097" y="5319"/>
                </a:lnTo>
                <a:lnTo>
                  <a:pt x="9134" y="5062"/>
                </a:lnTo>
                <a:lnTo>
                  <a:pt x="9317" y="4512"/>
                </a:lnTo>
                <a:lnTo>
                  <a:pt x="9501" y="4035"/>
                </a:lnTo>
                <a:lnTo>
                  <a:pt x="9684" y="3559"/>
                </a:lnTo>
                <a:lnTo>
                  <a:pt x="9794" y="3082"/>
                </a:lnTo>
                <a:lnTo>
                  <a:pt x="9831" y="2825"/>
                </a:lnTo>
                <a:lnTo>
                  <a:pt x="9831" y="2568"/>
                </a:lnTo>
                <a:lnTo>
                  <a:pt x="9794" y="2311"/>
                </a:lnTo>
                <a:lnTo>
                  <a:pt x="9721" y="2055"/>
                </a:lnTo>
                <a:lnTo>
                  <a:pt x="9611" y="1834"/>
                </a:lnTo>
                <a:lnTo>
                  <a:pt x="9501" y="1578"/>
                </a:lnTo>
                <a:lnTo>
                  <a:pt x="9354" y="1358"/>
                </a:lnTo>
                <a:lnTo>
                  <a:pt x="9207" y="1174"/>
                </a:lnTo>
                <a:lnTo>
                  <a:pt x="8841" y="771"/>
                </a:lnTo>
                <a:lnTo>
                  <a:pt x="8400" y="404"/>
                </a:lnTo>
                <a:lnTo>
                  <a:pt x="7960" y="110"/>
                </a:lnTo>
                <a:lnTo>
                  <a:pt x="7850" y="37"/>
                </a:lnTo>
                <a:lnTo>
                  <a:pt x="7703" y="0"/>
                </a:lnTo>
                <a:close/>
                <a:moveTo>
                  <a:pt x="12912" y="10675"/>
                </a:moveTo>
                <a:lnTo>
                  <a:pt x="12839" y="10711"/>
                </a:lnTo>
                <a:lnTo>
                  <a:pt x="12765" y="10785"/>
                </a:lnTo>
                <a:lnTo>
                  <a:pt x="12729" y="10858"/>
                </a:lnTo>
                <a:lnTo>
                  <a:pt x="12729" y="11005"/>
                </a:lnTo>
                <a:lnTo>
                  <a:pt x="12765" y="11115"/>
                </a:lnTo>
                <a:lnTo>
                  <a:pt x="12876" y="11225"/>
                </a:lnTo>
                <a:lnTo>
                  <a:pt x="13022" y="11262"/>
                </a:lnTo>
                <a:lnTo>
                  <a:pt x="13132" y="11225"/>
                </a:lnTo>
                <a:lnTo>
                  <a:pt x="13242" y="11115"/>
                </a:lnTo>
                <a:lnTo>
                  <a:pt x="13279" y="11005"/>
                </a:lnTo>
                <a:lnTo>
                  <a:pt x="13279" y="10858"/>
                </a:lnTo>
                <a:lnTo>
                  <a:pt x="13242" y="10785"/>
                </a:lnTo>
                <a:lnTo>
                  <a:pt x="13169" y="10711"/>
                </a:lnTo>
                <a:lnTo>
                  <a:pt x="13096" y="10675"/>
                </a:lnTo>
                <a:close/>
                <a:moveTo>
                  <a:pt x="13572" y="11262"/>
                </a:moveTo>
                <a:lnTo>
                  <a:pt x="13499" y="11298"/>
                </a:lnTo>
                <a:lnTo>
                  <a:pt x="13462" y="11372"/>
                </a:lnTo>
                <a:lnTo>
                  <a:pt x="13389" y="11408"/>
                </a:lnTo>
                <a:lnTo>
                  <a:pt x="13316" y="11445"/>
                </a:lnTo>
                <a:lnTo>
                  <a:pt x="13242" y="11555"/>
                </a:lnTo>
                <a:lnTo>
                  <a:pt x="13242" y="11702"/>
                </a:lnTo>
                <a:lnTo>
                  <a:pt x="13242" y="11775"/>
                </a:lnTo>
                <a:lnTo>
                  <a:pt x="13279" y="11849"/>
                </a:lnTo>
                <a:lnTo>
                  <a:pt x="13352" y="11959"/>
                </a:lnTo>
                <a:lnTo>
                  <a:pt x="13609" y="11959"/>
                </a:lnTo>
                <a:lnTo>
                  <a:pt x="13719" y="11922"/>
                </a:lnTo>
                <a:lnTo>
                  <a:pt x="13829" y="11849"/>
                </a:lnTo>
                <a:lnTo>
                  <a:pt x="13866" y="11738"/>
                </a:lnTo>
                <a:lnTo>
                  <a:pt x="13939" y="11628"/>
                </a:lnTo>
                <a:lnTo>
                  <a:pt x="13939" y="11555"/>
                </a:lnTo>
                <a:lnTo>
                  <a:pt x="13939" y="11518"/>
                </a:lnTo>
                <a:lnTo>
                  <a:pt x="13903" y="11445"/>
                </a:lnTo>
                <a:lnTo>
                  <a:pt x="13866" y="11372"/>
                </a:lnTo>
                <a:lnTo>
                  <a:pt x="13829" y="11298"/>
                </a:lnTo>
                <a:lnTo>
                  <a:pt x="13719" y="11262"/>
                </a:lnTo>
                <a:close/>
                <a:moveTo>
                  <a:pt x="12215" y="11555"/>
                </a:moveTo>
                <a:lnTo>
                  <a:pt x="12142" y="11592"/>
                </a:lnTo>
                <a:lnTo>
                  <a:pt x="12069" y="11702"/>
                </a:lnTo>
                <a:lnTo>
                  <a:pt x="12032" y="11812"/>
                </a:lnTo>
                <a:lnTo>
                  <a:pt x="12032" y="11959"/>
                </a:lnTo>
                <a:lnTo>
                  <a:pt x="12032" y="12069"/>
                </a:lnTo>
                <a:lnTo>
                  <a:pt x="12105" y="12362"/>
                </a:lnTo>
                <a:lnTo>
                  <a:pt x="12252" y="12582"/>
                </a:lnTo>
                <a:lnTo>
                  <a:pt x="12325" y="12619"/>
                </a:lnTo>
                <a:lnTo>
                  <a:pt x="12399" y="12656"/>
                </a:lnTo>
                <a:lnTo>
                  <a:pt x="12509" y="12656"/>
                </a:lnTo>
                <a:lnTo>
                  <a:pt x="12582" y="12582"/>
                </a:lnTo>
                <a:lnTo>
                  <a:pt x="12619" y="12545"/>
                </a:lnTo>
                <a:lnTo>
                  <a:pt x="12692" y="12545"/>
                </a:lnTo>
                <a:lnTo>
                  <a:pt x="12802" y="12619"/>
                </a:lnTo>
                <a:lnTo>
                  <a:pt x="12876" y="12619"/>
                </a:lnTo>
                <a:lnTo>
                  <a:pt x="12949" y="12582"/>
                </a:lnTo>
                <a:lnTo>
                  <a:pt x="12986" y="12545"/>
                </a:lnTo>
                <a:lnTo>
                  <a:pt x="13022" y="12435"/>
                </a:lnTo>
                <a:lnTo>
                  <a:pt x="12986" y="12325"/>
                </a:lnTo>
                <a:lnTo>
                  <a:pt x="12912" y="12215"/>
                </a:lnTo>
                <a:lnTo>
                  <a:pt x="12802" y="12179"/>
                </a:lnTo>
                <a:lnTo>
                  <a:pt x="12655" y="12142"/>
                </a:lnTo>
                <a:lnTo>
                  <a:pt x="12545" y="12142"/>
                </a:lnTo>
                <a:lnTo>
                  <a:pt x="12472" y="12179"/>
                </a:lnTo>
                <a:lnTo>
                  <a:pt x="12399" y="12032"/>
                </a:lnTo>
                <a:lnTo>
                  <a:pt x="12399" y="11849"/>
                </a:lnTo>
                <a:lnTo>
                  <a:pt x="12399" y="11665"/>
                </a:lnTo>
                <a:lnTo>
                  <a:pt x="12362" y="11592"/>
                </a:lnTo>
                <a:lnTo>
                  <a:pt x="12289" y="11555"/>
                </a:lnTo>
                <a:close/>
                <a:moveTo>
                  <a:pt x="14049" y="5466"/>
                </a:moveTo>
                <a:lnTo>
                  <a:pt x="14196" y="5503"/>
                </a:lnTo>
                <a:lnTo>
                  <a:pt x="14490" y="5649"/>
                </a:lnTo>
                <a:lnTo>
                  <a:pt x="14673" y="5723"/>
                </a:lnTo>
                <a:lnTo>
                  <a:pt x="14930" y="5906"/>
                </a:lnTo>
                <a:lnTo>
                  <a:pt x="15150" y="6090"/>
                </a:lnTo>
                <a:lnTo>
                  <a:pt x="15370" y="6310"/>
                </a:lnTo>
                <a:lnTo>
                  <a:pt x="15590" y="6566"/>
                </a:lnTo>
                <a:lnTo>
                  <a:pt x="15773" y="6860"/>
                </a:lnTo>
                <a:lnTo>
                  <a:pt x="15883" y="7190"/>
                </a:lnTo>
                <a:lnTo>
                  <a:pt x="15993" y="7520"/>
                </a:lnTo>
                <a:lnTo>
                  <a:pt x="16067" y="7850"/>
                </a:lnTo>
                <a:lnTo>
                  <a:pt x="16104" y="8217"/>
                </a:lnTo>
                <a:lnTo>
                  <a:pt x="16104" y="8547"/>
                </a:lnTo>
                <a:lnTo>
                  <a:pt x="16067" y="9244"/>
                </a:lnTo>
                <a:lnTo>
                  <a:pt x="15957" y="9941"/>
                </a:lnTo>
                <a:lnTo>
                  <a:pt x="15773" y="10601"/>
                </a:lnTo>
                <a:lnTo>
                  <a:pt x="15517" y="11225"/>
                </a:lnTo>
                <a:lnTo>
                  <a:pt x="15370" y="11555"/>
                </a:lnTo>
                <a:lnTo>
                  <a:pt x="15186" y="11849"/>
                </a:lnTo>
                <a:lnTo>
                  <a:pt x="15003" y="12105"/>
                </a:lnTo>
                <a:lnTo>
                  <a:pt x="14783" y="12362"/>
                </a:lnTo>
                <a:lnTo>
                  <a:pt x="14526" y="12619"/>
                </a:lnTo>
                <a:lnTo>
                  <a:pt x="14269" y="12839"/>
                </a:lnTo>
                <a:lnTo>
                  <a:pt x="14013" y="13022"/>
                </a:lnTo>
                <a:lnTo>
                  <a:pt x="13719" y="13169"/>
                </a:lnTo>
                <a:lnTo>
                  <a:pt x="13389" y="13316"/>
                </a:lnTo>
                <a:lnTo>
                  <a:pt x="13059" y="13463"/>
                </a:lnTo>
                <a:lnTo>
                  <a:pt x="12802" y="13499"/>
                </a:lnTo>
                <a:lnTo>
                  <a:pt x="12509" y="13536"/>
                </a:lnTo>
                <a:lnTo>
                  <a:pt x="12325" y="13499"/>
                </a:lnTo>
                <a:lnTo>
                  <a:pt x="12179" y="13426"/>
                </a:lnTo>
                <a:lnTo>
                  <a:pt x="12032" y="13279"/>
                </a:lnTo>
                <a:lnTo>
                  <a:pt x="11922" y="13169"/>
                </a:lnTo>
                <a:lnTo>
                  <a:pt x="11482" y="12692"/>
                </a:lnTo>
                <a:lnTo>
                  <a:pt x="11298" y="12435"/>
                </a:lnTo>
                <a:lnTo>
                  <a:pt x="11225" y="12289"/>
                </a:lnTo>
                <a:lnTo>
                  <a:pt x="11188" y="12105"/>
                </a:lnTo>
                <a:lnTo>
                  <a:pt x="11188" y="11922"/>
                </a:lnTo>
                <a:lnTo>
                  <a:pt x="11262" y="11738"/>
                </a:lnTo>
                <a:lnTo>
                  <a:pt x="11445" y="11408"/>
                </a:lnTo>
                <a:lnTo>
                  <a:pt x="11812" y="10785"/>
                </a:lnTo>
                <a:lnTo>
                  <a:pt x="12142" y="10161"/>
                </a:lnTo>
                <a:lnTo>
                  <a:pt x="12472" y="9501"/>
                </a:lnTo>
                <a:lnTo>
                  <a:pt x="12765" y="8877"/>
                </a:lnTo>
                <a:lnTo>
                  <a:pt x="12876" y="8547"/>
                </a:lnTo>
                <a:lnTo>
                  <a:pt x="12949" y="8217"/>
                </a:lnTo>
                <a:lnTo>
                  <a:pt x="12986" y="7887"/>
                </a:lnTo>
                <a:lnTo>
                  <a:pt x="12949" y="7593"/>
                </a:lnTo>
                <a:lnTo>
                  <a:pt x="12876" y="7263"/>
                </a:lnTo>
                <a:lnTo>
                  <a:pt x="12765" y="6970"/>
                </a:lnTo>
                <a:lnTo>
                  <a:pt x="12729" y="6750"/>
                </a:lnTo>
                <a:lnTo>
                  <a:pt x="12692" y="6566"/>
                </a:lnTo>
                <a:lnTo>
                  <a:pt x="12729" y="6346"/>
                </a:lnTo>
                <a:lnTo>
                  <a:pt x="12802" y="6200"/>
                </a:lnTo>
                <a:lnTo>
                  <a:pt x="12876" y="6016"/>
                </a:lnTo>
                <a:lnTo>
                  <a:pt x="12986" y="5869"/>
                </a:lnTo>
                <a:lnTo>
                  <a:pt x="13132" y="5723"/>
                </a:lnTo>
                <a:lnTo>
                  <a:pt x="13279" y="5613"/>
                </a:lnTo>
                <a:lnTo>
                  <a:pt x="13316" y="5686"/>
                </a:lnTo>
                <a:lnTo>
                  <a:pt x="13389" y="5723"/>
                </a:lnTo>
                <a:lnTo>
                  <a:pt x="13536" y="5759"/>
                </a:lnTo>
                <a:lnTo>
                  <a:pt x="13646" y="5686"/>
                </a:lnTo>
                <a:lnTo>
                  <a:pt x="13719" y="5649"/>
                </a:lnTo>
                <a:lnTo>
                  <a:pt x="13756" y="5576"/>
                </a:lnTo>
                <a:lnTo>
                  <a:pt x="13829" y="5503"/>
                </a:lnTo>
                <a:lnTo>
                  <a:pt x="13939" y="5466"/>
                </a:lnTo>
                <a:close/>
                <a:moveTo>
                  <a:pt x="13646" y="3852"/>
                </a:moveTo>
                <a:lnTo>
                  <a:pt x="13609" y="3925"/>
                </a:lnTo>
                <a:lnTo>
                  <a:pt x="13499" y="4182"/>
                </a:lnTo>
                <a:lnTo>
                  <a:pt x="13462" y="4476"/>
                </a:lnTo>
                <a:lnTo>
                  <a:pt x="13462" y="4732"/>
                </a:lnTo>
                <a:lnTo>
                  <a:pt x="13499" y="5026"/>
                </a:lnTo>
                <a:lnTo>
                  <a:pt x="13316" y="5099"/>
                </a:lnTo>
                <a:lnTo>
                  <a:pt x="13132" y="5173"/>
                </a:lnTo>
                <a:lnTo>
                  <a:pt x="13022" y="4769"/>
                </a:lnTo>
                <a:lnTo>
                  <a:pt x="12839" y="4439"/>
                </a:lnTo>
                <a:lnTo>
                  <a:pt x="12802" y="4402"/>
                </a:lnTo>
                <a:lnTo>
                  <a:pt x="12729" y="4402"/>
                </a:lnTo>
                <a:lnTo>
                  <a:pt x="12692" y="4439"/>
                </a:lnTo>
                <a:lnTo>
                  <a:pt x="12692" y="4476"/>
                </a:lnTo>
                <a:lnTo>
                  <a:pt x="12655" y="4732"/>
                </a:lnTo>
                <a:lnTo>
                  <a:pt x="12692" y="4952"/>
                </a:lnTo>
                <a:lnTo>
                  <a:pt x="12802" y="5429"/>
                </a:lnTo>
                <a:lnTo>
                  <a:pt x="12582" y="5649"/>
                </a:lnTo>
                <a:lnTo>
                  <a:pt x="12399" y="5466"/>
                </a:lnTo>
                <a:lnTo>
                  <a:pt x="12142" y="5173"/>
                </a:lnTo>
                <a:lnTo>
                  <a:pt x="12105" y="5136"/>
                </a:lnTo>
                <a:lnTo>
                  <a:pt x="12032" y="5173"/>
                </a:lnTo>
                <a:lnTo>
                  <a:pt x="11995" y="5209"/>
                </a:lnTo>
                <a:lnTo>
                  <a:pt x="11995" y="5283"/>
                </a:lnTo>
                <a:lnTo>
                  <a:pt x="12032" y="5466"/>
                </a:lnTo>
                <a:lnTo>
                  <a:pt x="12142" y="5649"/>
                </a:lnTo>
                <a:lnTo>
                  <a:pt x="12252" y="5796"/>
                </a:lnTo>
                <a:lnTo>
                  <a:pt x="12435" y="5906"/>
                </a:lnTo>
                <a:lnTo>
                  <a:pt x="12399" y="6016"/>
                </a:lnTo>
                <a:lnTo>
                  <a:pt x="12362" y="6053"/>
                </a:lnTo>
                <a:lnTo>
                  <a:pt x="12142" y="6016"/>
                </a:lnTo>
                <a:lnTo>
                  <a:pt x="11738" y="5833"/>
                </a:lnTo>
                <a:lnTo>
                  <a:pt x="11665" y="5686"/>
                </a:lnTo>
                <a:lnTo>
                  <a:pt x="11628" y="5649"/>
                </a:lnTo>
                <a:lnTo>
                  <a:pt x="11592" y="5686"/>
                </a:lnTo>
                <a:lnTo>
                  <a:pt x="11555" y="5833"/>
                </a:lnTo>
                <a:lnTo>
                  <a:pt x="11518" y="5906"/>
                </a:lnTo>
                <a:lnTo>
                  <a:pt x="11518" y="5979"/>
                </a:lnTo>
                <a:lnTo>
                  <a:pt x="11555" y="6053"/>
                </a:lnTo>
                <a:lnTo>
                  <a:pt x="11628" y="6126"/>
                </a:lnTo>
                <a:lnTo>
                  <a:pt x="11775" y="6236"/>
                </a:lnTo>
                <a:lnTo>
                  <a:pt x="11995" y="6346"/>
                </a:lnTo>
                <a:lnTo>
                  <a:pt x="12289" y="6456"/>
                </a:lnTo>
                <a:lnTo>
                  <a:pt x="12252" y="6676"/>
                </a:lnTo>
                <a:lnTo>
                  <a:pt x="12289" y="6897"/>
                </a:lnTo>
                <a:lnTo>
                  <a:pt x="11555" y="6897"/>
                </a:lnTo>
                <a:lnTo>
                  <a:pt x="11445" y="6933"/>
                </a:lnTo>
                <a:lnTo>
                  <a:pt x="11408" y="7007"/>
                </a:lnTo>
                <a:lnTo>
                  <a:pt x="11408" y="7153"/>
                </a:lnTo>
                <a:lnTo>
                  <a:pt x="11408" y="7337"/>
                </a:lnTo>
                <a:lnTo>
                  <a:pt x="11482" y="7483"/>
                </a:lnTo>
                <a:lnTo>
                  <a:pt x="11555" y="7593"/>
                </a:lnTo>
                <a:lnTo>
                  <a:pt x="11592" y="7630"/>
                </a:lnTo>
                <a:lnTo>
                  <a:pt x="11922" y="7960"/>
                </a:lnTo>
                <a:lnTo>
                  <a:pt x="12142" y="8107"/>
                </a:lnTo>
                <a:lnTo>
                  <a:pt x="12252" y="8180"/>
                </a:lnTo>
                <a:lnTo>
                  <a:pt x="12362" y="8217"/>
                </a:lnTo>
                <a:lnTo>
                  <a:pt x="12472" y="8217"/>
                </a:lnTo>
                <a:lnTo>
                  <a:pt x="12362" y="8547"/>
                </a:lnTo>
                <a:lnTo>
                  <a:pt x="12252" y="8804"/>
                </a:lnTo>
                <a:lnTo>
                  <a:pt x="12215" y="8841"/>
                </a:lnTo>
                <a:lnTo>
                  <a:pt x="12179" y="8877"/>
                </a:lnTo>
                <a:lnTo>
                  <a:pt x="11812" y="8731"/>
                </a:lnTo>
                <a:lnTo>
                  <a:pt x="11555" y="8584"/>
                </a:lnTo>
                <a:lnTo>
                  <a:pt x="11335" y="8364"/>
                </a:lnTo>
                <a:lnTo>
                  <a:pt x="11225" y="8364"/>
                </a:lnTo>
                <a:lnTo>
                  <a:pt x="11188" y="8437"/>
                </a:lnTo>
                <a:lnTo>
                  <a:pt x="11188" y="8511"/>
                </a:lnTo>
                <a:lnTo>
                  <a:pt x="11335" y="8731"/>
                </a:lnTo>
                <a:lnTo>
                  <a:pt x="11555" y="8951"/>
                </a:lnTo>
                <a:lnTo>
                  <a:pt x="11812" y="9134"/>
                </a:lnTo>
                <a:lnTo>
                  <a:pt x="12069" y="9244"/>
                </a:lnTo>
                <a:lnTo>
                  <a:pt x="11848" y="9648"/>
                </a:lnTo>
                <a:lnTo>
                  <a:pt x="11738" y="9648"/>
                </a:lnTo>
                <a:lnTo>
                  <a:pt x="11665" y="9721"/>
                </a:lnTo>
                <a:lnTo>
                  <a:pt x="11262" y="9428"/>
                </a:lnTo>
                <a:lnTo>
                  <a:pt x="10895" y="9134"/>
                </a:lnTo>
                <a:lnTo>
                  <a:pt x="10858" y="9097"/>
                </a:lnTo>
                <a:lnTo>
                  <a:pt x="10821" y="9134"/>
                </a:lnTo>
                <a:lnTo>
                  <a:pt x="10601" y="9391"/>
                </a:lnTo>
                <a:lnTo>
                  <a:pt x="10381" y="9648"/>
                </a:lnTo>
                <a:lnTo>
                  <a:pt x="10308" y="9648"/>
                </a:lnTo>
                <a:lnTo>
                  <a:pt x="10234" y="9684"/>
                </a:lnTo>
                <a:lnTo>
                  <a:pt x="10198" y="9758"/>
                </a:lnTo>
                <a:lnTo>
                  <a:pt x="10234" y="9831"/>
                </a:lnTo>
                <a:lnTo>
                  <a:pt x="10748" y="10308"/>
                </a:lnTo>
                <a:lnTo>
                  <a:pt x="11188" y="10821"/>
                </a:lnTo>
                <a:lnTo>
                  <a:pt x="10968" y="11262"/>
                </a:lnTo>
                <a:lnTo>
                  <a:pt x="10785" y="11152"/>
                </a:lnTo>
                <a:lnTo>
                  <a:pt x="10601" y="11078"/>
                </a:lnTo>
                <a:lnTo>
                  <a:pt x="10381" y="11042"/>
                </a:lnTo>
                <a:lnTo>
                  <a:pt x="10308" y="11005"/>
                </a:lnTo>
                <a:lnTo>
                  <a:pt x="10198" y="10968"/>
                </a:lnTo>
                <a:lnTo>
                  <a:pt x="10161" y="10931"/>
                </a:lnTo>
                <a:lnTo>
                  <a:pt x="10088" y="10931"/>
                </a:lnTo>
                <a:lnTo>
                  <a:pt x="9978" y="10968"/>
                </a:lnTo>
                <a:lnTo>
                  <a:pt x="9941" y="11078"/>
                </a:lnTo>
                <a:lnTo>
                  <a:pt x="9941" y="11152"/>
                </a:lnTo>
                <a:lnTo>
                  <a:pt x="9978" y="11188"/>
                </a:lnTo>
                <a:lnTo>
                  <a:pt x="10124" y="11335"/>
                </a:lnTo>
                <a:lnTo>
                  <a:pt x="10308" y="11445"/>
                </a:lnTo>
                <a:lnTo>
                  <a:pt x="10565" y="11555"/>
                </a:lnTo>
                <a:lnTo>
                  <a:pt x="10675" y="11592"/>
                </a:lnTo>
                <a:lnTo>
                  <a:pt x="10785" y="11592"/>
                </a:lnTo>
                <a:lnTo>
                  <a:pt x="10748" y="11775"/>
                </a:lnTo>
                <a:lnTo>
                  <a:pt x="10711" y="11959"/>
                </a:lnTo>
                <a:lnTo>
                  <a:pt x="10675" y="12179"/>
                </a:lnTo>
                <a:lnTo>
                  <a:pt x="10711" y="12362"/>
                </a:lnTo>
                <a:lnTo>
                  <a:pt x="10785" y="12582"/>
                </a:lnTo>
                <a:lnTo>
                  <a:pt x="10638" y="12692"/>
                </a:lnTo>
                <a:lnTo>
                  <a:pt x="10455" y="12876"/>
                </a:lnTo>
                <a:lnTo>
                  <a:pt x="10381" y="12949"/>
                </a:lnTo>
                <a:lnTo>
                  <a:pt x="10308" y="12949"/>
                </a:lnTo>
                <a:lnTo>
                  <a:pt x="10271" y="12986"/>
                </a:lnTo>
                <a:lnTo>
                  <a:pt x="10234" y="13059"/>
                </a:lnTo>
                <a:lnTo>
                  <a:pt x="10234" y="13169"/>
                </a:lnTo>
                <a:lnTo>
                  <a:pt x="10271" y="13206"/>
                </a:lnTo>
                <a:lnTo>
                  <a:pt x="10308" y="13242"/>
                </a:lnTo>
                <a:lnTo>
                  <a:pt x="10455" y="13242"/>
                </a:lnTo>
                <a:lnTo>
                  <a:pt x="10565" y="13206"/>
                </a:lnTo>
                <a:lnTo>
                  <a:pt x="10748" y="13059"/>
                </a:lnTo>
                <a:lnTo>
                  <a:pt x="11005" y="12912"/>
                </a:lnTo>
                <a:lnTo>
                  <a:pt x="11408" y="13352"/>
                </a:lnTo>
                <a:lnTo>
                  <a:pt x="11482" y="13426"/>
                </a:lnTo>
                <a:lnTo>
                  <a:pt x="11335" y="13609"/>
                </a:lnTo>
                <a:lnTo>
                  <a:pt x="11262" y="13829"/>
                </a:lnTo>
                <a:lnTo>
                  <a:pt x="11188" y="13829"/>
                </a:lnTo>
                <a:lnTo>
                  <a:pt x="11115" y="13866"/>
                </a:lnTo>
                <a:lnTo>
                  <a:pt x="11005" y="13939"/>
                </a:lnTo>
                <a:lnTo>
                  <a:pt x="10968" y="14013"/>
                </a:lnTo>
                <a:lnTo>
                  <a:pt x="11005" y="14123"/>
                </a:lnTo>
                <a:lnTo>
                  <a:pt x="11041" y="14233"/>
                </a:lnTo>
                <a:lnTo>
                  <a:pt x="11151" y="14306"/>
                </a:lnTo>
                <a:lnTo>
                  <a:pt x="11262" y="14343"/>
                </a:lnTo>
                <a:lnTo>
                  <a:pt x="11372" y="14343"/>
                </a:lnTo>
                <a:lnTo>
                  <a:pt x="11482" y="14270"/>
                </a:lnTo>
                <a:lnTo>
                  <a:pt x="11555" y="14196"/>
                </a:lnTo>
                <a:lnTo>
                  <a:pt x="11628" y="14086"/>
                </a:lnTo>
                <a:lnTo>
                  <a:pt x="11665" y="13976"/>
                </a:lnTo>
                <a:lnTo>
                  <a:pt x="11665" y="13866"/>
                </a:lnTo>
                <a:lnTo>
                  <a:pt x="11738" y="13719"/>
                </a:lnTo>
                <a:lnTo>
                  <a:pt x="11848" y="13829"/>
                </a:lnTo>
                <a:lnTo>
                  <a:pt x="11995" y="13903"/>
                </a:lnTo>
                <a:lnTo>
                  <a:pt x="12142" y="13976"/>
                </a:lnTo>
                <a:lnTo>
                  <a:pt x="12325" y="14013"/>
                </a:lnTo>
                <a:lnTo>
                  <a:pt x="12362" y="14049"/>
                </a:lnTo>
                <a:lnTo>
                  <a:pt x="12252" y="14270"/>
                </a:lnTo>
                <a:lnTo>
                  <a:pt x="12179" y="14453"/>
                </a:lnTo>
                <a:lnTo>
                  <a:pt x="12105" y="14563"/>
                </a:lnTo>
                <a:lnTo>
                  <a:pt x="11995" y="14600"/>
                </a:lnTo>
                <a:lnTo>
                  <a:pt x="11958" y="14600"/>
                </a:lnTo>
                <a:lnTo>
                  <a:pt x="11885" y="14636"/>
                </a:lnTo>
                <a:lnTo>
                  <a:pt x="11848" y="14746"/>
                </a:lnTo>
                <a:lnTo>
                  <a:pt x="11848" y="14856"/>
                </a:lnTo>
                <a:lnTo>
                  <a:pt x="11922" y="14930"/>
                </a:lnTo>
                <a:lnTo>
                  <a:pt x="11995" y="15003"/>
                </a:lnTo>
                <a:lnTo>
                  <a:pt x="12069" y="15003"/>
                </a:lnTo>
                <a:lnTo>
                  <a:pt x="12215" y="14966"/>
                </a:lnTo>
                <a:lnTo>
                  <a:pt x="12362" y="14856"/>
                </a:lnTo>
                <a:lnTo>
                  <a:pt x="12472" y="14746"/>
                </a:lnTo>
                <a:lnTo>
                  <a:pt x="12545" y="14563"/>
                </a:lnTo>
                <a:lnTo>
                  <a:pt x="12619" y="14416"/>
                </a:lnTo>
                <a:lnTo>
                  <a:pt x="12692" y="14049"/>
                </a:lnTo>
                <a:lnTo>
                  <a:pt x="13132" y="13976"/>
                </a:lnTo>
                <a:lnTo>
                  <a:pt x="13536" y="13829"/>
                </a:lnTo>
                <a:lnTo>
                  <a:pt x="13279" y="14526"/>
                </a:lnTo>
                <a:lnTo>
                  <a:pt x="13206" y="14710"/>
                </a:lnTo>
                <a:lnTo>
                  <a:pt x="13206" y="14820"/>
                </a:lnTo>
                <a:lnTo>
                  <a:pt x="13242" y="14856"/>
                </a:lnTo>
                <a:lnTo>
                  <a:pt x="13279" y="14930"/>
                </a:lnTo>
                <a:lnTo>
                  <a:pt x="13352" y="14966"/>
                </a:lnTo>
                <a:lnTo>
                  <a:pt x="13426" y="14966"/>
                </a:lnTo>
                <a:lnTo>
                  <a:pt x="13499" y="14930"/>
                </a:lnTo>
                <a:lnTo>
                  <a:pt x="13572" y="14893"/>
                </a:lnTo>
                <a:lnTo>
                  <a:pt x="13609" y="14820"/>
                </a:lnTo>
                <a:lnTo>
                  <a:pt x="13719" y="14563"/>
                </a:lnTo>
                <a:lnTo>
                  <a:pt x="13793" y="14270"/>
                </a:lnTo>
                <a:lnTo>
                  <a:pt x="13829" y="13976"/>
                </a:lnTo>
                <a:lnTo>
                  <a:pt x="13829" y="13719"/>
                </a:lnTo>
                <a:lnTo>
                  <a:pt x="14269" y="13463"/>
                </a:lnTo>
                <a:lnTo>
                  <a:pt x="14306" y="13939"/>
                </a:lnTo>
                <a:lnTo>
                  <a:pt x="14343" y="14049"/>
                </a:lnTo>
                <a:lnTo>
                  <a:pt x="14379" y="14123"/>
                </a:lnTo>
                <a:lnTo>
                  <a:pt x="14379" y="14159"/>
                </a:lnTo>
                <a:lnTo>
                  <a:pt x="14416" y="14270"/>
                </a:lnTo>
                <a:lnTo>
                  <a:pt x="14490" y="14343"/>
                </a:lnTo>
                <a:lnTo>
                  <a:pt x="14673" y="14343"/>
                </a:lnTo>
                <a:lnTo>
                  <a:pt x="14673" y="14306"/>
                </a:lnTo>
                <a:lnTo>
                  <a:pt x="14746" y="14233"/>
                </a:lnTo>
                <a:lnTo>
                  <a:pt x="14783" y="14159"/>
                </a:lnTo>
                <a:lnTo>
                  <a:pt x="14710" y="13903"/>
                </a:lnTo>
                <a:lnTo>
                  <a:pt x="14673" y="13646"/>
                </a:lnTo>
                <a:lnTo>
                  <a:pt x="14563" y="13279"/>
                </a:lnTo>
                <a:lnTo>
                  <a:pt x="15003" y="12876"/>
                </a:lnTo>
                <a:lnTo>
                  <a:pt x="15113" y="13022"/>
                </a:lnTo>
                <a:lnTo>
                  <a:pt x="15223" y="13132"/>
                </a:lnTo>
                <a:lnTo>
                  <a:pt x="15370" y="13352"/>
                </a:lnTo>
                <a:lnTo>
                  <a:pt x="15480" y="13463"/>
                </a:lnTo>
                <a:lnTo>
                  <a:pt x="15590" y="13536"/>
                </a:lnTo>
                <a:lnTo>
                  <a:pt x="15663" y="13536"/>
                </a:lnTo>
                <a:lnTo>
                  <a:pt x="15737" y="13463"/>
                </a:lnTo>
                <a:lnTo>
                  <a:pt x="15773" y="13389"/>
                </a:lnTo>
                <a:lnTo>
                  <a:pt x="15773" y="13316"/>
                </a:lnTo>
                <a:lnTo>
                  <a:pt x="15737" y="13132"/>
                </a:lnTo>
                <a:lnTo>
                  <a:pt x="15627" y="12986"/>
                </a:lnTo>
                <a:lnTo>
                  <a:pt x="15480" y="12876"/>
                </a:lnTo>
                <a:lnTo>
                  <a:pt x="15370" y="12729"/>
                </a:lnTo>
                <a:lnTo>
                  <a:pt x="15260" y="12582"/>
                </a:lnTo>
                <a:lnTo>
                  <a:pt x="15480" y="12289"/>
                </a:lnTo>
                <a:lnTo>
                  <a:pt x="15700" y="11995"/>
                </a:lnTo>
                <a:lnTo>
                  <a:pt x="15773" y="12069"/>
                </a:lnTo>
                <a:lnTo>
                  <a:pt x="15993" y="12215"/>
                </a:lnTo>
                <a:lnTo>
                  <a:pt x="16177" y="12399"/>
                </a:lnTo>
                <a:lnTo>
                  <a:pt x="16250" y="12435"/>
                </a:lnTo>
                <a:lnTo>
                  <a:pt x="16397" y="12435"/>
                </a:lnTo>
                <a:lnTo>
                  <a:pt x="16434" y="12399"/>
                </a:lnTo>
                <a:lnTo>
                  <a:pt x="16470" y="12325"/>
                </a:lnTo>
                <a:lnTo>
                  <a:pt x="16507" y="12252"/>
                </a:lnTo>
                <a:lnTo>
                  <a:pt x="16507" y="12179"/>
                </a:lnTo>
                <a:lnTo>
                  <a:pt x="16434" y="12105"/>
                </a:lnTo>
                <a:lnTo>
                  <a:pt x="16250" y="11922"/>
                </a:lnTo>
                <a:lnTo>
                  <a:pt x="16030" y="11775"/>
                </a:lnTo>
                <a:lnTo>
                  <a:pt x="15883" y="11702"/>
                </a:lnTo>
                <a:lnTo>
                  <a:pt x="16140" y="11115"/>
                </a:lnTo>
                <a:lnTo>
                  <a:pt x="16324" y="11225"/>
                </a:lnTo>
                <a:lnTo>
                  <a:pt x="16617" y="11335"/>
                </a:lnTo>
                <a:lnTo>
                  <a:pt x="16984" y="11408"/>
                </a:lnTo>
                <a:lnTo>
                  <a:pt x="17057" y="11408"/>
                </a:lnTo>
                <a:lnTo>
                  <a:pt x="17094" y="11372"/>
                </a:lnTo>
                <a:lnTo>
                  <a:pt x="17131" y="11298"/>
                </a:lnTo>
                <a:lnTo>
                  <a:pt x="17167" y="11225"/>
                </a:lnTo>
                <a:lnTo>
                  <a:pt x="17167" y="11152"/>
                </a:lnTo>
                <a:lnTo>
                  <a:pt x="17131" y="11078"/>
                </a:lnTo>
                <a:lnTo>
                  <a:pt x="17094" y="11042"/>
                </a:lnTo>
                <a:lnTo>
                  <a:pt x="17021" y="11005"/>
                </a:lnTo>
                <a:lnTo>
                  <a:pt x="16764" y="10968"/>
                </a:lnTo>
                <a:lnTo>
                  <a:pt x="16544" y="10895"/>
                </a:lnTo>
                <a:lnTo>
                  <a:pt x="16250" y="10821"/>
                </a:lnTo>
                <a:lnTo>
                  <a:pt x="16397" y="10345"/>
                </a:lnTo>
                <a:lnTo>
                  <a:pt x="16507" y="9831"/>
                </a:lnTo>
                <a:lnTo>
                  <a:pt x="16727" y="9941"/>
                </a:lnTo>
                <a:lnTo>
                  <a:pt x="16984" y="9978"/>
                </a:lnTo>
                <a:lnTo>
                  <a:pt x="17131" y="10014"/>
                </a:lnTo>
                <a:lnTo>
                  <a:pt x="17277" y="10014"/>
                </a:lnTo>
                <a:lnTo>
                  <a:pt x="17424" y="9978"/>
                </a:lnTo>
                <a:lnTo>
                  <a:pt x="17461" y="9904"/>
                </a:lnTo>
                <a:lnTo>
                  <a:pt x="17497" y="9831"/>
                </a:lnTo>
                <a:lnTo>
                  <a:pt x="17497" y="9794"/>
                </a:lnTo>
                <a:lnTo>
                  <a:pt x="17497" y="9721"/>
                </a:lnTo>
                <a:lnTo>
                  <a:pt x="17387" y="9648"/>
                </a:lnTo>
                <a:lnTo>
                  <a:pt x="17277" y="9611"/>
                </a:lnTo>
                <a:lnTo>
                  <a:pt x="17167" y="9574"/>
                </a:lnTo>
                <a:lnTo>
                  <a:pt x="16544" y="9501"/>
                </a:lnTo>
                <a:lnTo>
                  <a:pt x="16544" y="9464"/>
                </a:lnTo>
                <a:lnTo>
                  <a:pt x="16580" y="8987"/>
                </a:lnTo>
                <a:lnTo>
                  <a:pt x="16617" y="8511"/>
                </a:lnTo>
                <a:lnTo>
                  <a:pt x="16800" y="8584"/>
                </a:lnTo>
                <a:lnTo>
                  <a:pt x="17021" y="8621"/>
                </a:lnTo>
                <a:lnTo>
                  <a:pt x="17204" y="8657"/>
                </a:lnTo>
                <a:lnTo>
                  <a:pt x="17424" y="8621"/>
                </a:lnTo>
                <a:lnTo>
                  <a:pt x="17571" y="8584"/>
                </a:lnTo>
                <a:lnTo>
                  <a:pt x="17644" y="8511"/>
                </a:lnTo>
                <a:lnTo>
                  <a:pt x="17681" y="8437"/>
                </a:lnTo>
                <a:lnTo>
                  <a:pt x="17681" y="8364"/>
                </a:lnTo>
                <a:lnTo>
                  <a:pt x="17644" y="8290"/>
                </a:lnTo>
                <a:lnTo>
                  <a:pt x="17534" y="8217"/>
                </a:lnTo>
                <a:lnTo>
                  <a:pt x="17387" y="8217"/>
                </a:lnTo>
                <a:lnTo>
                  <a:pt x="17094" y="8254"/>
                </a:lnTo>
                <a:lnTo>
                  <a:pt x="16617" y="8217"/>
                </a:lnTo>
                <a:lnTo>
                  <a:pt x="16580" y="7814"/>
                </a:lnTo>
                <a:lnTo>
                  <a:pt x="16507" y="7410"/>
                </a:lnTo>
                <a:lnTo>
                  <a:pt x="16507" y="7410"/>
                </a:lnTo>
                <a:lnTo>
                  <a:pt x="16690" y="7447"/>
                </a:lnTo>
                <a:lnTo>
                  <a:pt x="16874" y="7447"/>
                </a:lnTo>
                <a:lnTo>
                  <a:pt x="17021" y="7410"/>
                </a:lnTo>
                <a:lnTo>
                  <a:pt x="17204" y="7337"/>
                </a:lnTo>
                <a:lnTo>
                  <a:pt x="17351" y="7263"/>
                </a:lnTo>
                <a:lnTo>
                  <a:pt x="17387" y="7190"/>
                </a:lnTo>
                <a:lnTo>
                  <a:pt x="17424" y="7117"/>
                </a:lnTo>
                <a:lnTo>
                  <a:pt x="17424" y="7043"/>
                </a:lnTo>
                <a:lnTo>
                  <a:pt x="17424" y="7007"/>
                </a:lnTo>
                <a:lnTo>
                  <a:pt x="17351" y="6933"/>
                </a:lnTo>
                <a:lnTo>
                  <a:pt x="17314" y="6897"/>
                </a:lnTo>
                <a:lnTo>
                  <a:pt x="17131" y="6897"/>
                </a:lnTo>
                <a:lnTo>
                  <a:pt x="16947" y="6970"/>
                </a:lnTo>
                <a:lnTo>
                  <a:pt x="16764" y="7007"/>
                </a:lnTo>
                <a:lnTo>
                  <a:pt x="16397" y="7080"/>
                </a:lnTo>
                <a:lnTo>
                  <a:pt x="16324" y="6897"/>
                </a:lnTo>
                <a:lnTo>
                  <a:pt x="16140" y="6493"/>
                </a:lnTo>
                <a:lnTo>
                  <a:pt x="16397" y="6420"/>
                </a:lnTo>
                <a:lnTo>
                  <a:pt x="16764" y="6273"/>
                </a:lnTo>
                <a:lnTo>
                  <a:pt x="16947" y="6200"/>
                </a:lnTo>
                <a:lnTo>
                  <a:pt x="17094" y="6090"/>
                </a:lnTo>
                <a:lnTo>
                  <a:pt x="17131" y="6053"/>
                </a:lnTo>
                <a:lnTo>
                  <a:pt x="17131" y="5979"/>
                </a:lnTo>
                <a:lnTo>
                  <a:pt x="17131" y="5906"/>
                </a:lnTo>
                <a:lnTo>
                  <a:pt x="17021" y="5833"/>
                </a:lnTo>
                <a:lnTo>
                  <a:pt x="16910" y="5796"/>
                </a:lnTo>
                <a:lnTo>
                  <a:pt x="16764" y="5833"/>
                </a:lnTo>
                <a:lnTo>
                  <a:pt x="16580" y="5906"/>
                </a:lnTo>
                <a:lnTo>
                  <a:pt x="16250" y="6090"/>
                </a:lnTo>
                <a:lnTo>
                  <a:pt x="16104" y="6163"/>
                </a:lnTo>
                <a:lnTo>
                  <a:pt x="15957" y="6236"/>
                </a:lnTo>
                <a:lnTo>
                  <a:pt x="15957" y="6200"/>
                </a:lnTo>
                <a:lnTo>
                  <a:pt x="15957" y="6163"/>
                </a:lnTo>
                <a:lnTo>
                  <a:pt x="15920" y="6163"/>
                </a:lnTo>
                <a:lnTo>
                  <a:pt x="15590" y="5796"/>
                </a:lnTo>
                <a:lnTo>
                  <a:pt x="15920" y="5503"/>
                </a:lnTo>
                <a:lnTo>
                  <a:pt x="16250" y="5173"/>
                </a:lnTo>
                <a:lnTo>
                  <a:pt x="16287" y="5099"/>
                </a:lnTo>
                <a:lnTo>
                  <a:pt x="16324" y="4989"/>
                </a:lnTo>
                <a:lnTo>
                  <a:pt x="16287" y="4916"/>
                </a:lnTo>
                <a:lnTo>
                  <a:pt x="16250" y="4879"/>
                </a:lnTo>
                <a:lnTo>
                  <a:pt x="16177" y="4806"/>
                </a:lnTo>
                <a:lnTo>
                  <a:pt x="16030" y="4806"/>
                </a:lnTo>
                <a:lnTo>
                  <a:pt x="15957" y="4842"/>
                </a:lnTo>
                <a:lnTo>
                  <a:pt x="15627" y="5209"/>
                </a:lnTo>
                <a:lnTo>
                  <a:pt x="15333" y="5576"/>
                </a:lnTo>
                <a:lnTo>
                  <a:pt x="15076" y="5393"/>
                </a:lnTo>
                <a:lnTo>
                  <a:pt x="14820" y="5246"/>
                </a:lnTo>
                <a:lnTo>
                  <a:pt x="14673" y="5173"/>
                </a:lnTo>
                <a:lnTo>
                  <a:pt x="14746" y="5026"/>
                </a:lnTo>
                <a:lnTo>
                  <a:pt x="14966" y="4659"/>
                </a:lnTo>
                <a:lnTo>
                  <a:pt x="15003" y="4586"/>
                </a:lnTo>
                <a:lnTo>
                  <a:pt x="15003" y="4512"/>
                </a:lnTo>
                <a:lnTo>
                  <a:pt x="14930" y="4402"/>
                </a:lnTo>
                <a:lnTo>
                  <a:pt x="14856" y="4366"/>
                </a:lnTo>
                <a:lnTo>
                  <a:pt x="14746" y="4366"/>
                </a:lnTo>
                <a:lnTo>
                  <a:pt x="14673" y="4439"/>
                </a:lnTo>
                <a:lnTo>
                  <a:pt x="14526" y="4622"/>
                </a:lnTo>
                <a:lnTo>
                  <a:pt x="14416" y="4842"/>
                </a:lnTo>
                <a:lnTo>
                  <a:pt x="14343" y="5026"/>
                </a:lnTo>
                <a:lnTo>
                  <a:pt x="14159" y="4989"/>
                </a:lnTo>
                <a:lnTo>
                  <a:pt x="13939" y="4989"/>
                </a:lnTo>
                <a:lnTo>
                  <a:pt x="13903" y="4732"/>
                </a:lnTo>
                <a:lnTo>
                  <a:pt x="13866" y="4476"/>
                </a:lnTo>
                <a:lnTo>
                  <a:pt x="13829" y="3962"/>
                </a:lnTo>
                <a:lnTo>
                  <a:pt x="13829" y="3889"/>
                </a:lnTo>
                <a:lnTo>
                  <a:pt x="13756" y="3852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3" name="Google Shape;513;p10"/>
          <p:cNvSpPr/>
          <p:nvPr/>
        </p:nvSpPr>
        <p:spPr>
          <a:xfrm>
            <a:off x="462490" y="5418857"/>
            <a:ext cx="639575" cy="452289"/>
          </a:xfrm>
          <a:custGeom>
            <a:avLst/>
            <a:gdLst/>
            <a:ahLst/>
            <a:cxnLst/>
            <a:rect l="l" t="t" r="r" b="b"/>
            <a:pathLst>
              <a:path w="16911" h="11959" extrusionOk="0">
                <a:moveTo>
                  <a:pt x="12215" y="8951"/>
                </a:moveTo>
                <a:lnTo>
                  <a:pt x="12032" y="9098"/>
                </a:lnTo>
                <a:lnTo>
                  <a:pt x="11848" y="9244"/>
                </a:lnTo>
                <a:lnTo>
                  <a:pt x="11408" y="9538"/>
                </a:lnTo>
                <a:lnTo>
                  <a:pt x="11005" y="9685"/>
                </a:lnTo>
                <a:lnTo>
                  <a:pt x="10638" y="9868"/>
                </a:lnTo>
                <a:lnTo>
                  <a:pt x="10124" y="10051"/>
                </a:lnTo>
                <a:lnTo>
                  <a:pt x="9977" y="10125"/>
                </a:lnTo>
                <a:lnTo>
                  <a:pt x="9794" y="10161"/>
                </a:lnTo>
                <a:lnTo>
                  <a:pt x="9904" y="9978"/>
                </a:lnTo>
                <a:lnTo>
                  <a:pt x="10051" y="9795"/>
                </a:lnTo>
                <a:lnTo>
                  <a:pt x="10344" y="9758"/>
                </a:lnTo>
                <a:lnTo>
                  <a:pt x="10601" y="9648"/>
                </a:lnTo>
                <a:lnTo>
                  <a:pt x="10858" y="9538"/>
                </a:lnTo>
                <a:lnTo>
                  <a:pt x="11115" y="9354"/>
                </a:lnTo>
                <a:lnTo>
                  <a:pt x="11335" y="9171"/>
                </a:lnTo>
                <a:lnTo>
                  <a:pt x="11371" y="9061"/>
                </a:lnTo>
                <a:lnTo>
                  <a:pt x="11445" y="9061"/>
                </a:lnTo>
                <a:lnTo>
                  <a:pt x="11481" y="9024"/>
                </a:lnTo>
                <a:lnTo>
                  <a:pt x="11848" y="8951"/>
                </a:lnTo>
                <a:close/>
                <a:moveTo>
                  <a:pt x="12619" y="8988"/>
                </a:moveTo>
                <a:lnTo>
                  <a:pt x="12839" y="9061"/>
                </a:lnTo>
                <a:lnTo>
                  <a:pt x="12839" y="9171"/>
                </a:lnTo>
                <a:lnTo>
                  <a:pt x="12215" y="9685"/>
                </a:lnTo>
                <a:lnTo>
                  <a:pt x="11518" y="10125"/>
                </a:lnTo>
                <a:lnTo>
                  <a:pt x="11115" y="10345"/>
                </a:lnTo>
                <a:lnTo>
                  <a:pt x="10711" y="10528"/>
                </a:lnTo>
                <a:lnTo>
                  <a:pt x="10308" y="10712"/>
                </a:lnTo>
                <a:lnTo>
                  <a:pt x="9904" y="10932"/>
                </a:lnTo>
                <a:lnTo>
                  <a:pt x="9831" y="10822"/>
                </a:lnTo>
                <a:lnTo>
                  <a:pt x="9794" y="10712"/>
                </a:lnTo>
                <a:lnTo>
                  <a:pt x="9757" y="10455"/>
                </a:lnTo>
                <a:lnTo>
                  <a:pt x="9904" y="10455"/>
                </a:lnTo>
                <a:lnTo>
                  <a:pt x="10051" y="10381"/>
                </a:lnTo>
                <a:lnTo>
                  <a:pt x="10344" y="10271"/>
                </a:lnTo>
                <a:lnTo>
                  <a:pt x="11078" y="10015"/>
                </a:lnTo>
                <a:lnTo>
                  <a:pt x="11481" y="9831"/>
                </a:lnTo>
                <a:lnTo>
                  <a:pt x="11922" y="9611"/>
                </a:lnTo>
                <a:lnTo>
                  <a:pt x="12288" y="9318"/>
                </a:lnTo>
                <a:lnTo>
                  <a:pt x="12435" y="9171"/>
                </a:lnTo>
                <a:lnTo>
                  <a:pt x="12619" y="8988"/>
                </a:lnTo>
                <a:close/>
                <a:moveTo>
                  <a:pt x="9464" y="514"/>
                </a:moveTo>
                <a:lnTo>
                  <a:pt x="9721" y="551"/>
                </a:lnTo>
                <a:lnTo>
                  <a:pt x="9941" y="588"/>
                </a:lnTo>
                <a:lnTo>
                  <a:pt x="10161" y="661"/>
                </a:lnTo>
                <a:lnTo>
                  <a:pt x="10344" y="771"/>
                </a:lnTo>
                <a:lnTo>
                  <a:pt x="10491" y="918"/>
                </a:lnTo>
                <a:lnTo>
                  <a:pt x="10564" y="1101"/>
                </a:lnTo>
                <a:lnTo>
                  <a:pt x="10601" y="1101"/>
                </a:lnTo>
                <a:lnTo>
                  <a:pt x="10528" y="1211"/>
                </a:lnTo>
                <a:lnTo>
                  <a:pt x="10528" y="1321"/>
                </a:lnTo>
                <a:lnTo>
                  <a:pt x="10564" y="1615"/>
                </a:lnTo>
                <a:lnTo>
                  <a:pt x="10638" y="1871"/>
                </a:lnTo>
                <a:lnTo>
                  <a:pt x="10748" y="2091"/>
                </a:lnTo>
                <a:lnTo>
                  <a:pt x="10931" y="2348"/>
                </a:lnTo>
                <a:lnTo>
                  <a:pt x="11005" y="2495"/>
                </a:lnTo>
                <a:lnTo>
                  <a:pt x="11041" y="2678"/>
                </a:lnTo>
                <a:lnTo>
                  <a:pt x="11041" y="2752"/>
                </a:lnTo>
                <a:lnTo>
                  <a:pt x="11005" y="2788"/>
                </a:lnTo>
                <a:lnTo>
                  <a:pt x="10931" y="2788"/>
                </a:lnTo>
                <a:lnTo>
                  <a:pt x="10858" y="2752"/>
                </a:lnTo>
                <a:lnTo>
                  <a:pt x="10784" y="2642"/>
                </a:lnTo>
                <a:lnTo>
                  <a:pt x="10674" y="2312"/>
                </a:lnTo>
                <a:lnTo>
                  <a:pt x="10601" y="2128"/>
                </a:lnTo>
                <a:lnTo>
                  <a:pt x="10491" y="1981"/>
                </a:lnTo>
                <a:lnTo>
                  <a:pt x="10381" y="1798"/>
                </a:lnTo>
                <a:lnTo>
                  <a:pt x="10234" y="1651"/>
                </a:lnTo>
                <a:lnTo>
                  <a:pt x="10088" y="1541"/>
                </a:lnTo>
                <a:lnTo>
                  <a:pt x="9904" y="1431"/>
                </a:lnTo>
                <a:lnTo>
                  <a:pt x="9721" y="1358"/>
                </a:lnTo>
                <a:lnTo>
                  <a:pt x="9537" y="1321"/>
                </a:lnTo>
                <a:lnTo>
                  <a:pt x="9134" y="1321"/>
                </a:lnTo>
                <a:lnTo>
                  <a:pt x="8950" y="1358"/>
                </a:lnTo>
                <a:lnTo>
                  <a:pt x="8767" y="1431"/>
                </a:lnTo>
                <a:lnTo>
                  <a:pt x="8694" y="1468"/>
                </a:lnTo>
                <a:lnTo>
                  <a:pt x="8657" y="1505"/>
                </a:lnTo>
                <a:lnTo>
                  <a:pt x="8694" y="1615"/>
                </a:lnTo>
                <a:lnTo>
                  <a:pt x="8767" y="1688"/>
                </a:lnTo>
                <a:lnTo>
                  <a:pt x="8804" y="1725"/>
                </a:lnTo>
                <a:lnTo>
                  <a:pt x="8877" y="1725"/>
                </a:lnTo>
                <a:lnTo>
                  <a:pt x="9097" y="1688"/>
                </a:lnTo>
                <a:lnTo>
                  <a:pt x="9281" y="1688"/>
                </a:lnTo>
                <a:lnTo>
                  <a:pt x="9501" y="1725"/>
                </a:lnTo>
                <a:lnTo>
                  <a:pt x="9684" y="1798"/>
                </a:lnTo>
                <a:lnTo>
                  <a:pt x="9867" y="1871"/>
                </a:lnTo>
                <a:lnTo>
                  <a:pt x="10014" y="2018"/>
                </a:lnTo>
                <a:lnTo>
                  <a:pt x="10161" y="2165"/>
                </a:lnTo>
                <a:lnTo>
                  <a:pt x="10271" y="2348"/>
                </a:lnTo>
                <a:lnTo>
                  <a:pt x="10418" y="2788"/>
                </a:lnTo>
                <a:lnTo>
                  <a:pt x="10528" y="2972"/>
                </a:lnTo>
                <a:lnTo>
                  <a:pt x="10638" y="3119"/>
                </a:lnTo>
                <a:lnTo>
                  <a:pt x="10528" y="3192"/>
                </a:lnTo>
                <a:lnTo>
                  <a:pt x="10308" y="3375"/>
                </a:lnTo>
                <a:lnTo>
                  <a:pt x="10088" y="3595"/>
                </a:lnTo>
                <a:lnTo>
                  <a:pt x="9904" y="3816"/>
                </a:lnTo>
                <a:lnTo>
                  <a:pt x="9794" y="4072"/>
                </a:lnTo>
                <a:lnTo>
                  <a:pt x="9721" y="4292"/>
                </a:lnTo>
                <a:lnTo>
                  <a:pt x="9684" y="4512"/>
                </a:lnTo>
                <a:lnTo>
                  <a:pt x="9721" y="4733"/>
                </a:lnTo>
                <a:lnTo>
                  <a:pt x="9757" y="4953"/>
                </a:lnTo>
                <a:lnTo>
                  <a:pt x="9867" y="5136"/>
                </a:lnTo>
                <a:lnTo>
                  <a:pt x="10014" y="5283"/>
                </a:lnTo>
                <a:lnTo>
                  <a:pt x="10198" y="5429"/>
                </a:lnTo>
                <a:lnTo>
                  <a:pt x="10418" y="5503"/>
                </a:lnTo>
                <a:lnTo>
                  <a:pt x="10638" y="5576"/>
                </a:lnTo>
                <a:lnTo>
                  <a:pt x="10895" y="5540"/>
                </a:lnTo>
                <a:lnTo>
                  <a:pt x="11151" y="5503"/>
                </a:lnTo>
                <a:lnTo>
                  <a:pt x="11371" y="5393"/>
                </a:lnTo>
                <a:lnTo>
                  <a:pt x="12032" y="5063"/>
                </a:lnTo>
                <a:lnTo>
                  <a:pt x="12692" y="4659"/>
                </a:lnTo>
                <a:lnTo>
                  <a:pt x="12729" y="4586"/>
                </a:lnTo>
                <a:lnTo>
                  <a:pt x="12765" y="4512"/>
                </a:lnTo>
                <a:lnTo>
                  <a:pt x="12765" y="4439"/>
                </a:lnTo>
                <a:lnTo>
                  <a:pt x="12729" y="4402"/>
                </a:lnTo>
                <a:lnTo>
                  <a:pt x="12692" y="4329"/>
                </a:lnTo>
                <a:lnTo>
                  <a:pt x="12619" y="4292"/>
                </a:lnTo>
                <a:lnTo>
                  <a:pt x="12472" y="4292"/>
                </a:lnTo>
                <a:lnTo>
                  <a:pt x="12032" y="4549"/>
                </a:lnTo>
                <a:lnTo>
                  <a:pt x="11591" y="4843"/>
                </a:lnTo>
                <a:lnTo>
                  <a:pt x="11371" y="4953"/>
                </a:lnTo>
                <a:lnTo>
                  <a:pt x="11151" y="5063"/>
                </a:lnTo>
                <a:lnTo>
                  <a:pt x="10895" y="5136"/>
                </a:lnTo>
                <a:lnTo>
                  <a:pt x="10528" y="5136"/>
                </a:lnTo>
                <a:lnTo>
                  <a:pt x="10418" y="5099"/>
                </a:lnTo>
                <a:lnTo>
                  <a:pt x="10308" y="5026"/>
                </a:lnTo>
                <a:lnTo>
                  <a:pt x="10234" y="4953"/>
                </a:lnTo>
                <a:lnTo>
                  <a:pt x="10161" y="4843"/>
                </a:lnTo>
                <a:lnTo>
                  <a:pt x="10124" y="4733"/>
                </a:lnTo>
                <a:lnTo>
                  <a:pt x="10088" y="4476"/>
                </a:lnTo>
                <a:lnTo>
                  <a:pt x="10124" y="4366"/>
                </a:lnTo>
                <a:lnTo>
                  <a:pt x="10161" y="4219"/>
                </a:lnTo>
                <a:lnTo>
                  <a:pt x="10271" y="3999"/>
                </a:lnTo>
                <a:lnTo>
                  <a:pt x="10454" y="3816"/>
                </a:lnTo>
                <a:lnTo>
                  <a:pt x="10674" y="3632"/>
                </a:lnTo>
                <a:lnTo>
                  <a:pt x="10968" y="3375"/>
                </a:lnTo>
                <a:lnTo>
                  <a:pt x="11225" y="3119"/>
                </a:lnTo>
                <a:lnTo>
                  <a:pt x="11335" y="2972"/>
                </a:lnTo>
                <a:lnTo>
                  <a:pt x="11408" y="2825"/>
                </a:lnTo>
                <a:lnTo>
                  <a:pt x="11408" y="2642"/>
                </a:lnTo>
                <a:lnTo>
                  <a:pt x="11408" y="2422"/>
                </a:lnTo>
                <a:lnTo>
                  <a:pt x="11335" y="2275"/>
                </a:lnTo>
                <a:lnTo>
                  <a:pt x="11261" y="2165"/>
                </a:lnTo>
                <a:lnTo>
                  <a:pt x="11078" y="1871"/>
                </a:lnTo>
                <a:lnTo>
                  <a:pt x="10895" y="1578"/>
                </a:lnTo>
                <a:lnTo>
                  <a:pt x="10821" y="1431"/>
                </a:lnTo>
                <a:lnTo>
                  <a:pt x="10821" y="1284"/>
                </a:lnTo>
                <a:lnTo>
                  <a:pt x="10895" y="1248"/>
                </a:lnTo>
                <a:lnTo>
                  <a:pt x="11298" y="1138"/>
                </a:lnTo>
                <a:lnTo>
                  <a:pt x="11702" y="1028"/>
                </a:lnTo>
                <a:lnTo>
                  <a:pt x="12142" y="954"/>
                </a:lnTo>
                <a:lnTo>
                  <a:pt x="12582" y="918"/>
                </a:lnTo>
                <a:lnTo>
                  <a:pt x="12802" y="954"/>
                </a:lnTo>
                <a:lnTo>
                  <a:pt x="13022" y="1028"/>
                </a:lnTo>
                <a:lnTo>
                  <a:pt x="13205" y="1101"/>
                </a:lnTo>
                <a:lnTo>
                  <a:pt x="13352" y="1211"/>
                </a:lnTo>
                <a:lnTo>
                  <a:pt x="13499" y="1358"/>
                </a:lnTo>
                <a:lnTo>
                  <a:pt x="13609" y="1505"/>
                </a:lnTo>
                <a:lnTo>
                  <a:pt x="13829" y="1908"/>
                </a:lnTo>
                <a:lnTo>
                  <a:pt x="14012" y="2202"/>
                </a:lnTo>
                <a:lnTo>
                  <a:pt x="13866" y="2422"/>
                </a:lnTo>
                <a:lnTo>
                  <a:pt x="13682" y="2568"/>
                </a:lnTo>
                <a:lnTo>
                  <a:pt x="13499" y="2678"/>
                </a:lnTo>
                <a:lnTo>
                  <a:pt x="13279" y="2788"/>
                </a:lnTo>
                <a:lnTo>
                  <a:pt x="12839" y="2935"/>
                </a:lnTo>
                <a:lnTo>
                  <a:pt x="12362" y="3082"/>
                </a:lnTo>
                <a:lnTo>
                  <a:pt x="11995" y="3229"/>
                </a:lnTo>
                <a:lnTo>
                  <a:pt x="11518" y="3449"/>
                </a:lnTo>
                <a:lnTo>
                  <a:pt x="11298" y="3559"/>
                </a:lnTo>
                <a:lnTo>
                  <a:pt x="11151" y="3742"/>
                </a:lnTo>
                <a:lnTo>
                  <a:pt x="11041" y="3889"/>
                </a:lnTo>
                <a:lnTo>
                  <a:pt x="11005" y="3999"/>
                </a:lnTo>
                <a:lnTo>
                  <a:pt x="11005" y="4109"/>
                </a:lnTo>
                <a:lnTo>
                  <a:pt x="11005" y="4182"/>
                </a:lnTo>
                <a:lnTo>
                  <a:pt x="11041" y="4256"/>
                </a:lnTo>
                <a:lnTo>
                  <a:pt x="11115" y="4292"/>
                </a:lnTo>
                <a:lnTo>
                  <a:pt x="11335" y="4292"/>
                </a:lnTo>
                <a:lnTo>
                  <a:pt x="11371" y="4219"/>
                </a:lnTo>
                <a:lnTo>
                  <a:pt x="11408" y="4146"/>
                </a:lnTo>
                <a:lnTo>
                  <a:pt x="11445" y="4072"/>
                </a:lnTo>
                <a:lnTo>
                  <a:pt x="11555" y="3962"/>
                </a:lnTo>
                <a:lnTo>
                  <a:pt x="11775" y="3816"/>
                </a:lnTo>
                <a:lnTo>
                  <a:pt x="12068" y="3669"/>
                </a:lnTo>
                <a:lnTo>
                  <a:pt x="12288" y="3595"/>
                </a:lnTo>
                <a:lnTo>
                  <a:pt x="12802" y="3412"/>
                </a:lnTo>
                <a:lnTo>
                  <a:pt x="13279" y="3229"/>
                </a:lnTo>
                <a:lnTo>
                  <a:pt x="13572" y="3119"/>
                </a:lnTo>
                <a:lnTo>
                  <a:pt x="13866" y="2972"/>
                </a:lnTo>
                <a:lnTo>
                  <a:pt x="14086" y="2752"/>
                </a:lnTo>
                <a:lnTo>
                  <a:pt x="14159" y="2642"/>
                </a:lnTo>
                <a:lnTo>
                  <a:pt x="14233" y="2495"/>
                </a:lnTo>
                <a:lnTo>
                  <a:pt x="14306" y="2568"/>
                </a:lnTo>
                <a:lnTo>
                  <a:pt x="14489" y="2715"/>
                </a:lnTo>
                <a:lnTo>
                  <a:pt x="14673" y="2788"/>
                </a:lnTo>
                <a:lnTo>
                  <a:pt x="14893" y="2898"/>
                </a:lnTo>
                <a:lnTo>
                  <a:pt x="15076" y="3009"/>
                </a:lnTo>
                <a:lnTo>
                  <a:pt x="15296" y="3192"/>
                </a:lnTo>
                <a:lnTo>
                  <a:pt x="15480" y="3449"/>
                </a:lnTo>
                <a:lnTo>
                  <a:pt x="15626" y="3705"/>
                </a:lnTo>
                <a:lnTo>
                  <a:pt x="15700" y="3999"/>
                </a:lnTo>
                <a:lnTo>
                  <a:pt x="15480" y="4366"/>
                </a:lnTo>
                <a:lnTo>
                  <a:pt x="15370" y="4549"/>
                </a:lnTo>
                <a:lnTo>
                  <a:pt x="15186" y="4696"/>
                </a:lnTo>
                <a:lnTo>
                  <a:pt x="14966" y="4879"/>
                </a:lnTo>
                <a:lnTo>
                  <a:pt x="14709" y="5063"/>
                </a:lnTo>
                <a:lnTo>
                  <a:pt x="14416" y="5173"/>
                </a:lnTo>
                <a:lnTo>
                  <a:pt x="14123" y="5283"/>
                </a:lnTo>
                <a:lnTo>
                  <a:pt x="13572" y="5429"/>
                </a:lnTo>
                <a:lnTo>
                  <a:pt x="13022" y="5613"/>
                </a:lnTo>
                <a:lnTo>
                  <a:pt x="12765" y="5723"/>
                </a:lnTo>
                <a:lnTo>
                  <a:pt x="12509" y="5870"/>
                </a:lnTo>
                <a:lnTo>
                  <a:pt x="12288" y="6016"/>
                </a:lnTo>
                <a:lnTo>
                  <a:pt x="12105" y="6236"/>
                </a:lnTo>
                <a:lnTo>
                  <a:pt x="11958" y="6420"/>
                </a:lnTo>
                <a:lnTo>
                  <a:pt x="11922" y="6640"/>
                </a:lnTo>
                <a:lnTo>
                  <a:pt x="11922" y="6823"/>
                </a:lnTo>
                <a:lnTo>
                  <a:pt x="11958" y="7007"/>
                </a:lnTo>
                <a:lnTo>
                  <a:pt x="12032" y="7154"/>
                </a:lnTo>
                <a:lnTo>
                  <a:pt x="12178" y="7300"/>
                </a:lnTo>
                <a:lnTo>
                  <a:pt x="12325" y="7410"/>
                </a:lnTo>
                <a:lnTo>
                  <a:pt x="12545" y="7520"/>
                </a:lnTo>
                <a:lnTo>
                  <a:pt x="12765" y="7557"/>
                </a:lnTo>
                <a:lnTo>
                  <a:pt x="12985" y="7557"/>
                </a:lnTo>
                <a:lnTo>
                  <a:pt x="13205" y="7520"/>
                </a:lnTo>
                <a:lnTo>
                  <a:pt x="13426" y="7484"/>
                </a:lnTo>
                <a:lnTo>
                  <a:pt x="13682" y="7410"/>
                </a:lnTo>
                <a:lnTo>
                  <a:pt x="13976" y="7300"/>
                </a:lnTo>
                <a:lnTo>
                  <a:pt x="14196" y="7154"/>
                </a:lnTo>
                <a:lnTo>
                  <a:pt x="14306" y="7043"/>
                </a:lnTo>
                <a:lnTo>
                  <a:pt x="14343" y="6970"/>
                </a:lnTo>
                <a:lnTo>
                  <a:pt x="14379" y="6823"/>
                </a:lnTo>
                <a:lnTo>
                  <a:pt x="14343" y="6787"/>
                </a:lnTo>
                <a:lnTo>
                  <a:pt x="14269" y="6750"/>
                </a:lnTo>
                <a:lnTo>
                  <a:pt x="14086" y="6750"/>
                </a:lnTo>
                <a:lnTo>
                  <a:pt x="13902" y="6823"/>
                </a:lnTo>
                <a:lnTo>
                  <a:pt x="13536" y="6970"/>
                </a:lnTo>
                <a:lnTo>
                  <a:pt x="13316" y="7043"/>
                </a:lnTo>
                <a:lnTo>
                  <a:pt x="13095" y="7080"/>
                </a:lnTo>
                <a:lnTo>
                  <a:pt x="12655" y="7080"/>
                </a:lnTo>
                <a:lnTo>
                  <a:pt x="12509" y="7007"/>
                </a:lnTo>
                <a:lnTo>
                  <a:pt x="12435" y="6933"/>
                </a:lnTo>
                <a:lnTo>
                  <a:pt x="12362" y="6823"/>
                </a:lnTo>
                <a:lnTo>
                  <a:pt x="12362" y="6713"/>
                </a:lnTo>
                <a:lnTo>
                  <a:pt x="12398" y="6603"/>
                </a:lnTo>
                <a:lnTo>
                  <a:pt x="12472" y="6493"/>
                </a:lnTo>
                <a:lnTo>
                  <a:pt x="12655" y="6310"/>
                </a:lnTo>
                <a:lnTo>
                  <a:pt x="12875" y="6163"/>
                </a:lnTo>
                <a:lnTo>
                  <a:pt x="13132" y="6053"/>
                </a:lnTo>
                <a:lnTo>
                  <a:pt x="13609" y="5906"/>
                </a:lnTo>
                <a:lnTo>
                  <a:pt x="14453" y="5613"/>
                </a:lnTo>
                <a:lnTo>
                  <a:pt x="14893" y="5429"/>
                </a:lnTo>
                <a:lnTo>
                  <a:pt x="15076" y="5319"/>
                </a:lnTo>
                <a:lnTo>
                  <a:pt x="15260" y="5173"/>
                </a:lnTo>
                <a:lnTo>
                  <a:pt x="15516" y="4953"/>
                </a:lnTo>
                <a:lnTo>
                  <a:pt x="15736" y="4659"/>
                </a:lnTo>
                <a:lnTo>
                  <a:pt x="15736" y="4696"/>
                </a:lnTo>
                <a:lnTo>
                  <a:pt x="15700" y="4806"/>
                </a:lnTo>
                <a:lnTo>
                  <a:pt x="15773" y="4916"/>
                </a:lnTo>
                <a:lnTo>
                  <a:pt x="15847" y="4989"/>
                </a:lnTo>
                <a:lnTo>
                  <a:pt x="15957" y="5026"/>
                </a:lnTo>
                <a:lnTo>
                  <a:pt x="16103" y="5063"/>
                </a:lnTo>
                <a:lnTo>
                  <a:pt x="16177" y="5099"/>
                </a:lnTo>
                <a:lnTo>
                  <a:pt x="16250" y="5209"/>
                </a:lnTo>
                <a:lnTo>
                  <a:pt x="16323" y="5356"/>
                </a:lnTo>
                <a:lnTo>
                  <a:pt x="16140" y="5393"/>
                </a:lnTo>
                <a:lnTo>
                  <a:pt x="15920" y="5466"/>
                </a:lnTo>
                <a:lnTo>
                  <a:pt x="15553" y="5650"/>
                </a:lnTo>
                <a:lnTo>
                  <a:pt x="15003" y="5833"/>
                </a:lnTo>
                <a:lnTo>
                  <a:pt x="14783" y="5906"/>
                </a:lnTo>
                <a:lnTo>
                  <a:pt x="14709" y="5980"/>
                </a:lnTo>
                <a:lnTo>
                  <a:pt x="14636" y="6090"/>
                </a:lnTo>
                <a:lnTo>
                  <a:pt x="14599" y="6163"/>
                </a:lnTo>
                <a:lnTo>
                  <a:pt x="14673" y="6273"/>
                </a:lnTo>
                <a:lnTo>
                  <a:pt x="14783" y="6310"/>
                </a:lnTo>
                <a:lnTo>
                  <a:pt x="14893" y="6310"/>
                </a:lnTo>
                <a:lnTo>
                  <a:pt x="15150" y="6273"/>
                </a:lnTo>
                <a:lnTo>
                  <a:pt x="15406" y="6163"/>
                </a:lnTo>
                <a:lnTo>
                  <a:pt x="15626" y="6053"/>
                </a:lnTo>
                <a:lnTo>
                  <a:pt x="16030" y="5870"/>
                </a:lnTo>
                <a:lnTo>
                  <a:pt x="16213" y="5723"/>
                </a:lnTo>
                <a:lnTo>
                  <a:pt x="16397" y="5576"/>
                </a:lnTo>
                <a:lnTo>
                  <a:pt x="16397" y="5833"/>
                </a:lnTo>
                <a:lnTo>
                  <a:pt x="16397" y="6090"/>
                </a:lnTo>
                <a:lnTo>
                  <a:pt x="16397" y="6493"/>
                </a:lnTo>
                <a:lnTo>
                  <a:pt x="16397" y="6567"/>
                </a:lnTo>
                <a:lnTo>
                  <a:pt x="16323" y="6603"/>
                </a:lnTo>
                <a:lnTo>
                  <a:pt x="16177" y="6933"/>
                </a:lnTo>
                <a:lnTo>
                  <a:pt x="16067" y="7264"/>
                </a:lnTo>
                <a:lnTo>
                  <a:pt x="15076" y="7264"/>
                </a:lnTo>
                <a:lnTo>
                  <a:pt x="14783" y="7300"/>
                </a:lnTo>
                <a:lnTo>
                  <a:pt x="14526" y="7410"/>
                </a:lnTo>
                <a:lnTo>
                  <a:pt x="14343" y="7594"/>
                </a:lnTo>
                <a:lnTo>
                  <a:pt x="14196" y="7814"/>
                </a:lnTo>
                <a:lnTo>
                  <a:pt x="14086" y="8034"/>
                </a:lnTo>
                <a:lnTo>
                  <a:pt x="14049" y="8181"/>
                </a:lnTo>
                <a:lnTo>
                  <a:pt x="14012" y="8327"/>
                </a:lnTo>
                <a:lnTo>
                  <a:pt x="14049" y="8584"/>
                </a:lnTo>
                <a:lnTo>
                  <a:pt x="14159" y="8841"/>
                </a:lnTo>
                <a:lnTo>
                  <a:pt x="14306" y="9098"/>
                </a:lnTo>
                <a:lnTo>
                  <a:pt x="14489" y="9318"/>
                </a:lnTo>
                <a:lnTo>
                  <a:pt x="14673" y="9538"/>
                </a:lnTo>
                <a:lnTo>
                  <a:pt x="14856" y="9758"/>
                </a:lnTo>
                <a:lnTo>
                  <a:pt x="15003" y="9831"/>
                </a:lnTo>
                <a:lnTo>
                  <a:pt x="15150" y="9868"/>
                </a:lnTo>
                <a:lnTo>
                  <a:pt x="15223" y="9831"/>
                </a:lnTo>
                <a:lnTo>
                  <a:pt x="15260" y="9758"/>
                </a:lnTo>
                <a:lnTo>
                  <a:pt x="15260" y="9685"/>
                </a:lnTo>
                <a:lnTo>
                  <a:pt x="15260" y="9574"/>
                </a:lnTo>
                <a:lnTo>
                  <a:pt x="15150" y="9428"/>
                </a:lnTo>
                <a:lnTo>
                  <a:pt x="14893" y="9134"/>
                </a:lnTo>
                <a:lnTo>
                  <a:pt x="14709" y="8951"/>
                </a:lnTo>
                <a:lnTo>
                  <a:pt x="14563" y="8731"/>
                </a:lnTo>
                <a:lnTo>
                  <a:pt x="14489" y="8511"/>
                </a:lnTo>
                <a:lnTo>
                  <a:pt x="14453" y="8364"/>
                </a:lnTo>
                <a:lnTo>
                  <a:pt x="14453" y="8254"/>
                </a:lnTo>
                <a:lnTo>
                  <a:pt x="14489" y="8107"/>
                </a:lnTo>
                <a:lnTo>
                  <a:pt x="14563" y="7997"/>
                </a:lnTo>
                <a:lnTo>
                  <a:pt x="14673" y="7850"/>
                </a:lnTo>
                <a:lnTo>
                  <a:pt x="14893" y="7740"/>
                </a:lnTo>
                <a:lnTo>
                  <a:pt x="15113" y="7667"/>
                </a:lnTo>
                <a:lnTo>
                  <a:pt x="15333" y="7630"/>
                </a:lnTo>
                <a:lnTo>
                  <a:pt x="16103" y="7630"/>
                </a:lnTo>
                <a:lnTo>
                  <a:pt x="15993" y="7850"/>
                </a:lnTo>
                <a:lnTo>
                  <a:pt x="15957" y="7961"/>
                </a:lnTo>
                <a:lnTo>
                  <a:pt x="15993" y="8107"/>
                </a:lnTo>
                <a:lnTo>
                  <a:pt x="16030" y="8327"/>
                </a:lnTo>
                <a:lnTo>
                  <a:pt x="16030" y="8584"/>
                </a:lnTo>
                <a:lnTo>
                  <a:pt x="16030" y="8804"/>
                </a:lnTo>
                <a:lnTo>
                  <a:pt x="15993" y="9024"/>
                </a:lnTo>
                <a:lnTo>
                  <a:pt x="15920" y="8841"/>
                </a:lnTo>
                <a:lnTo>
                  <a:pt x="15847" y="8694"/>
                </a:lnTo>
                <a:lnTo>
                  <a:pt x="15736" y="8511"/>
                </a:lnTo>
                <a:lnTo>
                  <a:pt x="15590" y="8364"/>
                </a:lnTo>
                <a:lnTo>
                  <a:pt x="15516" y="8327"/>
                </a:lnTo>
                <a:lnTo>
                  <a:pt x="15370" y="8327"/>
                </a:lnTo>
                <a:lnTo>
                  <a:pt x="15296" y="8364"/>
                </a:lnTo>
                <a:lnTo>
                  <a:pt x="15260" y="8437"/>
                </a:lnTo>
                <a:lnTo>
                  <a:pt x="15260" y="8511"/>
                </a:lnTo>
                <a:lnTo>
                  <a:pt x="15260" y="8584"/>
                </a:lnTo>
                <a:lnTo>
                  <a:pt x="15296" y="8657"/>
                </a:lnTo>
                <a:lnTo>
                  <a:pt x="15480" y="8914"/>
                </a:lnTo>
                <a:lnTo>
                  <a:pt x="15590" y="9171"/>
                </a:lnTo>
                <a:lnTo>
                  <a:pt x="15626" y="9464"/>
                </a:lnTo>
                <a:lnTo>
                  <a:pt x="15590" y="9795"/>
                </a:lnTo>
                <a:lnTo>
                  <a:pt x="15590" y="9868"/>
                </a:lnTo>
                <a:lnTo>
                  <a:pt x="15626" y="9978"/>
                </a:lnTo>
                <a:lnTo>
                  <a:pt x="15370" y="10308"/>
                </a:lnTo>
                <a:lnTo>
                  <a:pt x="15040" y="10638"/>
                </a:lnTo>
                <a:lnTo>
                  <a:pt x="14893" y="10748"/>
                </a:lnTo>
                <a:lnTo>
                  <a:pt x="14673" y="10895"/>
                </a:lnTo>
                <a:lnTo>
                  <a:pt x="14269" y="11042"/>
                </a:lnTo>
                <a:lnTo>
                  <a:pt x="14306" y="10968"/>
                </a:lnTo>
                <a:lnTo>
                  <a:pt x="14343" y="10638"/>
                </a:lnTo>
                <a:lnTo>
                  <a:pt x="14306" y="10345"/>
                </a:lnTo>
                <a:lnTo>
                  <a:pt x="14233" y="10015"/>
                </a:lnTo>
                <a:lnTo>
                  <a:pt x="14086" y="9721"/>
                </a:lnTo>
                <a:lnTo>
                  <a:pt x="13902" y="9428"/>
                </a:lnTo>
                <a:lnTo>
                  <a:pt x="13682" y="9171"/>
                </a:lnTo>
                <a:lnTo>
                  <a:pt x="13499" y="9024"/>
                </a:lnTo>
                <a:lnTo>
                  <a:pt x="13426" y="8914"/>
                </a:lnTo>
                <a:lnTo>
                  <a:pt x="13352" y="8841"/>
                </a:lnTo>
                <a:lnTo>
                  <a:pt x="13169" y="8841"/>
                </a:lnTo>
                <a:lnTo>
                  <a:pt x="12839" y="8694"/>
                </a:lnTo>
                <a:lnTo>
                  <a:pt x="12875" y="8584"/>
                </a:lnTo>
                <a:lnTo>
                  <a:pt x="12875" y="8437"/>
                </a:lnTo>
                <a:lnTo>
                  <a:pt x="12875" y="8364"/>
                </a:lnTo>
                <a:lnTo>
                  <a:pt x="12839" y="8327"/>
                </a:lnTo>
                <a:lnTo>
                  <a:pt x="12765" y="8291"/>
                </a:lnTo>
                <a:lnTo>
                  <a:pt x="12655" y="8291"/>
                </a:lnTo>
                <a:lnTo>
                  <a:pt x="12582" y="8327"/>
                </a:lnTo>
                <a:lnTo>
                  <a:pt x="12545" y="8401"/>
                </a:lnTo>
                <a:lnTo>
                  <a:pt x="12472" y="8584"/>
                </a:lnTo>
                <a:lnTo>
                  <a:pt x="12252" y="8547"/>
                </a:lnTo>
                <a:lnTo>
                  <a:pt x="12032" y="8584"/>
                </a:lnTo>
                <a:lnTo>
                  <a:pt x="11812" y="8621"/>
                </a:lnTo>
                <a:lnTo>
                  <a:pt x="11628" y="8694"/>
                </a:lnTo>
                <a:lnTo>
                  <a:pt x="11555" y="8584"/>
                </a:lnTo>
                <a:lnTo>
                  <a:pt x="11445" y="8511"/>
                </a:lnTo>
                <a:lnTo>
                  <a:pt x="11261" y="8511"/>
                </a:lnTo>
                <a:lnTo>
                  <a:pt x="11188" y="8584"/>
                </a:lnTo>
                <a:lnTo>
                  <a:pt x="11115" y="8657"/>
                </a:lnTo>
                <a:lnTo>
                  <a:pt x="11041" y="8731"/>
                </a:lnTo>
                <a:lnTo>
                  <a:pt x="10895" y="8914"/>
                </a:lnTo>
                <a:lnTo>
                  <a:pt x="10748" y="9061"/>
                </a:lnTo>
                <a:lnTo>
                  <a:pt x="10454" y="9208"/>
                </a:lnTo>
                <a:lnTo>
                  <a:pt x="10124" y="9318"/>
                </a:lnTo>
                <a:lnTo>
                  <a:pt x="9794" y="9391"/>
                </a:lnTo>
                <a:lnTo>
                  <a:pt x="9464" y="9428"/>
                </a:lnTo>
                <a:lnTo>
                  <a:pt x="8767" y="9428"/>
                </a:lnTo>
                <a:lnTo>
                  <a:pt x="8327" y="9354"/>
                </a:lnTo>
                <a:lnTo>
                  <a:pt x="8180" y="9318"/>
                </a:lnTo>
                <a:lnTo>
                  <a:pt x="8143" y="9318"/>
                </a:lnTo>
                <a:lnTo>
                  <a:pt x="8143" y="9281"/>
                </a:lnTo>
                <a:lnTo>
                  <a:pt x="8143" y="9134"/>
                </a:lnTo>
                <a:lnTo>
                  <a:pt x="8033" y="9024"/>
                </a:lnTo>
                <a:lnTo>
                  <a:pt x="8290" y="8621"/>
                </a:lnTo>
                <a:lnTo>
                  <a:pt x="8547" y="8181"/>
                </a:lnTo>
                <a:lnTo>
                  <a:pt x="8767" y="7924"/>
                </a:lnTo>
                <a:lnTo>
                  <a:pt x="8987" y="7630"/>
                </a:lnTo>
                <a:lnTo>
                  <a:pt x="9244" y="7410"/>
                </a:lnTo>
                <a:lnTo>
                  <a:pt x="9501" y="7154"/>
                </a:lnTo>
                <a:lnTo>
                  <a:pt x="9794" y="6970"/>
                </a:lnTo>
                <a:lnTo>
                  <a:pt x="10088" y="6787"/>
                </a:lnTo>
                <a:lnTo>
                  <a:pt x="10234" y="6713"/>
                </a:lnTo>
                <a:lnTo>
                  <a:pt x="10418" y="6713"/>
                </a:lnTo>
                <a:lnTo>
                  <a:pt x="10491" y="6750"/>
                </a:lnTo>
                <a:lnTo>
                  <a:pt x="10528" y="6823"/>
                </a:lnTo>
                <a:lnTo>
                  <a:pt x="10528" y="6897"/>
                </a:lnTo>
                <a:lnTo>
                  <a:pt x="10528" y="7043"/>
                </a:lnTo>
                <a:lnTo>
                  <a:pt x="10454" y="7154"/>
                </a:lnTo>
                <a:lnTo>
                  <a:pt x="10308" y="7374"/>
                </a:lnTo>
                <a:lnTo>
                  <a:pt x="10051" y="7667"/>
                </a:lnTo>
                <a:lnTo>
                  <a:pt x="9757" y="7961"/>
                </a:lnTo>
                <a:lnTo>
                  <a:pt x="9501" y="8291"/>
                </a:lnTo>
                <a:lnTo>
                  <a:pt x="9281" y="8657"/>
                </a:lnTo>
                <a:lnTo>
                  <a:pt x="9281" y="8731"/>
                </a:lnTo>
                <a:lnTo>
                  <a:pt x="9317" y="8841"/>
                </a:lnTo>
                <a:lnTo>
                  <a:pt x="9391" y="8878"/>
                </a:lnTo>
                <a:lnTo>
                  <a:pt x="9501" y="8878"/>
                </a:lnTo>
                <a:lnTo>
                  <a:pt x="9721" y="8694"/>
                </a:lnTo>
                <a:lnTo>
                  <a:pt x="9941" y="8474"/>
                </a:lnTo>
                <a:lnTo>
                  <a:pt x="10271" y="7997"/>
                </a:lnTo>
                <a:lnTo>
                  <a:pt x="10601" y="7630"/>
                </a:lnTo>
                <a:lnTo>
                  <a:pt x="10748" y="7447"/>
                </a:lnTo>
                <a:lnTo>
                  <a:pt x="10858" y="7227"/>
                </a:lnTo>
                <a:lnTo>
                  <a:pt x="10895" y="7043"/>
                </a:lnTo>
                <a:lnTo>
                  <a:pt x="10895" y="6860"/>
                </a:lnTo>
                <a:lnTo>
                  <a:pt x="10858" y="6677"/>
                </a:lnTo>
                <a:lnTo>
                  <a:pt x="10784" y="6530"/>
                </a:lnTo>
                <a:lnTo>
                  <a:pt x="10674" y="6383"/>
                </a:lnTo>
                <a:lnTo>
                  <a:pt x="10491" y="6310"/>
                </a:lnTo>
                <a:lnTo>
                  <a:pt x="10344" y="6310"/>
                </a:lnTo>
                <a:lnTo>
                  <a:pt x="10124" y="6347"/>
                </a:lnTo>
                <a:lnTo>
                  <a:pt x="9904" y="6420"/>
                </a:lnTo>
                <a:lnTo>
                  <a:pt x="9684" y="6567"/>
                </a:lnTo>
                <a:lnTo>
                  <a:pt x="9281" y="6860"/>
                </a:lnTo>
                <a:lnTo>
                  <a:pt x="8914" y="7190"/>
                </a:lnTo>
                <a:lnTo>
                  <a:pt x="8584" y="7557"/>
                </a:lnTo>
                <a:lnTo>
                  <a:pt x="8290" y="7887"/>
                </a:lnTo>
                <a:lnTo>
                  <a:pt x="8033" y="8254"/>
                </a:lnTo>
                <a:lnTo>
                  <a:pt x="7850" y="8657"/>
                </a:lnTo>
                <a:lnTo>
                  <a:pt x="7777" y="8878"/>
                </a:lnTo>
                <a:lnTo>
                  <a:pt x="7740" y="9098"/>
                </a:lnTo>
                <a:lnTo>
                  <a:pt x="7703" y="9098"/>
                </a:lnTo>
                <a:lnTo>
                  <a:pt x="7667" y="9171"/>
                </a:lnTo>
                <a:lnTo>
                  <a:pt x="7556" y="9208"/>
                </a:lnTo>
                <a:lnTo>
                  <a:pt x="7300" y="9208"/>
                </a:lnTo>
                <a:lnTo>
                  <a:pt x="6823" y="9098"/>
                </a:lnTo>
                <a:lnTo>
                  <a:pt x="6236" y="9098"/>
                </a:lnTo>
                <a:lnTo>
                  <a:pt x="5686" y="9171"/>
                </a:lnTo>
                <a:lnTo>
                  <a:pt x="5612" y="9171"/>
                </a:lnTo>
                <a:lnTo>
                  <a:pt x="5612" y="8988"/>
                </a:lnTo>
                <a:lnTo>
                  <a:pt x="5612" y="8804"/>
                </a:lnTo>
                <a:lnTo>
                  <a:pt x="5686" y="8657"/>
                </a:lnTo>
                <a:lnTo>
                  <a:pt x="5759" y="8511"/>
                </a:lnTo>
                <a:lnTo>
                  <a:pt x="5869" y="8364"/>
                </a:lnTo>
                <a:lnTo>
                  <a:pt x="6016" y="8291"/>
                </a:lnTo>
                <a:lnTo>
                  <a:pt x="6163" y="8181"/>
                </a:lnTo>
                <a:lnTo>
                  <a:pt x="6383" y="8144"/>
                </a:lnTo>
                <a:lnTo>
                  <a:pt x="6749" y="8034"/>
                </a:lnTo>
                <a:lnTo>
                  <a:pt x="7080" y="7924"/>
                </a:lnTo>
                <a:lnTo>
                  <a:pt x="7410" y="7777"/>
                </a:lnTo>
                <a:lnTo>
                  <a:pt x="7703" y="7594"/>
                </a:lnTo>
                <a:lnTo>
                  <a:pt x="7960" y="7374"/>
                </a:lnTo>
                <a:lnTo>
                  <a:pt x="8217" y="7154"/>
                </a:lnTo>
                <a:lnTo>
                  <a:pt x="8437" y="6897"/>
                </a:lnTo>
                <a:lnTo>
                  <a:pt x="8620" y="6603"/>
                </a:lnTo>
                <a:lnTo>
                  <a:pt x="8767" y="6383"/>
                </a:lnTo>
                <a:lnTo>
                  <a:pt x="8914" y="6090"/>
                </a:lnTo>
                <a:lnTo>
                  <a:pt x="8950" y="5943"/>
                </a:lnTo>
                <a:lnTo>
                  <a:pt x="8987" y="5796"/>
                </a:lnTo>
                <a:lnTo>
                  <a:pt x="8950" y="5650"/>
                </a:lnTo>
                <a:lnTo>
                  <a:pt x="8914" y="5540"/>
                </a:lnTo>
                <a:lnTo>
                  <a:pt x="8804" y="5540"/>
                </a:lnTo>
                <a:lnTo>
                  <a:pt x="8694" y="5576"/>
                </a:lnTo>
                <a:lnTo>
                  <a:pt x="8620" y="5686"/>
                </a:lnTo>
                <a:lnTo>
                  <a:pt x="8510" y="5943"/>
                </a:lnTo>
                <a:lnTo>
                  <a:pt x="8327" y="6310"/>
                </a:lnTo>
                <a:lnTo>
                  <a:pt x="8107" y="6677"/>
                </a:lnTo>
                <a:lnTo>
                  <a:pt x="7813" y="7007"/>
                </a:lnTo>
                <a:lnTo>
                  <a:pt x="7483" y="7264"/>
                </a:lnTo>
                <a:lnTo>
                  <a:pt x="7116" y="7484"/>
                </a:lnTo>
                <a:lnTo>
                  <a:pt x="6713" y="7667"/>
                </a:lnTo>
                <a:lnTo>
                  <a:pt x="6346" y="7777"/>
                </a:lnTo>
                <a:lnTo>
                  <a:pt x="6016" y="7887"/>
                </a:lnTo>
                <a:lnTo>
                  <a:pt x="5832" y="7924"/>
                </a:lnTo>
                <a:lnTo>
                  <a:pt x="5686" y="8034"/>
                </a:lnTo>
                <a:lnTo>
                  <a:pt x="5539" y="8144"/>
                </a:lnTo>
                <a:lnTo>
                  <a:pt x="5429" y="8291"/>
                </a:lnTo>
                <a:lnTo>
                  <a:pt x="5282" y="8511"/>
                </a:lnTo>
                <a:lnTo>
                  <a:pt x="5209" y="8768"/>
                </a:lnTo>
                <a:lnTo>
                  <a:pt x="5209" y="9024"/>
                </a:lnTo>
                <a:lnTo>
                  <a:pt x="5282" y="9281"/>
                </a:lnTo>
                <a:lnTo>
                  <a:pt x="4915" y="9391"/>
                </a:lnTo>
                <a:lnTo>
                  <a:pt x="4512" y="9501"/>
                </a:lnTo>
                <a:lnTo>
                  <a:pt x="4365" y="9501"/>
                </a:lnTo>
                <a:lnTo>
                  <a:pt x="4218" y="9464"/>
                </a:lnTo>
                <a:lnTo>
                  <a:pt x="4072" y="9428"/>
                </a:lnTo>
                <a:lnTo>
                  <a:pt x="3962" y="9354"/>
                </a:lnTo>
                <a:lnTo>
                  <a:pt x="3852" y="9244"/>
                </a:lnTo>
                <a:lnTo>
                  <a:pt x="3778" y="9134"/>
                </a:lnTo>
                <a:lnTo>
                  <a:pt x="3742" y="9024"/>
                </a:lnTo>
                <a:lnTo>
                  <a:pt x="3778" y="8841"/>
                </a:lnTo>
                <a:lnTo>
                  <a:pt x="3815" y="8768"/>
                </a:lnTo>
                <a:lnTo>
                  <a:pt x="3778" y="8694"/>
                </a:lnTo>
                <a:lnTo>
                  <a:pt x="3888" y="8547"/>
                </a:lnTo>
                <a:lnTo>
                  <a:pt x="3962" y="8401"/>
                </a:lnTo>
                <a:lnTo>
                  <a:pt x="4108" y="8107"/>
                </a:lnTo>
                <a:lnTo>
                  <a:pt x="4255" y="7850"/>
                </a:lnTo>
                <a:lnTo>
                  <a:pt x="4439" y="7520"/>
                </a:lnTo>
                <a:lnTo>
                  <a:pt x="4475" y="7374"/>
                </a:lnTo>
                <a:lnTo>
                  <a:pt x="4512" y="7227"/>
                </a:lnTo>
                <a:lnTo>
                  <a:pt x="4475" y="7043"/>
                </a:lnTo>
                <a:lnTo>
                  <a:pt x="4439" y="6897"/>
                </a:lnTo>
                <a:lnTo>
                  <a:pt x="4328" y="6823"/>
                </a:lnTo>
                <a:lnTo>
                  <a:pt x="4218" y="6750"/>
                </a:lnTo>
                <a:lnTo>
                  <a:pt x="4108" y="6713"/>
                </a:lnTo>
                <a:lnTo>
                  <a:pt x="3962" y="6713"/>
                </a:lnTo>
                <a:lnTo>
                  <a:pt x="3705" y="6750"/>
                </a:lnTo>
                <a:lnTo>
                  <a:pt x="3485" y="6823"/>
                </a:lnTo>
                <a:lnTo>
                  <a:pt x="3191" y="7007"/>
                </a:lnTo>
                <a:lnTo>
                  <a:pt x="2935" y="7227"/>
                </a:lnTo>
                <a:lnTo>
                  <a:pt x="2751" y="7447"/>
                </a:lnTo>
                <a:lnTo>
                  <a:pt x="2568" y="7667"/>
                </a:lnTo>
                <a:lnTo>
                  <a:pt x="2494" y="7667"/>
                </a:lnTo>
                <a:lnTo>
                  <a:pt x="2421" y="7704"/>
                </a:lnTo>
                <a:lnTo>
                  <a:pt x="2348" y="7850"/>
                </a:lnTo>
                <a:lnTo>
                  <a:pt x="2348" y="7887"/>
                </a:lnTo>
                <a:lnTo>
                  <a:pt x="2348" y="7961"/>
                </a:lnTo>
                <a:lnTo>
                  <a:pt x="2384" y="8034"/>
                </a:lnTo>
                <a:lnTo>
                  <a:pt x="2458" y="8071"/>
                </a:lnTo>
                <a:lnTo>
                  <a:pt x="2568" y="8107"/>
                </a:lnTo>
                <a:lnTo>
                  <a:pt x="2678" y="8107"/>
                </a:lnTo>
                <a:lnTo>
                  <a:pt x="2788" y="8071"/>
                </a:lnTo>
                <a:lnTo>
                  <a:pt x="2861" y="7997"/>
                </a:lnTo>
                <a:lnTo>
                  <a:pt x="3191" y="7630"/>
                </a:lnTo>
                <a:lnTo>
                  <a:pt x="3338" y="7447"/>
                </a:lnTo>
                <a:lnTo>
                  <a:pt x="3521" y="7300"/>
                </a:lnTo>
                <a:lnTo>
                  <a:pt x="3742" y="7227"/>
                </a:lnTo>
                <a:lnTo>
                  <a:pt x="3962" y="7154"/>
                </a:lnTo>
                <a:lnTo>
                  <a:pt x="4035" y="7154"/>
                </a:lnTo>
                <a:lnTo>
                  <a:pt x="4035" y="7190"/>
                </a:lnTo>
                <a:lnTo>
                  <a:pt x="4035" y="7300"/>
                </a:lnTo>
                <a:lnTo>
                  <a:pt x="3925" y="7557"/>
                </a:lnTo>
                <a:lnTo>
                  <a:pt x="3668" y="8034"/>
                </a:lnTo>
                <a:lnTo>
                  <a:pt x="3558" y="8327"/>
                </a:lnTo>
                <a:lnTo>
                  <a:pt x="3485" y="8474"/>
                </a:lnTo>
                <a:lnTo>
                  <a:pt x="3411" y="8547"/>
                </a:lnTo>
                <a:lnTo>
                  <a:pt x="3301" y="8621"/>
                </a:lnTo>
                <a:lnTo>
                  <a:pt x="3301" y="8657"/>
                </a:lnTo>
                <a:lnTo>
                  <a:pt x="3265" y="8694"/>
                </a:lnTo>
                <a:lnTo>
                  <a:pt x="3118" y="8804"/>
                </a:lnTo>
                <a:lnTo>
                  <a:pt x="2935" y="8841"/>
                </a:lnTo>
                <a:lnTo>
                  <a:pt x="2751" y="8878"/>
                </a:lnTo>
                <a:lnTo>
                  <a:pt x="2531" y="8878"/>
                </a:lnTo>
                <a:lnTo>
                  <a:pt x="2348" y="8841"/>
                </a:lnTo>
                <a:lnTo>
                  <a:pt x="2164" y="8768"/>
                </a:lnTo>
                <a:lnTo>
                  <a:pt x="2018" y="8694"/>
                </a:lnTo>
                <a:lnTo>
                  <a:pt x="1871" y="8584"/>
                </a:lnTo>
                <a:lnTo>
                  <a:pt x="1724" y="8437"/>
                </a:lnTo>
                <a:lnTo>
                  <a:pt x="1651" y="8291"/>
                </a:lnTo>
                <a:lnTo>
                  <a:pt x="1577" y="8144"/>
                </a:lnTo>
                <a:lnTo>
                  <a:pt x="1504" y="7961"/>
                </a:lnTo>
                <a:lnTo>
                  <a:pt x="1504" y="7777"/>
                </a:lnTo>
                <a:lnTo>
                  <a:pt x="1504" y="7594"/>
                </a:lnTo>
                <a:lnTo>
                  <a:pt x="1504" y="7447"/>
                </a:lnTo>
                <a:lnTo>
                  <a:pt x="1577" y="7264"/>
                </a:lnTo>
                <a:lnTo>
                  <a:pt x="1614" y="7154"/>
                </a:lnTo>
                <a:lnTo>
                  <a:pt x="1651" y="7043"/>
                </a:lnTo>
                <a:lnTo>
                  <a:pt x="1614" y="6970"/>
                </a:lnTo>
                <a:lnTo>
                  <a:pt x="1687" y="6970"/>
                </a:lnTo>
                <a:lnTo>
                  <a:pt x="1944" y="6860"/>
                </a:lnTo>
                <a:lnTo>
                  <a:pt x="2201" y="6787"/>
                </a:lnTo>
                <a:lnTo>
                  <a:pt x="2788" y="6493"/>
                </a:lnTo>
                <a:lnTo>
                  <a:pt x="3375" y="6163"/>
                </a:lnTo>
                <a:lnTo>
                  <a:pt x="3815" y="5870"/>
                </a:lnTo>
                <a:lnTo>
                  <a:pt x="3998" y="5686"/>
                </a:lnTo>
                <a:lnTo>
                  <a:pt x="4145" y="5503"/>
                </a:lnTo>
                <a:lnTo>
                  <a:pt x="4292" y="5283"/>
                </a:lnTo>
                <a:lnTo>
                  <a:pt x="4402" y="5099"/>
                </a:lnTo>
                <a:lnTo>
                  <a:pt x="4475" y="4843"/>
                </a:lnTo>
                <a:lnTo>
                  <a:pt x="4512" y="4586"/>
                </a:lnTo>
                <a:lnTo>
                  <a:pt x="4512" y="4402"/>
                </a:lnTo>
                <a:lnTo>
                  <a:pt x="4475" y="4182"/>
                </a:lnTo>
                <a:lnTo>
                  <a:pt x="4365" y="3999"/>
                </a:lnTo>
                <a:lnTo>
                  <a:pt x="4292" y="3926"/>
                </a:lnTo>
                <a:lnTo>
                  <a:pt x="4218" y="3889"/>
                </a:lnTo>
                <a:lnTo>
                  <a:pt x="3962" y="3816"/>
                </a:lnTo>
                <a:lnTo>
                  <a:pt x="3742" y="3779"/>
                </a:lnTo>
                <a:lnTo>
                  <a:pt x="3485" y="3816"/>
                </a:lnTo>
                <a:lnTo>
                  <a:pt x="3228" y="3852"/>
                </a:lnTo>
                <a:lnTo>
                  <a:pt x="2935" y="3962"/>
                </a:lnTo>
                <a:lnTo>
                  <a:pt x="2678" y="4072"/>
                </a:lnTo>
                <a:lnTo>
                  <a:pt x="2164" y="4366"/>
                </a:lnTo>
                <a:lnTo>
                  <a:pt x="1504" y="4733"/>
                </a:lnTo>
                <a:lnTo>
                  <a:pt x="1211" y="4916"/>
                </a:lnTo>
                <a:lnTo>
                  <a:pt x="917" y="5099"/>
                </a:lnTo>
                <a:lnTo>
                  <a:pt x="844" y="5173"/>
                </a:lnTo>
                <a:lnTo>
                  <a:pt x="807" y="5246"/>
                </a:lnTo>
                <a:lnTo>
                  <a:pt x="807" y="5319"/>
                </a:lnTo>
                <a:lnTo>
                  <a:pt x="844" y="5356"/>
                </a:lnTo>
                <a:lnTo>
                  <a:pt x="880" y="5429"/>
                </a:lnTo>
                <a:lnTo>
                  <a:pt x="954" y="5466"/>
                </a:lnTo>
                <a:lnTo>
                  <a:pt x="1101" y="5466"/>
                </a:lnTo>
                <a:lnTo>
                  <a:pt x="1541" y="5246"/>
                </a:lnTo>
                <a:lnTo>
                  <a:pt x="1944" y="4989"/>
                </a:lnTo>
                <a:lnTo>
                  <a:pt x="2788" y="4512"/>
                </a:lnTo>
                <a:lnTo>
                  <a:pt x="3191" y="4329"/>
                </a:lnTo>
                <a:lnTo>
                  <a:pt x="3375" y="4256"/>
                </a:lnTo>
                <a:lnTo>
                  <a:pt x="3595" y="4219"/>
                </a:lnTo>
                <a:lnTo>
                  <a:pt x="3742" y="4182"/>
                </a:lnTo>
                <a:lnTo>
                  <a:pt x="3852" y="4219"/>
                </a:lnTo>
                <a:lnTo>
                  <a:pt x="3998" y="4256"/>
                </a:lnTo>
                <a:lnTo>
                  <a:pt x="4035" y="4292"/>
                </a:lnTo>
                <a:lnTo>
                  <a:pt x="4072" y="4366"/>
                </a:lnTo>
                <a:lnTo>
                  <a:pt x="4108" y="4476"/>
                </a:lnTo>
                <a:lnTo>
                  <a:pt x="4108" y="4586"/>
                </a:lnTo>
                <a:lnTo>
                  <a:pt x="4072" y="4843"/>
                </a:lnTo>
                <a:lnTo>
                  <a:pt x="3998" y="5026"/>
                </a:lnTo>
                <a:lnTo>
                  <a:pt x="3852" y="5246"/>
                </a:lnTo>
                <a:lnTo>
                  <a:pt x="3705" y="5393"/>
                </a:lnTo>
                <a:lnTo>
                  <a:pt x="3558" y="5576"/>
                </a:lnTo>
                <a:lnTo>
                  <a:pt x="3155" y="5833"/>
                </a:lnTo>
                <a:lnTo>
                  <a:pt x="2788" y="6053"/>
                </a:lnTo>
                <a:lnTo>
                  <a:pt x="2348" y="6310"/>
                </a:lnTo>
                <a:lnTo>
                  <a:pt x="1908" y="6530"/>
                </a:lnTo>
                <a:lnTo>
                  <a:pt x="1467" y="6750"/>
                </a:lnTo>
                <a:lnTo>
                  <a:pt x="1321" y="6823"/>
                </a:lnTo>
                <a:lnTo>
                  <a:pt x="1247" y="6860"/>
                </a:lnTo>
                <a:lnTo>
                  <a:pt x="1211" y="6933"/>
                </a:lnTo>
                <a:lnTo>
                  <a:pt x="1174" y="6933"/>
                </a:lnTo>
                <a:lnTo>
                  <a:pt x="1064" y="6860"/>
                </a:lnTo>
                <a:lnTo>
                  <a:pt x="880" y="6713"/>
                </a:lnTo>
                <a:lnTo>
                  <a:pt x="697" y="6457"/>
                </a:lnTo>
                <a:lnTo>
                  <a:pt x="587" y="6273"/>
                </a:lnTo>
                <a:lnTo>
                  <a:pt x="514" y="6053"/>
                </a:lnTo>
                <a:lnTo>
                  <a:pt x="477" y="5833"/>
                </a:lnTo>
                <a:lnTo>
                  <a:pt x="477" y="5613"/>
                </a:lnTo>
                <a:lnTo>
                  <a:pt x="477" y="5356"/>
                </a:lnTo>
                <a:lnTo>
                  <a:pt x="550" y="5136"/>
                </a:lnTo>
                <a:lnTo>
                  <a:pt x="660" y="4879"/>
                </a:lnTo>
                <a:lnTo>
                  <a:pt x="770" y="4659"/>
                </a:lnTo>
                <a:lnTo>
                  <a:pt x="917" y="4476"/>
                </a:lnTo>
                <a:lnTo>
                  <a:pt x="1101" y="4292"/>
                </a:lnTo>
                <a:lnTo>
                  <a:pt x="1504" y="3962"/>
                </a:lnTo>
                <a:lnTo>
                  <a:pt x="1908" y="3705"/>
                </a:lnTo>
                <a:lnTo>
                  <a:pt x="2384" y="3485"/>
                </a:lnTo>
                <a:lnTo>
                  <a:pt x="2458" y="3412"/>
                </a:lnTo>
                <a:lnTo>
                  <a:pt x="2494" y="3302"/>
                </a:lnTo>
                <a:lnTo>
                  <a:pt x="2568" y="3119"/>
                </a:lnTo>
                <a:lnTo>
                  <a:pt x="2715" y="2898"/>
                </a:lnTo>
                <a:lnTo>
                  <a:pt x="2898" y="2715"/>
                </a:lnTo>
                <a:lnTo>
                  <a:pt x="3045" y="2532"/>
                </a:lnTo>
                <a:lnTo>
                  <a:pt x="3228" y="2385"/>
                </a:lnTo>
                <a:lnTo>
                  <a:pt x="3448" y="2238"/>
                </a:lnTo>
                <a:lnTo>
                  <a:pt x="3632" y="2128"/>
                </a:lnTo>
                <a:lnTo>
                  <a:pt x="3852" y="2055"/>
                </a:lnTo>
                <a:lnTo>
                  <a:pt x="4108" y="1981"/>
                </a:lnTo>
                <a:lnTo>
                  <a:pt x="4328" y="1945"/>
                </a:lnTo>
                <a:lnTo>
                  <a:pt x="4549" y="1908"/>
                </a:lnTo>
                <a:lnTo>
                  <a:pt x="4695" y="2055"/>
                </a:lnTo>
                <a:lnTo>
                  <a:pt x="4879" y="2165"/>
                </a:lnTo>
                <a:lnTo>
                  <a:pt x="5135" y="2348"/>
                </a:lnTo>
                <a:lnTo>
                  <a:pt x="5356" y="2568"/>
                </a:lnTo>
                <a:lnTo>
                  <a:pt x="5466" y="2715"/>
                </a:lnTo>
                <a:lnTo>
                  <a:pt x="5539" y="2898"/>
                </a:lnTo>
                <a:lnTo>
                  <a:pt x="5649" y="3229"/>
                </a:lnTo>
                <a:lnTo>
                  <a:pt x="5722" y="3559"/>
                </a:lnTo>
                <a:lnTo>
                  <a:pt x="5686" y="3926"/>
                </a:lnTo>
                <a:lnTo>
                  <a:pt x="5612" y="4256"/>
                </a:lnTo>
                <a:lnTo>
                  <a:pt x="5466" y="4549"/>
                </a:lnTo>
                <a:lnTo>
                  <a:pt x="5062" y="5063"/>
                </a:lnTo>
                <a:lnTo>
                  <a:pt x="4879" y="5319"/>
                </a:lnTo>
                <a:lnTo>
                  <a:pt x="4732" y="5613"/>
                </a:lnTo>
                <a:lnTo>
                  <a:pt x="4659" y="5943"/>
                </a:lnTo>
                <a:lnTo>
                  <a:pt x="4659" y="6090"/>
                </a:lnTo>
                <a:lnTo>
                  <a:pt x="4659" y="6273"/>
                </a:lnTo>
                <a:lnTo>
                  <a:pt x="4695" y="6420"/>
                </a:lnTo>
                <a:lnTo>
                  <a:pt x="4769" y="6567"/>
                </a:lnTo>
                <a:lnTo>
                  <a:pt x="4805" y="6677"/>
                </a:lnTo>
                <a:lnTo>
                  <a:pt x="4915" y="6787"/>
                </a:lnTo>
                <a:lnTo>
                  <a:pt x="5135" y="6933"/>
                </a:lnTo>
                <a:lnTo>
                  <a:pt x="5392" y="7007"/>
                </a:lnTo>
                <a:lnTo>
                  <a:pt x="5649" y="7043"/>
                </a:lnTo>
                <a:lnTo>
                  <a:pt x="5942" y="7007"/>
                </a:lnTo>
                <a:lnTo>
                  <a:pt x="6199" y="6933"/>
                </a:lnTo>
                <a:lnTo>
                  <a:pt x="6456" y="6823"/>
                </a:lnTo>
                <a:lnTo>
                  <a:pt x="6676" y="6677"/>
                </a:lnTo>
                <a:lnTo>
                  <a:pt x="6896" y="6457"/>
                </a:lnTo>
                <a:lnTo>
                  <a:pt x="7043" y="6200"/>
                </a:lnTo>
                <a:lnTo>
                  <a:pt x="7226" y="5980"/>
                </a:lnTo>
                <a:lnTo>
                  <a:pt x="7667" y="5246"/>
                </a:lnTo>
                <a:lnTo>
                  <a:pt x="7887" y="4879"/>
                </a:lnTo>
                <a:lnTo>
                  <a:pt x="8107" y="4476"/>
                </a:lnTo>
                <a:lnTo>
                  <a:pt x="8143" y="4402"/>
                </a:lnTo>
                <a:lnTo>
                  <a:pt x="8107" y="4329"/>
                </a:lnTo>
                <a:lnTo>
                  <a:pt x="8070" y="4256"/>
                </a:lnTo>
                <a:lnTo>
                  <a:pt x="8033" y="4182"/>
                </a:lnTo>
                <a:lnTo>
                  <a:pt x="7777" y="4182"/>
                </a:lnTo>
                <a:lnTo>
                  <a:pt x="7703" y="4256"/>
                </a:lnTo>
                <a:lnTo>
                  <a:pt x="7520" y="4586"/>
                </a:lnTo>
                <a:lnTo>
                  <a:pt x="7300" y="4879"/>
                </a:lnTo>
                <a:lnTo>
                  <a:pt x="6933" y="5540"/>
                </a:lnTo>
                <a:lnTo>
                  <a:pt x="6749" y="5796"/>
                </a:lnTo>
                <a:lnTo>
                  <a:pt x="6566" y="6053"/>
                </a:lnTo>
                <a:lnTo>
                  <a:pt x="6383" y="6273"/>
                </a:lnTo>
                <a:lnTo>
                  <a:pt x="6126" y="6493"/>
                </a:lnTo>
                <a:lnTo>
                  <a:pt x="5942" y="6567"/>
                </a:lnTo>
                <a:lnTo>
                  <a:pt x="5796" y="6603"/>
                </a:lnTo>
                <a:lnTo>
                  <a:pt x="5612" y="6567"/>
                </a:lnTo>
                <a:lnTo>
                  <a:pt x="5466" y="6530"/>
                </a:lnTo>
                <a:lnTo>
                  <a:pt x="5319" y="6457"/>
                </a:lnTo>
                <a:lnTo>
                  <a:pt x="5209" y="6347"/>
                </a:lnTo>
                <a:lnTo>
                  <a:pt x="5135" y="6200"/>
                </a:lnTo>
                <a:lnTo>
                  <a:pt x="5099" y="6016"/>
                </a:lnTo>
                <a:lnTo>
                  <a:pt x="5135" y="5833"/>
                </a:lnTo>
                <a:lnTo>
                  <a:pt x="5172" y="5686"/>
                </a:lnTo>
                <a:lnTo>
                  <a:pt x="5356" y="5393"/>
                </a:lnTo>
                <a:lnTo>
                  <a:pt x="5759" y="4879"/>
                </a:lnTo>
                <a:lnTo>
                  <a:pt x="5906" y="4659"/>
                </a:lnTo>
                <a:lnTo>
                  <a:pt x="6016" y="4402"/>
                </a:lnTo>
                <a:lnTo>
                  <a:pt x="6126" y="4146"/>
                </a:lnTo>
                <a:lnTo>
                  <a:pt x="6163" y="3889"/>
                </a:lnTo>
                <a:lnTo>
                  <a:pt x="6163" y="3632"/>
                </a:lnTo>
                <a:lnTo>
                  <a:pt x="6163" y="3339"/>
                </a:lnTo>
                <a:lnTo>
                  <a:pt x="6089" y="3082"/>
                </a:lnTo>
                <a:lnTo>
                  <a:pt x="6016" y="2825"/>
                </a:lnTo>
                <a:lnTo>
                  <a:pt x="5832" y="2532"/>
                </a:lnTo>
                <a:lnTo>
                  <a:pt x="5576" y="2165"/>
                </a:lnTo>
                <a:lnTo>
                  <a:pt x="5429" y="2018"/>
                </a:lnTo>
                <a:lnTo>
                  <a:pt x="5282" y="1908"/>
                </a:lnTo>
                <a:lnTo>
                  <a:pt x="5099" y="1798"/>
                </a:lnTo>
                <a:lnTo>
                  <a:pt x="4915" y="1725"/>
                </a:lnTo>
                <a:lnTo>
                  <a:pt x="4915" y="1688"/>
                </a:lnTo>
                <a:lnTo>
                  <a:pt x="4915" y="1468"/>
                </a:lnTo>
                <a:lnTo>
                  <a:pt x="4989" y="1321"/>
                </a:lnTo>
                <a:lnTo>
                  <a:pt x="5062" y="1174"/>
                </a:lnTo>
                <a:lnTo>
                  <a:pt x="5172" y="1028"/>
                </a:lnTo>
                <a:lnTo>
                  <a:pt x="5319" y="918"/>
                </a:lnTo>
                <a:lnTo>
                  <a:pt x="5502" y="844"/>
                </a:lnTo>
                <a:lnTo>
                  <a:pt x="5686" y="808"/>
                </a:lnTo>
                <a:lnTo>
                  <a:pt x="5869" y="771"/>
                </a:lnTo>
                <a:lnTo>
                  <a:pt x="6016" y="771"/>
                </a:lnTo>
                <a:lnTo>
                  <a:pt x="6199" y="808"/>
                </a:lnTo>
                <a:lnTo>
                  <a:pt x="6529" y="918"/>
                </a:lnTo>
                <a:lnTo>
                  <a:pt x="7190" y="1211"/>
                </a:lnTo>
                <a:lnTo>
                  <a:pt x="7080" y="1321"/>
                </a:lnTo>
                <a:lnTo>
                  <a:pt x="7043" y="1431"/>
                </a:lnTo>
                <a:lnTo>
                  <a:pt x="7043" y="1541"/>
                </a:lnTo>
                <a:lnTo>
                  <a:pt x="7043" y="1651"/>
                </a:lnTo>
                <a:lnTo>
                  <a:pt x="7153" y="1871"/>
                </a:lnTo>
                <a:lnTo>
                  <a:pt x="7300" y="2018"/>
                </a:lnTo>
                <a:lnTo>
                  <a:pt x="7446" y="2165"/>
                </a:lnTo>
                <a:lnTo>
                  <a:pt x="7556" y="2275"/>
                </a:lnTo>
                <a:lnTo>
                  <a:pt x="7446" y="2495"/>
                </a:lnTo>
                <a:lnTo>
                  <a:pt x="7263" y="3045"/>
                </a:lnTo>
                <a:lnTo>
                  <a:pt x="7153" y="3265"/>
                </a:lnTo>
                <a:lnTo>
                  <a:pt x="7043" y="3485"/>
                </a:lnTo>
                <a:lnTo>
                  <a:pt x="6933" y="3705"/>
                </a:lnTo>
                <a:lnTo>
                  <a:pt x="6896" y="3926"/>
                </a:lnTo>
                <a:lnTo>
                  <a:pt x="6896" y="3999"/>
                </a:lnTo>
                <a:lnTo>
                  <a:pt x="6970" y="4036"/>
                </a:lnTo>
                <a:lnTo>
                  <a:pt x="7043" y="4072"/>
                </a:lnTo>
                <a:lnTo>
                  <a:pt x="7116" y="4036"/>
                </a:lnTo>
                <a:lnTo>
                  <a:pt x="7263" y="3889"/>
                </a:lnTo>
                <a:lnTo>
                  <a:pt x="7410" y="3705"/>
                </a:lnTo>
                <a:lnTo>
                  <a:pt x="7593" y="3265"/>
                </a:lnTo>
                <a:lnTo>
                  <a:pt x="7777" y="2715"/>
                </a:lnTo>
                <a:lnTo>
                  <a:pt x="7813" y="2458"/>
                </a:lnTo>
                <a:lnTo>
                  <a:pt x="7813" y="2422"/>
                </a:lnTo>
                <a:lnTo>
                  <a:pt x="8363" y="2678"/>
                </a:lnTo>
                <a:lnTo>
                  <a:pt x="8584" y="2862"/>
                </a:lnTo>
                <a:lnTo>
                  <a:pt x="8694" y="3009"/>
                </a:lnTo>
                <a:lnTo>
                  <a:pt x="8804" y="3155"/>
                </a:lnTo>
                <a:lnTo>
                  <a:pt x="8877" y="3302"/>
                </a:lnTo>
                <a:lnTo>
                  <a:pt x="8877" y="3449"/>
                </a:lnTo>
                <a:lnTo>
                  <a:pt x="8840" y="3595"/>
                </a:lnTo>
                <a:lnTo>
                  <a:pt x="8694" y="3705"/>
                </a:lnTo>
                <a:lnTo>
                  <a:pt x="8620" y="3779"/>
                </a:lnTo>
                <a:lnTo>
                  <a:pt x="8584" y="3852"/>
                </a:lnTo>
                <a:lnTo>
                  <a:pt x="8584" y="3926"/>
                </a:lnTo>
                <a:lnTo>
                  <a:pt x="8620" y="3999"/>
                </a:lnTo>
                <a:lnTo>
                  <a:pt x="8657" y="4072"/>
                </a:lnTo>
                <a:lnTo>
                  <a:pt x="8730" y="4109"/>
                </a:lnTo>
                <a:lnTo>
                  <a:pt x="8840" y="4109"/>
                </a:lnTo>
                <a:lnTo>
                  <a:pt x="8914" y="4072"/>
                </a:lnTo>
                <a:lnTo>
                  <a:pt x="9097" y="3926"/>
                </a:lnTo>
                <a:lnTo>
                  <a:pt x="9207" y="3779"/>
                </a:lnTo>
                <a:lnTo>
                  <a:pt x="9281" y="3595"/>
                </a:lnTo>
                <a:lnTo>
                  <a:pt x="9281" y="3412"/>
                </a:lnTo>
                <a:lnTo>
                  <a:pt x="9281" y="3192"/>
                </a:lnTo>
                <a:lnTo>
                  <a:pt x="9207" y="3009"/>
                </a:lnTo>
                <a:lnTo>
                  <a:pt x="9097" y="2825"/>
                </a:lnTo>
                <a:lnTo>
                  <a:pt x="8987" y="2642"/>
                </a:lnTo>
                <a:lnTo>
                  <a:pt x="8804" y="2458"/>
                </a:lnTo>
                <a:lnTo>
                  <a:pt x="8584" y="2348"/>
                </a:lnTo>
                <a:lnTo>
                  <a:pt x="8107" y="2091"/>
                </a:lnTo>
                <a:lnTo>
                  <a:pt x="7887" y="1981"/>
                </a:lnTo>
                <a:lnTo>
                  <a:pt x="7593" y="1798"/>
                </a:lnTo>
                <a:lnTo>
                  <a:pt x="7446" y="1651"/>
                </a:lnTo>
                <a:lnTo>
                  <a:pt x="7373" y="1541"/>
                </a:lnTo>
                <a:lnTo>
                  <a:pt x="7336" y="1431"/>
                </a:lnTo>
                <a:lnTo>
                  <a:pt x="7373" y="1284"/>
                </a:lnTo>
                <a:lnTo>
                  <a:pt x="7483" y="1358"/>
                </a:lnTo>
                <a:lnTo>
                  <a:pt x="7556" y="1358"/>
                </a:lnTo>
                <a:lnTo>
                  <a:pt x="7593" y="1321"/>
                </a:lnTo>
                <a:lnTo>
                  <a:pt x="7630" y="1248"/>
                </a:lnTo>
                <a:lnTo>
                  <a:pt x="7703" y="1138"/>
                </a:lnTo>
                <a:lnTo>
                  <a:pt x="7813" y="954"/>
                </a:lnTo>
                <a:lnTo>
                  <a:pt x="7923" y="808"/>
                </a:lnTo>
                <a:lnTo>
                  <a:pt x="8107" y="698"/>
                </a:lnTo>
                <a:lnTo>
                  <a:pt x="8290" y="624"/>
                </a:lnTo>
                <a:lnTo>
                  <a:pt x="8474" y="588"/>
                </a:lnTo>
                <a:lnTo>
                  <a:pt x="8694" y="551"/>
                </a:lnTo>
                <a:lnTo>
                  <a:pt x="9060" y="514"/>
                </a:lnTo>
                <a:close/>
                <a:moveTo>
                  <a:pt x="13279" y="9318"/>
                </a:moveTo>
                <a:lnTo>
                  <a:pt x="13426" y="9428"/>
                </a:lnTo>
                <a:lnTo>
                  <a:pt x="13426" y="9464"/>
                </a:lnTo>
                <a:lnTo>
                  <a:pt x="13352" y="9464"/>
                </a:lnTo>
                <a:lnTo>
                  <a:pt x="13242" y="9538"/>
                </a:lnTo>
                <a:lnTo>
                  <a:pt x="12985" y="9868"/>
                </a:lnTo>
                <a:lnTo>
                  <a:pt x="12692" y="10198"/>
                </a:lnTo>
                <a:lnTo>
                  <a:pt x="12362" y="10492"/>
                </a:lnTo>
                <a:lnTo>
                  <a:pt x="12032" y="10748"/>
                </a:lnTo>
                <a:lnTo>
                  <a:pt x="11445" y="11078"/>
                </a:lnTo>
                <a:lnTo>
                  <a:pt x="10858" y="11409"/>
                </a:lnTo>
                <a:lnTo>
                  <a:pt x="10638" y="11372"/>
                </a:lnTo>
                <a:lnTo>
                  <a:pt x="10418" y="11299"/>
                </a:lnTo>
                <a:lnTo>
                  <a:pt x="10234" y="11188"/>
                </a:lnTo>
                <a:lnTo>
                  <a:pt x="10051" y="11078"/>
                </a:lnTo>
                <a:lnTo>
                  <a:pt x="10491" y="11005"/>
                </a:lnTo>
                <a:lnTo>
                  <a:pt x="10895" y="10858"/>
                </a:lnTo>
                <a:lnTo>
                  <a:pt x="11298" y="10675"/>
                </a:lnTo>
                <a:lnTo>
                  <a:pt x="11702" y="10492"/>
                </a:lnTo>
                <a:lnTo>
                  <a:pt x="12142" y="10235"/>
                </a:lnTo>
                <a:lnTo>
                  <a:pt x="12545" y="9941"/>
                </a:lnTo>
                <a:lnTo>
                  <a:pt x="12912" y="9648"/>
                </a:lnTo>
                <a:lnTo>
                  <a:pt x="13279" y="9318"/>
                </a:lnTo>
                <a:close/>
                <a:moveTo>
                  <a:pt x="13609" y="9648"/>
                </a:moveTo>
                <a:lnTo>
                  <a:pt x="13719" y="9795"/>
                </a:lnTo>
                <a:lnTo>
                  <a:pt x="13792" y="9978"/>
                </a:lnTo>
                <a:lnTo>
                  <a:pt x="13939" y="10345"/>
                </a:lnTo>
                <a:lnTo>
                  <a:pt x="13939" y="10602"/>
                </a:lnTo>
                <a:lnTo>
                  <a:pt x="13939" y="10858"/>
                </a:lnTo>
                <a:lnTo>
                  <a:pt x="13866" y="10968"/>
                </a:lnTo>
                <a:lnTo>
                  <a:pt x="13829" y="10932"/>
                </a:lnTo>
                <a:lnTo>
                  <a:pt x="13719" y="10932"/>
                </a:lnTo>
                <a:lnTo>
                  <a:pt x="13719" y="10968"/>
                </a:lnTo>
                <a:lnTo>
                  <a:pt x="13609" y="11188"/>
                </a:lnTo>
                <a:lnTo>
                  <a:pt x="12765" y="11299"/>
                </a:lnTo>
                <a:lnTo>
                  <a:pt x="12912" y="11188"/>
                </a:lnTo>
                <a:lnTo>
                  <a:pt x="13316" y="10895"/>
                </a:lnTo>
                <a:lnTo>
                  <a:pt x="13682" y="10565"/>
                </a:lnTo>
                <a:lnTo>
                  <a:pt x="13756" y="10492"/>
                </a:lnTo>
                <a:lnTo>
                  <a:pt x="13756" y="10381"/>
                </a:lnTo>
                <a:lnTo>
                  <a:pt x="13719" y="10308"/>
                </a:lnTo>
                <a:lnTo>
                  <a:pt x="13609" y="10271"/>
                </a:lnTo>
                <a:lnTo>
                  <a:pt x="13536" y="10271"/>
                </a:lnTo>
                <a:lnTo>
                  <a:pt x="13462" y="10308"/>
                </a:lnTo>
                <a:lnTo>
                  <a:pt x="13059" y="10638"/>
                </a:lnTo>
                <a:lnTo>
                  <a:pt x="12655" y="10968"/>
                </a:lnTo>
                <a:lnTo>
                  <a:pt x="12398" y="11152"/>
                </a:lnTo>
                <a:lnTo>
                  <a:pt x="12325" y="11225"/>
                </a:lnTo>
                <a:lnTo>
                  <a:pt x="12252" y="11372"/>
                </a:lnTo>
                <a:lnTo>
                  <a:pt x="11665" y="11409"/>
                </a:lnTo>
                <a:lnTo>
                  <a:pt x="11481" y="11445"/>
                </a:lnTo>
                <a:lnTo>
                  <a:pt x="11775" y="11299"/>
                </a:lnTo>
                <a:lnTo>
                  <a:pt x="12068" y="11115"/>
                </a:lnTo>
                <a:lnTo>
                  <a:pt x="12362" y="10932"/>
                </a:lnTo>
                <a:lnTo>
                  <a:pt x="12655" y="10748"/>
                </a:lnTo>
                <a:lnTo>
                  <a:pt x="12912" y="10492"/>
                </a:lnTo>
                <a:lnTo>
                  <a:pt x="13132" y="10271"/>
                </a:lnTo>
                <a:lnTo>
                  <a:pt x="13352" y="10015"/>
                </a:lnTo>
                <a:lnTo>
                  <a:pt x="13572" y="9721"/>
                </a:lnTo>
                <a:lnTo>
                  <a:pt x="13609" y="9648"/>
                </a:lnTo>
                <a:close/>
                <a:moveTo>
                  <a:pt x="9060" y="1"/>
                </a:moveTo>
                <a:lnTo>
                  <a:pt x="8804" y="37"/>
                </a:lnTo>
                <a:lnTo>
                  <a:pt x="8547" y="37"/>
                </a:lnTo>
                <a:lnTo>
                  <a:pt x="8290" y="111"/>
                </a:lnTo>
                <a:lnTo>
                  <a:pt x="8033" y="184"/>
                </a:lnTo>
                <a:lnTo>
                  <a:pt x="7813" y="294"/>
                </a:lnTo>
                <a:lnTo>
                  <a:pt x="7593" y="441"/>
                </a:lnTo>
                <a:lnTo>
                  <a:pt x="7410" y="624"/>
                </a:lnTo>
                <a:lnTo>
                  <a:pt x="7300" y="844"/>
                </a:lnTo>
                <a:lnTo>
                  <a:pt x="6896" y="624"/>
                </a:lnTo>
                <a:lnTo>
                  <a:pt x="6493" y="441"/>
                </a:lnTo>
                <a:lnTo>
                  <a:pt x="6273" y="367"/>
                </a:lnTo>
                <a:lnTo>
                  <a:pt x="6053" y="331"/>
                </a:lnTo>
                <a:lnTo>
                  <a:pt x="5612" y="331"/>
                </a:lnTo>
                <a:lnTo>
                  <a:pt x="5392" y="404"/>
                </a:lnTo>
                <a:lnTo>
                  <a:pt x="5209" y="477"/>
                </a:lnTo>
                <a:lnTo>
                  <a:pt x="5025" y="588"/>
                </a:lnTo>
                <a:lnTo>
                  <a:pt x="4842" y="734"/>
                </a:lnTo>
                <a:lnTo>
                  <a:pt x="4695" y="881"/>
                </a:lnTo>
                <a:lnTo>
                  <a:pt x="4585" y="1064"/>
                </a:lnTo>
                <a:lnTo>
                  <a:pt x="4512" y="1248"/>
                </a:lnTo>
                <a:lnTo>
                  <a:pt x="4475" y="1468"/>
                </a:lnTo>
                <a:lnTo>
                  <a:pt x="4182" y="1505"/>
                </a:lnTo>
                <a:lnTo>
                  <a:pt x="3888" y="1541"/>
                </a:lnTo>
                <a:lnTo>
                  <a:pt x="3595" y="1651"/>
                </a:lnTo>
                <a:lnTo>
                  <a:pt x="3338" y="1798"/>
                </a:lnTo>
                <a:lnTo>
                  <a:pt x="3081" y="1945"/>
                </a:lnTo>
                <a:lnTo>
                  <a:pt x="2861" y="2091"/>
                </a:lnTo>
                <a:lnTo>
                  <a:pt x="2641" y="2312"/>
                </a:lnTo>
                <a:lnTo>
                  <a:pt x="2421" y="2532"/>
                </a:lnTo>
                <a:lnTo>
                  <a:pt x="2238" y="2788"/>
                </a:lnTo>
                <a:lnTo>
                  <a:pt x="2091" y="3082"/>
                </a:lnTo>
                <a:lnTo>
                  <a:pt x="1981" y="3155"/>
                </a:lnTo>
                <a:lnTo>
                  <a:pt x="1834" y="3229"/>
                </a:lnTo>
                <a:lnTo>
                  <a:pt x="1504" y="3375"/>
                </a:lnTo>
                <a:lnTo>
                  <a:pt x="1211" y="3559"/>
                </a:lnTo>
                <a:lnTo>
                  <a:pt x="954" y="3779"/>
                </a:lnTo>
                <a:lnTo>
                  <a:pt x="697" y="3999"/>
                </a:lnTo>
                <a:lnTo>
                  <a:pt x="477" y="4256"/>
                </a:lnTo>
                <a:lnTo>
                  <a:pt x="330" y="4512"/>
                </a:lnTo>
                <a:lnTo>
                  <a:pt x="183" y="4769"/>
                </a:lnTo>
                <a:lnTo>
                  <a:pt x="73" y="5063"/>
                </a:lnTo>
                <a:lnTo>
                  <a:pt x="37" y="5319"/>
                </a:lnTo>
                <a:lnTo>
                  <a:pt x="0" y="5613"/>
                </a:lnTo>
                <a:lnTo>
                  <a:pt x="0" y="5906"/>
                </a:lnTo>
                <a:lnTo>
                  <a:pt x="73" y="6200"/>
                </a:lnTo>
                <a:lnTo>
                  <a:pt x="183" y="6493"/>
                </a:lnTo>
                <a:lnTo>
                  <a:pt x="294" y="6713"/>
                </a:lnTo>
                <a:lnTo>
                  <a:pt x="440" y="6933"/>
                </a:lnTo>
                <a:lnTo>
                  <a:pt x="660" y="7117"/>
                </a:lnTo>
                <a:lnTo>
                  <a:pt x="880" y="7300"/>
                </a:lnTo>
                <a:lnTo>
                  <a:pt x="1064" y="7374"/>
                </a:lnTo>
                <a:lnTo>
                  <a:pt x="1027" y="7594"/>
                </a:lnTo>
                <a:lnTo>
                  <a:pt x="1027" y="7814"/>
                </a:lnTo>
                <a:lnTo>
                  <a:pt x="1064" y="8034"/>
                </a:lnTo>
                <a:lnTo>
                  <a:pt x="1101" y="8217"/>
                </a:lnTo>
                <a:lnTo>
                  <a:pt x="1174" y="8437"/>
                </a:lnTo>
                <a:lnTo>
                  <a:pt x="1284" y="8621"/>
                </a:lnTo>
                <a:lnTo>
                  <a:pt x="1431" y="8804"/>
                </a:lnTo>
                <a:lnTo>
                  <a:pt x="1614" y="8988"/>
                </a:lnTo>
                <a:lnTo>
                  <a:pt x="1797" y="9098"/>
                </a:lnTo>
                <a:lnTo>
                  <a:pt x="1981" y="9208"/>
                </a:lnTo>
                <a:lnTo>
                  <a:pt x="2201" y="9281"/>
                </a:lnTo>
                <a:lnTo>
                  <a:pt x="2421" y="9318"/>
                </a:lnTo>
                <a:lnTo>
                  <a:pt x="2641" y="9354"/>
                </a:lnTo>
                <a:lnTo>
                  <a:pt x="2861" y="9318"/>
                </a:lnTo>
                <a:lnTo>
                  <a:pt x="3081" y="9281"/>
                </a:lnTo>
                <a:lnTo>
                  <a:pt x="3301" y="9208"/>
                </a:lnTo>
                <a:lnTo>
                  <a:pt x="3375" y="9354"/>
                </a:lnTo>
                <a:lnTo>
                  <a:pt x="3448" y="9501"/>
                </a:lnTo>
                <a:lnTo>
                  <a:pt x="3595" y="9648"/>
                </a:lnTo>
                <a:lnTo>
                  <a:pt x="3742" y="9758"/>
                </a:lnTo>
                <a:lnTo>
                  <a:pt x="3925" y="9868"/>
                </a:lnTo>
                <a:lnTo>
                  <a:pt x="4108" y="9905"/>
                </a:lnTo>
                <a:lnTo>
                  <a:pt x="4292" y="9941"/>
                </a:lnTo>
                <a:lnTo>
                  <a:pt x="4475" y="9941"/>
                </a:lnTo>
                <a:lnTo>
                  <a:pt x="4842" y="9905"/>
                </a:lnTo>
                <a:lnTo>
                  <a:pt x="5246" y="9795"/>
                </a:lnTo>
                <a:lnTo>
                  <a:pt x="5686" y="9648"/>
                </a:lnTo>
                <a:lnTo>
                  <a:pt x="6163" y="9574"/>
                </a:lnTo>
                <a:lnTo>
                  <a:pt x="6603" y="9574"/>
                </a:lnTo>
                <a:lnTo>
                  <a:pt x="7080" y="9611"/>
                </a:lnTo>
                <a:lnTo>
                  <a:pt x="7446" y="9648"/>
                </a:lnTo>
                <a:lnTo>
                  <a:pt x="7630" y="9648"/>
                </a:lnTo>
                <a:lnTo>
                  <a:pt x="7813" y="9611"/>
                </a:lnTo>
                <a:lnTo>
                  <a:pt x="7960" y="9721"/>
                </a:lnTo>
                <a:lnTo>
                  <a:pt x="8143" y="9795"/>
                </a:lnTo>
                <a:lnTo>
                  <a:pt x="8327" y="9831"/>
                </a:lnTo>
                <a:lnTo>
                  <a:pt x="8547" y="9868"/>
                </a:lnTo>
                <a:lnTo>
                  <a:pt x="9024" y="9905"/>
                </a:lnTo>
                <a:lnTo>
                  <a:pt x="9391" y="9868"/>
                </a:lnTo>
                <a:lnTo>
                  <a:pt x="9501" y="9868"/>
                </a:lnTo>
                <a:lnTo>
                  <a:pt x="9354" y="10161"/>
                </a:lnTo>
                <a:lnTo>
                  <a:pt x="9317" y="10308"/>
                </a:lnTo>
                <a:lnTo>
                  <a:pt x="9281" y="10492"/>
                </a:lnTo>
                <a:lnTo>
                  <a:pt x="9317" y="10638"/>
                </a:lnTo>
                <a:lnTo>
                  <a:pt x="9354" y="10785"/>
                </a:lnTo>
                <a:lnTo>
                  <a:pt x="9464" y="11078"/>
                </a:lnTo>
                <a:lnTo>
                  <a:pt x="9647" y="11335"/>
                </a:lnTo>
                <a:lnTo>
                  <a:pt x="9831" y="11519"/>
                </a:lnTo>
                <a:lnTo>
                  <a:pt x="9977" y="11629"/>
                </a:lnTo>
                <a:lnTo>
                  <a:pt x="10198" y="11739"/>
                </a:lnTo>
                <a:lnTo>
                  <a:pt x="10381" y="11812"/>
                </a:lnTo>
                <a:lnTo>
                  <a:pt x="10821" y="11922"/>
                </a:lnTo>
                <a:lnTo>
                  <a:pt x="11298" y="11959"/>
                </a:lnTo>
                <a:lnTo>
                  <a:pt x="11775" y="11922"/>
                </a:lnTo>
                <a:lnTo>
                  <a:pt x="12215" y="11885"/>
                </a:lnTo>
                <a:lnTo>
                  <a:pt x="13095" y="11775"/>
                </a:lnTo>
                <a:lnTo>
                  <a:pt x="13939" y="11665"/>
                </a:lnTo>
                <a:lnTo>
                  <a:pt x="14343" y="11555"/>
                </a:lnTo>
                <a:lnTo>
                  <a:pt x="14746" y="11409"/>
                </a:lnTo>
                <a:lnTo>
                  <a:pt x="15076" y="11262"/>
                </a:lnTo>
                <a:lnTo>
                  <a:pt x="15370" y="11042"/>
                </a:lnTo>
                <a:lnTo>
                  <a:pt x="15626" y="10785"/>
                </a:lnTo>
                <a:lnTo>
                  <a:pt x="15847" y="10528"/>
                </a:lnTo>
                <a:lnTo>
                  <a:pt x="16030" y="10235"/>
                </a:lnTo>
                <a:lnTo>
                  <a:pt x="16213" y="9941"/>
                </a:lnTo>
                <a:lnTo>
                  <a:pt x="16360" y="9648"/>
                </a:lnTo>
                <a:lnTo>
                  <a:pt x="16433" y="9318"/>
                </a:lnTo>
                <a:lnTo>
                  <a:pt x="16507" y="8988"/>
                </a:lnTo>
                <a:lnTo>
                  <a:pt x="16543" y="8657"/>
                </a:lnTo>
                <a:lnTo>
                  <a:pt x="16507" y="8327"/>
                </a:lnTo>
                <a:lnTo>
                  <a:pt x="16470" y="7997"/>
                </a:lnTo>
                <a:lnTo>
                  <a:pt x="16690" y="7447"/>
                </a:lnTo>
                <a:lnTo>
                  <a:pt x="16837" y="6933"/>
                </a:lnTo>
                <a:lnTo>
                  <a:pt x="16910" y="6347"/>
                </a:lnTo>
                <a:lnTo>
                  <a:pt x="16910" y="5796"/>
                </a:lnTo>
                <a:lnTo>
                  <a:pt x="16837" y="5429"/>
                </a:lnTo>
                <a:lnTo>
                  <a:pt x="16727" y="5063"/>
                </a:lnTo>
                <a:lnTo>
                  <a:pt x="16654" y="4916"/>
                </a:lnTo>
                <a:lnTo>
                  <a:pt x="16543" y="4769"/>
                </a:lnTo>
                <a:lnTo>
                  <a:pt x="16397" y="4659"/>
                </a:lnTo>
                <a:lnTo>
                  <a:pt x="16250" y="4586"/>
                </a:lnTo>
                <a:lnTo>
                  <a:pt x="16250" y="4146"/>
                </a:lnTo>
                <a:lnTo>
                  <a:pt x="16177" y="3742"/>
                </a:lnTo>
                <a:lnTo>
                  <a:pt x="16030" y="3375"/>
                </a:lnTo>
                <a:lnTo>
                  <a:pt x="15773" y="3009"/>
                </a:lnTo>
                <a:lnTo>
                  <a:pt x="15626" y="2825"/>
                </a:lnTo>
                <a:lnTo>
                  <a:pt x="15443" y="2642"/>
                </a:lnTo>
                <a:lnTo>
                  <a:pt x="15223" y="2495"/>
                </a:lnTo>
                <a:lnTo>
                  <a:pt x="15003" y="2385"/>
                </a:lnTo>
                <a:lnTo>
                  <a:pt x="14746" y="2238"/>
                </a:lnTo>
                <a:lnTo>
                  <a:pt x="14526" y="2055"/>
                </a:lnTo>
                <a:lnTo>
                  <a:pt x="14379" y="1835"/>
                </a:lnTo>
                <a:lnTo>
                  <a:pt x="14233" y="1578"/>
                </a:lnTo>
                <a:lnTo>
                  <a:pt x="14123" y="1358"/>
                </a:lnTo>
                <a:lnTo>
                  <a:pt x="13976" y="1138"/>
                </a:lnTo>
                <a:lnTo>
                  <a:pt x="13829" y="991"/>
                </a:lnTo>
                <a:lnTo>
                  <a:pt x="13682" y="808"/>
                </a:lnTo>
                <a:lnTo>
                  <a:pt x="13499" y="698"/>
                </a:lnTo>
                <a:lnTo>
                  <a:pt x="13279" y="588"/>
                </a:lnTo>
                <a:lnTo>
                  <a:pt x="13059" y="514"/>
                </a:lnTo>
                <a:lnTo>
                  <a:pt x="12802" y="441"/>
                </a:lnTo>
                <a:lnTo>
                  <a:pt x="12362" y="441"/>
                </a:lnTo>
                <a:lnTo>
                  <a:pt x="11885" y="477"/>
                </a:lnTo>
                <a:lnTo>
                  <a:pt x="11408" y="588"/>
                </a:lnTo>
                <a:lnTo>
                  <a:pt x="10968" y="698"/>
                </a:lnTo>
                <a:lnTo>
                  <a:pt x="10821" y="514"/>
                </a:lnTo>
                <a:lnTo>
                  <a:pt x="10601" y="331"/>
                </a:lnTo>
                <a:lnTo>
                  <a:pt x="10381" y="221"/>
                </a:lnTo>
                <a:lnTo>
                  <a:pt x="10124" y="147"/>
                </a:lnTo>
                <a:lnTo>
                  <a:pt x="9867" y="74"/>
                </a:lnTo>
                <a:lnTo>
                  <a:pt x="9574" y="37"/>
                </a:lnTo>
                <a:lnTo>
                  <a:pt x="9060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4" name="Google Shape;514;p10"/>
          <p:cNvSpPr/>
          <p:nvPr/>
        </p:nvSpPr>
        <p:spPr>
          <a:xfrm rot="-5400000">
            <a:off x="10661707" y="422573"/>
            <a:ext cx="373208" cy="477288"/>
          </a:xfrm>
          <a:custGeom>
            <a:avLst/>
            <a:gdLst/>
            <a:ahLst/>
            <a:cxnLst/>
            <a:rect l="l" t="t" r="r" b="b"/>
            <a:pathLst>
              <a:path w="9868" h="12620" extrusionOk="0">
                <a:moveTo>
                  <a:pt x="4182" y="661"/>
                </a:moveTo>
                <a:lnTo>
                  <a:pt x="4182" y="918"/>
                </a:lnTo>
                <a:lnTo>
                  <a:pt x="4182" y="1431"/>
                </a:lnTo>
                <a:lnTo>
                  <a:pt x="4145" y="2202"/>
                </a:lnTo>
                <a:lnTo>
                  <a:pt x="3925" y="2165"/>
                </a:lnTo>
                <a:lnTo>
                  <a:pt x="3962" y="2018"/>
                </a:lnTo>
                <a:lnTo>
                  <a:pt x="3962" y="1835"/>
                </a:lnTo>
                <a:lnTo>
                  <a:pt x="3889" y="1468"/>
                </a:lnTo>
                <a:lnTo>
                  <a:pt x="3852" y="1101"/>
                </a:lnTo>
                <a:lnTo>
                  <a:pt x="3889" y="918"/>
                </a:lnTo>
                <a:lnTo>
                  <a:pt x="3962" y="771"/>
                </a:lnTo>
                <a:lnTo>
                  <a:pt x="3999" y="698"/>
                </a:lnTo>
                <a:lnTo>
                  <a:pt x="4072" y="661"/>
                </a:lnTo>
                <a:close/>
                <a:moveTo>
                  <a:pt x="1541" y="404"/>
                </a:moveTo>
                <a:lnTo>
                  <a:pt x="1578" y="441"/>
                </a:lnTo>
                <a:lnTo>
                  <a:pt x="1614" y="514"/>
                </a:lnTo>
                <a:lnTo>
                  <a:pt x="1614" y="1138"/>
                </a:lnTo>
                <a:lnTo>
                  <a:pt x="1688" y="2202"/>
                </a:lnTo>
                <a:lnTo>
                  <a:pt x="1284" y="2238"/>
                </a:lnTo>
                <a:lnTo>
                  <a:pt x="1211" y="2238"/>
                </a:lnTo>
                <a:lnTo>
                  <a:pt x="1211" y="1871"/>
                </a:lnTo>
                <a:lnTo>
                  <a:pt x="1174" y="1505"/>
                </a:lnTo>
                <a:lnTo>
                  <a:pt x="1211" y="1211"/>
                </a:lnTo>
                <a:lnTo>
                  <a:pt x="1248" y="954"/>
                </a:lnTo>
                <a:lnTo>
                  <a:pt x="1358" y="404"/>
                </a:lnTo>
                <a:close/>
                <a:moveTo>
                  <a:pt x="3815" y="2678"/>
                </a:moveTo>
                <a:lnTo>
                  <a:pt x="4439" y="2715"/>
                </a:lnTo>
                <a:lnTo>
                  <a:pt x="5026" y="2789"/>
                </a:lnTo>
                <a:lnTo>
                  <a:pt x="5026" y="2825"/>
                </a:lnTo>
                <a:lnTo>
                  <a:pt x="5136" y="3485"/>
                </a:lnTo>
                <a:lnTo>
                  <a:pt x="3925" y="3559"/>
                </a:lnTo>
                <a:lnTo>
                  <a:pt x="2678" y="3632"/>
                </a:lnTo>
                <a:lnTo>
                  <a:pt x="1358" y="3669"/>
                </a:lnTo>
                <a:lnTo>
                  <a:pt x="917" y="3706"/>
                </a:lnTo>
                <a:lnTo>
                  <a:pt x="477" y="3742"/>
                </a:lnTo>
                <a:lnTo>
                  <a:pt x="441" y="3229"/>
                </a:lnTo>
                <a:lnTo>
                  <a:pt x="441" y="2972"/>
                </a:lnTo>
                <a:lnTo>
                  <a:pt x="404" y="2862"/>
                </a:lnTo>
                <a:lnTo>
                  <a:pt x="331" y="2752"/>
                </a:lnTo>
                <a:lnTo>
                  <a:pt x="587" y="2789"/>
                </a:lnTo>
                <a:lnTo>
                  <a:pt x="807" y="2789"/>
                </a:lnTo>
                <a:lnTo>
                  <a:pt x="1284" y="2752"/>
                </a:lnTo>
                <a:lnTo>
                  <a:pt x="1945" y="2678"/>
                </a:lnTo>
                <a:close/>
                <a:moveTo>
                  <a:pt x="4916" y="3999"/>
                </a:moveTo>
                <a:lnTo>
                  <a:pt x="4989" y="4072"/>
                </a:lnTo>
                <a:lnTo>
                  <a:pt x="5136" y="4109"/>
                </a:lnTo>
                <a:lnTo>
                  <a:pt x="5209" y="4072"/>
                </a:lnTo>
                <a:lnTo>
                  <a:pt x="5246" y="4623"/>
                </a:lnTo>
                <a:lnTo>
                  <a:pt x="5209" y="5173"/>
                </a:lnTo>
                <a:lnTo>
                  <a:pt x="5173" y="5430"/>
                </a:lnTo>
                <a:lnTo>
                  <a:pt x="5099" y="5723"/>
                </a:lnTo>
                <a:lnTo>
                  <a:pt x="4989" y="5980"/>
                </a:lnTo>
                <a:lnTo>
                  <a:pt x="4806" y="6200"/>
                </a:lnTo>
                <a:lnTo>
                  <a:pt x="4659" y="6310"/>
                </a:lnTo>
                <a:lnTo>
                  <a:pt x="4476" y="6420"/>
                </a:lnTo>
                <a:lnTo>
                  <a:pt x="4292" y="6457"/>
                </a:lnTo>
                <a:lnTo>
                  <a:pt x="4072" y="6493"/>
                </a:lnTo>
                <a:lnTo>
                  <a:pt x="3632" y="6530"/>
                </a:lnTo>
                <a:lnTo>
                  <a:pt x="3265" y="6567"/>
                </a:lnTo>
                <a:lnTo>
                  <a:pt x="2605" y="6567"/>
                </a:lnTo>
                <a:lnTo>
                  <a:pt x="2642" y="6493"/>
                </a:lnTo>
                <a:lnTo>
                  <a:pt x="2678" y="6383"/>
                </a:lnTo>
                <a:lnTo>
                  <a:pt x="2788" y="6310"/>
                </a:lnTo>
                <a:lnTo>
                  <a:pt x="2825" y="6273"/>
                </a:lnTo>
                <a:lnTo>
                  <a:pt x="2825" y="6237"/>
                </a:lnTo>
                <a:lnTo>
                  <a:pt x="2788" y="6200"/>
                </a:lnTo>
                <a:lnTo>
                  <a:pt x="2715" y="6200"/>
                </a:lnTo>
                <a:lnTo>
                  <a:pt x="2605" y="6237"/>
                </a:lnTo>
                <a:lnTo>
                  <a:pt x="2458" y="6310"/>
                </a:lnTo>
                <a:lnTo>
                  <a:pt x="2348" y="6420"/>
                </a:lnTo>
                <a:lnTo>
                  <a:pt x="2311" y="6567"/>
                </a:lnTo>
                <a:lnTo>
                  <a:pt x="1724" y="6493"/>
                </a:lnTo>
                <a:lnTo>
                  <a:pt x="1541" y="6457"/>
                </a:lnTo>
                <a:lnTo>
                  <a:pt x="1688" y="6420"/>
                </a:lnTo>
                <a:lnTo>
                  <a:pt x="2055" y="6383"/>
                </a:lnTo>
                <a:lnTo>
                  <a:pt x="2201" y="6310"/>
                </a:lnTo>
                <a:lnTo>
                  <a:pt x="2275" y="6237"/>
                </a:lnTo>
                <a:lnTo>
                  <a:pt x="2311" y="6163"/>
                </a:lnTo>
                <a:lnTo>
                  <a:pt x="2311" y="6090"/>
                </a:lnTo>
                <a:lnTo>
                  <a:pt x="2275" y="6016"/>
                </a:lnTo>
                <a:lnTo>
                  <a:pt x="2238" y="5980"/>
                </a:lnTo>
                <a:lnTo>
                  <a:pt x="2201" y="5943"/>
                </a:lnTo>
                <a:lnTo>
                  <a:pt x="2055" y="5943"/>
                </a:lnTo>
                <a:lnTo>
                  <a:pt x="1981" y="6016"/>
                </a:lnTo>
                <a:lnTo>
                  <a:pt x="1798" y="6053"/>
                </a:lnTo>
                <a:lnTo>
                  <a:pt x="1394" y="6127"/>
                </a:lnTo>
                <a:lnTo>
                  <a:pt x="1138" y="6200"/>
                </a:lnTo>
                <a:lnTo>
                  <a:pt x="917" y="6273"/>
                </a:lnTo>
                <a:lnTo>
                  <a:pt x="807" y="6200"/>
                </a:lnTo>
                <a:lnTo>
                  <a:pt x="697" y="6127"/>
                </a:lnTo>
                <a:lnTo>
                  <a:pt x="661" y="5980"/>
                </a:lnTo>
                <a:lnTo>
                  <a:pt x="624" y="5870"/>
                </a:lnTo>
                <a:lnTo>
                  <a:pt x="624" y="5870"/>
                </a:lnTo>
                <a:lnTo>
                  <a:pt x="844" y="5906"/>
                </a:lnTo>
                <a:lnTo>
                  <a:pt x="1504" y="5906"/>
                </a:lnTo>
                <a:lnTo>
                  <a:pt x="1724" y="5870"/>
                </a:lnTo>
                <a:lnTo>
                  <a:pt x="1945" y="5833"/>
                </a:lnTo>
                <a:lnTo>
                  <a:pt x="1981" y="5796"/>
                </a:lnTo>
                <a:lnTo>
                  <a:pt x="2018" y="5760"/>
                </a:lnTo>
                <a:lnTo>
                  <a:pt x="2055" y="5650"/>
                </a:lnTo>
                <a:lnTo>
                  <a:pt x="1981" y="5540"/>
                </a:lnTo>
                <a:lnTo>
                  <a:pt x="1945" y="5503"/>
                </a:lnTo>
                <a:lnTo>
                  <a:pt x="1504" y="5503"/>
                </a:lnTo>
                <a:lnTo>
                  <a:pt x="1101" y="5540"/>
                </a:lnTo>
                <a:lnTo>
                  <a:pt x="844" y="5576"/>
                </a:lnTo>
                <a:lnTo>
                  <a:pt x="587" y="5576"/>
                </a:lnTo>
                <a:lnTo>
                  <a:pt x="587" y="5356"/>
                </a:lnTo>
                <a:lnTo>
                  <a:pt x="734" y="5430"/>
                </a:lnTo>
                <a:lnTo>
                  <a:pt x="881" y="5466"/>
                </a:lnTo>
                <a:lnTo>
                  <a:pt x="1211" y="5466"/>
                </a:lnTo>
                <a:lnTo>
                  <a:pt x="1541" y="5393"/>
                </a:lnTo>
                <a:lnTo>
                  <a:pt x="1835" y="5246"/>
                </a:lnTo>
                <a:lnTo>
                  <a:pt x="1871" y="5173"/>
                </a:lnTo>
                <a:lnTo>
                  <a:pt x="1908" y="5099"/>
                </a:lnTo>
                <a:lnTo>
                  <a:pt x="1908" y="5026"/>
                </a:lnTo>
                <a:lnTo>
                  <a:pt x="1871" y="4953"/>
                </a:lnTo>
                <a:lnTo>
                  <a:pt x="1835" y="4916"/>
                </a:lnTo>
                <a:lnTo>
                  <a:pt x="1761" y="4879"/>
                </a:lnTo>
                <a:lnTo>
                  <a:pt x="1724" y="4879"/>
                </a:lnTo>
                <a:lnTo>
                  <a:pt x="1614" y="4916"/>
                </a:lnTo>
                <a:lnTo>
                  <a:pt x="1358" y="5026"/>
                </a:lnTo>
                <a:lnTo>
                  <a:pt x="1101" y="5099"/>
                </a:lnTo>
                <a:lnTo>
                  <a:pt x="844" y="5099"/>
                </a:lnTo>
                <a:lnTo>
                  <a:pt x="551" y="5063"/>
                </a:lnTo>
                <a:lnTo>
                  <a:pt x="551" y="4916"/>
                </a:lnTo>
                <a:lnTo>
                  <a:pt x="844" y="4879"/>
                </a:lnTo>
                <a:lnTo>
                  <a:pt x="1138" y="4879"/>
                </a:lnTo>
                <a:lnTo>
                  <a:pt x="1724" y="4769"/>
                </a:lnTo>
                <a:lnTo>
                  <a:pt x="1908" y="4696"/>
                </a:lnTo>
                <a:lnTo>
                  <a:pt x="2091" y="4586"/>
                </a:lnTo>
                <a:lnTo>
                  <a:pt x="2128" y="4513"/>
                </a:lnTo>
                <a:lnTo>
                  <a:pt x="2165" y="4439"/>
                </a:lnTo>
                <a:lnTo>
                  <a:pt x="2128" y="4329"/>
                </a:lnTo>
                <a:lnTo>
                  <a:pt x="2055" y="4256"/>
                </a:lnTo>
                <a:lnTo>
                  <a:pt x="1945" y="4182"/>
                </a:lnTo>
                <a:lnTo>
                  <a:pt x="1871" y="4182"/>
                </a:lnTo>
                <a:lnTo>
                  <a:pt x="1835" y="4219"/>
                </a:lnTo>
                <a:lnTo>
                  <a:pt x="1761" y="4256"/>
                </a:lnTo>
                <a:lnTo>
                  <a:pt x="1724" y="4329"/>
                </a:lnTo>
                <a:lnTo>
                  <a:pt x="1468" y="4403"/>
                </a:lnTo>
                <a:lnTo>
                  <a:pt x="991" y="4476"/>
                </a:lnTo>
                <a:lnTo>
                  <a:pt x="551" y="4586"/>
                </a:lnTo>
                <a:lnTo>
                  <a:pt x="514" y="4146"/>
                </a:lnTo>
                <a:lnTo>
                  <a:pt x="1358" y="4146"/>
                </a:lnTo>
                <a:lnTo>
                  <a:pt x="2678" y="4109"/>
                </a:lnTo>
                <a:lnTo>
                  <a:pt x="3815" y="4072"/>
                </a:lnTo>
                <a:lnTo>
                  <a:pt x="4916" y="3999"/>
                </a:lnTo>
                <a:close/>
                <a:moveTo>
                  <a:pt x="1211" y="1"/>
                </a:moveTo>
                <a:lnTo>
                  <a:pt x="1101" y="37"/>
                </a:lnTo>
                <a:lnTo>
                  <a:pt x="1028" y="147"/>
                </a:lnTo>
                <a:lnTo>
                  <a:pt x="881" y="771"/>
                </a:lnTo>
                <a:lnTo>
                  <a:pt x="807" y="1395"/>
                </a:lnTo>
                <a:lnTo>
                  <a:pt x="807" y="1835"/>
                </a:lnTo>
                <a:lnTo>
                  <a:pt x="807" y="2092"/>
                </a:lnTo>
                <a:lnTo>
                  <a:pt x="881" y="2312"/>
                </a:lnTo>
                <a:lnTo>
                  <a:pt x="551" y="2385"/>
                </a:lnTo>
                <a:lnTo>
                  <a:pt x="367" y="2458"/>
                </a:lnTo>
                <a:lnTo>
                  <a:pt x="221" y="2568"/>
                </a:lnTo>
                <a:lnTo>
                  <a:pt x="184" y="2605"/>
                </a:lnTo>
                <a:lnTo>
                  <a:pt x="147" y="2678"/>
                </a:lnTo>
                <a:lnTo>
                  <a:pt x="37" y="2825"/>
                </a:lnTo>
                <a:lnTo>
                  <a:pt x="37" y="3009"/>
                </a:lnTo>
                <a:lnTo>
                  <a:pt x="37" y="3375"/>
                </a:lnTo>
                <a:lnTo>
                  <a:pt x="37" y="3852"/>
                </a:lnTo>
                <a:lnTo>
                  <a:pt x="37" y="3889"/>
                </a:lnTo>
                <a:lnTo>
                  <a:pt x="0" y="3962"/>
                </a:lnTo>
                <a:lnTo>
                  <a:pt x="37" y="4072"/>
                </a:lnTo>
                <a:lnTo>
                  <a:pt x="74" y="4439"/>
                </a:lnTo>
                <a:lnTo>
                  <a:pt x="110" y="5540"/>
                </a:lnTo>
                <a:lnTo>
                  <a:pt x="110" y="5943"/>
                </a:lnTo>
                <a:lnTo>
                  <a:pt x="184" y="6127"/>
                </a:lnTo>
                <a:lnTo>
                  <a:pt x="257" y="6310"/>
                </a:lnTo>
                <a:lnTo>
                  <a:pt x="367" y="6457"/>
                </a:lnTo>
                <a:lnTo>
                  <a:pt x="477" y="6567"/>
                </a:lnTo>
                <a:lnTo>
                  <a:pt x="624" y="6677"/>
                </a:lnTo>
                <a:lnTo>
                  <a:pt x="771" y="6750"/>
                </a:lnTo>
                <a:lnTo>
                  <a:pt x="1101" y="6860"/>
                </a:lnTo>
                <a:lnTo>
                  <a:pt x="1468" y="6934"/>
                </a:lnTo>
                <a:lnTo>
                  <a:pt x="2091" y="7007"/>
                </a:lnTo>
                <a:lnTo>
                  <a:pt x="2678" y="7044"/>
                </a:lnTo>
                <a:lnTo>
                  <a:pt x="2605" y="7264"/>
                </a:lnTo>
                <a:lnTo>
                  <a:pt x="2605" y="7484"/>
                </a:lnTo>
                <a:lnTo>
                  <a:pt x="2605" y="7887"/>
                </a:lnTo>
                <a:lnTo>
                  <a:pt x="2605" y="8548"/>
                </a:lnTo>
                <a:lnTo>
                  <a:pt x="2678" y="9208"/>
                </a:lnTo>
                <a:lnTo>
                  <a:pt x="2825" y="10455"/>
                </a:lnTo>
                <a:lnTo>
                  <a:pt x="3045" y="11665"/>
                </a:lnTo>
                <a:lnTo>
                  <a:pt x="3118" y="11922"/>
                </a:lnTo>
                <a:lnTo>
                  <a:pt x="3228" y="12106"/>
                </a:lnTo>
                <a:lnTo>
                  <a:pt x="3375" y="12252"/>
                </a:lnTo>
                <a:lnTo>
                  <a:pt x="3595" y="12399"/>
                </a:lnTo>
                <a:lnTo>
                  <a:pt x="3779" y="12472"/>
                </a:lnTo>
                <a:lnTo>
                  <a:pt x="3999" y="12546"/>
                </a:lnTo>
                <a:lnTo>
                  <a:pt x="4476" y="12619"/>
                </a:lnTo>
                <a:lnTo>
                  <a:pt x="4732" y="12582"/>
                </a:lnTo>
                <a:lnTo>
                  <a:pt x="4952" y="12509"/>
                </a:lnTo>
                <a:lnTo>
                  <a:pt x="5136" y="12399"/>
                </a:lnTo>
                <a:lnTo>
                  <a:pt x="5283" y="12216"/>
                </a:lnTo>
                <a:lnTo>
                  <a:pt x="5429" y="12032"/>
                </a:lnTo>
                <a:lnTo>
                  <a:pt x="5503" y="11812"/>
                </a:lnTo>
                <a:lnTo>
                  <a:pt x="5576" y="11592"/>
                </a:lnTo>
                <a:lnTo>
                  <a:pt x="5613" y="11372"/>
                </a:lnTo>
                <a:lnTo>
                  <a:pt x="5613" y="11079"/>
                </a:lnTo>
                <a:lnTo>
                  <a:pt x="5613" y="10785"/>
                </a:lnTo>
                <a:lnTo>
                  <a:pt x="5539" y="10162"/>
                </a:lnTo>
                <a:lnTo>
                  <a:pt x="5539" y="9538"/>
                </a:lnTo>
                <a:lnTo>
                  <a:pt x="5649" y="8951"/>
                </a:lnTo>
                <a:lnTo>
                  <a:pt x="5723" y="8658"/>
                </a:lnTo>
                <a:lnTo>
                  <a:pt x="5833" y="8364"/>
                </a:lnTo>
                <a:lnTo>
                  <a:pt x="5980" y="8071"/>
                </a:lnTo>
                <a:lnTo>
                  <a:pt x="6090" y="7961"/>
                </a:lnTo>
                <a:lnTo>
                  <a:pt x="6200" y="7851"/>
                </a:lnTo>
                <a:lnTo>
                  <a:pt x="6273" y="7814"/>
                </a:lnTo>
                <a:lnTo>
                  <a:pt x="6310" y="7814"/>
                </a:lnTo>
                <a:lnTo>
                  <a:pt x="6456" y="7887"/>
                </a:lnTo>
                <a:lnTo>
                  <a:pt x="6530" y="7997"/>
                </a:lnTo>
                <a:lnTo>
                  <a:pt x="6603" y="8144"/>
                </a:lnTo>
                <a:lnTo>
                  <a:pt x="6640" y="8291"/>
                </a:lnTo>
                <a:lnTo>
                  <a:pt x="6603" y="8474"/>
                </a:lnTo>
                <a:lnTo>
                  <a:pt x="6566" y="8804"/>
                </a:lnTo>
                <a:lnTo>
                  <a:pt x="6530" y="9208"/>
                </a:lnTo>
                <a:lnTo>
                  <a:pt x="6566" y="9428"/>
                </a:lnTo>
                <a:lnTo>
                  <a:pt x="6603" y="9648"/>
                </a:lnTo>
                <a:lnTo>
                  <a:pt x="6676" y="9868"/>
                </a:lnTo>
                <a:lnTo>
                  <a:pt x="6787" y="10051"/>
                </a:lnTo>
                <a:lnTo>
                  <a:pt x="6970" y="10162"/>
                </a:lnTo>
                <a:lnTo>
                  <a:pt x="7153" y="10272"/>
                </a:lnTo>
                <a:lnTo>
                  <a:pt x="7447" y="10345"/>
                </a:lnTo>
                <a:lnTo>
                  <a:pt x="7777" y="10382"/>
                </a:lnTo>
                <a:lnTo>
                  <a:pt x="8437" y="10382"/>
                </a:lnTo>
                <a:lnTo>
                  <a:pt x="9061" y="10308"/>
                </a:lnTo>
                <a:lnTo>
                  <a:pt x="9684" y="10162"/>
                </a:lnTo>
                <a:lnTo>
                  <a:pt x="9758" y="10125"/>
                </a:lnTo>
                <a:lnTo>
                  <a:pt x="9831" y="10051"/>
                </a:lnTo>
                <a:lnTo>
                  <a:pt x="9868" y="9941"/>
                </a:lnTo>
                <a:lnTo>
                  <a:pt x="9831" y="9868"/>
                </a:lnTo>
                <a:lnTo>
                  <a:pt x="9794" y="9758"/>
                </a:lnTo>
                <a:lnTo>
                  <a:pt x="9721" y="9685"/>
                </a:lnTo>
                <a:lnTo>
                  <a:pt x="9648" y="9648"/>
                </a:lnTo>
                <a:lnTo>
                  <a:pt x="9538" y="9648"/>
                </a:lnTo>
                <a:lnTo>
                  <a:pt x="8951" y="9758"/>
                </a:lnTo>
                <a:lnTo>
                  <a:pt x="8327" y="9831"/>
                </a:lnTo>
                <a:lnTo>
                  <a:pt x="7740" y="9831"/>
                </a:lnTo>
                <a:lnTo>
                  <a:pt x="7447" y="9795"/>
                </a:lnTo>
                <a:lnTo>
                  <a:pt x="7300" y="9721"/>
                </a:lnTo>
                <a:lnTo>
                  <a:pt x="7190" y="9648"/>
                </a:lnTo>
                <a:lnTo>
                  <a:pt x="7117" y="9575"/>
                </a:lnTo>
                <a:lnTo>
                  <a:pt x="7080" y="9465"/>
                </a:lnTo>
                <a:lnTo>
                  <a:pt x="7080" y="9208"/>
                </a:lnTo>
                <a:lnTo>
                  <a:pt x="7080" y="8914"/>
                </a:lnTo>
                <a:lnTo>
                  <a:pt x="7117" y="8694"/>
                </a:lnTo>
                <a:lnTo>
                  <a:pt x="7153" y="8474"/>
                </a:lnTo>
                <a:lnTo>
                  <a:pt x="7153" y="8254"/>
                </a:lnTo>
                <a:lnTo>
                  <a:pt x="7117" y="8034"/>
                </a:lnTo>
                <a:lnTo>
                  <a:pt x="7043" y="7851"/>
                </a:lnTo>
                <a:lnTo>
                  <a:pt x="6970" y="7667"/>
                </a:lnTo>
                <a:lnTo>
                  <a:pt x="6823" y="7520"/>
                </a:lnTo>
                <a:lnTo>
                  <a:pt x="6676" y="7410"/>
                </a:lnTo>
                <a:lnTo>
                  <a:pt x="6530" y="7337"/>
                </a:lnTo>
                <a:lnTo>
                  <a:pt x="6383" y="7300"/>
                </a:lnTo>
                <a:lnTo>
                  <a:pt x="6200" y="7300"/>
                </a:lnTo>
                <a:lnTo>
                  <a:pt x="6016" y="7337"/>
                </a:lnTo>
                <a:lnTo>
                  <a:pt x="5833" y="7447"/>
                </a:lnTo>
                <a:lnTo>
                  <a:pt x="5649" y="7594"/>
                </a:lnTo>
                <a:lnTo>
                  <a:pt x="5503" y="7814"/>
                </a:lnTo>
                <a:lnTo>
                  <a:pt x="5393" y="8034"/>
                </a:lnTo>
                <a:lnTo>
                  <a:pt x="5283" y="8291"/>
                </a:lnTo>
                <a:lnTo>
                  <a:pt x="5136" y="8768"/>
                </a:lnTo>
                <a:lnTo>
                  <a:pt x="5026" y="9281"/>
                </a:lnTo>
                <a:lnTo>
                  <a:pt x="4989" y="9795"/>
                </a:lnTo>
                <a:lnTo>
                  <a:pt x="5026" y="10308"/>
                </a:lnTo>
                <a:lnTo>
                  <a:pt x="5062" y="10858"/>
                </a:lnTo>
                <a:lnTo>
                  <a:pt x="5062" y="11372"/>
                </a:lnTo>
                <a:lnTo>
                  <a:pt x="5062" y="11519"/>
                </a:lnTo>
                <a:lnTo>
                  <a:pt x="5026" y="11665"/>
                </a:lnTo>
                <a:lnTo>
                  <a:pt x="4952" y="11775"/>
                </a:lnTo>
                <a:lnTo>
                  <a:pt x="4879" y="11886"/>
                </a:lnTo>
                <a:lnTo>
                  <a:pt x="4769" y="11959"/>
                </a:lnTo>
                <a:lnTo>
                  <a:pt x="4659" y="12032"/>
                </a:lnTo>
                <a:lnTo>
                  <a:pt x="4512" y="12069"/>
                </a:lnTo>
                <a:lnTo>
                  <a:pt x="4366" y="12069"/>
                </a:lnTo>
                <a:lnTo>
                  <a:pt x="4109" y="11996"/>
                </a:lnTo>
                <a:lnTo>
                  <a:pt x="3815" y="11922"/>
                </a:lnTo>
                <a:lnTo>
                  <a:pt x="3705" y="11849"/>
                </a:lnTo>
                <a:lnTo>
                  <a:pt x="3595" y="11739"/>
                </a:lnTo>
                <a:lnTo>
                  <a:pt x="3559" y="11592"/>
                </a:lnTo>
                <a:lnTo>
                  <a:pt x="3522" y="11445"/>
                </a:lnTo>
                <a:lnTo>
                  <a:pt x="3302" y="10272"/>
                </a:lnTo>
                <a:lnTo>
                  <a:pt x="3155" y="9061"/>
                </a:lnTo>
                <a:lnTo>
                  <a:pt x="3045" y="7887"/>
                </a:lnTo>
                <a:lnTo>
                  <a:pt x="3045" y="7484"/>
                </a:lnTo>
                <a:lnTo>
                  <a:pt x="3008" y="7264"/>
                </a:lnTo>
                <a:lnTo>
                  <a:pt x="2935" y="7044"/>
                </a:lnTo>
                <a:lnTo>
                  <a:pt x="3375" y="7044"/>
                </a:lnTo>
                <a:lnTo>
                  <a:pt x="3779" y="7007"/>
                </a:lnTo>
                <a:lnTo>
                  <a:pt x="4219" y="6970"/>
                </a:lnTo>
                <a:lnTo>
                  <a:pt x="4622" y="6860"/>
                </a:lnTo>
                <a:lnTo>
                  <a:pt x="4806" y="6787"/>
                </a:lnTo>
                <a:lnTo>
                  <a:pt x="4952" y="6677"/>
                </a:lnTo>
                <a:lnTo>
                  <a:pt x="5099" y="6603"/>
                </a:lnTo>
                <a:lnTo>
                  <a:pt x="5209" y="6493"/>
                </a:lnTo>
                <a:lnTo>
                  <a:pt x="5429" y="6200"/>
                </a:lnTo>
                <a:lnTo>
                  <a:pt x="5539" y="5906"/>
                </a:lnTo>
                <a:lnTo>
                  <a:pt x="5649" y="5576"/>
                </a:lnTo>
                <a:lnTo>
                  <a:pt x="5723" y="5210"/>
                </a:lnTo>
                <a:lnTo>
                  <a:pt x="5723" y="4806"/>
                </a:lnTo>
                <a:lnTo>
                  <a:pt x="5686" y="4036"/>
                </a:lnTo>
                <a:lnTo>
                  <a:pt x="5649" y="3559"/>
                </a:lnTo>
                <a:lnTo>
                  <a:pt x="5576" y="3082"/>
                </a:lnTo>
                <a:lnTo>
                  <a:pt x="5539" y="2789"/>
                </a:lnTo>
                <a:lnTo>
                  <a:pt x="5503" y="2678"/>
                </a:lnTo>
                <a:lnTo>
                  <a:pt x="5466" y="2568"/>
                </a:lnTo>
                <a:lnTo>
                  <a:pt x="5429" y="2422"/>
                </a:lnTo>
                <a:lnTo>
                  <a:pt x="5356" y="2348"/>
                </a:lnTo>
                <a:lnTo>
                  <a:pt x="5173" y="2238"/>
                </a:lnTo>
                <a:lnTo>
                  <a:pt x="5026" y="2202"/>
                </a:lnTo>
                <a:lnTo>
                  <a:pt x="4916" y="2202"/>
                </a:lnTo>
                <a:lnTo>
                  <a:pt x="4879" y="2238"/>
                </a:lnTo>
                <a:lnTo>
                  <a:pt x="4586" y="2238"/>
                </a:lnTo>
                <a:lnTo>
                  <a:pt x="4622" y="808"/>
                </a:lnTo>
                <a:lnTo>
                  <a:pt x="4586" y="551"/>
                </a:lnTo>
                <a:lnTo>
                  <a:pt x="4549" y="441"/>
                </a:lnTo>
                <a:lnTo>
                  <a:pt x="4512" y="331"/>
                </a:lnTo>
                <a:lnTo>
                  <a:pt x="4439" y="258"/>
                </a:lnTo>
                <a:lnTo>
                  <a:pt x="4329" y="221"/>
                </a:lnTo>
                <a:lnTo>
                  <a:pt x="4219" y="184"/>
                </a:lnTo>
                <a:lnTo>
                  <a:pt x="4072" y="221"/>
                </a:lnTo>
                <a:lnTo>
                  <a:pt x="3815" y="331"/>
                </a:lnTo>
                <a:lnTo>
                  <a:pt x="3705" y="404"/>
                </a:lnTo>
                <a:lnTo>
                  <a:pt x="3632" y="514"/>
                </a:lnTo>
                <a:lnTo>
                  <a:pt x="3522" y="734"/>
                </a:lnTo>
                <a:lnTo>
                  <a:pt x="3449" y="991"/>
                </a:lnTo>
                <a:lnTo>
                  <a:pt x="3485" y="1321"/>
                </a:lnTo>
                <a:lnTo>
                  <a:pt x="3522" y="1651"/>
                </a:lnTo>
                <a:lnTo>
                  <a:pt x="3559" y="1908"/>
                </a:lnTo>
                <a:lnTo>
                  <a:pt x="3669" y="2165"/>
                </a:lnTo>
                <a:lnTo>
                  <a:pt x="2091" y="2165"/>
                </a:lnTo>
                <a:lnTo>
                  <a:pt x="2055" y="1358"/>
                </a:lnTo>
                <a:lnTo>
                  <a:pt x="2018" y="514"/>
                </a:lnTo>
                <a:lnTo>
                  <a:pt x="2018" y="368"/>
                </a:lnTo>
                <a:lnTo>
                  <a:pt x="1945" y="221"/>
                </a:lnTo>
                <a:lnTo>
                  <a:pt x="1871" y="147"/>
                </a:lnTo>
                <a:lnTo>
                  <a:pt x="1761" y="74"/>
                </a:lnTo>
                <a:lnTo>
                  <a:pt x="1651" y="37"/>
                </a:lnTo>
                <a:lnTo>
                  <a:pt x="1504" y="1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5" name="Google Shape;515;p10"/>
          <p:cNvSpPr/>
          <p:nvPr/>
        </p:nvSpPr>
        <p:spPr>
          <a:xfrm>
            <a:off x="11735680" y="1053695"/>
            <a:ext cx="503611" cy="568851"/>
          </a:xfrm>
          <a:custGeom>
            <a:avLst/>
            <a:gdLst/>
            <a:ahLst/>
            <a:cxnLst/>
            <a:rect l="l" t="t" r="r" b="b"/>
            <a:pathLst>
              <a:path w="13316" h="15041" extrusionOk="0">
                <a:moveTo>
                  <a:pt x="5466" y="1"/>
                </a:moveTo>
                <a:lnTo>
                  <a:pt x="5466" y="38"/>
                </a:lnTo>
                <a:lnTo>
                  <a:pt x="5576" y="1248"/>
                </a:lnTo>
                <a:lnTo>
                  <a:pt x="5612" y="1321"/>
                </a:lnTo>
                <a:lnTo>
                  <a:pt x="5649" y="1395"/>
                </a:lnTo>
                <a:lnTo>
                  <a:pt x="5759" y="1431"/>
                </a:lnTo>
                <a:lnTo>
                  <a:pt x="5833" y="1395"/>
                </a:lnTo>
                <a:lnTo>
                  <a:pt x="6713" y="881"/>
                </a:lnTo>
                <a:lnTo>
                  <a:pt x="6713" y="881"/>
                </a:lnTo>
                <a:lnTo>
                  <a:pt x="6640" y="1285"/>
                </a:lnTo>
                <a:lnTo>
                  <a:pt x="6603" y="1652"/>
                </a:lnTo>
                <a:lnTo>
                  <a:pt x="6603" y="2055"/>
                </a:lnTo>
                <a:lnTo>
                  <a:pt x="6640" y="2459"/>
                </a:lnTo>
                <a:lnTo>
                  <a:pt x="6676" y="2569"/>
                </a:lnTo>
                <a:lnTo>
                  <a:pt x="6750" y="2605"/>
                </a:lnTo>
                <a:lnTo>
                  <a:pt x="6823" y="2642"/>
                </a:lnTo>
                <a:lnTo>
                  <a:pt x="6896" y="2679"/>
                </a:lnTo>
                <a:lnTo>
                  <a:pt x="6970" y="2642"/>
                </a:lnTo>
                <a:lnTo>
                  <a:pt x="7043" y="2605"/>
                </a:lnTo>
                <a:lnTo>
                  <a:pt x="7080" y="2532"/>
                </a:lnTo>
                <a:lnTo>
                  <a:pt x="7080" y="2459"/>
                </a:lnTo>
                <a:lnTo>
                  <a:pt x="7043" y="2275"/>
                </a:lnTo>
                <a:lnTo>
                  <a:pt x="7006" y="1835"/>
                </a:lnTo>
                <a:lnTo>
                  <a:pt x="7043" y="1395"/>
                </a:lnTo>
                <a:lnTo>
                  <a:pt x="7116" y="955"/>
                </a:lnTo>
                <a:lnTo>
                  <a:pt x="7226" y="514"/>
                </a:lnTo>
                <a:lnTo>
                  <a:pt x="7190" y="404"/>
                </a:lnTo>
                <a:lnTo>
                  <a:pt x="7153" y="294"/>
                </a:lnTo>
                <a:lnTo>
                  <a:pt x="7043" y="258"/>
                </a:lnTo>
                <a:lnTo>
                  <a:pt x="6933" y="294"/>
                </a:lnTo>
                <a:lnTo>
                  <a:pt x="5906" y="918"/>
                </a:lnTo>
                <a:lnTo>
                  <a:pt x="5869" y="698"/>
                </a:lnTo>
                <a:lnTo>
                  <a:pt x="5796" y="478"/>
                </a:lnTo>
                <a:lnTo>
                  <a:pt x="5686" y="221"/>
                </a:lnTo>
                <a:lnTo>
                  <a:pt x="5576" y="1"/>
                </a:lnTo>
                <a:close/>
                <a:moveTo>
                  <a:pt x="8840" y="3816"/>
                </a:moveTo>
                <a:lnTo>
                  <a:pt x="8730" y="3852"/>
                </a:lnTo>
                <a:lnTo>
                  <a:pt x="8657" y="3926"/>
                </a:lnTo>
                <a:lnTo>
                  <a:pt x="8510" y="4146"/>
                </a:lnTo>
                <a:lnTo>
                  <a:pt x="8364" y="4293"/>
                </a:lnTo>
                <a:lnTo>
                  <a:pt x="8143" y="4476"/>
                </a:lnTo>
                <a:lnTo>
                  <a:pt x="7997" y="4659"/>
                </a:lnTo>
                <a:lnTo>
                  <a:pt x="7997" y="4733"/>
                </a:lnTo>
                <a:lnTo>
                  <a:pt x="7997" y="4769"/>
                </a:lnTo>
                <a:lnTo>
                  <a:pt x="8033" y="4806"/>
                </a:lnTo>
                <a:lnTo>
                  <a:pt x="8070" y="4843"/>
                </a:lnTo>
                <a:lnTo>
                  <a:pt x="8253" y="4843"/>
                </a:lnTo>
                <a:lnTo>
                  <a:pt x="8400" y="4806"/>
                </a:lnTo>
                <a:lnTo>
                  <a:pt x="8547" y="4733"/>
                </a:lnTo>
                <a:lnTo>
                  <a:pt x="8694" y="4659"/>
                </a:lnTo>
                <a:lnTo>
                  <a:pt x="8914" y="4403"/>
                </a:lnTo>
                <a:lnTo>
                  <a:pt x="9097" y="4146"/>
                </a:lnTo>
                <a:lnTo>
                  <a:pt x="9134" y="4073"/>
                </a:lnTo>
                <a:lnTo>
                  <a:pt x="9134" y="3963"/>
                </a:lnTo>
                <a:lnTo>
                  <a:pt x="9097" y="3889"/>
                </a:lnTo>
                <a:lnTo>
                  <a:pt x="9024" y="3852"/>
                </a:lnTo>
                <a:lnTo>
                  <a:pt x="8914" y="3816"/>
                </a:lnTo>
                <a:close/>
                <a:moveTo>
                  <a:pt x="147" y="2972"/>
                </a:moveTo>
                <a:lnTo>
                  <a:pt x="73" y="3009"/>
                </a:lnTo>
                <a:lnTo>
                  <a:pt x="37" y="3082"/>
                </a:lnTo>
                <a:lnTo>
                  <a:pt x="0" y="3229"/>
                </a:lnTo>
                <a:lnTo>
                  <a:pt x="37" y="3559"/>
                </a:lnTo>
                <a:lnTo>
                  <a:pt x="110" y="4073"/>
                </a:lnTo>
                <a:lnTo>
                  <a:pt x="220" y="4549"/>
                </a:lnTo>
                <a:lnTo>
                  <a:pt x="257" y="4623"/>
                </a:lnTo>
                <a:lnTo>
                  <a:pt x="330" y="4696"/>
                </a:lnTo>
                <a:lnTo>
                  <a:pt x="514" y="4696"/>
                </a:lnTo>
                <a:lnTo>
                  <a:pt x="1174" y="4219"/>
                </a:lnTo>
                <a:lnTo>
                  <a:pt x="1247" y="4843"/>
                </a:lnTo>
                <a:lnTo>
                  <a:pt x="1284" y="4990"/>
                </a:lnTo>
                <a:lnTo>
                  <a:pt x="1321" y="5173"/>
                </a:lnTo>
                <a:lnTo>
                  <a:pt x="1394" y="5320"/>
                </a:lnTo>
                <a:lnTo>
                  <a:pt x="1431" y="5356"/>
                </a:lnTo>
                <a:lnTo>
                  <a:pt x="1541" y="5393"/>
                </a:lnTo>
                <a:lnTo>
                  <a:pt x="1614" y="5393"/>
                </a:lnTo>
                <a:lnTo>
                  <a:pt x="1687" y="5356"/>
                </a:lnTo>
                <a:lnTo>
                  <a:pt x="1724" y="5320"/>
                </a:lnTo>
                <a:lnTo>
                  <a:pt x="1761" y="5246"/>
                </a:lnTo>
                <a:lnTo>
                  <a:pt x="1761" y="5173"/>
                </a:lnTo>
                <a:lnTo>
                  <a:pt x="1724" y="5063"/>
                </a:lnTo>
                <a:lnTo>
                  <a:pt x="1724" y="5026"/>
                </a:lnTo>
                <a:lnTo>
                  <a:pt x="1687" y="4953"/>
                </a:lnTo>
                <a:lnTo>
                  <a:pt x="1651" y="4549"/>
                </a:lnTo>
                <a:lnTo>
                  <a:pt x="1614" y="4183"/>
                </a:lnTo>
                <a:lnTo>
                  <a:pt x="1577" y="3816"/>
                </a:lnTo>
                <a:lnTo>
                  <a:pt x="1577" y="3706"/>
                </a:lnTo>
                <a:lnTo>
                  <a:pt x="1467" y="3632"/>
                </a:lnTo>
                <a:lnTo>
                  <a:pt x="1357" y="3632"/>
                </a:lnTo>
                <a:lnTo>
                  <a:pt x="1247" y="3669"/>
                </a:lnTo>
                <a:lnTo>
                  <a:pt x="880" y="3889"/>
                </a:lnTo>
                <a:lnTo>
                  <a:pt x="550" y="4146"/>
                </a:lnTo>
                <a:lnTo>
                  <a:pt x="330" y="3302"/>
                </a:lnTo>
                <a:lnTo>
                  <a:pt x="294" y="3082"/>
                </a:lnTo>
                <a:lnTo>
                  <a:pt x="220" y="2972"/>
                </a:lnTo>
                <a:close/>
                <a:moveTo>
                  <a:pt x="8400" y="2679"/>
                </a:moveTo>
                <a:lnTo>
                  <a:pt x="10124" y="5173"/>
                </a:lnTo>
                <a:lnTo>
                  <a:pt x="10161" y="5210"/>
                </a:lnTo>
                <a:lnTo>
                  <a:pt x="10124" y="5246"/>
                </a:lnTo>
                <a:lnTo>
                  <a:pt x="9684" y="5613"/>
                </a:lnTo>
                <a:lnTo>
                  <a:pt x="9207" y="6017"/>
                </a:lnTo>
                <a:lnTo>
                  <a:pt x="8804" y="6310"/>
                </a:lnTo>
                <a:lnTo>
                  <a:pt x="8584" y="6017"/>
                </a:lnTo>
                <a:lnTo>
                  <a:pt x="6970" y="3852"/>
                </a:lnTo>
                <a:lnTo>
                  <a:pt x="7703" y="3339"/>
                </a:lnTo>
                <a:lnTo>
                  <a:pt x="8033" y="3045"/>
                </a:lnTo>
                <a:lnTo>
                  <a:pt x="8364" y="2752"/>
                </a:lnTo>
                <a:lnTo>
                  <a:pt x="8400" y="2679"/>
                </a:lnTo>
                <a:close/>
                <a:moveTo>
                  <a:pt x="2494" y="7227"/>
                </a:moveTo>
                <a:lnTo>
                  <a:pt x="2421" y="7301"/>
                </a:lnTo>
                <a:lnTo>
                  <a:pt x="2421" y="7411"/>
                </a:lnTo>
                <a:lnTo>
                  <a:pt x="2678" y="7887"/>
                </a:lnTo>
                <a:lnTo>
                  <a:pt x="2494" y="8034"/>
                </a:lnTo>
                <a:lnTo>
                  <a:pt x="2458" y="8108"/>
                </a:lnTo>
                <a:lnTo>
                  <a:pt x="2421" y="8218"/>
                </a:lnTo>
                <a:lnTo>
                  <a:pt x="2421" y="8291"/>
                </a:lnTo>
                <a:lnTo>
                  <a:pt x="2494" y="8328"/>
                </a:lnTo>
                <a:lnTo>
                  <a:pt x="2605" y="8364"/>
                </a:lnTo>
                <a:lnTo>
                  <a:pt x="2678" y="8328"/>
                </a:lnTo>
                <a:lnTo>
                  <a:pt x="2861" y="8254"/>
                </a:lnTo>
                <a:lnTo>
                  <a:pt x="2935" y="8364"/>
                </a:lnTo>
                <a:lnTo>
                  <a:pt x="3155" y="8694"/>
                </a:lnTo>
                <a:lnTo>
                  <a:pt x="3301" y="8841"/>
                </a:lnTo>
                <a:lnTo>
                  <a:pt x="3375" y="8878"/>
                </a:lnTo>
                <a:lnTo>
                  <a:pt x="3485" y="8915"/>
                </a:lnTo>
                <a:lnTo>
                  <a:pt x="3558" y="8878"/>
                </a:lnTo>
                <a:lnTo>
                  <a:pt x="3595" y="8804"/>
                </a:lnTo>
                <a:lnTo>
                  <a:pt x="3632" y="8731"/>
                </a:lnTo>
                <a:lnTo>
                  <a:pt x="3595" y="8621"/>
                </a:lnTo>
                <a:lnTo>
                  <a:pt x="3558" y="8438"/>
                </a:lnTo>
                <a:lnTo>
                  <a:pt x="3301" y="8108"/>
                </a:lnTo>
                <a:lnTo>
                  <a:pt x="3228" y="7997"/>
                </a:lnTo>
                <a:lnTo>
                  <a:pt x="3558" y="7704"/>
                </a:lnTo>
                <a:lnTo>
                  <a:pt x="3595" y="7594"/>
                </a:lnTo>
                <a:lnTo>
                  <a:pt x="3595" y="7484"/>
                </a:lnTo>
                <a:lnTo>
                  <a:pt x="3558" y="7411"/>
                </a:lnTo>
                <a:lnTo>
                  <a:pt x="3485" y="7374"/>
                </a:lnTo>
                <a:lnTo>
                  <a:pt x="3412" y="7337"/>
                </a:lnTo>
                <a:lnTo>
                  <a:pt x="3338" y="7337"/>
                </a:lnTo>
                <a:lnTo>
                  <a:pt x="3228" y="7411"/>
                </a:lnTo>
                <a:lnTo>
                  <a:pt x="2971" y="7631"/>
                </a:lnTo>
                <a:lnTo>
                  <a:pt x="2641" y="7264"/>
                </a:lnTo>
                <a:lnTo>
                  <a:pt x="2568" y="7227"/>
                </a:lnTo>
                <a:close/>
                <a:moveTo>
                  <a:pt x="3191" y="6090"/>
                </a:moveTo>
                <a:lnTo>
                  <a:pt x="3595" y="6860"/>
                </a:lnTo>
                <a:lnTo>
                  <a:pt x="3998" y="7594"/>
                </a:lnTo>
                <a:lnTo>
                  <a:pt x="4439" y="8328"/>
                </a:lnTo>
                <a:lnTo>
                  <a:pt x="4915" y="9025"/>
                </a:lnTo>
                <a:lnTo>
                  <a:pt x="4769" y="9098"/>
                </a:lnTo>
                <a:lnTo>
                  <a:pt x="4622" y="9171"/>
                </a:lnTo>
                <a:lnTo>
                  <a:pt x="4365" y="9355"/>
                </a:lnTo>
                <a:lnTo>
                  <a:pt x="3778" y="9721"/>
                </a:lnTo>
                <a:lnTo>
                  <a:pt x="3522" y="9905"/>
                </a:lnTo>
                <a:lnTo>
                  <a:pt x="3412" y="10015"/>
                </a:lnTo>
                <a:lnTo>
                  <a:pt x="3265" y="10052"/>
                </a:lnTo>
                <a:lnTo>
                  <a:pt x="3228" y="10052"/>
                </a:lnTo>
                <a:lnTo>
                  <a:pt x="3191" y="10088"/>
                </a:lnTo>
                <a:lnTo>
                  <a:pt x="3191" y="10162"/>
                </a:lnTo>
                <a:lnTo>
                  <a:pt x="2421" y="9025"/>
                </a:lnTo>
                <a:lnTo>
                  <a:pt x="1761" y="7997"/>
                </a:lnTo>
                <a:lnTo>
                  <a:pt x="1064" y="7007"/>
                </a:lnTo>
                <a:lnTo>
                  <a:pt x="1394" y="6897"/>
                </a:lnTo>
                <a:lnTo>
                  <a:pt x="1724" y="6714"/>
                </a:lnTo>
                <a:lnTo>
                  <a:pt x="2348" y="6383"/>
                </a:lnTo>
                <a:lnTo>
                  <a:pt x="2494" y="6310"/>
                </a:lnTo>
                <a:lnTo>
                  <a:pt x="2641" y="6273"/>
                </a:lnTo>
                <a:lnTo>
                  <a:pt x="2935" y="6237"/>
                </a:lnTo>
                <a:lnTo>
                  <a:pt x="3081" y="6200"/>
                </a:lnTo>
                <a:lnTo>
                  <a:pt x="3191" y="6090"/>
                </a:lnTo>
                <a:close/>
                <a:moveTo>
                  <a:pt x="12729" y="11005"/>
                </a:moveTo>
                <a:lnTo>
                  <a:pt x="12655" y="11225"/>
                </a:lnTo>
                <a:lnTo>
                  <a:pt x="12582" y="11115"/>
                </a:lnTo>
                <a:lnTo>
                  <a:pt x="12729" y="11005"/>
                </a:lnTo>
                <a:close/>
                <a:moveTo>
                  <a:pt x="9647" y="12949"/>
                </a:moveTo>
                <a:lnTo>
                  <a:pt x="9721" y="13096"/>
                </a:lnTo>
                <a:lnTo>
                  <a:pt x="9831" y="13280"/>
                </a:lnTo>
                <a:lnTo>
                  <a:pt x="9941" y="13463"/>
                </a:lnTo>
                <a:lnTo>
                  <a:pt x="10088" y="13573"/>
                </a:lnTo>
                <a:lnTo>
                  <a:pt x="10051" y="13573"/>
                </a:lnTo>
                <a:lnTo>
                  <a:pt x="9647" y="13756"/>
                </a:lnTo>
                <a:lnTo>
                  <a:pt x="9647" y="13646"/>
                </a:lnTo>
                <a:lnTo>
                  <a:pt x="9574" y="13536"/>
                </a:lnTo>
                <a:lnTo>
                  <a:pt x="9427" y="13426"/>
                </a:lnTo>
                <a:lnTo>
                  <a:pt x="9354" y="13280"/>
                </a:lnTo>
                <a:lnTo>
                  <a:pt x="9281" y="13133"/>
                </a:lnTo>
                <a:lnTo>
                  <a:pt x="9244" y="12986"/>
                </a:lnTo>
                <a:lnTo>
                  <a:pt x="9647" y="12949"/>
                </a:lnTo>
                <a:close/>
                <a:moveTo>
                  <a:pt x="6640" y="12839"/>
                </a:moveTo>
                <a:lnTo>
                  <a:pt x="6493" y="13426"/>
                </a:lnTo>
                <a:lnTo>
                  <a:pt x="6419" y="14013"/>
                </a:lnTo>
                <a:lnTo>
                  <a:pt x="6419" y="14160"/>
                </a:lnTo>
                <a:lnTo>
                  <a:pt x="6163" y="13940"/>
                </a:lnTo>
                <a:lnTo>
                  <a:pt x="6126" y="13940"/>
                </a:lnTo>
                <a:lnTo>
                  <a:pt x="6126" y="13903"/>
                </a:lnTo>
                <a:lnTo>
                  <a:pt x="6126" y="13646"/>
                </a:lnTo>
                <a:lnTo>
                  <a:pt x="6163" y="13353"/>
                </a:lnTo>
                <a:lnTo>
                  <a:pt x="6236" y="13096"/>
                </a:lnTo>
                <a:lnTo>
                  <a:pt x="6346" y="12876"/>
                </a:lnTo>
                <a:lnTo>
                  <a:pt x="6640" y="12839"/>
                </a:lnTo>
                <a:close/>
                <a:moveTo>
                  <a:pt x="7336" y="13170"/>
                </a:moveTo>
                <a:lnTo>
                  <a:pt x="7263" y="13206"/>
                </a:lnTo>
                <a:lnTo>
                  <a:pt x="7226" y="13243"/>
                </a:lnTo>
                <a:lnTo>
                  <a:pt x="7080" y="13720"/>
                </a:lnTo>
                <a:lnTo>
                  <a:pt x="7006" y="13977"/>
                </a:lnTo>
                <a:lnTo>
                  <a:pt x="7006" y="14233"/>
                </a:lnTo>
                <a:lnTo>
                  <a:pt x="7006" y="14307"/>
                </a:lnTo>
                <a:lnTo>
                  <a:pt x="7043" y="14380"/>
                </a:lnTo>
                <a:lnTo>
                  <a:pt x="7116" y="14453"/>
                </a:lnTo>
                <a:lnTo>
                  <a:pt x="7190" y="14490"/>
                </a:lnTo>
                <a:lnTo>
                  <a:pt x="7263" y="14527"/>
                </a:lnTo>
                <a:lnTo>
                  <a:pt x="7336" y="14527"/>
                </a:lnTo>
                <a:lnTo>
                  <a:pt x="7410" y="14453"/>
                </a:lnTo>
                <a:lnTo>
                  <a:pt x="7483" y="14380"/>
                </a:lnTo>
                <a:lnTo>
                  <a:pt x="7483" y="14270"/>
                </a:lnTo>
                <a:lnTo>
                  <a:pt x="7446" y="14160"/>
                </a:lnTo>
                <a:lnTo>
                  <a:pt x="7373" y="14123"/>
                </a:lnTo>
                <a:lnTo>
                  <a:pt x="7373" y="13830"/>
                </a:lnTo>
                <a:lnTo>
                  <a:pt x="7410" y="13280"/>
                </a:lnTo>
                <a:lnTo>
                  <a:pt x="7373" y="13206"/>
                </a:lnTo>
                <a:lnTo>
                  <a:pt x="7336" y="13170"/>
                </a:lnTo>
                <a:close/>
                <a:moveTo>
                  <a:pt x="10418" y="5613"/>
                </a:moveTo>
                <a:lnTo>
                  <a:pt x="11188" y="6714"/>
                </a:lnTo>
                <a:lnTo>
                  <a:pt x="11555" y="7264"/>
                </a:lnTo>
                <a:lnTo>
                  <a:pt x="11922" y="7814"/>
                </a:lnTo>
                <a:lnTo>
                  <a:pt x="12252" y="8474"/>
                </a:lnTo>
                <a:lnTo>
                  <a:pt x="12399" y="8841"/>
                </a:lnTo>
                <a:lnTo>
                  <a:pt x="12545" y="9208"/>
                </a:lnTo>
                <a:lnTo>
                  <a:pt x="12619" y="9575"/>
                </a:lnTo>
                <a:lnTo>
                  <a:pt x="12692" y="9942"/>
                </a:lnTo>
                <a:lnTo>
                  <a:pt x="12729" y="10308"/>
                </a:lnTo>
                <a:lnTo>
                  <a:pt x="12729" y="10675"/>
                </a:lnTo>
                <a:lnTo>
                  <a:pt x="12325" y="10932"/>
                </a:lnTo>
                <a:lnTo>
                  <a:pt x="12288" y="10969"/>
                </a:lnTo>
                <a:lnTo>
                  <a:pt x="12252" y="11042"/>
                </a:lnTo>
                <a:lnTo>
                  <a:pt x="12288" y="11079"/>
                </a:lnTo>
                <a:lnTo>
                  <a:pt x="12325" y="11152"/>
                </a:lnTo>
                <a:lnTo>
                  <a:pt x="12435" y="11372"/>
                </a:lnTo>
                <a:lnTo>
                  <a:pt x="12509" y="11446"/>
                </a:lnTo>
                <a:lnTo>
                  <a:pt x="12582" y="11519"/>
                </a:lnTo>
                <a:lnTo>
                  <a:pt x="12472" y="11776"/>
                </a:lnTo>
                <a:lnTo>
                  <a:pt x="12325" y="12032"/>
                </a:lnTo>
                <a:lnTo>
                  <a:pt x="11848" y="11666"/>
                </a:lnTo>
                <a:lnTo>
                  <a:pt x="11775" y="11629"/>
                </a:lnTo>
                <a:lnTo>
                  <a:pt x="11702" y="11666"/>
                </a:lnTo>
                <a:lnTo>
                  <a:pt x="11665" y="11739"/>
                </a:lnTo>
                <a:lnTo>
                  <a:pt x="11702" y="11812"/>
                </a:lnTo>
                <a:lnTo>
                  <a:pt x="12142" y="12326"/>
                </a:lnTo>
                <a:lnTo>
                  <a:pt x="11848" y="12619"/>
                </a:lnTo>
                <a:lnTo>
                  <a:pt x="11812" y="12546"/>
                </a:lnTo>
                <a:lnTo>
                  <a:pt x="11665" y="12399"/>
                </a:lnTo>
                <a:lnTo>
                  <a:pt x="11518" y="12253"/>
                </a:lnTo>
                <a:lnTo>
                  <a:pt x="11371" y="12069"/>
                </a:lnTo>
                <a:lnTo>
                  <a:pt x="11298" y="11886"/>
                </a:lnTo>
                <a:lnTo>
                  <a:pt x="11225" y="11849"/>
                </a:lnTo>
                <a:lnTo>
                  <a:pt x="11188" y="11812"/>
                </a:lnTo>
                <a:lnTo>
                  <a:pt x="11115" y="11849"/>
                </a:lnTo>
                <a:lnTo>
                  <a:pt x="11078" y="11922"/>
                </a:lnTo>
                <a:lnTo>
                  <a:pt x="11078" y="12106"/>
                </a:lnTo>
                <a:lnTo>
                  <a:pt x="11115" y="12253"/>
                </a:lnTo>
                <a:lnTo>
                  <a:pt x="11188" y="12436"/>
                </a:lnTo>
                <a:lnTo>
                  <a:pt x="11261" y="12583"/>
                </a:lnTo>
                <a:lnTo>
                  <a:pt x="11371" y="12729"/>
                </a:lnTo>
                <a:lnTo>
                  <a:pt x="11518" y="12876"/>
                </a:lnTo>
                <a:lnTo>
                  <a:pt x="11115" y="13096"/>
                </a:lnTo>
                <a:lnTo>
                  <a:pt x="11151" y="12986"/>
                </a:lnTo>
                <a:lnTo>
                  <a:pt x="11151" y="12839"/>
                </a:lnTo>
                <a:lnTo>
                  <a:pt x="11078" y="12766"/>
                </a:lnTo>
                <a:lnTo>
                  <a:pt x="10968" y="12656"/>
                </a:lnTo>
                <a:lnTo>
                  <a:pt x="10931" y="12656"/>
                </a:lnTo>
                <a:lnTo>
                  <a:pt x="10858" y="12693"/>
                </a:lnTo>
                <a:lnTo>
                  <a:pt x="10858" y="12766"/>
                </a:lnTo>
                <a:lnTo>
                  <a:pt x="10821" y="12729"/>
                </a:lnTo>
                <a:lnTo>
                  <a:pt x="10491" y="12436"/>
                </a:lnTo>
                <a:lnTo>
                  <a:pt x="10418" y="12363"/>
                </a:lnTo>
                <a:lnTo>
                  <a:pt x="10344" y="12399"/>
                </a:lnTo>
                <a:lnTo>
                  <a:pt x="10308" y="12473"/>
                </a:lnTo>
                <a:lnTo>
                  <a:pt x="10308" y="12546"/>
                </a:lnTo>
                <a:lnTo>
                  <a:pt x="10491" y="12839"/>
                </a:lnTo>
                <a:lnTo>
                  <a:pt x="10711" y="13206"/>
                </a:lnTo>
                <a:lnTo>
                  <a:pt x="10785" y="13280"/>
                </a:lnTo>
                <a:lnTo>
                  <a:pt x="10381" y="13426"/>
                </a:lnTo>
                <a:lnTo>
                  <a:pt x="10381" y="13353"/>
                </a:lnTo>
                <a:lnTo>
                  <a:pt x="10344" y="13280"/>
                </a:lnTo>
                <a:lnTo>
                  <a:pt x="10234" y="13133"/>
                </a:lnTo>
                <a:lnTo>
                  <a:pt x="10051" y="12913"/>
                </a:lnTo>
                <a:lnTo>
                  <a:pt x="9904" y="12693"/>
                </a:lnTo>
                <a:lnTo>
                  <a:pt x="9831" y="12619"/>
                </a:lnTo>
                <a:lnTo>
                  <a:pt x="9721" y="12619"/>
                </a:lnTo>
                <a:lnTo>
                  <a:pt x="9391" y="12693"/>
                </a:lnTo>
                <a:lnTo>
                  <a:pt x="9097" y="12729"/>
                </a:lnTo>
                <a:lnTo>
                  <a:pt x="9024" y="12766"/>
                </a:lnTo>
                <a:lnTo>
                  <a:pt x="8987" y="12839"/>
                </a:lnTo>
                <a:lnTo>
                  <a:pt x="8987" y="12913"/>
                </a:lnTo>
                <a:lnTo>
                  <a:pt x="9024" y="12986"/>
                </a:lnTo>
                <a:lnTo>
                  <a:pt x="9024" y="13243"/>
                </a:lnTo>
                <a:lnTo>
                  <a:pt x="9097" y="13500"/>
                </a:lnTo>
                <a:lnTo>
                  <a:pt x="9134" y="13646"/>
                </a:lnTo>
                <a:lnTo>
                  <a:pt x="9207" y="13756"/>
                </a:lnTo>
                <a:lnTo>
                  <a:pt x="9317" y="13830"/>
                </a:lnTo>
                <a:lnTo>
                  <a:pt x="9427" y="13867"/>
                </a:lnTo>
                <a:lnTo>
                  <a:pt x="8987" y="14050"/>
                </a:lnTo>
                <a:lnTo>
                  <a:pt x="8950" y="13977"/>
                </a:lnTo>
                <a:lnTo>
                  <a:pt x="8804" y="13903"/>
                </a:lnTo>
                <a:lnTo>
                  <a:pt x="8767" y="13903"/>
                </a:lnTo>
                <a:lnTo>
                  <a:pt x="8620" y="13536"/>
                </a:lnTo>
                <a:lnTo>
                  <a:pt x="8510" y="13390"/>
                </a:lnTo>
                <a:lnTo>
                  <a:pt x="8364" y="13206"/>
                </a:lnTo>
                <a:lnTo>
                  <a:pt x="8327" y="13206"/>
                </a:lnTo>
                <a:lnTo>
                  <a:pt x="8327" y="13243"/>
                </a:lnTo>
                <a:lnTo>
                  <a:pt x="8327" y="13500"/>
                </a:lnTo>
                <a:lnTo>
                  <a:pt x="8364" y="13756"/>
                </a:lnTo>
                <a:lnTo>
                  <a:pt x="8510" y="14270"/>
                </a:lnTo>
                <a:lnTo>
                  <a:pt x="8070" y="14453"/>
                </a:lnTo>
                <a:lnTo>
                  <a:pt x="8033" y="14160"/>
                </a:lnTo>
                <a:lnTo>
                  <a:pt x="7960" y="13903"/>
                </a:lnTo>
                <a:lnTo>
                  <a:pt x="7923" y="13536"/>
                </a:lnTo>
                <a:lnTo>
                  <a:pt x="7923" y="13206"/>
                </a:lnTo>
                <a:lnTo>
                  <a:pt x="7887" y="13133"/>
                </a:lnTo>
                <a:lnTo>
                  <a:pt x="7813" y="13096"/>
                </a:lnTo>
                <a:lnTo>
                  <a:pt x="7777" y="13096"/>
                </a:lnTo>
                <a:lnTo>
                  <a:pt x="7703" y="13170"/>
                </a:lnTo>
                <a:lnTo>
                  <a:pt x="7667" y="13536"/>
                </a:lnTo>
                <a:lnTo>
                  <a:pt x="7630" y="13903"/>
                </a:lnTo>
                <a:lnTo>
                  <a:pt x="7667" y="14233"/>
                </a:lnTo>
                <a:lnTo>
                  <a:pt x="7667" y="14380"/>
                </a:lnTo>
                <a:lnTo>
                  <a:pt x="7740" y="14527"/>
                </a:lnTo>
                <a:lnTo>
                  <a:pt x="7483" y="14563"/>
                </a:lnTo>
                <a:lnTo>
                  <a:pt x="7190" y="14527"/>
                </a:lnTo>
                <a:lnTo>
                  <a:pt x="7006" y="14453"/>
                </a:lnTo>
                <a:lnTo>
                  <a:pt x="6786" y="14380"/>
                </a:lnTo>
                <a:lnTo>
                  <a:pt x="6823" y="14160"/>
                </a:lnTo>
                <a:lnTo>
                  <a:pt x="6860" y="13646"/>
                </a:lnTo>
                <a:lnTo>
                  <a:pt x="6860" y="13206"/>
                </a:lnTo>
                <a:lnTo>
                  <a:pt x="6860" y="12766"/>
                </a:lnTo>
                <a:lnTo>
                  <a:pt x="6823" y="12693"/>
                </a:lnTo>
                <a:lnTo>
                  <a:pt x="6713" y="12656"/>
                </a:lnTo>
                <a:lnTo>
                  <a:pt x="6346" y="12693"/>
                </a:lnTo>
                <a:lnTo>
                  <a:pt x="6309" y="12656"/>
                </a:lnTo>
                <a:lnTo>
                  <a:pt x="6236" y="12693"/>
                </a:lnTo>
                <a:lnTo>
                  <a:pt x="6089" y="12913"/>
                </a:lnTo>
                <a:lnTo>
                  <a:pt x="5943" y="13133"/>
                </a:lnTo>
                <a:lnTo>
                  <a:pt x="5869" y="13390"/>
                </a:lnTo>
                <a:lnTo>
                  <a:pt x="5796" y="13610"/>
                </a:lnTo>
                <a:lnTo>
                  <a:pt x="5392" y="13206"/>
                </a:lnTo>
                <a:lnTo>
                  <a:pt x="5686" y="12839"/>
                </a:lnTo>
                <a:lnTo>
                  <a:pt x="5943" y="12473"/>
                </a:lnTo>
                <a:lnTo>
                  <a:pt x="5943" y="12363"/>
                </a:lnTo>
                <a:lnTo>
                  <a:pt x="5943" y="12289"/>
                </a:lnTo>
                <a:lnTo>
                  <a:pt x="5869" y="12216"/>
                </a:lnTo>
                <a:lnTo>
                  <a:pt x="5686" y="12216"/>
                </a:lnTo>
                <a:lnTo>
                  <a:pt x="5612" y="12289"/>
                </a:lnTo>
                <a:lnTo>
                  <a:pt x="5209" y="12949"/>
                </a:lnTo>
                <a:lnTo>
                  <a:pt x="4952" y="12619"/>
                </a:lnTo>
                <a:lnTo>
                  <a:pt x="5136" y="12473"/>
                </a:lnTo>
                <a:lnTo>
                  <a:pt x="5319" y="12289"/>
                </a:lnTo>
                <a:lnTo>
                  <a:pt x="5466" y="12069"/>
                </a:lnTo>
                <a:lnTo>
                  <a:pt x="5576" y="11849"/>
                </a:lnTo>
                <a:lnTo>
                  <a:pt x="5576" y="11776"/>
                </a:lnTo>
                <a:lnTo>
                  <a:pt x="5576" y="11739"/>
                </a:lnTo>
                <a:lnTo>
                  <a:pt x="5539" y="11666"/>
                </a:lnTo>
                <a:lnTo>
                  <a:pt x="5502" y="11629"/>
                </a:lnTo>
                <a:lnTo>
                  <a:pt x="5319" y="11629"/>
                </a:lnTo>
                <a:lnTo>
                  <a:pt x="5282" y="11702"/>
                </a:lnTo>
                <a:lnTo>
                  <a:pt x="4805" y="12399"/>
                </a:lnTo>
                <a:lnTo>
                  <a:pt x="4439" y="11922"/>
                </a:lnTo>
                <a:lnTo>
                  <a:pt x="4549" y="11812"/>
                </a:lnTo>
                <a:lnTo>
                  <a:pt x="4879" y="11409"/>
                </a:lnTo>
                <a:lnTo>
                  <a:pt x="5209" y="10969"/>
                </a:lnTo>
                <a:lnTo>
                  <a:pt x="5209" y="10895"/>
                </a:lnTo>
                <a:lnTo>
                  <a:pt x="5246" y="10859"/>
                </a:lnTo>
                <a:lnTo>
                  <a:pt x="5282" y="10785"/>
                </a:lnTo>
                <a:lnTo>
                  <a:pt x="5282" y="10712"/>
                </a:lnTo>
                <a:lnTo>
                  <a:pt x="5209" y="10639"/>
                </a:lnTo>
                <a:lnTo>
                  <a:pt x="5099" y="10602"/>
                </a:lnTo>
                <a:lnTo>
                  <a:pt x="5026" y="10602"/>
                </a:lnTo>
                <a:lnTo>
                  <a:pt x="4952" y="10639"/>
                </a:lnTo>
                <a:lnTo>
                  <a:pt x="4549" y="11225"/>
                </a:lnTo>
                <a:lnTo>
                  <a:pt x="4329" y="11556"/>
                </a:lnTo>
                <a:lnTo>
                  <a:pt x="4292" y="11482"/>
                </a:lnTo>
                <a:lnTo>
                  <a:pt x="4145" y="11482"/>
                </a:lnTo>
                <a:lnTo>
                  <a:pt x="3888" y="11152"/>
                </a:lnTo>
                <a:lnTo>
                  <a:pt x="4329" y="10822"/>
                </a:lnTo>
                <a:lnTo>
                  <a:pt x="4549" y="10675"/>
                </a:lnTo>
                <a:lnTo>
                  <a:pt x="4732" y="10455"/>
                </a:lnTo>
                <a:lnTo>
                  <a:pt x="4769" y="10418"/>
                </a:lnTo>
                <a:lnTo>
                  <a:pt x="4805" y="10345"/>
                </a:lnTo>
                <a:lnTo>
                  <a:pt x="4732" y="10235"/>
                </a:lnTo>
                <a:lnTo>
                  <a:pt x="4659" y="10162"/>
                </a:lnTo>
                <a:lnTo>
                  <a:pt x="4585" y="10162"/>
                </a:lnTo>
                <a:lnTo>
                  <a:pt x="4512" y="10198"/>
                </a:lnTo>
                <a:lnTo>
                  <a:pt x="4292" y="10345"/>
                </a:lnTo>
                <a:lnTo>
                  <a:pt x="4072" y="10528"/>
                </a:lnTo>
                <a:lnTo>
                  <a:pt x="3705" y="10895"/>
                </a:lnTo>
                <a:lnTo>
                  <a:pt x="3256" y="10239"/>
                </a:lnTo>
                <a:lnTo>
                  <a:pt x="3256" y="10239"/>
                </a:lnTo>
                <a:lnTo>
                  <a:pt x="3485" y="10272"/>
                </a:lnTo>
                <a:lnTo>
                  <a:pt x="3742" y="10235"/>
                </a:lnTo>
                <a:lnTo>
                  <a:pt x="3888" y="10162"/>
                </a:lnTo>
                <a:lnTo>
                  <a:pt x="4072" y="10052"/>
                </a:lnTo>
                <a:lnTo>
                  <a:pt x="4365" y="9868"/>
                </a:lnTo>
                <a:lnTo>
                  <a:pt x="4769" y="9648"/>
                </a:lnTo>
                <a:lnTo>
                  <a:pt x="4989" y="9538"/>
                </a:lnTo>
                <a:lnTo>
                  <a:pt x="5172" y="9391"/>
                </a:lnTo>
                <a:lnTo>
                  <a:pt x="6053" y="10675"/>
                </a:lnTo>
                <a:lnTo>
                  <a:pt x="6383" y="11115"/>
                </a:lnTo>
                <a:lnTo>
                  <a:pt x="6713" y="11556"/>
                </a:lnTo>
                <a:lnTo>
                  <a:pt x="6896" y="11739"/>
                </a:lnTo>
                <a:lnTo>
                  <a:pt x="7116" y="11922"/>
                </a:lnTo>
                <a:lnTo>
                  <a:pt x="7336" y="12069"/>
                </a:lnTo>
                <a:lnTo>
                  <a:pt x="7593" y="12179"/>
                </a:lnTo>
                <a:lnTo>
                  <a:pt x="7813" y="12253"/>
                </a:lnTo>
                <a:lnTo>
                  <a:pt x="8070" y="12289"/>
                </a:lnTo>
                <a:lnTo>
                  <a:pt x="8547" y="12289"/>
                </a:lnTo>
                <a:lnTo>
                  <a:pt x="8767" y="12253"/>
                </a:lnTo>
                <a:lnTo>
                  <a:pt x="8987" y="12179"/>
                </a:lnTo>
                <a:lnTo>
                  <a:pt x="9207" y="12106"/>
                </a:lnTo>
                <a:lnTo>
                  <a:pt x="9427" y="11996"/>
                </a:lnTo>
                <a:lnTo>
                  <a:pt x="9684" y="11849"/>
                </a:lnTo>
                <a:lnTo>
                  <a:pt x="9867" y="11666"/>
                </a:lnTo>
                <a:lnTo>
                  <a:pt x="10051" y="11482"/>
                </a:lnTo>
                <a:lnTo>
                  <a:pt x="10198" y="11262"/>
                </a:lnTo>
                <a:lnTo>
                  <a:pt x="10308" y="11042"/>
                </a:lnTo>
                <a:lnTo>
                  <a:pt x="10418" y="10822"/>
                </a:lnTo>
                <a:lnTo>
                  <a:pt x="10491" y="10565"/>
                </a:lnTo>
                <a:lnTo>
                  <a:pt x="10528" y="10345"/>
                </a:lnTo>
                <a:lnTo>
                  <a:pt x="10564" y="9832"/>
                </a:lnTo>
                <a:lnTo>
                  <a:pt x="10528" y="9318"/>
                </a:lnTo>
                <a:lnTo>
                  <a:pt x="10418" y="8804"/>
                </a:lnTo>
                <a:lnTo>
                  <a:pt x="10234" y="8328"/>
                </a:lnTo>
                <a:lnTo>
                  <a:pt x="9978" y="7887"/>
                </a:lnTo>
                <a:lnTo>
                  <a:pt x="9684" y="7484"/>
                </a:lnTo>
                <a:lnTo>
                  <a:pt x="9097" y="6640"/>
                </a:lnTo>
                <a:lnTo>
                  <a:pt x="9354" y="6494"/>
                </a:lnTo>
                <a:lnTo>
                  <a:pt x="9574" y="6347"/>
                </a:lnTo>
                <a:lnTo>
                  <a:pt x="10014" y="5980"/>
                </a:lnTo>
                <a:lnTo>
                  <a:pt x="10418" y="5613"/>
                </a:lnTo>
                <a:close/>
                <a:moveTo>
                  <a:pt x="8400" y="2055"/>
                </a:moveTo>
                <a:lnTo>
                  <a:pt x="8290" y="2092"/>
                </a:lnTo>
                <a:lnTo>
                  <a:pt x="8217" y="2165"/>
                </a:lnTo>
                <a:lnTo>
                  <a:pt x="8180" y="2202"/>
                </a:lnTo>
                <a:lnTo>
                  <a:pt x="8180" y="2312"/>
                </a:lnTo>
                <a:lnTo>
                  <a:pt x="8180" y="2385"/>
                </a:lnTo>
                <a:lnTo>
                  <a:pt x="8107" y="2422"/>
                </a:lnTo>
                <a:lnTo>
                  <a:pt x="8033" y="2459"/>
                </a:lnTo>
                <a:lnTo>
                  <a:pt x="7300" y="3045"/>
                </a:lnTo>
                <a:lnTo>
                  <a:pt x="6896" y="3339"/>
                </a:lnTo>
                <a:lnTo>
                  <a:pt x="6529" y="3596"/>
                </a:lnTo>
                <a:lnTo>
                  <a:pt x="6456" y="3669"/>
                </a:lnTo>
                <a:lnTo>
                  <a:pt x="6419" y="3742"/>
                </a:lnTo>
                <a:lnTo>
                  <a:pt x="6419" y="3852"/>
                </a:lnTo>
                <a:lnTo>
                  <a:pt x="6419" y="3926"/>
                </a:lnTo>
                <a:lnTo>
                  <a:pt x="8547" y="6677"/>
                </a:lnTo>
                <a:lnTo>
                  <a:pt x="8547" y="6750"/>
                </a:lnTo>
                <a:lnTo>
                  <a:pt x="8620" y="6787"/>
                </a:lnTo>
                <a:lnTo>
                  <a:pt x="9391" y="7851"/>
                </a:lnTo>
                <a:lnTo>
                  <a:pt x="9684" y="8291"/>
                </a:lnTo>
                <a:lnTo>
                  <a:pt x="9904" y="8768"/>
                </a:lnTo>
                <a:lnTo>
                  <a:pt x="10014" y="9025"/>
                </a:lnTo>
                <a:lnTo>
                  <a:pt x="10088" y="9281"/>
                </a:lnTo>
                <a:lnTo>
                  <a:pt x="10124" y="9538"/>
                </a:lnTo>
                <a:lnTo>
                  <a:pt x="10124" y="9832"/>
                </a:lnTo>
                <a:lnTo>
                  <a:pt x="10124" y="10088"/>
                </a:lnTo>
                <a:lnTo>
                  <a:pt x="10088" y="10308"/>
                </a:lnTo>
                <a:lnTo>
                  <a:pt x="10014" y="10565"/>
                </a:lnTo>
                <a:lnTo>
                  <a:pt x="9904" y="10785"/>
                </a:lnTo>
                <a:lnTo>
                  <a:pt x="9794" y="11005"/>
                </a:lnTo>
                <a:lnTo>
                  <a:pt x="9647" y="11189"/>
                </a:lnTo>
                <a:lnTo>
                  <a:pt x="9464" y="11372"/>
                </a:lnTo>
                <a:lnTo>
                  <a:pt x="9281" y="11556"/>
                </a:lnTo>
                <a:lnTo>
                  <a:pt x="9097" y="11666"/>
                </a:lnTo>
                <a:lnTo>
                  <a:pt x="8877" y="11739"/>
                </a:lnTo>
                <a:lnTo>
                  <a:pt x="8657" y="11776"/>
                </a:lnTo>
                <a:lnTo>
                  <a:pt x="8437" y="11812"/>
                </a:lnTo>
                <a:lnTo>
                  <a:pt x="7997" y="11812"/>
                </a:lnTo>
                <a:lnTo>
                  <a:pt x="7813" y="11739"/>
                </a:lnTo>
                <a:lnTo>
                  <a:pt x="7593" y="11666"/>
                </a:lnTo>
                <a:lnTo>
                  <a:pt x="7373" y="11519"/>
                </a:lnTo>
                <a:lnTo>
                  <a:pt x="7153" y="11372"/>
                </a:lnTo>
                <a:lnTo>
                  <a:pt x="6970" y="11152"/>
                </a:lnTo>
                <a:lnTo>
                  <a:pt x="6823" y="10932"/>
                </a:lnTo>
                <a:lnTo>
                  <a:pt x="6053" y="9905"/>
                </a:lnTo>
                <a:lnTo>
                  <a:pt x="5356" y="8878"/>
                </a:lnTo>
                <a:lnTo>
                  <a:pt x="4659" y="7814"/>
                </a:lnTo>
                <a:lnTo>
                  <a:pt x="4035" y="6714"/>
                </a:lnTo>
                <a:lnTo>
                  <a:pt x="3742" y="6163"/>
                </a:lnTo>
                <a:lnTo>
                  <a:pt x="3485" y="5613"/>
                </a:lnTo>
                <a:lnTo>
                  <a:pt x="3412" y="5540"/>
                </a:lnTo>
                <a:lnTo>
                  <a:pt x="3301" y="5503"/>
                </a:lnTo>
                <a:lnTo>
                  <a:pt x="3191" y="5503"/>
                </a:lnTo>
                <a:lnTo>
                  <a:pt x="3118" y="5576"/>
                </a:lnTo>
                <a:lnTo>
                  <a:pt x="3008" y="5687"/>
                </a:lnTo>
                <a:lnTo>
                  <a:pt x="2861" y="5760"/>
                </a:lnTo>
                <a:lnTo>
                  <a:pt x="2715" y="5833"/>
                </a:lnTo>
                <a:lnTo>
                  <a:pt x="2568" y="5833"/>
                </a:lnTo>
                <a:lnTo>
                  <a:pt x="2421" y="5870"/>
                </a:lnTo>
                <a:lnTo>
                  <a:pt x="2274" y="5907"/>
                </a:lnTo>
                <a:lnTo>
                  <a:pt x="2018" y="6053"/>
                </a:lnTo>
                <a:lnTo>
                  <a:pt x="1431" y="6420"/>
                </a:lnTo>
                <a:lnTo>
                  <a:pt x="1137" y="6604"/>
                </a:lnTo>
                <a:lnTo>
                  <a:pt x="880" y="6824"/>
                </a:lnTo>
                <a:lnTo>
                  <a:pt x="770" y="6824"/>
                </a:lnTo>
                <a:lnTo>
                  <a:pt x="697" y="6897"/>
                </a:lnTo>
                <a:lnTo>
                  <a:pt x="660" y="6970"/>
                </a:lnTo>
                <a:lnTo>
                  <a:pt x="697" y="7080"/>
                </a:lnTo>
                <a:lnTo>
                  <a:pt x="1101" y="7814"/>
                </a:lnTo>
                <a:lnTo>
                  <a:pt x="1541" y="8548"/>
                </a:lnTo>
                <a:lnTo>
                  <a:pt x="2458" y="9942"/>
                </a:lnTo>
                <a:lnTo>
                  <a:pt x="3412" y="11335"/>
                </a:lnTo>
                <a:lnTo>
                  <a:pt x="4402" y="12693"/>
                </a:lnTo>
                <a:lnTo>
                  <a:pt x="4989" y="13426"/>
                </a:lnTo>
                <a:lnTo>
                  <a:pt x="4952" y="13426"/>
                </a:lnTo>
                <a:lnTo>
                  <a:pt x="4952" y="13500"/>
                </a:lnTo>
                <a:lnTo>
                  <a:pt x="4989" y="13536"/>
                </a:lnTo>
                <a:lnTo>
                  <a:pt x="5026" y="13573"/>
                </a:lnTo>
                <a:lnTo>
                  <a:pt x="5099" y="13536"/>
                </a:lnTo>
                <a:lnTo>
                  <a:pt x="5429" y="13940"/>
                </a:lnTo>
                <a:lnTo>
                  <a:pt x="5796" y="14307"/>
                </a:lnTo>
                <a:lnTo>
                  <a:pt x="5833" y="14343"/>
                </a:lnTo>
                <a:lnTo>
                  <a:pt x="5906" y="14380"/>
                </a:lnTo>
                <a:lnTo>
                  <a:pt x="6126" y="14563"/>
                </a:lnTo>
                <a:lnTo>
                  <a:pt x="6383" y="14710"/>
                </a:lnTo>
                <a:lnTo>
                  <a:pt x="6640" y="14857"/>
                </a:lnTo>
                <a:lnTo>
                  <a:pt x="6933" y="14967"/>
                </a:lnTo>
                <a:lnTo>
                  <a:pt x="7226" y="15040"/>
                </a:lnTo>
                <a:lnTo>
                  <a:pt x="7850" y="15040"/>
                </a:lnTo>
                <a:lnTo>
                  <a:pt x="8180" y="14967"/>
                </a:lnTo>
                <a:lnTo>
                  <a:pt x="8510" y="14820"/>
                </a:lnTo>
                <a:lnTo>
                  <a:pt x="8877" y="14673"/>
                </a:lnTo>
                <a:lnTo>
                  <a:pt x="9574" y="14343"/>
                </a:lnTo>
                <a:lnTo>
                  <a:pt x="11115" y="13683"/>
                </a:lnTo>
                <a:lnTo>
                  <a:pt x="11592" y="13426"/>
                </a:lnTo>
                <a:lnTo>
                  <a:pt x="11995" y="13170"/>
                </a:lnTo>
                <a:lnTo>
                  <a:pt x="12399" y="12839"/>
                </a:lnTo>
                <a:lnTo>
                  <a:pt x="12729" y="12436"/>
                </a:lnTo>
                <a:lnTo>
                  <a:pt x="12912" y="12142"/>
                </a:lnTo>
                <a:lnTo>
                  <a:pt x="13059" y="11849"/>
                </a:lnTo>
                <a:lnTo>
                  <a:pt x="13169" y="11519"/>
                </a:lnTo>
                <a:lnTo>
                  <a:pt x="13242" y="11189"/>
                </a:lnTo>
                <a:lnTo>
                  <a:pt x="13279" y="10859"/>
                </a:lnTo>
                <a:lnTo>
                  <a:pt x="13316" y="10528"/>
                </a:lnTo>
                <a:lnTo>
                  <a:pt x="13279" y="10198"/>
                </a:lnTo>
                <a:lnTo>
                  <a:pt x="13242" y="9868"/>
                </a:lnTo>
                <a:lnTo>
                  <a:pt x="13169" y="9538"/>
                </a:lnTo>
                <a:lnTo>
                  <a:pt x="13095" y="9208"/>
                </a:lnTo>
                <a:lnTo>
                  <a:pt x="12875" y="8584"/>
                </a:lnTo>
                <a:lnTo>
                  <a:pt x="12582" y="7961"/>
                </a:lnTo>
                <a:lnTo>
                  <a:pt x="12252" y="7374"/>
                </a:lnTo>
                <a:lnTo>
                  <a:pt x="11885" y="6824"/>
                </a:lnTo>
                <a:lnTo>
                  <a:pt x="10271" y="4476"/>
                </a:lnTo>
                <a:lnTo>
                  <a:pt x="8657" y="2165"/>
                </a:lnTo>
                <a:lnTo>
                  <a:pt x="8584" y="2092"/>
                </a:lnTo>
                <a:lnTo>
                  <a:pt x="8474" y="2055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6" name="Google Shape;516;p10"/>
          <p:cNvSpPr/>
          <p:nvPr/>
        </p:nvSpPr>
        <p:spPr>
          <a:xfrm>
            <a:off x="345284" y="6610610"/>
            <a:ext cx="514731" cy="344087"/>
          </a:xfrm>
          <a:custGeom>
            <a:avLst/>
            <a:gdLst/>
            <a:ahLst/>
            <a:cxnLst/>
            <a:rect l="l" t="t" r="r" b="b"/>
            <a:pathLst>
              <a:path w="13610" h="9098" extrusionOk="0">
                <a:moveTo>
                  <a:pt x="4696" y="0"/>
                </a:moveTo>
                <a:lnTo>
                  <a:pt x="4586" y="74"/>
                </a:lnTo>
                <a:lnTo>
                  <a:pt x="4256" y="440"/>
                </a:lnTo>
                <a:lnTo>
                  <a:pt x="3999" y="844"/>
                </a:lnTo>
                <a:lnTo>
                  <a:pt x="3742" y="1247"/>
                </a:lnTo>
                <a:lnTo>
                  <a:pt x="3522" y="1688"/>
                </a:lnTo>
                <a:lnTo>
                  <a:pt x="3339" y="2128"/>
                </a:lnTo>
                <a:lnTo>
                  <a:pt x="3228" y="2605"/>
                </a:lnTo>
                <a:lnTo>
                  <a:pt x="3118" y="3081"/>
                </a:lnTo>
                <a:lnTo>
                  <a:pt x="3045" y="3595"/>
                </a:lnTo>
                <a:lnTo>
                  <a:pt x="3008" y="3852"/>
                </a:lnTo>
                <a:lnTo>
                  <a:pt x="2935" y="4072"/>
                </a:lnTo>
                <a:lnTo>
                  <a:pt x="2825" y="4329"/>
                </a:lnTo>
                <a:lnTo>
                  <a:pt x="2678" y="4512"/>
                </a:lnTo>
                <a:lnTo>
                  <a:pt x="2605" y="4622"/>
                </a:lnTo>
                <a:lnTo>
                  <a:pt x="2495" y="4659"/>
                </a:lnTo>
                <a:lnTo>
                  <a:pt x="2275" y="4732"/>
                </a:lnTo>
                <a:lnTo>
                  <a:pt x="1835" y="4732"/>
                </a:lnTo>
                <a:lnTo>
                  <a:pt x="1541" y="4659"/>
                </a:lnTo>
                <a:lnTo>
                  <a:pt x="991" y="4659"/>
                </a:lnTo>
                <a:lnTo>
                  <a:pt x="881" y="4732"/>
                </a:lnTo>
                <a:lnTo>
                  <a:pt x="771" y="4769"/>
                </a:lnTo>
                <a:lnTo>
                  <a:pt x="587" y="4732"/>
                </a:lnTo>
                <a:lnTo>
                  <a:pt x="404" y="4732"/>
                </a:lnTo>
                <a:lnTo>
                  <a:pt x="257" y="4805"/>
                </a:lnTo>
                <a:lnTo>
                  <a:pt x="74" y="4879"/>
                </a:lnTo>
                <a:lnTo>
                  <a:pt x="37" y="4952"/>
                </a:lnTo>
                <a:lnTo>
                  <a:pt x="0" y="5026"/>
                </a:lnTo>
                <a:lnTo>
                  <a:pt x="0" y="5172"/>
                </a:lnTo>
                <a:lnTo>
                  <a:pt x="37" y="5209"/>
                </a:lnTo>
                <a:lnTo>
                  <a:pt x="74" y="5246"/>
                </a:lnTo>
                <a:lnTo>
                  <a:pt x="147" y="5282"/>
                </a:lnTo>
                <a:lnTo>
                  <a:pt x="221" y="5246"/>
                </a:lnTo>
                <a:lnTo>
                  <a:pt x="514" y="5172"/>
                </a:lnTo>
                <a:lnTo>
                  <a:pt x="587" y="5282"/>
                </a:lnTo>
                <a:lnTo>
                  <a:pt x="697" y="5356"/>
                </a:lnTo>
                <a:lnTo>
                  <a:pt x="807" y="5356"/>
                </a:lnTo>
                <a:lnTo>
                  <a:pt x="881" y="5319"/>
                </a:lnTo>
                <a:lnTo>
                  <a:pt x="918" y="5282"/>
                </a:lnTo>
                <a:lnTo>
                  <a:pt x="991" y="5209"/>
                </a:lnTo>
                <a:lnTo>
                  <a:pt x="1064" y="5172"/>
                </a:lnTo>
                <a:lnTo>
                  <a:pt x="1248" y="5136"/>
                </a:lnTo>
                <a:lnTo>
                  <a:pt x="1431" y="5172"/>
                </a:lnTo>
                <a:lnTo>
                  <a:pt x="1614" y="5209"/>
                </a:lnTo>
                <a:lnTo>
                  <a:pt x="1981" y="5282"/>
                </a:lnTo>
                <a:lnTo>
                  <a:pt x="2201" y="5282"/>
                </a:lnTo>
                <a:lnTo>
                  <a:pt x="2385" y="5246"/>
                </a:lnTo>
                <a:lnTo>
                  <a:pt x="2605" y="5209"/>
                </a:lnTo>
                <a:lnTo>
                  <a:pt x="2752" y="5136"/>
                </a:lnTo>
                <a:lnTo>
                  <a:pt x="2935" y="5026"/>
                </a:lnTo>
                <a:lnTo>
                  <a:pt x="3082" y="4879"/>
                </a:lnTo>
                <a:lnTo>
                  <a:pt x="3192" y="4732"/>
                </a:lnTo>
                <a:lnTo>
                  <a:pt x="3302" y="4549"/>
                </a:lnTo>
                <a:lnTo>
                  <a:pt x="3449" y="4182"/>
                </a:lnTo>
                <a:lnTo>
                  <a:pt x="3522" y="3925"/>
                </a:lnTo>
                <a:lnTo>
                  <a:pt x="3559" y="3668"/>
                </a:lnTo>
                <a:lnTo>
                  <a:pt x="3632" y="3118"/>
                </a:lnTo>
                <a:lnTo>
                  <a:pt x="3742" y="2641"/>
                </a:lnTo>
                <a:lnTo>
                  <a:pt x="3889" y="2201"/>
                </a:lnTo>
                <a:lnTo>
                  <a:pt x="4035" y="1834"/>
                </a:lnTo>
                <a:lnTo>
                  <a:pt x="4219" y="1467"/>
                </a:lnTo>
                <a:lnTo>
                  <a:pt x="4402" y="1137"/>
                </a:lnTo>
                <a:lnTo>
                  <a:pt x="4659" y="844"/>
                </a:lnTo>
                <a:lnTo>
                  <a:pt x="5173" y="2861"/>
                </a:lnTo>
                <a:lnTo>
                  <a:pt x="5649" y="4842"/>
                </a:lnTo>
                <a:lnTo>
                  <a:pt x="6126" y="6860"/>
                </a:lnTo>
                <a:lnTo>
                  <a:pt x="6567" y="8914"/>
                </a:lnTo>
                <a:lnTo>
                  <a:pt x="6603" y="8987"/>
                </a:lnTo>
                <a:lnTo>
                  <a:pt x="6713" y="9061"/>
                </a:lnTo>
                <a:lnTo>
                  <a:pt x="6787" y="9097"/>
                </a:lnTo>
                <a:lnTo>
                  <a:pt x="6897" y="9097"/>
                </a:lnTo>
                <a:lnTo>
                  <a:pt x="7153" y="8987"/>
                </a:lnTo>
                <a:lnTo>
                  <a:pt x="7374" y="8804"/>
                </a:lnTo>
                <a:lnTo>
                  <a:pt x="7520" y="8620"/>
                </a:lnTo>
                <a:lnTo>
                  <a:pt x="7667" y="8364"/>
                </a:lnTo>
                <a:lnTo>
                  <a:pt x="7814" y="7997"/>
                </a:lnTo>
                <a:lnTo>
                  <a:pt x="7924" y="7593"/>
                </a:lnTo>
                <a:lnTo>
                  <a:pt x="8181" y="6823"/>
                </a:lnTo>
                <a:lnTo>
                  <a:pt x="9061" y="3962"/>
                </a:lnTo>
                <a:lnTo>
                  <a:pt x="9208" y="4439"/>
                </a:lnTo>
                <a:lnTo>
                  <a:pt x="9318" y="4952"/>
                </a:lnTo>
                <a:lnTo>
                  <a:pt x="9318" y="5062"/>
                </a:lnTo>
                <a:lnTo>
                  <a:pt x="9391" y="5136"/>
                </a:lnTo>
                <a:lnTo>
                  <a:pt x="9464" y="5209"/>
                </a:lnTo>
                <a:lnTo>
                  <a:pt x="9574" y="5209"/>
                </a:lnTo>
                <a:lnTo>
                  <a:pt x="12032" y="5062"/>
                </a:lnTo>
                <a:lnTo>
                  <a:pt x="12069" y="5136"/>
                </a:lnTo>
                <a:lnTo>
                  <a:pt x="12105" y="5209"/>
                </a:lnTo>
                <a:lnTo>
                  <a:pt x="12326" y="5356"/>
                </a:lnTo>
                <a:lnTo>
                  <a:pt x="12582" y="5429"/>
                </a:lnTo>
                <a:lnTo>
                  <a:pt x="12619" y="5466"/>
                </a:lnTo>
                <a:lnTo>
                  <a:pt x="12912" y="5466"/>
                </a:lnTo>
                <a:lnTo>
                  <a:pt x="13059" y="5429"/>
                </a:lnTo>
                <a:lnTo>
                  <a:pt x="13206" y="5319"/>
                </a:lnTo>
                <a:lnTo>
                  <a:pt x="13316" y="5209"/>
                </a:lnTo>
                <a:lnTo>
                  <a:pt x="13426" y="5062"/>
                </a:lnTo>
                <a:lnTo>
                  <a:pt x="13536" y="4915"/>
                </a:lnTo>
                <a:lnTo>
                  <a:pt x="13609" y="4732"/>
                </a:lnTo>
                <a:lnTo>
                  <a:pt x="13609" y="4659"/>
                </a:lnTo>
                <a:lnTo>
                  <a:pt x="13609" y="4549"/>
                </a:lnTo>
                <a:lnTo>
                  <a:pt x="13536" y="4439"/>
                </a:lnTo>
                <a:lnTo>
                  <a:pt x="13426" y="4292"/>
                </a:lnTo>
                <a:lnTo>
                  <a:pt x="13279" y="4219"/>
                </a:lnTo>
                <a:lnTo>
                  <a:pt x="13133" y="4145"/>
                </a:lnTo>
                <a:lnTo>
                  <a:pt x="12949" y="4072"/>
                </a:lnTo>
                <a:lnTo>
                  <a:pt x="12802" y="4072"/>
                </a:lnTo>
                <a:lnTo>
                  <a:pt x="12619" y="4108"/>
                </a:lnTo>
                <a:lnTo>
                  <a:pt x="12436" y="4182"/>
                </a:lnTo>
                <a:lnTo>
                  <a:pt x="12326" y="4255"/>
                </a:lnTo>
                <a:lnTo>
                  <a:pt x="12252" y="4329"/>
                </a:lnTo>
                <a:lnTo>
                  <a:pt x="12142" y="4512"/>
                </a:lnTo>
                <a:lnTo>
                  <a:pt x="9794" y="4659"/>
                </a:lnTo>
                <a:lnTo>
                  <a:pt x="9721" y="4255"/>
                </a:lnTo>
                <a:lnTo>
                  <a:pt x="9611" y="3852"/>
                </a:lnTo>
                <a:lnTo>
                  <a:pt x="9464" y="3448"/>
                </a:lnTo>
                <a:lnTo>
                  <a:pt x="9281" y="3045"/>
                </a:lnTo>
                <a:lnTo>
                  <a:pt x="9208" y="2971"/>
                </a:lnTo>
                <a:lnTo>
                  <a:pt x="9134" y="2935"/>
                </a:lnTo>
                <a:lnTo>
                  <a:pt x="8987" y="2935"/>
                </a:lnTo>
                <a:lnTo>
                  <a:pt x="8841" y="2971"/>
                </a:lnTo>
                <a:lnTo>
                  <a:pt x="8804" y="3045"/>
                </a:lnTo>
                <a:lnTo>
                  <a:pt x="8767" y="3118"/>
                </a:lnTo>
                <a:lnTo>
                  <a:pt x="7850" y="6016"/>
                </a:lnTo>
                <a:lnTo>
                  <a:pt x="7374" y="7557"/>
                </a:lnTo>
                <a:lnTo>
                  <a:pt x="7227" y="7997"/>
                </a:lnTo>
                <a:lnTo>
                  <a:pt x="7153" y="8217"/>
                </a:lnTo>
                <a:lnTo>
                  <a:pt x="7007" y="8400"/>
                </a:lnTo>
                <a:lnTo>
                  <a:pt x="6567" y="6346"/>
                </a:lnTo>
                <a:lnTo>
                  <a:pt x="6090" y="4292"/>
                </a:lnTo>
                <a:lnTo>
                  <a:pt x="5576" y="2238"/>
                </a:lnTo>
                <a:lnTo>
                  <a:pt x="5026" y="220"/>
                </a:lnTo>
                <a:lnTo>
                  <a:pt x="4953" y="74"/>
                </a:lnTo>
                <a:lnTo>
                  <a:pt x="4842" y="37"/>
                </a:lnTo>
                <a:lnTo>
                  <a:pt x="4696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  <p:sp>
        <p:nvSpPr>
          <p:cNvPr id="517" name="Google Shape;517;p10"/>
          <p:cNvSpPr/>
          <p:nvPr/>
        </p:nvSpPr>
        <p:spPr>
          <a:xfrm>
            <a:off x="11599127" y="1535209"/>
            <a:ext cx="233123" cy="249763"/>
          </a:xfrm>
          <a:custGeom>
            <a:avLst/>
            <a:gdLst/>
            <a:ahLst/>
            <a:cxnLst/>
            <a:rect l="l" t="t" r="r" b="b"/>
            <a:pathLst>
              <a:path w="6164" h="6604" extrusionOk="0">
                <a:moveTo>
                  <a:pt x="3962" y="0"/>
                </a:moveTo>
                <a:lnTo>
                  <a:pt x="3926" y="37"/>
                </a:lnTo>
                <a:lnTo>
                  <a:pt x="3889" y="74"/>
                </a:lnTo>
                <a:lnTo>
                  <a:pt x="3889" y="147"/>
                </a:lnTo>
                <a:lnTo>
                  <a:pt x="3522" y="477"/>
                </a:lnTo>
                <a:lnTo>
                  <a:pt x="3229" y="807"/>
                </a:lnTo>
                <a:lnTo>
                  <a:pt x="2788" y="1284"/>
                </a:lnTo>
                <a:lnTo>
                  <a:pt x="2458" y="1651"/>
                </a:lnTo>
                <a:lnTo>
                  <a:pt x="2201" y="1578"/>
                </a:lnTo>
                <a:lnTo>
                  <a:pt x="1321" y="1321"/>
                </a:lnTo>
                <a:lnTo>
                  <a:pt x="1138" y="1284"/>
                </a:lnTo>
                <a:lnTo>
                  <a:pt x="808" y="1211"/>
                </a:lnTo>
                <a:lnTo>
                  <a:pt x="661" y="1174"/>
                </a:lnTo>
                <a:lnTo>
                  <a:pt x="514" y="1211"/>
                </a:lnTo>
                <a:lnTo>
                  <a:pt x="441" y="1248"/>
                </a:lnTo>
                <a:lnTo>
                  <a:pt x="441" y="1284"/>
                </a:lnTo>
                <a:lnTo>
                  <a:pt x="441" y="1358"/>
                </a:lnTo>
                <a:lnTo>
                  <a:pt x="477" y="1468"/>
                </a:lnTo>
                <a:lnTo>
                  <a:pt x="551" y="1541"/>
                </a:lnTo>
                <a:lnTo>
                  <a:pt x="661" y="1614"/>
                </a:lnTo>
                <a:lnTo>
                  <a:pt x="771" y="1651"/>
                </a:lnTo>
                <a:lnTo>
                  <a:pt x="1064" y="1761"/>
                </a:lnTo>
                <a:lnTo>
                  <a:pt x="1284" y="1798"/>
                </a:lnTo>
                <a:lnTo>
                  <a:pt x="2055" y="2018"/>
                </a:lnTo>
                <a:lnTo>
                  <a:pt x="2055" y="2091"/>
                </a:lnTo>
                <a:lnTo>
                  <a:pt x="2091" y="2165"/>
                </a:lnTo>
                <a:lnTo>
                  <a:pt x="2165" y="2238"/>
                </a:lnTo>
                <a:lnTo>
                  <a:pt x="2201" y="2238"/>
                </a:lnTo>
                <a:lnTo>
                  <a:pt x="2275" y="2275"/>
                </a:lnTo>
                <a:lnTo>
                  <a:pt x="2385" y="2238"/>
                </a:lnTo>
                <a:lnTo>
                  <a:pt x="2532" y="2165"/>
                </a:lnTo>
                <a:lnTo>
                  <a:pt x="2678" y="2128"/>
                </a:lnTo>
                <a:lnTo>
                  <a:pt x="2752" y="2091"/>
                </a:lnTo>
                <a:lnTo>
                  <a:pt x="2788" y="2055"/>
                </a:lnTo>
                <a:lnTo>
                  <a:pt x="2788" y="1981"/>
                </a:lnTo>
                <a:lnTo>
                  <a:pt x="2788" y="1908"/>
                </a:lnTo>
                <a:lnTo>
                  <a:pt x="2935" y="1761"/>
                </a:lnTo>
                <a:lnTo>
                  <a:pt x="3375" y="1284"/>
                </a:lnTo>
                <a:lnTo>
                  <a:pt x="3815" y="771"/>
                </a:lnTo>
                <a:lnTo>
                  <a:pt x="3852" y="1394"/>
                </a:lnTo>
                <a:lnTo>
                  <a:pt x="3852" y="2091"/>
                </a:lnTo>
                <a:lnTo>
                  <a:pt x="3889" y="2421"/>
                </a:lnTo>
                <a:lnTo>
                  <a:pt x="3962" y="2605"/>
                </a:lnTo>
                <a:lnTo>
                  <a:pt x="4036" y="2751"/>
                </a:lnTo>
                <a:lnTo>
                  <a:pt x="4109" y="2825"/>
                </a:lnTo>
                <a:lnTo>
                  <a:pt x="4219" y="2825"/>
                </a:lnTo>
                <a:lnTo>
                  <a:pt x="4476" y="3008"/>
                </a:lnTo>
                <a:lnTo>
                  <a:pt x="4732" y="3155"/>
                </a:lnTo>
                <a:lnTo>
                  <a:pt x="5063" y="3265"/>
                </a:lnTo>
                <a:lnTo>
                  <a:pt x="5356" y="3338"/>
                </a:lnTo>
                <a:lnTo>
                  <a:pt x="5246" y="3412"/>
                </a:lnTo>
                <a:lnTo>
                  <a:pt x="4732" y="3669"/>
                </a:lnTo>
                <a:lnTo>
                  <a:pt x="4512" y="3779"/>
                </a:lnTo>
                <a:lnTo>
                  <a:pt x="4292" y="3925"/>
                </a:lnTo>
                <a:lnTo>
                  <a:pt x="4219" y="3925"/>
                </a:lnTo>
                <a:lnTo>
                  <a:pt x="4182" y="3962"/>
                </a:lnTo>
                <a:lnTo>
                  <a:pt x="4072" y="4072"/>
                </a:lnTo>
                <a:lnTo>
                  <a:pt x="3962" y="4292"/>
                </a:lnTo>
                <a:lnTo>
                  <a:pt x="3889" y="4549"/>
                </a:lnTo>
                <a:lnTo>
                  <a:pt x="3852" y="5283"/>
                </a:lnTo>
                <a:lnTo>
                  <a:pt x="3852" y="5649"/>
                </a:lnTo>
                <a:lnTo>
                  <a:pt x="3852" y="6053"/>
                </a:lnTo>
                <a:lnTo>
                  <a:pt x="3559" y="5723"/>
                </a:lnTo>
                <a:lnTo>
                  <a:pt x="3229" y="5393"/>
                </a:lnTo>
                <a:lnTo>
                  <a:pt x="2642" y="4769"/>
                </a:lnTo>
                <a:lnTo>
                  <a:pt x="2568" y="4659"/>
                </a:lnTo>
                <a:lnTo>
                  <a:pt x="2495" y="4586"/>
                </a:lnTo>
                <a:lnTo>
                  <a:pt x="2385" y="4586"/>
                </a:lnTo>
                <a:lnTo>
                  <a:pt x="2385" y="4622"/>
                </a:lnTo>
                <a:lnTo>
                  <a:pt x="2312" y="4622"/>
                </a:lnTo>
                <a:lnTo>
                  <a:pt x="1908" y="4769"/>
                </a:lnTo>
                <a:lnTo>
                  <a:pt x="1468" y="4842"/>
                </a:lnTo>
                <a:lnTo>
                  <a:pt x="1064" y="4916"/>
                </a:lnTo>
                <a:lnTo>
                  <a:pt x="624" y="4952"/>
                </a:lnTo>
                <a:lnTo>
                  <a:pt x="1138" y="4329"/>
                </a:lnTo>
                <a:lnTo>
                  <a:pt x="1358" y="3999"/>
                </a:lnTo>
                <a:lnTo>
                  <a:pt x="1541" y="3632"/>
                </a:lnTo>
                <a:lnTo>
                  <a:pt x="1688" y="3595"/>
                </a:lnTo>
                <a:lnTo>
                  <a:pt x="1725" y="3558"/>
                </a:lnTo>
                <a:lnTo>
                  <a:pt x="1761" y="3485"/>
                </a:lnTo>
                <a:lnTo>
                  <a:pt x="1798" y="3448"/>
                </a:lnTo>
                <a:lnTo>
                  <a:pt x="1798" y="3375"/>
                </a:lnTo>
                <a:lnTo>
                  <a:pt x="1761" y="3302"/>
                </a:lnTo>
                <a:lnTo>
                  <a:pt x="1725" y="3265"/>
                </a:lnTo>
                <a:lnTo>
                  <a:pt x="1651" y="3228"/>
                </a:lnTo>
                <a:lnTo>
                  <a:pt x="1541" y="3045"/>
                </a:lnTo>
                <a:lnTo>
                  <a:pt x="1211" y="2458"/>
                </a:lnTo>
                <a:lnTo>
                  <a:pt x="844" y="1908"/>
                </a:lnTo>
                <a:lnTo>
                  <a:pt x="624" y="1651"/>
                </a:lnTo>
                <a:lnTo>
                  <a:pt x="367" y="1431"/>
                </a:lnTo>
                <a:lnTo>
                  <a:pt x="257" y="1394"/>
                </a:lnTo>
                <a:lnTo>
                  <a:pt x="184" y="1431"/>
                </a:lnTo>
                <a:lnTo>
                  <a:pt x="111" y="1504"/>
                </a:lnTo>
                <a:lnTo>
                  <a:pt x="111" y="1578"/>
                </a:lnTo>
                <a:lnTo>
                  <a:pt x="111" y="1614"/>
                </a:lnTo>
                <a:lnTo>
                  <a:pt x="331" y="1945"/>
                </a:lnTo>
                <a:lnTo>
                  <a:pt x="551" y="2238"/>
                </a:lnTo>
                <a:lnTo>
                  <a:pt x="771" y="2531"/>
                </a:lnTo>
                <a:lnTo>
                  <a:pt x="954" y="2825"/>
                </a:lnTo>
                <a:lnTo>
                  <a:pt x="1101" y="3155"/>
                </a:lnTo>
                <a:lnTo>
                  <a:pt x="1174" y="3338"/>
                </a:lnTo>
                <a:lnTo>
                  <a:pt x="1284" y="3522"/>
                </a:lnTo>
                <a:lnTo>
                  <a:pt x="1101" y="3669"/>
                </a:lnTo>
                <a:lnTo>
                  <a:pt x="918" y="3815"/>
                </a:lnTo>
                <a:lnTo>
                  <a:pt x="587" y="4219"/>
                </a:lnTo>
                <a:lnTo>
                  <a:pt x="294" y="4622"/>
                </a:lnTo>
                <a:lnTo>
                  <a:pt x="37" y="5062"/>
                </a:lnTo>
                <a:lnTo>
                  <a:pt x="1" y="5172"/>
                </a:lnTo>
                <a:lnTo>
                  <a:pt x="1" y="5283"/>
                </a:lnTo>
                <a:lnTo>
                  <a:pt x="74" y="5356"/>
                </a:lnTo>
                <a:lnTo>
                  <a:pt x="184" y="5393"/>
                </a:lnTo>
                <a:lnTo>
                  <a:pt x="734" y="5393"/>
                </a:lnTo>
                <a:lnTo>
                  <a:pt x="1284" y="5356"/>
                </a:lnTo>
                <a:lnTo>
                  <a:pt x="1835" y="5246"/>
                </a:lnTo>
                <a:lnTo>
                  <a:pt x="2348" y="5062"/>
                </a:lnTo>
                <a:lnTo>
                  <a:pt x="2568" y="5356"/>
                </a:lnTo>
                <a:lnTo>
                  <a:pt x="2788" y="5576"/>
                </a:lnTo>
                <a:lnTo>
                  <a:pt x="3229" y="6163"/>
                </a:lnTo>
                <a:lnTo>
                  <a:pt x="3485" y="6383"/>
                </a:lnTo>
                <a:lnTo>
                  <a:pt x="3632" y="6493"/>
                </a:lnTo>
                <a:lnTo>
                  <a:pt x="3779" y="6566"/>
                </a:lnTo>
                <a:lnTo>
                  <a:pt x="3889" y="6566"/>
                </a:lnTo>
                <a:lnTo>
                  <a:pt x="4036" y="6530"/>
                </a:lnTo>
                <a:lnTo>
                  <a:pt x="4146" y="6603"/>
                </a:lnTo>
                <a:lnTo>
                  <a:pt x="4292" y="6603"/>
                </a:lnTo>
                <a:lnTo>
                  <a:pt x="4366" y="6530"/>
                </a:lnTo>
                <a:lnTo>
                  <a:pt x="4402" y="6456"/>
                </a:lnTo>
                <a:lnTo>
                  <a:pt x="4439" y="6383"/>
                </a:lnTo>
                <a:lnTo>
                  <a:pt x="4402" y="6310"/>
                </a:lnTo>
                <a:lnTo>
                  <a:pt x="4366" y="6273"/>
                </a:lnTo>
                <a:lnTo>
                  <a:pt x="4329" y="6236"/>
                </a:lnTo>
                <a:lnTo>
                  <a:pt x="4292" y="6053"/>
                </a:lnTo>
                <a:lnTo>
                  <a:pt x="4292" y="5833"/>
                </a:lnTo>
                <a:lnTo>
                  <a:pt x="4256" y="5172"/>
                </a:lnTo>
                <a:lnTo>
                  <a:pt x="4256" y="4769"/>
                </a:lnTo>
                <a:lnTo>
                  <a:pt x="4256" y="4402"/>
                </a:lnTo>
                <a:lnTo>
                  <a:pt x="4402" y="4402"/>
                </a:lnTo>
                <a:lnTo>
                  <a:pt x="4476" y="4365"/>
                </a:lnTo>
                <a:lnTo>
                  <a:pt x="4549" y="4292"/>
                </a:lnTo>
                <a:lnTo>
                  <a:pt x="4549" y="4255"/>
                </a:lnTo>
                <a:lnTo>
                  <a:pt x="4622" y="4219"/>
                </a:lnTo>
                <a:lnTo>
                  <a:pt x="5209" y="3889"/>
                </a:lnTo>
                <a:lnTo>
                  <a:pt x="5539" y="3705"/>
                </a:lnTo>
                <a:lnTo>
                  <a:pt x="5686" y="3595"/>
                </a:lnTo>
                <a:lnTo>
                  <a:pt x="5833" y="3485"/>
                </a:lnTo>
                <a:lnTo>
                  <a:pt x="5980" y="3485"/>
                </a:lnTo>
                <a:lnTo>
                  <a:pt x="6090" y="3448"/>
                </a:lnTo>
                <a:lnTo>
                  <a:pt x="6126" y="3375"/>
                </a:lnTo>
                <a:lnTo>
                  <a:pt x="6163" y="3302"/>
                </a:lnTo>
                <a:lnTo>
                  <a:pt x="6163" y="3228"/>
                </a:lnTo>
                <a:lnTo>
                  <a:pt x="6126" y="3118"/>
                </a:lnTo>
                <a:lnTo>
                  <a:pt x="6090" y="3045"/>
                </a:lnTo>
                <a:lnTo>
                  <a:pt x="5980" y="3008"/>
                </a:lnTo>
                <a:lnTo>
                  <a:pt x="5576" y="2935"/>
                </a:lnTo>
                <a:lnTo>
                  <a:pt x="5173" y="2788"/>
                </a:lnTo>
                <a:lnTo>
                  <a:pt x="4769" y="2678"/>
                </a:lnTo>
                <a:lnTo>
                  <a:pt x="4366" y="2568"/>
                </a:lnTo>
                <a:lnTo>
                  <a:pt x="4366" y="2275"/>
                </a:lnTo>
                <a:lnTo>
                  <a:pt x="4329" y="2018"/>
                </a:lnTo>
                <a:lnTo>
                  <a:pt x="4256" y="1468"/>
                </a:lnTo>
                <a:lnTo>
                  <a:pt x="4256" y="881"/>
                </a:lnTo>
                <a:lnTo>
                  <a:pt x="4219" y="551"/>
                </a:lnTo>
                <a:lnTo>
                  <a:pt x="4182" y="257"/>
                </a:lnTo>
                <a:lnTo>
                  <a:pt x="4219" y="184"/>
                </a:lnTo>
                <a:lnTo>
                  <a:pt x="4256" y="110"/>
                </a:lnTo>
                <a:lnTo>
                  <a:pt x="4219" y="37"/>
                </a:lnTo>
                <a:lnTo>
                  <a:pt x="4182" y="0"/>
                </a:lnTo>
                <a:close/>
              </a:path>
            </a:pathLst>
          </a:custGeom>
          <a:solidFill>
            <a:srgbClr val="3E666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rgbClr val="A4C2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42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tely blank">
  <p:cSld name="Completely blank"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8509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>
  <p:cSld name="1_Title + 1 column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3" name="Google Shape;323;p5"/>
          <p:cNvCxnSpPr/>
          <p:nvPr/>
        </p:nvCxnSpPr>
        <p:spPr>
          <a:xfrm>
            <a:off x="1133967" y="1375233"/>
            <a:ext cx="8050400" cy="0"/>
          </a:xfrm>
          <a:prstGeom prst="straightConnector1">
            <a:avLst/>
          </a:prstGeom>
          <a:noFill/>
          <a:ln w="19050" cap="rnd" cmpd="sng">
            <a:solidFill>
              <a:srgbClr val="36595D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Google Shape;291;p5">
            <a:extLst>
              <a:ext uri="{FF2B5EF4-FFF2-40B4-BE49-F238E27FC236}">
                <a16:creationId xmlns:a16="http://schemas.microsoft.com/office/drawing/2014/main" id="{80CFE913-8992-4639-BFD5-F8CDD3238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5400" b="0"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8" name="Text Placeholder 173">
            <a:extLst>
              <a:ext uri="{FF2B5EF4-FFF2-40B4-BE49-F238E27FC236}">
                <a16:creationId xmlns:a16="http://schemas.microsoft.com/office/drawing/2014/main" id="{18DB5022-26C0-420A-B8FE-A2E763607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232" y="1826684"/>
            <a:ext cx="10822233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2800">
                <a:latin typeface="+mn-lt"/>
              </a:defRPr>
            </a:lvl1pPr>
            <a:lvl2pPr>
              <a:buSzPct val="100000"/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000">
                <a:latin typeface="+mn-lt"/>
              </a:defRPr>
            </a:lvl5pPr>
            <a:lvl6pPr marL="1828754" indent="-304792">
              <a:buClr>
                <a:schemeClr val="bg1">
                  <a:lumMod val="90000"/>
                </a:schemeClr>
              </a:buClr>
              <a:buFont typeface="Wingdings" panose="05000000000000000000" pitchFamily="2" charset="2"/>
              <a:buChar char="§"/>
              <a:defRPr sz="2533">
                <a:solidFill>
                  <a:schemeClr val="bg1">
                    <a:lumMod val="90000"/>
                  </a:schemeClr>
                </a:solidFill>
                <a:latin typeface="+mn-lt"/>
              </a:defRPr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36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>
  <p:cSld name="1_Title + 2 columns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291;p5">
            <a:extLst>
              <a:ext uri="{FF2B5EF4-FFF2-40B4-BE49-F238E27FC236}">
                <a16:creationId xmlns:a16="http://schemas.microsoft.com/office/drawing/2014/main" id="{A7D42CE1-F596-434E-888B-F927D5AF4D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7233" y="300033"/>
            <a:ext cx="10822233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101" name="Text Placeholder 173">
            <a:extLst>
              <a:ext uri="{FF2B5EF4-FFF2-40B4-BE49-F238E27FC236}">
                <a16:creationId xmlns:a16="http://schemas.microsoft.com/office/drawing/2014/main" id="{FFE0AD90-2A99-4C5F-980F-8D914F939C1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684024" y="1826684"/>
            <a:ext cx="5135441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5978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C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-10" y="-31"/>
            <a:ext cx="12191731" cy="6857837"/>
            <a:chOff x="239949" y="872550"/>
            <a:chExt cx="7042901" cy="3961625"/>
          </a:xfrm>
        </p:grpSpPr>
        <p:sp>
          <p:nvSpPr>
            <p:cNvPr id="7" name="Google Shape;7;p1"/>
            <p:cNvSpPr/>
            <p:nvPr/>
          </p:nvSpPr>
          <p:spPr>
            <a:xfrm>
              <a:off x="239950" y="872550"/>
              <a:ext cx="7042900" cy="3961625"/>
            </a:xfrm>
            <a:custGeom>
              <a:avLst/>
              <a:gdLst/>
              <a:ahLst/>
              <a:cxnLst/>
              <a:rect l="l" t="t" r="r" b="b"/>
              <a:pathLst>
                <a:path w="281716" h="158465" fill="none" extrusionOk="0">
                  <a:moveTo>
                    <a:pt x="0" y="0"/>
                  </a:moveTo>
                  <a:lnTo>
                    <a:pt x="281715" y="0"/>
                  </a:lnTo>
                  <a:lnTo>
                    <a:pt x="281715" y="158464"/>
                  </a:lnTo>
                  <a:lnTo>
                    <a:pt x="0" y="15846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rnd" cmpd="sng">
              <a:solidFill>
                <a:srgbClr val="244C4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" name="Google Shape;8;p1"/>
            <p:cNvSpPr/>
            <p:nvPr/>
          </p:nvSpPr>
          <p:spPr>
            <a:xfrm>
              <a:off x="239950" y="47617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" name="Google Shape;9;p1"/>
            <p:cNvSpPr/>
            <p:nvPr/>
          </p:nvSpPr>
          <p:spPr>
            <a:xfrm>
              <a:off x="239950" y="46901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" name="Google Shape;10;p1"/>
            <p:cNvSpPr/>
            <p:nvPr/>
          </p:nvSpPr>
          <p:spPr>
            <a:xfrm>
              <a:off x="239950" y="46177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" name="Google Shape;11;p1"/>
            <p:cNvSpPr/>
            <p:nvPr/>
          </p:nvSpPr>
          <p:spPr>
            <a:xfrm>
              <a:off x="239950" y="4546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239950" y="4473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239950" y="4402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39950" y="4329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239950" y="4258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239950" y="4185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239950" y="4114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239950" y="4041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39950" y="39693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39950" y="3897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39950" y="38254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39950" y="3753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239950" y="3681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239950" y="3609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239950" y="3537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239950" y="3465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239950" y="3393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239950" y="3321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239950" y="3249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239950" y="31770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239950" y="3105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239950" y="3033100"/>
              <a:ext cx="7042900" cy="0"/>
            </a:xfrm>
            <a:custGeom>
              <a:avLst/>
              <a:gdLst/>
              <a:ahLst/>
              <a:cxnLst/>
              <a:rect l="l" t="t" r="r" b="b"/>
              <a:pathLst>
                <a:path w="281716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3" name="Google Shape;33;p1"/>
            <p:cNvSpPr/>
            <p:nvPr/>
          </p:nvSpPr>
          <p:spPr>
            <a:xfrm>
              <a:off x="239950" y="29615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4" name="Google Shape;34;p1"/>
            <p:cNvSpPr/>
            <p:nvPr/>
          </p:nvSpPr>
          <p:spPr>
            <a:xfrm>
              <a:off x="239950" y="28891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5" name="Google Shape;35;p1"/>
            <p:cNvSpPr/>
            <p:nvPr/>
          </p:nvSpPr>
          <p:spPr>
            <a:xfrm>
              <a:off x="239950" y="28175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6" name="Google Shape;36;p1"/>
            <p:cNvSpPr/>
            <p:nvPr/>
          </p:nvSpPr>
          <p:spPr>
            <a:xfrm>
              <a:off x="239950" y="27451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7" name="Google Shape;37;p1"/>
            <p:cNvSpPr/>
            <p:nvPr/>
          </p:nvSpPr>
          <p:spPr>
            <a:xfrm>
              <a:off x="239950" y="26736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8" name="Google Shape;38;p1"/>
            <p:cNvSpPr/>
            <p:nvPr/>
          </p:nvSpPr>
          <p:spPr>
            <a:xfrm>
              <a:off x="239949" y="2607769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39" name="Google Shape;39;p1"/>
            <p:cNvSpPr/>
            <p:nvPr/>
          </p:nvSpPr>
          <p:spPr>
            <a:xfrm>
              <a:off x="239950" y="25296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1"/>
                  </a:moveTo>
                  <a:lnTo>
                    <a:pt x="281715" y="1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0" name="Google Shape;40;p1"/>
            <p:cNvSpPr/>
            <p:nvPr/>
          </p:nvSpPr>
          <p:spPr>
            <a:xfrm>
              <a:off x="239950" y="24572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1" name="Google Shape;41;p1"/>
            <p:cNvSpPr/>
            <p:nvPr/>
          </p:nvSpPr>
          <p:spPr>
            <a:xfrm>
              <a:off x="239950" y="23847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2" name="Google Shape;42;p1"/>
            <p:cNvSpPr/>
            <p:nvPr/>
          </p:nvSpPr>
          <p:spPr>
            <a:xfrm>
              <a:off x="239950" y="23132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3" name="Google Shape;43;p1"/>
            <p:cNvSpPr/>
            <p:nvPr/>
          </p:nvSpPr>
          <p:spPr>
            <a:xfrm>
              <a:off x="239950" y="22407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4" name="Google Shape;44;p1"/>
            <p:cNvSpPr/>
            <p:nvPr/>
          </p:nvSpPr>
          <p:spPr>
            <a:xfrm>
              <a:off x="239950" y="21692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5" name="Google Shape;45;p1"/>
            <p:cNvSpPr/>
            <p:nvPr/>
          </p:nvSpPr>
          <p:spPr>
            <a:xfrm>
              <a:off x="239950" y="20968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6" name="Google Shape;46;p1"/>
            <p:cNvSpPr/>
            <p:nvPr/>
          </p:nvSpPr>
          <p:spPr>
            <a:xfrm>
              <a:off x="239950" y="20252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7" name="Google Shape;47;p1"/>
            <p:cNvSpPr/>
            <p:nvPr/>
          </p:nvSpPr>
          <p:spPr>
            <a:xfrm>
              <a:off x="239950" y="19528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8" name="Google Shape;48;p1"/>
            <p:cNvSpPr/>
            <p:nvPr/>
          </p:nvSpPr>
          <p:spPr>
            <a:xfrm>
              <a:off x="239950" y="18813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49" name="Google Shape;49;p1"/>
            <p:cNvSpPr/>
            <p:nvPr/>
          </p:nvSpPr>
          <p:spPr>
            <a:xfrm>
              <a:off x="239950" y="18088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0" name="Google Shape;50;p1"/>
            <p:cNvSpPr/>
            <p:nvPr/>
          </p:nvSpPr>
          <p:spPr>
            <a:xfrm>
              <a:off x="239950" y="17373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239950" y="16648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2" name="Google Shape;52;p1"/>
            <p:cNvSpPr/>
            <p:nvPr/>
          </p:nvSpPr>
          <p:spPr>
            <a:xfrm>
              <a:off x="239950" y="15924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3" name="Google Shape;53;p1"/>
            <p:cNvSpPr/>
            <p:nvPr/>
          </p:nvSpPr>
          <p:spPr>
            <a:xfrm>
              <a:off x="239950" y="15209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239950" y="14484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5" name="Google Shape;55;p1"/>
            <p:cNvSpPr/>
            <p:nvPr/>
          </p:nvSpPr>
          <p:spPr>
            <a:xfrm>
              <a:off x="239950" y="13769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239950" y="13044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239950" y="123295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239950" y="11605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239950" y="108897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239950" y="1016525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239950" y="945000"/>
              <a:ext cx="7042900" cy="25"/>
            </a:xfrm>
            <a:custGeom>
              <a:avLst/>
              <a:gdLst/>
              <a:ahLst/>
              <a:cxnLst/>
              <a:rect l="l" t="t" r="r" b="b"/>
              <a:pathLst>
                <a:path w="281716" h="1" fill="none" extrusionOk="0">
                  <a:moveTo>
                    <a:pt x="0" y="0"/>
                  </a:moveTo>
                  <a:lnTo>
                    <a:pt x="281715" y="0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721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713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7064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6992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69196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6847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677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670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6628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6556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6484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6411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633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6266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6193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6120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6048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5976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5903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5830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5757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5685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56129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5540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5468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5394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5322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52497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5177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510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503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49590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48866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48141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4741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4669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4596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45234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44510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4378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4306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4233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41603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4087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015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3942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38705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3798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3724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3652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3579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3507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3434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3362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3289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3216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31442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3071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999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259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28535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27810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7086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2636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563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903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24179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3454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273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2200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2128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0547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19823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9098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837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764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692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6191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5467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4742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401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329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2560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1835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1111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0387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9662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8938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82042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47975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755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noFill/>
            <a:ln w="9525" cap="rnd" cmpd="sng">
              <a:solidFill>
                <a:srgbClr val="244C4E">
                  <a:alpha val="50000"/>
                </a:srgb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031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5306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4582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1" y="0"/>
                  </a:moveTo>
                  <a:lnTo>
                    <a:pt x="1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38485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312400" y="872550"/>
              <a:ext cx="25" cy="3961625"/>
            </a:xfrm>
            <a:custGeom>
              <a:avLst/>
              <a:gdLst/>
              <a:ahLst/>
              <a:cxnLst/>
              <a:rect l="l" t="t" r="r" b="b"/>
              <a:pathLst>
                <a:path w="1" h="158465" fill="none" extrusionOk="0">
                  <a:moveTo>
                    <a:pt x="0" y="0"/>
                  </a:moveTo>
                  <a:lnTo>
                    <a:pt x="0" y="158464"/>
                  </a:lnTo>
                </a:path>
              </a:pathLst>
            </a:custGeom>
            <a:ln>
              <a:solidFill>
                <a:srgbClr val="244C4E">
                  <a:alpha val="50000"/>
                </a:srgbClr>
              </a:solidFill>
              <a:headEnd type="none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/>
            </a:p>
          </p:txBody>
        </p:sp>
      </p:grp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3ACD15CA-3EBF-4C8A-8FB2-98DA7FCDA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6185"/>
            <a:ext cx="10515600" cy="132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4" name="Text Placeholder 173">
            <a:extLst>
              <a:ext uri="{FF2B5EF4-FFF2-40B4-BE49-F238E27FC236}">
                <a16:creationId xmlns:a16="http://schemas.microsoft.com/office/drawing/2014/main" id="{256B5515-0DC8-4C22-B008-913BB1AA4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6684"/>
            <a:ext cx="10515600" cy="43497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05879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0" r:id="rId8"/>
    <p:sldLayoutId id="2147483671" r:id="rId9"/>
    <p:sldLayoutId id="2147483672" r:id="rId10"/>
  </p:sldLayoutIdLst>
  <p:transition>
    <p:fade thruBlk="1"/>
  </p:transition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400" b="0" i="0" u="none" strike="noStrike" cap="none">
          <a:solidFill>
            <a:srgbClr val="FFD0A1"/>
          </a:solidFill>
          <a:latin typeface="Dosis" pitchFamily="2" charset="0"/>
          <a:ea typeface="Dosis" pitchFamily="2" charset="0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304792" marR="0" lvl="0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1pPr>
      <a:lvl2pPr marL="609585" marR="0" lvl="1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tabLst>
          <a:tab pos="609585" algn="l"/>
        </a:tabLst>
        <a:defRPr sz="28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2pPr>
      <a:lvl3pPr marL="914377" marR="0" lvl="2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3pPr>
      <a:lvl4pPr marL="1219170" marR="0" lvl="3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4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4pPr>
      <a:lvl5pPr marL="1523962" marR="0" lvl="4" indent="-304792" algn="l" defTabSz="609585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chemeClr val="bg1">
            <a:lumMod val="95000"/>
          </a:schemeClr>
        </a:buClr>
        <a:buFont typeface="Wingdings" panose="05000000000000000000" pitchFamily="2" charset="2"/>
        <a:buChar char="§"/>
        <a:defRPr sz="2000" b="0" i="0" u="none" strike="noStrike" cap="none">
          <a:solidFill>
            <a:schemeClr val="bg1">
              <a:lumMod val="95000"/>
            </a:schemeClr>
          </a:solidFill>
          <a:latin typeface="+mn-lt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E1FA-8706-95CE-8EB0-4A51D71E6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animation single shape slide</a:t>
            </a:r>
          </a:p>
        </p:txBody>
      </p:sp>
    </p:spTree>
    <p:extLst>
      <p:ext uri="{BB962C8B-B14F-4D97-AF65-F5344CB8AC3E}">
        <p14:creationId xmlns:p14="http://schemas.microsoft.com/office/powerpoint/2010/main" val="3731474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9D2D6-E7CA-BFB8-4C11-AEB2D93F3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animation single shape slide</a:t>
            </a:r>
          </a:p>
        </p:txBody>
      </p:sp>
    </p:spTree>
    <p:extLst>
      <p:ext uri="{BB962C8B-B14F-4D97-AF65-F5344CB8AC3E}">
        <p14:creationId xmlns:p14="http://schemas.microsoft.com/office/powerpoint/2010/main" val="292742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CB814-E607-591C-56B3-1F14DE288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animation two shape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BAE33-04C4-D7DC-E1C0-8FFE938A7A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animation two shape slide</a:t>
            </a:r>
          </a:p>
        </p:txBody>
      </p:sp>
    </p:spTree>
    <p:extLst>
      <p:ext uri="{BB962C8B-B14F-4D97-AF65-F5344CB8AC3E}">
        <p14:creationId xmlns:p14="http://schemas.microsoft.com/office/powerpoint/2010/main" val="353804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cheors_theme">
  <a:themeElements>
    <a:clrScheme name="cheors_theme_colors">
      <a:dk1>
        <a:srgbClr val="103C3F"/>
      </a:dk1>
      <a:lt1>
        <a:srgbClr val="F2F2F2"/>
      </a:lt1>
      <a:dk2>
        <a:srgbClr val="244C4E"/>
      </a:dk2>
      <a:lt2>
        <a:srgbClr val="3E666A"/>
      </a:lt2>
      <a:accent1>
        <a:srgbClr val="569CD6"/>
      </a:accent1>
      <a:accent2>
        <a:srgbClr val="DB5151"/>
      </a:accent2>
      <a:accent3>
        <a:srgbClr val="B5CEA8"/>
      </a:accent3>
      <a:accent4>
        <a:srgbClr val="9090AE"/>
      </a:accent4>
      <a:accent5>
        <a:srgbClr val="C586C0"/>
      </a:accent5>
      <a:accent6>
        <a:srgbClr val="FFD0A1"/>
      </a:accent6>
      <a:hlink>
        <a:srgbClr val="53CBD3"/>
      </a:hlink>
      <a:folHlink>
        <a:srgbClr val="53CBD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der_ogres_template" id="{57D26786-ED71-44FC-9FDB-51F09117A7E7}" vid="{5FBAB8BA-AF53-4546-A17B-209BB8A954B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coder_ogres_template</Template>
  <TotalTime>5</TotalTime>
  <Words>20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Dosis</vt:lpstr>
      <vt:lpstr>Wingdings</vt:lpstr>
      <vt:lpstr>cheors_theme</vt:lpstr>
      <vt:lpstr>Single animation single shape slide</vt:lpstr>
      <vt:lpstr>Multiple animation single shape slide</vt:lpstr>
      <vt:lpstr>Single animation two shape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connolly</dc:creator>
  <cp:lastModifiedBy>dylan connolly</cp:lastModifiedBy>
  <cp:revision>1</cp:revision>
  <dcterms:created xsi:type="dcterms:W3CDTF">2025-08-07T23:16:23Z</dcterms:created>
  <dcterms:modified xsi:type="dcterms:W3CDTF">2025-08-07T23:21:49Z</dcterms:modified>
</cp:coreProperties>
</file>