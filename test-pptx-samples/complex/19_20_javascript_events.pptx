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omments/modernComment_13D_887CE25A.xml" ContentType="application/vnd.ms-powerpoint.comments+xml"/>
  <Override PartName="/ppt/comments/modernComment_13E_AEE9AB60.xml" ContentType="application/vnd.ms-powerpoint.comments+xml"/>
  <Override PartName="/ppt/comments/modernComment_13F_81609E7F.xml" ContentType="application/vnd.ms-powerpoint.comments+xml"/>
  <Override PartName="/ppt/comments/modernComment_140_DFDBD6A9.xml" ContentType="application/vnd.ms-powerpoint.comments+xml"/>
  <Override PartName="/ppt/comments/modernComment_141_38633AFA.xml" ContentType="application/vnd.ms-powerpoint.comments+xml"/>
  <Override PartName="/ppt/comments/modernComment_142_254AC7AA.xml" ContentType="application/vnd.ms-powerpoint.comments+xml"/>
  <Override PartName="/ppt/comments/modernComment_143_BABAF0F2.xml" ContentType="application/vnd.ms-powerpoint.comments+xml"/>
  <Override PartName="/ppt/comments/modernComment_144_5D5ADF2F.xml" ContentType="application/vnd.ms-powerpoint.comments+xml"/>
  <Override PartName="/ppt/comments/modernComment_145_1E28180.xml" ContentType="application/vnd.ms-powerpoint.comments+xml"/>
  <Override PartName="/ppt/comments/modernComment_146_36121EAA.xml" ContentType="application/vnd.ms-powerpoint.comments+xml"/>
  <Override PartName="/ppt/comments/modernComment_147_F8CB264F.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45"/>
  </p:notesMasterIdLst>
  <p:handoutMasterIdLst>
    <p:handoutMasterId r:id="rId46"/>
  </p:handoutMasterIdLst>
  <p:sldIdLst>
    <p:sldId id="256" r:id="rId2"/>
    <p:sldId id="257" r:id="rId3"/>
    <p:sldId id="258" r:id="rId4"/>
    <p:sldId id="259" r:id="rId5"/>
    <p:sldId id="260" r:id="rId6"/>
    <p:sldId id="261" r:id="rId7"/>
    <p:sldId id="262" r:id="rId8"/>
    <p:sldId id="292" r:id="rId9"/>
    <p:sldId id="293" r:id="rId10"/>
    <p:sldId id="268" r:id="rId11"/>
    <p:sldId id="294" r:id="rId12"/>
    <p:sldId id="295" r:id="rId13"/>
    <p:sldId id="296" r:id="rId14"/>
    <p:sldId id="297" r:id="rId15"/>
    <p:sldId id="298" r:id="rId16"/>
    <p:sldId id="299" r:id="rId17"/>
    <p:sldId id="300" r:id="rId18"/>
    <p:sldId id="301" r:id="rId19"/>
    <p:sldId id="302" r:id="rId20"/>
    <p:sldId id="303" r:id="rId21"/>
    <p:sldId id="274" r:id="rId22"/>
    <p:sldId id="275" r:id="rId23"/>
    <p:sldId id="309" r:id="rId24"/>
    <p:sldId id="310" r:id="rId25"/>
    <p:sldId id="305" r:id="rId26"/>
    <p:sldId id="306" r:id="rId27"/>
    <p:sldId id="307" r:id="rId28"/>
    <p:sldId id="311" r:id="rId29"/>
    <p:sldId id="313" r:id="rId30"/>
    <p:sldId id="312" r:id="rId31"/>
    <p:sldId id="315" r:id="rId32"/>
    <p:sldId id="316" r:id="rId33"/>
    <p:sldId id="317" r:id="rId34"/>
    <p:sldId id="318" r:id="rId35"/>
    <p:sldId id="319" r:id="rId36"/>
    <p:sldId id="320" r:id="rId37"/>
    <p:sldId id="321" r:id="rId38"/>
    <p:sldId id="322" r:id="rId39"/>
    <p:sldId id="323" r:id="rId40"/>
    <p:sldId id="324" r:id="rId41"/>
    <p:sldId id="325" r:id="rId42"/>
    <p:sldId id="326" r:id="rId43"/>
    <p:sldId id="327" r:id="rId4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ncept_intro" id="{A37F7D31-D39B-4A55-A5A6-1949A71B3ACE}">
          <p14:sldIdLst>
            <p14:sldId id="256"/>
            <p14:sldId id="257"/>
            <p14:sldId id="258"/>
            <p14:sldId id="259"/>
            <p14:sldId id="260"/>
            <p14:sldId id="261"/>
          </p14:sldIdLst>
        </p14:section>
        <p14:section name="events_pt1" id="{47CDFE52-1632-4D9A-B00C-011EC5BE886E}">
          <p14:sldIdLst>
            <p14:sldId id="262"/>
            <p14:sldId id="292"/>
            <p14:sldId id="293"/>
            <p14:sldId id="268"/>
            <p14:sldId id="294"/>
            <p14:sldId id="295"/>
            <p14:sldId id="296"/>
            <p14:sldId id="297"/>
            <p14:sldId id="298"/>
            <p14:sldId id="299"/>
            <p14:sldId id="300"/>
            <p14:sldId id="301"/>
            <p14:sldId id="302"/>
            <p14:sldId id="303"/>
            <p14:sldId id="274"/>
          </p14:sldIdLst>
        </p14:section>
        <p14:section name="events_pt2" id="{6DC58D30-8092-45DA-99B4-FF2403FE0E34}">
          <p14:sldIdLst>
            <p14:sldId id="275"/>
            <p14:sldId id="309"/>
            <p14:sldId id="310"/>
            <p14:sldId id="305"/>
            <p14:sldId id="306"/>
            <p14:sldId id="307"/>
            <p14:sldId id="311"/>
            <p14:sldId id="313"/>
          </p14:sldIdLst>
        </p14:section>
        <p14:section name="practical_phase" id="{7E86AB43-6711-4E49-92EE-3B9B507BFF7F}">
          <p14:sldIdLst>
            <p14:sldId id="312"/>
            <p14:sldId id="315"/>
            <p14:sldId id="316"/>
            <p14:sldId id="317"/>
            <p14:sldId id="318"/>
            <p14:sldId id="319"/>
            <p14:sldId id="320"/>
          </p14:sldIdLst>
        </p14:section>
        <p14:section name="final_project_button" id="{1BAD1D09-8377-4509-97A2-5D8E6EC14959}">
          <p14:sldIdLst>
            <p14:sldId id="321"/>
            <p14:sldId id="322"/>
            <p14:sldId id="323"/>
            <p14:sldId id="324"/>
            <p14:sldId id="325"/>
            <p14:sldId id="326"/>
            <p14:sldId id="327"/>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CAE4123-CF3F-0A70-EAD3-7E66BD1723B8}" name="Purnima Srivastava" initials="PS" userId="S::purnima.srivastava@coderogres.com::b45e343f-d928-4666-8903-467e98ac363b" providerId="AD"/>
  <p188:author id="{609D5FF0-8DAF-C8E0-F6F0-6814129E260F}" name="dylan connolly" initials="dc" userId="9cf6df71b2d6277d" providerId="Windows Live"/>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9933"/>
    <a:srgbClr val="F0DB4F"/>
    <a:srgbClr val="CDCDCD"/>
    <a:srgbClr val="ABABAB"/>
    <a:srgbClr val="434343"/>
    <a:srgbClr val="090909"/>
    <a:srgbClr val="686868"/>
    <a:srgbClr val="3BACF1"/>
    <a:srgbClr val="53B6F3"/>
    <a:srgbClr val="12262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0757" autoAdjust="0"/>
    <p:restoredTop sz="89709" autoAdjust="0"/>
  </p:normalViewPr>
  <p:slideViewPr>
    <p:cSldViewPr snapToGrid="0">
      <p:cViewPr varScale="1">
        <p:scale>
          <a:sx n="87" d="100"/>
          <a:sy n="87" d="100"/>
        </p:scale>
        <p:origin x="1674" y="300"/>
      </p:cViewPr>
      <p:guideLst/>
    </p:cSldViewPr>
  </p:slideViewPr>
  <p:notesTextViewPr>
    <p:cViewPr>
      <p:scale>
        <a:sx n="3" d="2"/>
        <a:sy n="3" d="2"/>
      </p:scale>
      <p:origin x="0" y="0"/>
    </p:cViewPr>
  </p:notesTextViewPr>
  <p:sorterViewPr>
    <p:cViewPr>
      <p:scale>
        <a:sx n="100" d="100"/>
        <a:sy n="100" d="100"/>
      </p:scale>
      <p:origin x="0" y="0"/>
    </p:cViewPr>
  </p:sorterViewPr>
  <p:notesViewPr>
    <p:cSldViewPr snapToGrid="0">
      <p:cViewPr varScale="1">
        <p:scale>
          <a:sx n="81" d="100"/>
          <a:sy n="81" d="100"/>
        </p:scale>
        <p:origin x="3024" y="108"/>
      </p:cViewPr>
      <p:guideLst/>
    </p:cSldViewPr>
  </p:notesViewPr>
  <p:gridSpacing cx="36004" cy="36004"/>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viewProps" Target="viewProps.xml"/><Relationship Id="rId8" Type="http://schemas.openxmlformats.org/officeDocument/2006/relationships/slide" Target="slides/slide7.xml"/><Relationship Id="rId51" Type="http://schemas.microsoft.com/office/2018/10/relationships/authors" Target="author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handoutMaster" Target="handoutMasters/handoutMaster1.xml"/><Relationship Id="rId20" Type="http://schemas.openxmlformats.org/officeDocument/2006/relationships/slide" Target="slides/slide19.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s>
</file>

<file path=ppt/comments/modernComment_13D_887CE25A.xml><?xml version="1.0" encoding="utf-8"?>
<p188:cmLst xmlns:a="http://schemas.openxmlformats.org/drawingml/2006/main" xmlns:r="http://schemas.openxmlformats.org/officeDocument/2006/relationships" xmlns:p188="http://schemas.microsoft.com/office/powerpoint/2018/8/main">
  <p188:cm id="{E5B0DF9F-5391-416E-9019-1C28D1CF298A}" authorId="{609D5FF0-8DAF-C8E0-F6F0-6814129E260F}" created="2025-08-20T22:01:24.414">
    <pc:sldMkLst xmlns:pc="http://schemas.microsoft.com/office/powerpoint/2013/main/command">
      <pc:docMk/>
      <pc:sldMk cId="2289885786" sldId="317"/>
    </pc:sldMkLst>
    <p188:txBody>
      <a:bodyPr/>
      <a:lstStyle/>
      <a:p>
        <a:r>
          <a:rPr lang="en-US"/>
          <a:t>Implementation required, currently slide is a stub</a:t>
        </a:r>
      </a:p>
    </p188:txBody>
  </p188:cm>
</p188:cmLst>
</file>

<file path=ppt/comments/modernComment_13E_AEE9AB60.xml><?xml version="1.0" encoding="utf-8"?>
<p188:cmLst xmlns:a="http://schemas.openxmlformats.org/drawingml/2006/main" xmlns:r="http://schemas.openxmlformats.org/officeDocument/2006/relationships" xmlns:p188="http://schemas.microsoft.com/office/powerpoint/2018/8/main">
  <p188:cm id="{E18B2CDF-C416-490E-BABC-D52001109696}" authorId="{609D5FF0-8DAF-C8E0-F6F0-6814129E260F}" created="2025-08-20T22:01:45.704">
    <pc:sldMkLst xmlns:pc="http://schemas.microsoft.com/office/powerpoint/2013/main/command">
      <pc:docMk/>
      <pc:sldMk cId="2934549344" sldId="318"/>
    </pc:sldMkLst>
    <p188:txBody>
      <a:bodyPr/>
      <a:lstStyle/>
      <a:p>
        <a:r>
          <a:rPr lang="en-US"/>
          <a:t>Implementation required, currently slide is a stub</a:t>
        </a:r>
      </a:p>
    </p188:txBody>
  </p188:cm>
</p188:cmLst>
</file>

<file path=ppt/comments/modernComment_13F_81609E7F.xml><?xml version="1.0" encoding="utf-8"?>
<p188:cmLst xmlns:a="http://schemas.openxmlformats.org/drawingml/2006/main" xmlns:r="http://schemas.openxmlformats.org/officeDocument/2006/relationships" xmlns:p188="http://schemas.microsoft.com/office/powerpoint/2018/8/main">
  <p188:cm id="{7B5CE55F-E6AE-4EB8-B762-730615857EA9}" authorId="{609D5FF0-8DAF-C8E0-F6F0-6814129E260F}" created="2025-08-20T22:01:53.238">
    <pc:sldMkLst xmlns:pc="http://schemas.microsoft.com/office/powerpoint/2013/main/command">
      <pc:docMk/>
      <pc:sldMk cId="2170592895" sldId="319"/>
    </pc:sldMkLst>
    <p188:txBody>
      <a:bodyPr/>
      <a:lstStyle/>
      <a:p>
        <a:r>
          <a:rPr lang="en-US"/>
          <a:t>Implementation required, currently slide is a stub</a:t>
        </a:r>
      </a:p>
    </p188:txBody>
  </p188:cm>
</p188:cmLst>
</file>

<file path=ppt/comments/modernComment_140_DFDBD6A9.xml><?xml version="1.0" encoding="utf-8"?>
<p188:cmLst xmlns:a="http://schemas.openxmlformats.org/drawingml/2006/main" xmlns:r="http://schemas.openxmlformats.org/officeDocument/2006/relationships" xmlns:p188="http://schemas.microsoft.com/office/powerpoint/2018/8/main">
  <p188:cm id="{4E1AC854-3025-4A13-A4BF-6D56165AFE1E}" authorId="{609D5FF0-8DAF-C8E0-F6F0-6814129E260F}" created="2025-08-20T22:01:58.276">
    <pc:sldMkLst xmlns:pc="http://schemas.microsoft.com/office/powerpoint/2013/main/command">
      <pc:docMk/>
      <pc:sldMk cId="3755726505" sldId="320"/>
    </pc:sldMkLst>
    <p188:txBody>
      <a:bodyPr/>
      <a:lstStyle/>
      <a:p>
        <a:r>
          <a:rPr lang="en-US"/>
          <a:t>Implementation required, currently slide is a stub</a:t>
        </a:r>
      </a:p>
    </p188:txBody>
  </p188:cm>
</p188:cmLst>
</file>

<file path=ppt/comments/modernComment_141_38633AFA.xml><?xml version="1.0" encoding="utf-8"?>
<p188:cmLst xmlns:a="http://schemas.openxmlformats.org/drawingml/2006/main" xmlns:r="http://schemas.openxmlformats.org/officeDocument/2006/relationships" xmlns:p188="http://schemas.microsoft.com/office/powerpoint/2018/8/main">
  <p188:cm id="{D9684355-1D81-449F-B325-2772142F3B61}" authorId="{609D5FF0-8DAF-C8E0-F6F0-6814129E260F}" created="2025-08-20T22:02:05.880">
    <pc:sldMkLst xmlns:pc="http://schemas.microsoft.com/office/powerpoint/2013/main/command">
      <pc:docMk/>
      <pc:sldMk cId="946027258" sldId="321"/>
    </pc:sldMkLst>
    <p188:txBody>
      <a:bodyPr/>
      <a:lstStyle/>
      <a:p>
        <a:r>
          <a:rPr lang="en-US"/>
          <a:t>Implementation required, currently slide is a stub</a:t>
        </a:r>
      </a:p>
    </p188:txBody>
  </p188:cm>
</p188:cmLst>
</file>

<file path=ppt/comments/modernComment_142_254AC7AA.xml><?xml version="1.0" encoding="utf-8"?>
<p188:cmLst xmlns:a="http://schemas.openxmlformats.org/drawingml/2006/main" xmlns:r="http://schemas.openxmlformats.org/officeDocument/2006/relationships" xmlns:p188="http://schemas.microsoft.com/office/powerpoint/2018/8/main">
  <p188:cm id="{61B29ED7-032A-4667-ACAF-1937F6570E20}" authorId="{609D5FF0-8DAF-C8E0-F6F0-6814129E260F}" created="2025-08-20T22:02:13.683">
    <pc:sldMkLst xmlns:pc="http://schemas.microsoft.com/office/powerpoint/2013/main/command">
      <pc:docMk/>
      <pc:sldMk cId="625657770" sldId="322"/>
    </pc:sldMkLst>
    <p188:txBody>
      <a:bodyPr/>
      <a:lstStyle/>
      <a:p>
        <a:r>
          <a:rPr lang="en-US"/>
          <a:t>Implementation required, currently slide is a stub</a:t>
        </a:r>
      </a:p>
    </p188:txBody>
  </p188:cm>
</p188:cmLst>
</file>

<file path=ppt/comments/modernComment_143_BABAF0F2.xml><?xml version="1.0" encoding="utf-8"?>
<p188:cmLst xmlns:a="http://schemas.openxmlformats.org/drawingml/2006/main" xmlns:r="http://schemas.openxmlformats.org/officeDocument/2006/relationships" xmlns:p188="http://schemas.microsoft.com/office/powerpoint/2018/8/main">
  <p188:cm id="{A8A23C82-4616-4E99-83E0-FE6E2B3A2774}" authorId="{609D5FF0-8DAF-C8E0-F6F0-6814129E260F}" created="2025-08-20T22:02:18.137">
    <pc:sldMkLst xmlns:pc="http://schemas.microsoft.com/office/powerpoint/2013/main/command">
      <pc:docMk/>
      <pc:sldMk cId="3132813554" sldId="323"/>
    </pc:sldMkLst>
    <p188:txBody>
      <a:bodyPr/>
      <a:lstStyle/>
      <a:p>
        <a:r>
          <a:rPr lang="en-US"/>
          <a:t>Implementation required, currently slide is a stub</a:t>
        </a:r>
      </a:p>
    </p188:txBody>
  </p188:cm>
</p188:cmLst>
</file>

<file path=ppt/comments/modernComment_144_5D5ADF2F.xml><?xml version="1.0" encoding="utf-8"?>
<p188:cmLst xmlns:a="http://schemas.openxmlformats.org/drawingml/2006/main" xmlns:r="http://schemas.openxmlformats.org/officeDocument/2006/relationships" xmlns:p188="http://schemas.microsoft.com/office/powerpoint/2018/8/main">
  <p188:cm id="{0EE1009E-1872-48E9-8AD3-2A98CC5B41E7}" authorId="{609D5FF0-8DAF-C8E0-F6F0-6814129E260F}" created="2025-08-20T22:02:38.034">
    <pc:sldMkLst xmlns:pc="http://schemas.microsoft.com/office/powerpoint/2013/main/command">
      <pc:docMk/>
      <pc:sldMk cId="1566236463" sldId="324"/>
    </pc:sldMkLst>
    <p188:txBody>
      <a:bodyPr/>
      <a:lstStyle/>
      <a:p>
        <a:r>
          <a:rPr lang="en-US"/>
          <a:t>Implementation required, currently slide is a stub</a:t>
        </a:r>
      </a:p>
    </p188:txBody>
  </p188:cm>
</p188:cmLst>
</file>

<file path=ppt/comments/modernComment_145_1E28180.xml><?xml version="1.0" encoding="utf-8"?>
<p188:cmLst xmlns:a="http://schemas.openxmlformats.org/drawingml/2006/main" xmlns:r="http://schemas.openxmlformats.org/officeDocument/2006/relationships" xmlns:p188="http://schemas.microsoft.com/office/powerpoint/2018/8/main">
  <p188:cm id="{52309086-D193-4EB8-AB64-FA95D65EFDDF}" authorId="{609D5FF0-8DAF-C8E0-F6F0-6814129E260F}" created="2025-08-20T22:02:42.147">
    <pc:sldMkLst xmlns:pc="http://schemas.microsoft.com/office/powerpoint/2013/main/command">
      <pc:docMk/>
      <pc:sldMk cId="31621504" sldId="325"/>
    </pc:sldMkLst>
    <p188:txBody>
      <a:bodyPr/>
      <a:lstStyle/>
      <a:p>
        <a:r>
          <a:rPr lang="en-US"/>
          <a:t>Implementation required, currently slide is a stub</a:t>
        </a:r>
      </a:p>
    </p188:txBody>
  </p188:cm>
</p188:cmLst>
</file>

<file path=ppt/comments/modernComment_146_36121EAA.xml><?xml version="1.0" encoding="utf-8"?>
<p188:cmLst xmlns:a="http://schemas.openxmlformats.org/drawingml/2006/main" xmlns:r="http://schemas.openxmlformats.org/officeDocument/2006/relationships" xmlns:p188="http://schemas.microsoft.com/office/powerpoint/2018/8/main">
  <p188:cm id="{CCCB7CF6-A4B0-45D0-A305-B08808DE4328}" authorId="{609D5FF0-8DAF-C8E0-F6F0-6814129E260F}" created="2025-08-20T22:02:45.556">
    <pc:sldMkLst xmlns:pc="http://schemas.microsoft.com/office/powerpoint/2013/main/command">
      <pc:docMk/>
      <pc:sldMk cId="907157162" sldId="326"/>
    </pc:sldMkLst>
    <p188:txBody>
      <a:bodyPr/>
      <a:lstStyle/>
      <a:p>
        <a:r>
          <a:rPr lang="en-US"/>
          <a:t>Implementation required, currently slide is a stub</a:t>
        </a:r>
      </a:p>
    </p188:txBody>
  </p188:cm>
</p188:cmLst>
</file>

<file path=ppt/comments/modernComment_147_F8CB264F.xml><?xml version="1.0" encoding="utf-8"?>
<p188:cmLst xmlns:a="http://schemas.openxmlformats.org/drawingml/2006/main" xmlns:r="http://schemas.openxmlformats.org/officeDocument/2006/relationships" xmlns:p188="http://schemas.microsoft.com/office/powerpoint/2018/8/main">
  <p188:cm id="{A39A22E1-6C19-49D2-8617-DAC24D3B5321}" authorId="{609D5FF0-8DAF-C8E0-F6F0-6814129E260F}" created="2025-08-20T22:02:48.658">
    <pc:sldMkLst xmlns:pc="http://schemas.microsoft.com/office/powerpoint/2013/main/command">
      <pc:docMk/>
      <pc:sldMk cId="4174063183" sldId="327"/>
    </pc:sldMkLst>
    <p188:txBody>
      <a:bodyPr/>
      <a:lstStyle/>
      <a:p>
        <a:r>
          <a:rPr lang="en-US"/>
          <a:t>Implementation required, currently slide is a stub</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5D00C48-7C68-5698-650D-7756566FAB3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27FFCD5A-91F1-3CFC-E74C-6235B4BFBF1E}"/>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6722BC43-B0AE-47B9-974E-9F2E1D48044D}" type="datetimeFigureOut">
              <a:rPr lang="en-US" smtClean="0"/>
              <a:t>8/20/2025</a:t>
            </a:fld>
            <a:endParaRPr lang="en-US"/>
          </a:p>
        </p:txBody>
      </p:sp>
      <p:sp>
        <p:nvSpPr>
          <p:cNvPr id="4" name="Footer Placeholder 3">
            <a:extLst>
              <a:ext uri="{FF2B5EF4-FFF2-40B4-BE49-F238E27FC236}">
                <a16:creationId xmlns:a16="http://schemas.microsoft.com/office/drawing/2014/main" id="{32368D90-9648-E71E-8C74-18A9FB55C2F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595D49E9-322E-280C-B8F7-AA0A371148E7}"/>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04224AB-459C-49CC-AC85-21E13577926A}" type="slidenum">
              <a:rPr lang="en-US" smtClean="0"/>
              <a:t>‹#›</a:t>
            </a:fld>
            <a:endParaRPr lang="en-US"/>
          </a:p>
        </p:txBody>
      </p:sp>
    </p:spTree>
    <p:extLst>
      <p:ext uri="{BB962C8B-B14F-4D97-AF65-F5344CB8AC3E}">
        <p14:creationId xmlns:p14="http://schemas.microsoft.com/office/powerpoint/2010/main" val="371432013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27FD02C-E00B-4F2D-8AFB-8E15379ACE61}" type="datetimeFigureOut">
              <a:rPr lang="en-IN" smtClean="0"/>
              <a:t>20-08-2025</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F10C57C-D03F-4F8B-93C2-66EB68608D35}" type="slidenum">
              <a:rPr lang="en-IN" smtClean="0"/>
              <a:t>‹#›</a:t>
            </a:fld>
            <a:endParaRPr lang="en-IN"/>
          </a:p>
        </p:txBody>
      </p:sp>
    </p:spTree>
    <p:extLst>
      <p:ext uri="{BB962C8B-B14F-4D97-AF65-F5344CB8AC3E}">
        <p14:creationId xmlns:p14="http://schemas.microsoft.com/office/powerpoint/2010/main" val="27324966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&lt;p&gt;Image sources: &lt;a </a:t>
            </a:r>
            <a:r>
              <a:rPr lang="en-US" dirty="0" err="1"/>
              <a:t>href</a:t>
            </a:r>
            <a:r>
              <a:rPr lang="en-US" dirty="0"/>
              <a:t>=“https://commons.wikimedia.org/wiki/</a:t>
            </a:r>
            <a:r>
              <a:rPr lang="en-US" dirty="0" err="1"/>
              <a:t>File:JavaScript-logo.png</a:t>
            </a:r>
            <a:r>
              <a:rPr lang="en-US" dirty="0"/>
              <a:t>”&gt;JavaScript Icon 1&lt;/a&gt;, &lt;a </a:t>
            </a:r>
            <a:r>
              <a:rPr lang="en-US" dirty="0" err="1"/>
              <a:t>href</a:t>
            </a:r>
            <a:r>
              <a:rPr lang="en-US" dirty="0"/>
              <a:t>=“https://www.flaticon.com/free-icon/interaction_1589513?term=</a:t>
            </a:r>
            <a:r>
              <a:rPr lang="en-US" dirty="0" err="1"/>
              <a:t>interaction&amp;page</a:t>
            </a:r>
            <a:r>
              <a:rPr lang="en-US" dirty="0"/>
              <a:t>=1&amp;position=47&amp;origin=</a:t>
            </a:r>
            <a:r>
              <a:rPr lang="en-US" dirty="0" err="1"/>
              <a:t>search&amp;related_id</a:t>
            </a:r>
            <a:r>
              <a:rPr lang="en-US" dirty="0"/>
              <a:t>=1589513”&gt;Point and Click&lt;/a&gt;, &lt;a </a:t>
            </a:r>
            <a:r>
              <a:rPr lang="en-US" dirty="0" err="1"/>
              <a:t>href</a:t>
            </a:r>
            <a:r>
              <a:rPr lang="en-US" dirty="0"/>
              <a:t>=“https://www.flaticon.com/free-icon/magic_867875?term=</a:t>
            </a:r>
            <a:r>
              <a:rPr lang="en-US" dirty="0" err="1"/>
              <a:t>magic&amp;page</a:t>
            </a:r>
            <a:r>
              <a:rPr lang="en-US" dirty="0"/>
              <a:t>=1&amp;position=5&amp;origin=</a:t>
            </a:r>
            <a:r>
              <a:rPr lang="en-US" dirty="0" err="1"/>
              <a:t>search&amp;related_id</a:t>
            </a:r>
            <a:r>
              <a:rPr lang="en-US" dirty="0"/>
              <a:t>=867875”&gt;Sparkles&lt;/a&gt;&lt;/p&gt;</a:t>
            </a:r>
          </a:p>
        </p:txBody>
      </p:sp>
      <p:sp>
        <p:nvSpPr>
          <p:cNvPr id="4" name="Slide Number Placeholder 3"/>
          <p:cNvSpPr>
            <a:spLocks noGrp="1"/>
          </p:cNvSpPr>
          <p:nvPr>
            <p:ph type="sldNum" sz="quarter" idx="5"/>
          </p:nvPr>
        </p:nvSpPr>
        <p:spPr/>
        <p:txBody>
          <a:bodyPr/>
          <a:lstStyle/>
          <a:p>
            <a:fld id="{AF10C57C-D03F-4F8B-93C2-66EB68608D35}" type="slidenum">
              <a:rPr lang="en-IN" smtClean="0"/>
              <a:t>1</a:t>
            </a:fld>
            <a:endParaRPr lang="en-IN"/>
          </a:p>
        </p:txBody>
      </p:sp>
    </p:spTree>
    <p:extLst>
      <p:ext uri="{BB962C8B-B14F-4D97-AF65-F5344CB8AC3E}">
        <p14:creationId xmlns:p14="http://schemas.microsoft.com/office/powerpoint/2010/main" val="154123843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&lt;p&gt;Image sources:&lt;a </a:t>
            </a:r>
            <a:r>
              <a:rPr lang="en-US" dirty="0" err="1"/>
              <a:t>href</a:t>
            </a:r>
            <a:r>
              <a:rPr lang="en-US" dirty="0"/>
              <a:t>=“https://www.flaticon.com/free-icon/joints_835231?term=</a:t>
            </a:r>
            <a:r>
              <a:rPr lang="en-US" dirty="0" err="1"/>
              <a:t>robot+skeleton&amp;page</a:t>
            </a:r>
            <a:r>
              <a:rPr lang="en-US" dirty="0"/>
              <a:t>=1&amp;position=1&amp;origin=</a:t>
            </a:r>
            <a:r>
              <a:rPr lang="en-US" dirty="0" err="1"/>
              <a:t>search&amp;related_id</a:t>
            </a:r>
            <a:r>
              <a:rPr lang="en-US" dirty="0"/>
              <a:t>=835231”&gt;Robot Skeleton&lt;/a&gt;, &lt;a </a:t>
            </a:r>
            <a:r>
              <a:rPr lang="en-US" dirty="0" err="1"/>
              <a:t>href</a:t>
            </a:r>
            <a:r>
              <a:rPr lang="en-US" dirty="0"/>
              <a:t>=“https://www.flaticon.com/free-icon/html_9496578?term=</a:t>
            </a:r>
            <a:r>
              <a:rPr lang="en-US" dirty="0" err="1"/>
              <a:t>html&amp;page</a:t>
            </a:r>
            <a:r>
              <a:rPr lang="en-US" dirty="0"/>
              <a:t>=1&amp;position=11&amp;origin=</a:t>
            </a:r>
            <a:r>
              <a:rPr lang="en-US" dirty="0" err="1"/>
              <a:t>search&amp;related_id</a:t>
            </a:r>
            <a:r>
              <a:rPr lang="en-US" dirty="0"/>
              <a:t>=9496578”&gt;HTML icon&lt;/a&gt;, &lt;a </a:t>
            </a:r>
            <a:r>
              <a:rPr lang="en-US" dirty="0" err="1"/>
              <a:t>href</a:t>
            </a:r>
            <a:r>
              <a:rPr lang="en-US" dirty="0"/>
              <a:t>=“https://www.flaticon.com/free-icon/css_9496599?term=</a:t>
            </a:r>
            <a:r>
              <a:rPr lang="en-US" dirty="0" err="1"/>
              <a:t>css&amp;page</a:t>
            </a:r>
            <a:r>
              <a:rPr lang="en-US" dirty="0"/>
              <a:t>=1&amp;position=4&amp;origin=</a:t>
            </a:r>
            <a:r>
              <a:rPr lang="en-US" dirty="0" err="1"/>
              <a:t>search&amp;related_id</a:t>
            </a:r>
            <a:r>
              <a:rPr lang="en-US" dirty="0"/>
              <a:t>=9496599”&gt;CSS icon&lt;/a&gt;, &lt;a </a:t>
            </a:r>
            <a:r>
              <a:rPr lang="en-US" dirty="0" err="1"/>
              <a:t>href</a:t>
            </a:r>
            <a:r>
              <a:rPr lang="en-US" dirty="0"/>
              <a:t>=“https://www.flaticon.com/free-icon/robot_1395030?term=</a:t>
            </a:r>
            <a:r>
              <a:rPr lang="en-US" dirty="0" err="1"/>
              <a:t>toy+robot&amp;page</a:t>
            </a:r>
            <a:r>
              <a:rPr lang="en-US" dirty="0"/>
              <a:t>=1&amp;position=5&amp;origin=</a:t>
            </a:r>
            <a:r>
              <a:rPr lang="en-US" dirty="0" err="1"/>
              <a:t>search&amp;related_id</a:t>
            </a:r>
            <a:r>
              <a:rPr lang="en-US" dirty="0"/>
              <a:t>=1395030”&gt;Toy Robot&lt;/a&gt;, &lt;a </a:t>
            </a:r>
            <a:r>
              <a:rPr lang="en-US" dirty="0" err="1"/>
              <a:t>href</a:t>
            </a:r>
            <a:r>
              <a:rPr lang="en-US" dirty="0"/>
              <a:t>=“https://www.flaticon.com/free-icon/robot_4248126?term=</a:t>
            </a:r>
            <a:r>
              <a:rPr lang="en-US" dirty="0" err="1"/>
              <a:t>robot+laptop&amp;page</a:t>
            </a:r>
            <a:r>
              <a:rPr lang="en-US" dirty="0"/>
              <a:t>=1&amp;position=4&amp;origin=</a:t>
            </a:r>
            <a:r>
              <a:rPr lang="en-US" dirty="0" err="1"/>
              <a:t>search&amp;related_id</a:t>
            </a:r>
            <a:r>
              <a:rPr lang="en-US" dirty="0"/>
              <a:t>=4248126”&gt;Smart Robot&lt;/a&gt;, &lt;a </a:t>
            </a:r>
            <a:r>
              <a:rPr lang="en-US" dirty="0" err="1"/>
              <a:t>href</a:t>
            </a:r>
            <a:r>
              <a:rPr lang="en-US" dirty="0"/>
              <a:t>=“https://www.flaticon.com/free-icon/js-file_4726005?term=javascript+file&amp;page=1&amp;position=3&amp;origin=search&amp;related_id=4726005&gt;JavaScript Icon 2&lt;/a&gt;&lt;/p&gt;</a:t>
            </a:r>
          </a:p>
        </p:txBody>
      </p:sp>
      <p:sp>
        <p:nvSpPr>
          <p:cNvPr id="4" name="Slide Number Placeholder 3"/>
          <p:cNvSpPr>
            <a:spLocks noGrp="1"/>
          </p:cNvSpPr>
          <p:nvPr>
            <p:ph type="sldNum" sz="quarter" idx="5"/>
          </p:nvPr>
        </p:nvSpPr>
        <p:spPr/>
        <p:txBody>
          <a:bodyPr/>
          <a:lstStyle/>
          <a:p>
            <a:fld id="{AF10C57C-D03F-4F8B-93C2-66EB68608D35}" type="slidenum">
              <a:rPr lang="en-IN" smtClean="0"/>
              <a:t>2</a:t>
            </a:fld>
            <a:endParaRPr lang="en-IN"/>
          </a:p>
        </p:txBody>
      </p:sp>
    </p:spTree>
    <p:extLst>
      <p:ext uri="{BB962C8B-B14F-4D97-AF65-F5344CB8AC3E}">
        <p14:creationId xmlns:p14="http://schemas.microsoft.com/office/powerpoint/2010/main" val="186931734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&lt;p&gt;Image sources: &lt;a </a:t>
            </a:r>
            <a:r>
              <a:rPr lang="en-US" dirty="0" err="1"/>
              <a:t>href</a:t>
            </a:r>
            <a:r>
              <a:rPr lang="en-US" dirty="0"/>
              <a:t>=“https://www.flaticon.com/free-icon/smartphone_5126042?term=</a:t>
            </a:r>
            <a:r>
              <a:rPr lang="en-US" dirty="0" err="1"/>
              <a:t>phone&amp;page</a:t>
            </a:r>
            <a:r>
              <a:rPr lang="en-US" dirty="0"/>
              <a:t>=14&amp;position=6&amp;origin=</a:t>
            </a:r>
            <a:r>
              <a:rPr lang="en-US" dirty="0" err="1"/>
              <a:t>style&amp;related_id</a:t>
            </a:r>
            <a:r>
              <a:rPr lang="en-US" dirty="0"/>
              <a:t>=5126042”&gt;Phone Plain&lt;/p&gt;, &lt;a </a:t>
            </a:r>
            <a:r>
              <a:rPr lang="en-US" dirty="0" err="1"/>
              <a:t>href</a:t>
            </a:r>
            <a:r>
              <a:rPr lang="en-US" dirty="0"/>
              <a:t>=“https://www.flaticon.com/free-icon/satellite-tower_9424944?term=</a:t>
            </a:r>
            <a:r>
              <a:rPr lang="en-US" dirty="0" err="1"/>
              <a:t>cell+tower&amp;page</a:t>
            </a:r>
            <a:r>
              <a:rPr lang="en-US" dirty="0"/>
              <a:t>=1&amp;position=2&amp;origin=</a:t>
            </a:r>
            <a:r>
              <a:rPr lang="en-US" dirty="0" err="1"/>
              <a:t>search&amp;related_id</a:t>
            </a:r>
            <a:r>
              <a:rPr lang="en-US" dirty="0"/>
              <a:t>=9424944”&gt;Cell Tower&lt;/a&gt;, &lt;a </a:t>
            </a:r>
            <a:r>
              <a:rPr lang="en-US" dirty="0" err="1"/>
              <a:t>href</a:t>
            </a:r>
            <a:r>
              <a:rPr lang="en-US" dirty="0"/>
              <a:t>=“https://www.flaticon.com/free-icon/mobile_15143733?term=</a:t>
            </a:r>
            <a:r>
              <a:rPr lang="en-US" dirty="0" err="1"/>
              <a:t>smartphone+buzz&amp;page</a:t>
            </a:r>
            <a:r>
              <a:rPr lang="en-US" dirty="0"/>
              <a:t>=1&amp;position=2&amp;origin=</a:t>
            </a:r>
            <a:r>
              <a:rPr lang="en-US" dirty="0" err="1"/>
              <a:t>search&amp;related_id</a:t>
            </a:r>
            <a:r>
              <a:rPr lang="en-US" dirty="0"/>
              <a:t>=15143733”&gt;Phone Buzz&lt;/a&gt;, &lt;a </a:t>
            </a:r>
            <a:r>
              <a:rPr lang="en-US" dirty="0" err="1"/>
              <a:t>href</a:t>
            </a:r>
            <a:r>
              <a:rPr lang="en-US" dirty="0"/>
              <a:t>=“https://www.flaticon.com/free-icon/timer_5126931?term=</a:t>
            </a:r>
            <a:r>
              <a:rPr lang="en-US" dirty="0" err="1"/>
              <a:t>phone+alarm&amp;page</a:t>
            </a:r>
            <a:r>
              <a:rPr lang="en-US" dirty="0"/>
              <a:t>=1&amp;position=10&amp;origin=</a:t>
            </a:r>
            <a:r>
              <a:rPr lang="en-US" dirty="0" err="1"/>
              <a:t>style&amp;related_id</a:t>
            </a:r>
            <a:r>
              <a:rPr lang="en-US" dirty="0"/>
              <a:t>=5126931”&gt;Phone Alarm&lt;/a&gt;, &lt;a </a:t>
            </a:r>
            <a:r>
              <a:rPr lang="en-US" dirty="0" err="1"/>
              <a:t>href</a:t>
            </a:r>
            <a:r>
              <a:rPr lang="en-US" dirty="0"/>
              <a:t>=“https://www.flaticon.com/free-icon/text_15143432?term=</a:t>
            </a:r>
            <a:r>
              <a:rPr lang="en-US" dirty="0" err="1"/>
              <a:t>smartphone+text&amp;page</a:t>
            </a:r>
            <a:r>
              <a:rPr lang="en-US" dirty="0"/>
              <a:t>=1&amp;position=5&amp;origin=</a:t>
            </a:r>
            <a:r>
              <a:rPr lang="en-US" dirty="0" err="1"/>
              <a:t>style&amp;related_id</a:t>
            </a:r>
            <a:r>
              <a:rPr lang="en-US" dirty="0"/>
              <a:t>=15143432”&gt;Phone Text Messages&lt;/a&gt;, &lt;a </a:t>
            </a:r>
            <a:r>
              <a:rPr lang="en-US" dirty="0" err="1"/>
              <a:t>href</a:t>
            </a:r>
            <a:r>
              <a:rPr lang="en-US" dirty="0"/>
              <a:t>=“https://www.flaticon.com/free-icon/mobile_15143447”&gt;Phone Call&lt;/a&gt;&lt;/p&gt;</a:t>
            </a:r>
            <a:br>
              <a:rPr lang="en-US" dirty="0"/>
            </a:br>
            <a:br>
              <a:rPr lang="en-US" dirty="0"/>
            </a:br>
            <a:r>
              <a:rPr lang="en-US" dirty="0"/>
              <a:t>“JavaScript Events, JavaScript Events Everywhere…“ --Buzz </a:t>
            </a:r>
            <a:r>
              <a:rPr lang="en-US" dirty="0" err="1"/>
              <a:t>DevYear</a:t>
            </a:r>
            <a:endParaRPr lang="en-US" dirty="0"/>
          </a:p>
        </p:txBody>
      </p:sp>
      <p:sp>
        <p:nvSpPr>
          <p:cNvPr id="4" name="Slide Number Placeholder 3"/>
          <p:cNvSpPr>
            <a:spLocks noGrp="1"/>
          </p:cNvSpPr>
          <p:nvPr>
            <p:ph type="sldNum" sz="quarter" idx="5"/>
          </p:nvPr>
        </p:nvSpPr>
        <p:spPr/>
        <p:txBody>
          <a:bodyPr/>
          <a:lstStyle/>
          <a:p>
            <a:fld id="{AF10C57C-D03F-4F8B-93C2-66EB68608D35}" type="slidenum">
              <a:rPr lang="en-IN" smtClean="0"/>
              <a:t>3</a:t>
            </a:fld>
            <a:endParaRPr lang="en-IN"/>
          </a:p>
        </p:txBody>
      </p:sp>
    </p:spTree>
    <p:extLst>
      <p:ext uri="{BB962C8B-B14F-4D97-AF65-F5344CB8AC3E}">
        <p14:creationId xmlns:p14="http://schemas.microsoft.com/office/powerpoint/2010/main" val="73171614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&lt;p&gt;Image sources: &lt;a </a:t>
            </a:r>
            <a:r>
              <a:rPr lang="en-US" dirty="0" err="1"/>
              <a:t>href</a:t>
            </a:r>
            <a:r>
              <a:rPr lang="en-US" dirty="0"/>
              <a:t>=“https://www.freepik.com/free-vector/retro-computer-device-isolated_37823089.htm#fromView=</a:t>
            </a:r>
            <a:r>
              <a:rPr lang="en-US" dirty="0" err="1"/>
              <a:t>search&amp;page</a:t>
            </a:r>
            <a:r>
              <a:rPr lang="en-US" dirty="0"/>
              <a:t>=1&amp;position=8&amp;uuid=9a81178a-cc8f-4c8a-8fdb-a98b68695d10&amp;query=</a:t>
            </a:r>
            <a:r>
              <a:rPr lang="en-US" dirty="0" err="1"/>
              <a:t>old+computer+monitor</a:t>
            </a:r>
            <a:r>
              <a:rPr lang="en-US" dirty="0"/>
              <a:t>”&gt;Retro Monitor&lt;/a&gt;, &lt;a </a:t>
            </a:r>
            <a:r>
              <a:rPr lang="en-US" dirty="0" err="1"/>
              <a:t>href</a:t>
            </a:r>
            <a:r>
              <a:rPr lang="en-US" dirty="0"/>
              <a:t>=“https://www.flaticon.com/free-icon/ear_754500?term=</a:t>
            </a:r>
            <a:r>
              <a:rPr lang="en-US" dirty="0" err="1"/>
              <a:t>ear&amp;page</a:t>
            </a:r>
            <a:r>
              <a:rPr lang="en-US" dirty="0"/>
              <a:t>=1&amp;position=4&amp;origin=</a:t>
            </a:r>
            <a:r>
              <a:rPr lang="en-US" dirty="0" err="1"/>
              <a:t>search&amp;related_id</a:t>
            </a:r>
            <a:r>
              <a:rPr lang="en-US" dirty="0"/>
              <a:t>=754500”&gt;Ear&lt;/a&gt;&lt;/p&gt;</a:t>
            </a:r>
          </a:p>
        </p:txBody>
      </p:sp>
      <p:sp>
        <p:nvSpPr>
          <p:cNvPr id="4" name="Slide Number Placeholder 3"/>
          <p:cNvSpPr>
            <a:spLocks noGrp="1"/>
          </p:cNvSpPr>
          <p:nvPr>
            <p:ph type="sldNum" sz="quarter" idx="5"/>
          </p:nvPr>
        </p:nvSpPr>
        <p:spPr/>
        <p:txBody>
          <a:bodyPr/>
          <a:lstStyle/>
          <a:p>
            <a:fld id="{AF10C57C-D03F-4F8B-93C2-66EB68608D35}" type="slidenum">
              <a:rPr lang="en-IN" smtClean="0"/>
              <a:t>4</a:t>
            </a:fld>
            <a:endParaRPr lang="en-IN"/>
          </a:p>
        </p:txBody>
      </p:sp>
    </p:spTree>
    <p:extLst>
      <p:ext uri="{BB962C8B-B14F-4D97-AF65-F5344CB8AC3E}">
        <p14:creationId xmlns:p14="http://schemas.microsoft.com/office/powerpoint/2010/main" val="3030000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Images sourced from Microsoft’s built-in suite of stock photos. These are known to be open for commercial use, solely when utilized within an OOXML file (or derivative thereof) created and edited within the Microsoft Office suite of products.</a:t>
            </a:r>
          </a:p>
        </p:txBody>
      </p:sp>
      <p:sp>
        <p:nvSpPr>
          <p:cNvPr id="4" name="Slide Number Placeholder 3"/>
          <p:cNvSpPr>
            <a:spLocks noGrp="1"/>
          </p:cNvSpPr>
          <p:nvPr>
            <p:ph type="sldNum" sz="quarter" idx="5"/>
          </p:nvPr>
        </p:nvSpPr>
        <p:spPr/>
        <p:txBody>
          <a:bodyPr/>
          <a:lstStyle/>
          <a:p>
            <a:fld id="{AF10C57C-D03F-4F8B-93C2-66EB68608D35}" type="slidenum">
              <a:rPr lang="en-IN" smtClean="0"/>
              <a:t>5</a:t>
            </a:fld>
            <a:endParaRPr lang="en-IN"/>
          </a:p>
        </p:txBody>
      </p:sp>
    </p:spTree>
    <p:extLst>
      <p:ext uri="{BB962C8B-B14F-4D97-AF65-F5344CB8AC3E}">
        <p14:creationId xmlns:p14="http://schemas.microsoft.com/office/powerpoint/2010/main" val="196600859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&lt;p&gt;Image sources: &lt;a </a:t>
            </a:r>
            <a:r>
              <a:rPr lang="en-US" dirty="0" err="1"/>
              <a:t>href</a:t>
            </a:r>
            <a:r>
              <a:rPr lang="en-US" dirty="0"/>
              <a:t>=“https://commons.wikimedia.org/wiki/</a:t>
            </a:r>
            <a:r>
              <a:rPr lang="en-US" dirty="0" err="1"/>
              <a:t>File:JavaScript-logo.png</a:t>
            </a:r>
            <a:r>
              <a:rPr lang="en-US" dirty="0"/>
              <a:t>”&gt;JavaScript Icon 1&lt;/a&gt;, &lt;a </a:t>
            </a:r>
            <a:r>
              <a:rPr lang="en-US" dirty="0" err="1"/>
              <a:t>href</a:t>
            </a:r>
            <a:r>
              <a:rPr lang="en-US" dirty="0"/>
              <a:t>=“https://www.flaticon.com/free-icon/target_3176324?term=</a:t>
            </a:r>
            <a:r>
              <a:rPr lang="en-US" dirty="0" err="1"/>
              <a:t>target&amp;page</a:t>
            </a:r>
            <a:r>
              <a:rPr lang="en-US" dirty="0"/>
              <a:t>=1&amp;position=2&amp;origin=</a:t>
            </a:r>
            <a:r>
              <a:rPr lang="en-US" dirty="0" err="1"/>
              <a:t>search&amp;related_id</a:t>
            </a:r>
            <a:r>
              <a:rPr lang="en-US" dirty="0"/>
              <a:t>=3176324”&gt;Target&lt;/a&gt;, &lt;a </a:t>
            </a:r>
            <a:r>
              <a:rPr lang="en-US" dirty="0" err="1"/>
              <a:t>href</a:t>
            </a:r>
            <a:r>
              <a:rPr lang="en-US" dirty="0"/>
              <a:t>=“https://www.flaticon.com/free-icon/ux_15122114?term=</a:t>
            </a:r>
            <a:r>
              <a:rPr lang="en-US" dirty="0" err="1"/>
              <a:t>hci&amp;page</a:t>
            </a:r>
            <a:r>
              <a:rPr lang="en-US" dirty="0"/>
              <a:t>=1&amp;position=1&amp;origin=</a:t>
            </a:r>
            <a:r>
              <a:rPr lang="en-US" dirty="0" err="1"/>
              <a:t>search&amp;related_id</a:t>
            </a:r>
            <a:r>
              <a:rPr lang="en-US" dirty="0"/>
              <a:t>=15122114”&gt;HCI&lt;/a&gt;, &lt;a </a:t>
            </a:r>
            <a:r>
              <a:rPr lang="en-US" dirty="0" err="1"/>
              <a:t>href</a:t>
            </a:r>
            <a:r>
              <a:rPr lang="en-US" dirty="0"/>
              <a:t>=“https://www.flaticon.com/free-icon/magic-wand_3230652?term=</a:t>
            </a:r>
            <a:r>
              <a:rPr lang="en-US" dirty="0" err="1"/>
              <a:t>magic+wand&amp;page</a:t>
            </a:r>
            <a:r>
              <a:rPr lang="en-US" dirty="0"/>
              <a:t>=1&amp;position=3&amp;origin=</a:t>
            </a:r>
            <a:r>
              <a:rPr lang="en-US" dirty="0" err="1"/>
              <a:t>search&amp;related_id</a:t>
            </a:r>
            <a:r>
              <a:rPr lang="en-US" dirty="0"/>
              <a:t>=3230652”&gt;Wand&lt;/a&gt;&lt;/p&gt;</a:t>
            </a:r>
            <a:br>
              <a:rPr lang="en-US" dirty="0"/>
            </a:br>
            <a:endParaRPr lang="en-US" dirty="0"/>
          </a:p>
          <a:p>
            <a:r>
              <a:rPr lang="en-US" dirty="0"/>
              <a:t>Study from 2024: https://w3techs.com/technologies/details/cp-javascript</a:t>
            </a:r>
          </a:p>
        </p:txBody>
      </p:sp>
      <p:sp>
        <p:nvSpPr>
          <p:cNvPr id="4" name="Slide Number Placeholder 3"/>
          <p:cNvSpPr>
            <a:spLocks noGrp="1"/>
          </p:cNvSpPr>
          <p:nvPr>
            <p:ph type="sldNum" sz="quarter" idx="5"/>
          </p:nvPr>
        </p:nvSpPr>
        <p:spPr/>
        <p:txBody>
          <a:bodyPr/>
          <a:lstStyle/>
          <a:p>
            <a:fld id="{AF10C57C-D03F-4F8B-93C2-66EB68608D35}" type="slidenum">
              <a:rPr lang="en-IN" smtClean="0"/>
              <a:t>6</a:t>
            </a:fld>
            <a:endParaRPr lang="en-IN"/>
          </a:p>
        </p:txBody>
      </p:sp>
    </p:spTree>
    <p:extLst>
      <p:ext uri="{BB962C8B-B14F-4D97-AF65-F5344CB8AC3E}">
        <p14:creationId xmlns:p14="http://schemas.microsoft.com/office/powerpoint/2010/main" val="30913848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Mouse icon: https://www.flaticon.com/free-icon/mouse-pad_6475193?term=computer+mouse&amp;page=5&amp;position=93&amp;origin=search&amp;related_id=6475193</a:t>
            </a:r>
          </a:p>
          <a:p>
            <a:r>
              <a:rPr lang="en-US" dirty="0"/>
              <a:t>Keyboard icon: https://www.flaticon.com/free-icon/input_5205407?term=keyboard&amp;page=1&amp;position=19&amp;origin=search&amp;related_id=5205407</a:t>
            </a:r>
          </a:p>
          <a:p>
            <a:r>
              <a:rPr lang="en-US" dirty="0"/>
              <a:t>Form icon: https://www.flaticon.com/free-icon/form_13330986?term=web+form&amp;page=1&amp;position=25&amp;origin=search&amp;related_id=13330986</a:t>
            </a:r>
          </a:p>
          <a:p>
            <a:r>
              <a:rPr lang="en-US" dirty="0"/>
              <a:t>Mouse icon (triad): https://www.flaticon.com/free-icon/mouse_1787045?term=mouse&amp;page=1&amp;position=25&amp;origin=search&amp;related_id=1787045</a:t>
            </a:r>
          </a:p>
          <a:p>
            <a:r>
              <a:rPr lang="en-US" dirty="0"/>
              <a:t>Form icon (triad): https://www.flaticon.com/free-icon/contact-form_1698579?term=form&amp;page=1&amp;position=62&amp;origin=search&amp;related_id=1698579</a:t>
            </a:r>
          </a:p>
          <a:p>
            <a:r>
              <a:rPr lang="en-US" dirty="0"/>
              <a:t>Keyboard icon (triad): https://www.flaticon.com/free-icon/keyboard_2824623?term=keyboard&amp;page=1&amp;position=10&amp;origin=search&amp;related_id=2824623</a:t>
            </a:r>
          </a:p>
        </p:txBody>
      </p:sp>
      <p:sp>
        <p:nvSpPr>
          <p:cNvPr id="4" name="Slide Number Placeholder 3"/>
          <p:cNvSpPr>
            <a:spLocks noGrp="1"/>
          </p:cNvSpPr>
          <p:nvPr>
            <p:ph type="sldNum" sz="quarter" idx="5"/>
          </p:nvPr>
        </p:nvSpPr>
        <p:spPr/>
        <p:txBody>
          <a:bodyPr/>
          <a:lstStyle/>
          <a:p>
            <a:fld id="{AF10C57C-D03F-4F8B-93C2-66EB68608D35}" type="slidenum">
              <a:rPr lang="en-IN" smtClean="0"/>
              <a:t>7</a:t>
            </a:fld>
            <a:endParaRPr lang="en-IN"/>
          </a:p>
        </p:txBody>
      </p:sp>
    </p:spTree>
    <p:extLst>
      <p:ext uri="{BB962C8B-B14F-4D97-AF65-F5344CB8AC3E}">
        <p14:creationId xmlns:p14="http://schemas.microsoft.com/office/powerpoint/2010/main" val="75942490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Clapperboard icon: https://www.flaticon.com/free-icon/video_1179069?term=video&amp;related_id=1179069</a:t>
            </a:r>
          </a:p>
          <a:p>
            <a:r>
              <a:rPr lang="en-US" dirty="0"/>
              <a:t>Food delivery icon: https://www.flaticon.com/free-icon/food-delivery_5306589?term=online+food+delivery&amp;related_id=5306589</a:t>
            </a:r>
          </a:p>
          <a:p>
            <a:r>
              <a:rPr lang="en-US" dirty="0"/>
              <a:t>Social media icon: https://www.flaticon.com/free-icon/social-media_4187336?term=social+media&amp;page=1&amp;position=9&amp;origin=search&amp;related_id=4187336</a:t>
            </a:r>
          </a:p>
          <a:p>
            <a:r>
              <a:rPr lang="en-US" dirty="0"/>
              <a:t>Online gaming icon: https://www.flaticon.com/free-icon/game_9423096?term=web+gaming&amp;page=1&amp;position=4&amp;origin=search&amp;related_id=9423096</a:t>
            </a:r>
          </a:p>
        </p:txBody>
      </p:sp>
      <p:sp>
        <p:nvSpPr>
          <p:cNvPr id="4" name="Slide Number Placeholder 3"/>
          <p:cNvSpPr>
            <a:spLocks noGrp="1"/>
          </p:cNvSpPr>
          <p:nvPr>
            <p:ph type="sldNum" sz="quarter" idx="5"/>
          </p:nvPr>
        </p:nvSpPr>
        <p:spPr/>
        <p:txBody>
          <a:bodyPr/>
          <a:lstStyle/>
          <a:p>
            <a:fld id="{AF10C57C-D03F-4F8B-93C2-66EB68608D35}" type="slidenum">
              <a:rPr lang="en-IN" smtClean="0"/>
              <a:t>8</a:t>
            </a:fld>
            <a:endParaRPr lang="en-IN"/>
          </a:p>
        </p:txBody>
      </p:sp>
    </p:spTree>
    <p:extLst>
      <p:ext uri="{BB962C8B-B14F-4D97-AF65-F5344CB8AC3E}">
        <p14:creationId xmlns:p14="http://schemas.microsoft.com/office/powerpoint/2010/main" val="347258282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None/>
            </a:pPr>
            <a:r>
              <a:rPr lang="en-US" b="1" dirty="0"/>
              <a:t>Visual Suggestion:</a:t>
            </a:r>
            <a:r>
              <a:rPr lang="en-US" dirty="0"/>
              <a:t> Four scenario boxes with question marks</a:t>
            </a:r>
          </a:p>
          <a:p>
            <a:pPr>
              <a:buFont typeface="Arial" panose="020B0604020202020204" pitchFamily="34" charset="0"/>
              <a:buChar char="•"/>
            </a:pPr>
            <a:r>
              <a:rPr lang="en-US" dirty="0"/>
              <a:t>Box 1: Mouse cursor clicking on menu</a:t>
            </a:r>
          </a:p>
          <a:p>
            <a:pPr>
              <a:buFont typeface="Arial" panose="020B0604020202020204" pitchFamily="34" charset="0"/>
              <a:buChar char="•"/>
            </a:pPr>
            <a:r>
              <a:rPr lang="en-US" dirty="0"/>
              <a:t>Box 2: Keyboard with typing hands</a:t>
            </a:r>
          </a:p>
          <a:p>
            <a:pPr>
              <a:buFont typeface="Arial" panose="020B0604020202020204" pitchFamily="34" charset="0"/>
              <a:buChar char="•"/>
            </a:pPr>
            <a:r>
              <a:rPr lang="en-US" dirty="0"/>
              <a:t>Box 3: Form with submit button</a:t>
            </a:r>
          </a:p>
          <a:p>
            <a:pPr>
              <a:buFont typeface="Arial" panose="020B0604020202020204" pitchFamily="34" charset="0"/>
              <a:buChar char="•"/>
            </a:pPr>
            <a:r>
              <a:rPr lang="en-US" dirty="0"/>
              <a:t>Box 4: Spacebar key highlighted</a:t>
            </a:r>
          </a:p>
          <a:p>
            <a:pPr>
              <a:buFont typeface="Arial" panose="020B0604020202020204" pitchFamily="34" charset="0"/>
              <a:buChar char="•"/>
            </a:pPr>
            <a:r>
              <a:rPr lang="en-US" dirty="0"/>
              <a:t>Big "?" in each box initially</a:t>
            </a:r>
          </a:p>
          <a:p>
            <a:endParaRPr lang="en-US" dirty="0"/>
          </a:p>
        </p:txBody>
      </p:sp>
      <p:sp>
        <p:nvSpPr>
          <p:cNvPr id="4" name="Slide Number Placeholder 3"/>
          <p:cNvSpPr>
            <a:spLocks noGrp="1"/>
          </p:cNvSpPr>
          <p:nvPr>
            <p:ph type="sldNum" sz="quarter" idx="5"/>
          </p:nvPr>
        </p:nvSpPr>
        <p:spPr/>
        <p:txBody>
          <a:bodyPr/>
          <a:lstStyle/>
          <a:p>
            <a:fld id="{AF10C57C-D03F-4F8B-93C2-66EB68608D35}" type="slidenum">
              <a:rPr lang="en-IN" smtClean="0"/>
              <a:t>10</a:t>
            </a:fld>
            <a:endParaRPr lang="en-IN"/>
          </a:p>
        </p:txBody>
      </p:sp>
    </p:spTree>
    <p:extLst>
      <p:ext uri="{BB962C8B-B14F-4D97-AF65-F5344CB8AC3E}">
        <p14:creationId xmlns:p14="http://schemas.microsoft.com/office/powerpoint/2010/main" val="10717186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67DF3C-4A31-1804-8A5E-9F43431AD5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8534FB-CD34-1675-930B-43DEFBF0350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9C53B36-3279-60F1-22D2-F88E06B534B2}"/>
              </a:ext>
            </a:extLst>
          </p:cNvPr>
          <p:cNvSpPr>
            <a:spLocks noGrp="1"/>
          </p:cNvSpPr>
          <p:nvPr>
            <p:ph type="body" idx="1"/>
          </p:nvPr>
        </p:nvSpPr>
        <p:spPr/>
        <p:txBody>
          <a:bodyPr/>
          <a:lstStyle/>
          <a:p>
            <a:pPr>
              <a:buNone/>
            </a:pPr>
            <a:r>
              <a:rPr lang="en-US" b="1" dirty="0"/>
              <a:t>Visual Suggestion:</a:t>
            </a:r>
            <a:r>
              <a:rPr lang="en-US" dirty="0"/>
              <a:t> Four scenario boxes with question marks</a:t>
            </a:r>
          </a:p>
          <a:p>
            <a:pPr>
              <a:buFont typeface="Arial" panose="020B0604020202020204" pitchFamily="34" charset="0"/>
              <a:buChar char="•"/>
            </a:pPr>
            <a:r>
              <a:rPr lang="en-US" dirty="0"/>
              <a:t>Box 1: Mouse cursor clicking on menu</a:t>
            </a:r>
          </a:p>
          <a:p>
            <a:pPr>
              <a:buFont typeface="Arial" panose="020B0604020202020204" pitchFamily="34" charset="0"/>
              <a:buChar char="•"/>
            </a:pPr>
            <a:r>
              <a:rPr lang="en-US" dirty="0"/>
              <a:t>Box 2: Keyboard with typing hands</a:t>
            </a:r>
          </a:p>
          <a:p>
            <a:pPr>
              <a:buFont typeface="Arial" panose="020B0604020202020204" pitchFamily="34" charset="0"/>
              <a:buChar char="•"/>
            </a:pPr>
            <a:r>
              <a:rPr lang="en-US" dirty="0"/>
              <a:t>Box 3: Form with submit button</a:t>
            </a:r>
          </a:p>
          <a:p>
            <a:pPr>
              <a:buFont typeface="Arial" panose="020B0604020202020204" pitchFamily="34" charset="0"/>
              <a:buChar char="•"/>
            </a:pPr>
            <a:r>
              <a:rPr lang="en-US" dirty="0"/>
              <a:t>Box 4: Spacebar key highlighted</a:t>
            </a:r>
          </a:p>
          <a:p>
            <a:pPr>
              <a:buFont typeface="Arial" panose="020B0604020202020204" pitchFamily="34" charset="0"/>
              <a:buChar char="•"/>
            </a:pPr>
            <a:r>
              <a:rPr lang="en-US" dirty="0"/>
              <a:t>Big "?" in each box initially</a:t>
            </a:r>
          </a:p>
          <a:p>
            <a:endParaRPr lang="en-US" dirty="0"/>
          </a:p>
        </p:txBody>
      </p:sp>
      <p:sp>
        <p:nvSpPr>
          <p:cNvPr id="4" name="Slide Number Placeholder 3">
            <a:extLst>
              <a:ext uri="{FF2B5EF4-FFF2-40B4-BE49-F238E27FC236}">
                <a16:creationId xmlns:a16="http://schemas.microsoft.com/office/drawing/2014/main" id="{48ABBD5A-68FE-817B-284B-DF1D8C977526}"/>
              </a:ext>
            </a:extLst>
          </p:cNvPr>
          <p:cNvSpPr>
            <a:spLocks noGrp="1"/>
          </p:cNvSpPr>
          <p:nvPr>
            <p:ph type="sldNum" sz="quarter" idx="5"/>
          </p:nvPr>
        </p:nvSpPr>
        <p:spPr/>
        <p:txBody>
          <a:bodyPr/>
          <a:lstStyle/>
          <a:p>
            <a:fld id="{AF10C57C-D03F-4F8B-93C2-66EB68608D35}" type="slidenum">
              <a:rPr lang="en-IN" smtClean="0"/>
              <a:t>11</a:t>
            </a:fld>
            <a:endParaRPr lang="en-IN"/>
          </a:p>
        </p:txBody>
      </p:sp>
    </p:spTree>
    <p:extLst>
      <p:ext uri="{BB962C8B-B14F-4D97-AF65-F5344CB8AC3E}">
        <p14:creationId xmlns:p14="http://schemas.microsoft.com/office/powerpoint/2010/main" val="316121790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03D5CB-F0FE-993B-F040-D2C98817DB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623375-F0A4-FB90-2392-4122B9CD005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C0B8654-B0FD-65F4-FC4A-EBF566097FDC}"/>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JavaScript icon: &lt;a </a:t>
            </a:r>
            <a:r>
              <a:rPr lang="en-US" dirty="0" err="1"/>
              <a:t>href</a:t>
            </a:r>
            <a:r>
              <a:rPr lang="en-US" dirty="0"/>
              <a:t>=“https://commons.wikimedia.org/wiki/</a:t>
            </a:r>
            <a:r>
              <a:rPr lang="en-US" dirty="0" err="1"/>
              <a:t>File:JavaScript-logo.png</a:t>
            </a:r>
            <a:r>
              <a:rPr lang="en-US" dirty="0"/>
              <a:t>”&gt;JavaScript Icon 1&lt;/a&gt;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Ear icon: &lt;a </a:t>
            </a:r>
            <a:r>
              <a:rPr lang="en-US" dirty="0" err="1"/>
              <a:t>href</a:t>
            </a:r>
            <a:r>
              <a:rPr lang="en-US" dirty="0"/>
              <a:t>=“https://www.flaticon.com/free-icon/ear_754500?term=</a:t>
            </a:r>
            <a:r>
              <a:rPr lang="en-US" dirty="0" err="1"/>
              <a:t>ear&amp;page</a:t>
            </a:r>
            <a:r>
              <a:rPr lang="en-US" dirty="0"/>
              <a:t>=1&amp;position=4&amp;origin=</a:t>
            </a:r>
            <a:r>
              <a:rPr lang="en-US" dirty="0" err="1"/>
              <a:t>search&amp;related_id</a:t>
            </a:r>
            <a:r>
              <a:rPr lang="en-US" dirty="0"/>
              <a:t>=754500”&gt;Ear&lt;/a&gt;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Define icon: https://www.flaticon.com/free-icon/result_2554324?term=define&amp;related_id=2554324</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Wait icon: https://www.flaticon.com/free-icon/wait_1686925?term=wait&amp;page=1&amp;position=10&amp;origin=search&amp;related_id=1686925</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Security Camera:  https://www.flaticon.com/free-icon/cctv-camera_2642651?term=security+camera&amp;page=1&amp;position=4&amp;origin=search&amp;related_id=2642651</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2ACB4AFF-2325-2446-4868-4C4E1391D3F6}"/>
              </a:ext>
            </a:extLst>
          </p:cNvPr>
          <p:cNvSpPr>
            <a:spLocks noGrp="1"/>
          </p:cNvSpPr>
          <p:nvPr>
            <p:ph type="sldNum" sz="quarter" idx="5"/>
          </p:nvPr>
        </p:nvSpPr>
        <p:spPr/>
        <p:txBody>
          <a:bodyPr/>
          <a:lstStyle/>
          <a:p>
            <a:fld id="{AF10C57C-D03F-4F8B-93C2-66EB68608D35}" type="slidenum">
              <a:rPr lang="en-IN" smtClean="0"/>
              <a:t>12</a:t>
            </a:fld>
            <a:endParaRPr lang="en-IN"/>
          </a:p>
        </p:txBody>
      </p:sp>
    </p:spTree>
    <p:extLst>
      <p:ext uri="{BB962C8B-B14F-4D97-AF65-F5344CB8AC3E}">
        <p14:creationId xmlns:p14="http://schemas.microsoft.com/office/powerpoint/2010/main" val="321019081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 entry icon: https://www.flaticon.com/free-icon/no-entry_1970683?term=no+entry&amp;page=1&amp;position=33&amp;origin=search&amp;related_id=1970683</a:t>
            </a:r>
          </a:p>
          <a:p>
            <a:r>
              <a:rPr lang="en-US" dirty="0"/>
              <a:t>Property icon: https://www.flaticon.com/free-icon/property_2243783?term=property+management&amp;page=1&amp;position=8&amp;origin=search&amp;related_id=2243783</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CCTV icon:  https://www.flaticon.com/free-icon/cctv-camera_2642651?term=security+camera&amp;page=1&amp;position=4&amp;origin=search&amp;related_id=2642651</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Alarm icon: https://www.flaticon.com/free-icon/alarm_2668372?term=alarm+system&amp;page=1&amp;position=15&amp;origin=search&amp;related_id=2668372</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endParaRPr lang="en-US" dirty="0"/>
          </a:p>
        </p:txBody>
      </p:sp>
      <p:sp>
        <p:nvSpPr>
          <p:cNvPr id="4" name="Slide Number Placeholder 3"/>
          <p:cNvSpPr>
            <a:spLocks noGrp="1"/>
          </p:cNvSpPr>
          <p:nvPr>
            <p:ph type="sldNum" sz="quarter" idx="5"/>
          </p:nvPr>
        </p:nvSpPr>
        <p:spPr/>
        <p:txBody>
          <a:bodyPr/>
          <a:lstStyle/>
          <a:p>
            <a:fld id="{AF10C57C-D03F-4F8B-93C2-66EB68608D35}" type="slidenum">
              <a:rPr lang="en-IN" smtClean="0"/>
              <a:t>13</a:t>
            </a:fld>
            <a:endParaRPr lang="en-IN"/>
          </a:p>
        </p:txBody>
      </p:sp>
    </p:spTree>
    <p:extLst>
      <p:ext uri="{BB962C8B-B14F-4D97-AF65-F5344CB8AC3E}">
        <p14:creationId xmlns:p14="http://schemas.microsoft.com/office/powerpoint/2010/main" val="86990911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AC0903-0811-C556-E0F8-ABEC19C85B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6F5157-2781-41AE-DEB4-AFE4F4DFF6F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CDD5CFF-7CD3-63AE-AD57-56F0B743C55E}"/>
              </a:ext>
            </a:extLst>
          </p:cNvPr>
          <p:cNvSpPr>
            <a:spLocks noGrp="1"/>
          </p:cNvSpPr>
          <p:nvPr>
            <p:ph type="body" idx="1"/>
          </p:nvPr>
        </p:nvSpPr>
        <p:spPr/>
        <p:txBody>
          <a:bodyPr/>
          <a:lstStyle/>
          <a:p>
            <a:r>
              <a:rPr lang="en-US" dirty="0"/>
              <a:t>Metadata icon: https://www.flaticon.com/free-icon/coding_4861932?term=metadata&amp;related_id=4861932</a:t>
            </a:r>
          </a:p>
          <a:p>
            <a:r>
              <a:rPr lang="en-US" dirty="0"/>
              <a:t>Shipped icon: https://www.flaticon.com/free-icon/shipped_411712?term=cargo&amp;related_id=411712</a:t>
            </a:r>
          </a:p>
          <a:p>
            <a:r>
              <a:rPr lang="en-US" dirty="0"/>
              <a:t>Delivery box icon: https://www.flaticon.com/free-icon/delivery-box_4047412?term=cargo&amp;page=1&amp;position=47&amp;origin=search&amp;related_id=4047412</a:t>
            </a:r>
          </a:p>
          <a:p>
            <a:r>
              <a:rPr lang="en-US" dirty="0"/>
              <a:t>Versus icon: https://www.flaticon.com/free-icon/versus_9276248?term=versus&amp;page=1&amp;position=70&amp;origin=search&amp;related_id=9276248</a:t>
            </a:r>
          </a:p>
          <a:p>
            <a:r>
              <a:rPr lang="en-US" dirty="0"/>
              <a:t>Data collection icon: https://www.flaticon.com/free-icon/data-collection_2103581?term=data&amp;page=1&amp;position=54&amp;origin=search&amp;related_id=2103581</a:t>
            </a:r>
          </a:p>
          <a:p>
            <a:r>
              <a:rPr lang="en-US" dirty="0"/>
              <a:t>Blueprint icon: https://www.flaticon.com/free-icon/blueprint_12019650?term=blueprint&amp;page=3&amp;position=20&amp;origin=search&amp;related_id=12019650</a:t>
            </a:r>
          </a:p>
          <a:p>
            <a:endParaRPr lang="en-US" dirty="0"/>
          </a:p>
        </p:txBody>
      </p:sp>
      <p:sp>
        <p:nvSpPr>
          <p:cNvPr id="4" name="Slide Number Placeholder 3">
            <a:extLst>
              <a:ext uri="{FF2B5EF4-FFF2-40B4-BE49-F238E27FC236}">
                <a16:creationId xmlns:a16="http://schemas.microsoft.com/office/drawing/2014/main" id="{AD88ADC5-B5F4-76F5-C6EE-26E027A06E00}"/>
              </a:ext>
            </a:extLst>
          </p:cNvPr>
          <p:cNvSpPr>
            <a:spLocks noGrp="1"/>
          </p:cNvSpPr>
          <p:nvPr>
            <p:ph type="sldNum" sz="quarter" idx="5"/>
          </p:nvPr>
        </p:nvSpPr>
        <p:spPr/>
        <p:txBody>
          <a:bodyPr/>
          <a:lstStyle/>
          <a:p>
            <a:fld id="{AF10C57C-D03F-4F8B-93C2-66EB68608D35}" type="slidenum">
              <a:rPr lang="en-IN" smtClean="0"/>
              <a:t>14</a:t>
            </a:fld>
            <a:endParaRPr lang="en-IN"/>
          </a:p>
        </p:txBody>
      </p:sp>
    </p:spTree>
    <p:extLst>
      <p:ext uri="{BB962C8B-B14F-4D97-AF65-F5344CB8AC3E}">
        <p14:creationId xmlns:p14="http://schemas.microsoft.com/office/powerpoint/2010/main" val="254975253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070C80-36C9-3C9D-E41C-77F9292ADE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D57658-B18D-8543-D2F9-41BE6BB4E9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83791EF-3A24-58C3-98D4-51F02633CCD1}"/>
              </a:ext>
            </a:extLst>
          </p:cNvPr>
          <p:cNvSpPr>
            <a:spLocks noGrp="1"/>
          </p:cNvSpPr>
          <p:nvPr>
            <p:ph type="body" idx="1"/>
          </p:nvPr>
        </p:nvSpPr>
        <p:spPr/>
        <p:txBody>
          <a:bodyPr/>
          <a:lstStyle/>
          <a:p>
            <a:pPr>
              <a:buNone/>
            </a:pPr>
            <a:r>
              <a:rPr lang="en-US" b="1" dirty="0"/>
              <a:t>Visual Suggestion:</a:t>
            </a:r>
            <a:r>
              <a:rPr lang="en-US" dirty="0"/>
              <a:t> Security camera setup illustration</a:t>
            </a:r>
          </a:p>
          <a:p>
            <a:pPr>
              <a:buFont typeface="Arial" panose="020B0604020202020204" pitchFamily="34" charset="0"/>
              <a:buChar char="•"/>
            </a:pPr>
            <a:r>
              <a:rPr lang="en-US" dirty="0"/>
              <a:t>Camera icon pointing at door/HTML element</a:t>
            </a:r>
          </a:p>
          <a:p>
            <a:pPr>
              <a:buFont typeface="Arial" panose="020B0604020202020204" pitchFamily="34" charset="0"/>
              <a:buChar char="•"/>
            </a:pPr>
            <a:r>
              <a:rPr lang="en-US" dirty="0"/>
              <a:t>Motion detection waves</a:t>
            </a:r>
          </a:p>
          <a:p>
            <a:pPr>
              <a:buFont typeface="Arial" panose="020B0604020202020204" pitchFamily="34" charset="0"/>
              <a:buChar char="•"/>
            </a:pPr>
            <a:r>
              <a:rPr lang="en-US" dirty="0"/>
              <a:t>Alarm bell icon</a:t>
            </a:r>
          </a:p>
          <a:p>
            <a:pPr>
              <a:buFont typeface="Arial" panose="020B0604020202020204" pitchFamily="34" charset="0"/>
              <a:buChar char="•"/>
            </a:pPr>
            <a:r>
              <a:rPr lang="en-US" dirty="0"/>
              <a:t>Connect with dotted lines showing the "watching" relationship</a:t>
            </a:r>
          </a:p>
          <a:p>
            <a:pPr>
              <a:buFont typeface="Arial" panose="020B0604020202020204" pitchFamily="34" charset="0"/>
              <a:buChar char="•"/>
            </a:pPr>
            <a:r>
              <a:rPr lang="en-US" dirty="0"/>
              <a:t>Use teal background with orange accents</a:t>
            </a:r>
          </a:p>
          <a:p>
            <a:endParaRPr lang="en-US" dirty="0"/>
          </a:p>
        </p:txBody>
      </p:sp>
      <p:sp>
        <p:nvSpPr>
          <p:cNvPr id="4" name="Slide Number Placeholder 3">
            <a:extLst>
              <a:ext uri="{FF2B5EF4-FFF2-40B4-BE49-F238E27FC236}">
                <a16:creationId xmlns:a16="http://schemas.microsoft.com/office/drawing/2014/main" id="{39D2580A-B5FD-47F6-A1B6-A3CDEB008671}"/>
              </a:ext>
            </a:extLst>
          </p:cNvPr>
          <p:cNvSpPr>
            <a:spLocks noGrp="1"/>
          </p:cNvSpPr>
          <p:nvPr>
            <p:ph type="sldNum" sz="quarter" idx="5"/>
          </p:nvPr>
        </p:nvSpPr>
        <p:spPr/>
        <p:txBody>
          <a:bodyPr/>
          <a:lstStyle/>
          <a:p>
            <a:fld id="{AF10C57C-D03F-4F8B-93C2-66EB68608D35}" type="slidenum">
              <a:rPr lang="en-IN" smtClean="0"/>
              <a:t>21</a:t>
            </a:fld>
            <a:endParaRPr lang="en-IN"/>
          </a:p>
        </p:txBody>
      </p:sp>
    </p:spTree>
    <p:extLst>
      <p:ext uri="{BB962C8B-B14F-4D97-AF65-F5344CB8AC3E}">
        <p14:creationId xmlns:p14="http://schemas.microsoft.com/office/powerpoint/2010/main" val="145533414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None/>
            </a:pPr>
            <a:r>
              <a:rPr lang="en-US" b="1" dirty="0"/>
              <a:t>Visual Suggestion:</a:t>
            </a:r>
            <a:r>
              <a:rPr lang="en-US" dirty="0"/>
              <a:t> Three circles from slide 7</a:t>
            </a:r>
          </a:p>
          <a:p>
            <a:pPr>
              <a:buFont typeface="Arial" panose="020B0604020202020204" pitchFamily="34" charset="0"/>
              <a:buChar char="•"/>
            </a:pPr>
            <a:r>
              <a:rPr lang="en-US" dirty="0"/>
              <a:t>Same layout as slide 7</a:t>
            </a:r>
          </a:p>
          <a:p>
            <a:pPr>
              <a:buFont typeface="Arial" panose="020B0604020202020204" pitchFamily="34" charset="0"/>
              <a:buChar char="•"/>
            </a:pPr>
            <a:r>
              <a:rPr lang="en-US" dirty="0"/>
              <a:t>Add "checkmark" badges to show mastery</a:t>
            </a:r>
          </a:p>
          <a:p>
            <a:pPr>
              <a:buFont typeface="Arial" panose="020B0604020202020204" pitchFamily="34" charset="0"/>
              <a:buChar char="•"/>
            </a:pPr>
            <a:r>
              <a:rPr lang="en-US" dirty="0"/>
              <a:t>Simple "Today" arrow pointing to new content area</a:t>
            </a:r>
          </a:p>
          <a:p>
            <a:endParaRPr lang="en-US" dirty="0"/>
          </a:p>
        </p:txBody>
      </p:sp>
      <p:sp>
        <p:nvSpPr>
          <p:cNvPr id="4" name="Slide Number Placeholder 3"/>
          <p:cNvSpPr>
            <a:spLocks noGrp="1"/>
          </p:cNvSpPr>
          <p:nvPr>
            <p:ph type="sldNum" sz="quarter" idx="5"/>
          </p:nvPr>
        </p:nvSpPr>
        <p:spPr/>
        <p:txBody>
          <a:bodyPr/>
          <a:lstStyle/>
          <a:p>
            <a:fld id="{AF10C57C-D03F-4F8B-93C2-66EB68608D35}" type="slidenum">
              <a:rPr lang="en-IN" smtClean="0"/>
              <a:t>22</a:t>
            </a:fld>
            <a:endParaRPr lang="en-IN"/>
          </a:p>
        </p:txBody>
      </p:sp>
    </p:spTree>
    <p:extLst>
      <p:ext uri="{BB962C8B-B14F-4D97-AF65-F5344CB8AC3E}">
        <p14:creationId xmlns:p14="http://schemas.microsoft.com/office/powerpoint/2010/main" val="22200376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Eye icon: https://www.flaticon.com/free-icon/eye_822102?term=eyes&amp;page=1&amp;position=23&amp;origin=search&amp;related_id=822102</a:t>
            </a:r>
          </a:p>
          <a:p>
            <a:r>
              <a:rPr lang="en-US" dirty="0"/>
              <a:t>Puzzle icon: https://www.flaticon.com/free-icon/puzzle_11628381?term=missing&amp;page=1&amp;position=61&amp;origin=search&amp;related_id=11628381</a:t>
            </a:r>
          </a:p>
          <a:p>
            <a:r>
              <a:rPr lang="en-US" dirty="0"/>
              <a:t>Meeting icon: https://www.flaticon.com/free-icon/meeting_7185645?term=many&amp;page=1&amp;position=28&amp;origin=search&amp;related_id=7185645</a:t>
            </a:r>
          </a:p>
          <a:p>
            <a:r>
              <a:rPr lang="en-US" dirty="0"/>
              <a:t>Strength icon: https://www.flaticon.com/free-icon/fight-spirit_2163338?term=strength&amp;page=1&amp;position=7&amp;origin=search&amp;related_id=2163338</a:t>
            </a:r>
          </a:p>
        </p:txBody>
      </p:sp>
      <p:sp>
        <p:nvSpPr>
          <p:cNvPr id="4" name="Slide Number Placeholder 3"/>
          <p:cNvSpPr>
            <a:spLocks noGrp="1"/>
          </p:cNvSpPr>
          <p:nvPr>
            <p:ph type="sldNum" sz="quarter" idx="5"/>
          </p:nvPr>
        </p:nvSpPr>
        <p:spPr/>
        <p:txBody>
          <a:bodyPr/>
          <a:lstStyle/>
          <a:p>
            <a:fld id="{AF10C57C-D03F-4F8B-93C2-66EB68608D35}" type="slidenum">
              <a:rPr lang="en-IN" smtClean="0"/>
              <a:t>30</a:t>
            </a:fld>
            <a:endParaRPr lang="en-IN"/>
          </a:p>
        </p:txBody>
      </p:sp>
    </p:spTree>
    <p:extLst>
      <p:ext uri="{BB962C8B-B14F-4D97-AF65-F5344CB8AC3E}">
        <p14:creationId xmlns:p14="http://schemas.microsoft.com/office/powerpoint/2010/main" val="208146349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 1 column" preserve="1">
  <p:cSld name="blank_rcol">
    <p:spTree>
      <p:nvGrpSpPr>
        <p:cNvPr id="1" name="Shape 290"/>
        <p:cNvGrpSpPr/>
        <p:nvPr/>
      </p:nvGrpSpPr>
      <p:grpSpPr>
        <a:xfrm>
          <a:off x="0" y="0"/>
          <a:ext cx="0" cy="0"/>
          <a:chOff x="0" y="0"/>
          <a:chExt cx="0" cy="0"/>
        </a:xfrm>
      </p:grpSpPr>
      <p:grpSp>
        <p:nvGrpSpPr>
          <p:cNvPr id="5" name="Google Shape;293;p5">
            <a:extLst>
              <a:ext uri="{FF2B5EF4-FFF2-40B4-BE49-F238E27FC236}">
                <a16:creationId xmlns:a16="http://schemas.microsoft.com/office/drawing/2014/main" id="{36D281D3-6FE4-4C0D-ACAD-503C762AE617}"/>
              </a:ext>
            </a:extLst>
          </p:cNvPr>
          <p:cNvGrpSpPr/>
          <p:nvPr/>
        </p:nvGrpSpPr>
        <p:grpSpPr>
          <a:xfrm>
            <a:off x="9923870" y="-121539"/>
            <a:ext cx="2395052" cy="7107432"/>
            <a:chOff x="6023725" y="842300"/>
            <a:chExt cx="1358150" cy="4030375"/>
          </a:xfrm>
        </p:grpSpPr>
        <p:sp>
          <p:nvSpPr>
            <p:cNvPr id="6" name="Google Shape;294;p5">
              <a:extLst>
                <a:ext uri="{FF2B5EF4-FFF2-40B4-BE49-F238E27FC236}">
                  <a16:creationId xmlns:a16="http://schemas.microsoft.com/office/drawing/2014/main" id="{983E26C4-033B-43D6-8E70-8FCDFBEB416A}"/>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 name="Google Shape;295;p5">
              <a:extLst>
                <a:ext uri="{FF2B5EF4-FFF2-40B4-BE49-F238E27FC236}">
                  <a16:creationId xmlns:a16="http://schemas.microsoft.com/office/drawing/2014/main" id="{ED609162-AF2B-467B-A369-406AC3AC6232}"/>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 name="Google Shape;296;p5">
              <a:extLst>
                <a:ext uri="{FF2B5EF4-FFF2-40B4-BE49-F238E27FC236}">
                  <a16:creationId xmlns:a16="http://schemas.microsoft.com/office/drawing/2014/main" id="{1C86731F-88FC-4FAC-9AA0-3C719DA9FE08}"/>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 name="Google Shape;297;p5">
              <a:extLst>
                <a:ext uri="{FF2B5EF4-FFF2-40B4-BE49-F238E27FC236}">
                  <a16:creationId xmlns:a16="http://schemas.microsoft.com/office/drawing/2014/main" id="{294A52DE-7BDC-4451-B428-398A0A2E06EC}"/>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0" name="Google Shape;298;p5">
              <a:extLst>
                <a:ext uri="{FF2B5EF4-FFF2-40B4-BE49-F238E27FC236}">
                  <a16:creationId xmlns:a16="http://schemas.microsoft.com/office/drawing/2014/main" id="{22176E66-5927-40C8-80E7-C7DE634CEC56}"/>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1" name="Google Shape;299;p5">
              <a:extLst>
                <a:ext uri="{FF2B5EF4-FFF2-40B4-BE49-F238E27FC236}">
                  <a16:creationId xmlns:a16="http://schemas.microsoft.com/office/drawing/2014/main" id="{7ADB864B-8853-4443-BC5D-2AEEF163C773}"/>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2" name="Google Shape;300;p5">
              <a:extLst>
                <a:ext uri="{FF2B5EF4-FFF2-40B4-BE49-F238E27FC236}">
                  <a16:creationId xmlns:a16="http://schemas.microsoft.com/office/drawing/2014/main" id="{D2226863-6E80-4BE1-AF1C-DEAF4EACFB96}"/>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3" name="Google Shape;301;p5">
              <a:extLst>
                <a:ext uri="{FF2B5EF4-FFF2-40B4-BE49-F238E27FC236}">
                  <a16:creationId xmlns:a16="http://schemas.microsoft.com/office/drawing/2014/main" id="{A97B9F76-D900-4500-9B8F-D47666816C63}"/>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4" name="Google Shape;302;p5">
              <a:extLst>
                <a:ext uri="{FF2B5EF4-FFF2-40B4-BE49-F238E27FC236}">
                  <a16:creationId xmlns:a16="http://schemas.microsoft.com/office/drawing/2014/main" id="{77C8C908-782A-4E0C-865E-6F7ADE9C1510}"/>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5" name="Google Shape;303;p5">
              <a:extLst>
                <a:ext uri="{FF2B5EF4-FFF2-40B4-BE49-F238E27FC236}">
                  <a16:creationId xmlns:a16="http://schemas.microsoft.com/office/drawing/2014/main" id="{429DEB95-140B-47B1-BD37-9BB904885EE8}"/>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6" name="Google Shape;304;p5">
              <a:extLst>
                <a:ext uri="{FF2B5EF4-FFF2-40B4-BE49-F238E27FC236}">
                  <a16:creationId xmlns:a16="http://schemas.microsoft.com/office/drawing/2014/main" id="{49AFB081-BE68-48E0-9E72-761B1D4A675C}"/>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7" name="Google Shape;305;p5">
              <a:extLst>
                <a:ext uri="{FF2B5EF4-FFF2-40B4-BE49-F238E27FC236}">
                  <a16:creationId xmlns:a16="http://schemas.microsoft.com/office/drawing/2014/main" id="{8C456FFF-E54D-420E-AD2E-AEF0BFC602CA}"/>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8" name="Google Shape;306;p5">
              <a:extLst>
                <a:ext uri="{FF2B5EF4-FFF2-40B4-BE49-F238E27FC236}">
                  <a16:creationId xmlns:a16="http://schemas.microsoft.com/office/drawing/2014/main" id="{C9124E36-6012-4351-B98C-FAA7CB6D0811}"/>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9" name="Google Shape;307;p5">
              <a:extLst>
                <a:ext uri="{FF2B5EF4-FFF2-40B4-BE49-F238E27FC236}">
                  <a16:creationId xmlns:a16="http://schemas.microsoft.com/office/drawing/2014/main" id="{4DBF8CD3-98F8-42B5-8B96-FC0AF23993E3}"/>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0" name="Google Shape;308;p5">
              <a:extLst>
                <a:ext uri="{FF2B5EF4-FFF2-40B4-BE49-F238E27FC236}">
                  <a16:creationId xmlns:a16="http://schemas.microsoft.com/office/drawing/2014/main" id="{F7485136-B835-4643-A818-7B99EDC22B64}"/>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1" name="Google Shape;309;p5">
              <a:extLst>
                <a:ext uri="{FF2B5EF4-FFF2-40B4-BE49-F238E27FC236}">
                  <a16:creationId xmlns:a16="http://schemas.microsoft.com/office/drawing/2014/main" id="{C5F0462F-4AE1-4110-90F5-7535A4F81771}"/>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2" name="Google Shape;310;p5">
              <a:extLst>
                <a:ext uri="{FF2B5EF4-FFF2-40B4-BE49-F238E27FC236}">
                  <a16:creationId xmlns:a16="http://schemas.microsoft.com/office/drawing/2014/main" id="{69A3D96D-6CC8-4FAB-A700-BEACB154D044}"/>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3" name="Google Shape;311;p5">
              <a:extLst>
                <a:ext uri="{FF2B5EF4-FFF2-40B4-BE49-F238E27FC236}">
                  <a16:creationId xmlns:a16="http://schemas.microsoft.com/office/drawing/2014/main" id="{A122DFBF-8FF5-4379-BFE9-3171BD622914}"/>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4" name="Google Shape;312;p5">
              <a:extLst>
                <a:ext uri="{FF2B5EF4-FFF2-40B4-BE49-F238E27FC236}">
                  <a16:creationId xmlns:a16="http://schemas.microsoft.com/office/drawing/2014/main" id="{7EFC3596-3961-491F-82FD-4A6D7EAA0B4D}"/>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5" name="Google Shape;313;p5">
              <a:extLst>
                <a:ext uri="{FF2B5EF4-FFF2-40B4-BE49-F238E27FC236}">
                  <a16:creationId xmlns:a16="http://schemas.microsoft.com/office/drawing/2014/main" id="{05FDA664-3C10-4078-8ACB-FF6A4994BEF5}"/>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6" name="Google Shape;314;p5">
              <a:extLst>
                <a:ext uri="{FF2B5EF4-FFF2-40B4-BE49-F238E27FC236}">
                  <a16:creationId xmlns:a16="http://schemas.microsoft.com/office/drawing/2014/main" id="{FED9D229-16F6-445D-9343-DA37C5A16828}"/>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7" name="Google Shape;315;p5">
              <a:extLst>
                <a:ext uri="{FF2B5EF4-FFF2-40B4-BE49-F238E27FC236}">
                  <a16:creationId xmlns:a16="http://schemas.microsoft.com/office/drawing/2014/main" id="{07A615B7-0FB9-472E-A127-E0455ADE9B5C}"/>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8" name="Google Shape;316;p5">
              <a:extLst>
                <a:ext uri="{FF2B5EF4-FFF2-40B4-BE49-F238E27FC236}">
                  <a16:creationId xmlns:a16="http://schemas.microsoft.com/office/drawing/2014/main" id="{BB84BD60-2065-40EB-9827-4F6B5B066ED7}"/>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9" name="Google Shape;317;p5">
              <a:extLst>
                <a:ext uri="{FF2B5EF4-FFF2-40B4-BE49-F238E27FC236}">
                  <a16:creationId xmlns:a16="http://schemas.microsoft.com/office/drawing/2014/main" id="{DB901F37-BC94-4775-82C8-C40A1B6E60D0}"/>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0" name="Google Shape;318;p5">
              <a:extLst>
                <a:ext uri="{FF2B5EF4-FFF2-40B4-BE49-F238E27FC236}">
                  <a16:creationId xmlns:a16="http://schemas.microsoft.com/office/drawing/2014/main" id="{292A3378-A202-47F8-92EB-E144D4BE9990}"/>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1" name="Google Shape;319;p5">
              <a:extLst>
                <a:ext uri="{FF2B5EF4-FFF2-40B4-BE49-F238E27FC236}">
                  <a16:creationId xmlns:a16="http://schemas.microsoft.com/office/drawing/2014/main" id="{CB505A8C-98BC-44CF-A95C-A7197B43CAA2}"/>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2" name="Google Shape;320;p5">
              <a:extLst>
                <a:ext uri="{FF2B5EF4-FFF2-40B4-BE49-F238E27FC236}">
                  <a16:creationId xmlns:a16="http://schemas.microsoft.com/office/drawing/2014/main" id="{471D8FE8-A12A-43CA-AD67-3BCF9DCD5F6A}"/>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3" name="Google Shape;321;p5">
              <a:extLst>
                <a:ext uri="{FF2B5EF4-FFF2-40B4-BE49-F238E27FC236}">
                  <a16:creationId xmlns:a16="http://schemas.microsoft.com/office/drawing/2014/main" id="{48F75B0B-5E3E-4184-A814-15172B1A256D}"/>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4" name="Google Shape;322;p5">
              <a:extLst>
                <a:ext uri="{FF2B5EF4-FFF2-40B4-BE49-F238E27FC236}">
                  <a16:creationId xmlns:a16="http://schemas.microsoft.com/office/drawing/2014/main" id="{92DF89BB-DDA6-431D-88B7-4B995D0B2D19}"/>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spTree>
    <p:extLst>
      <p:ext uri="{BB962C8B-B14F-4D97-AF65-F5344CB8AC3E}">
        <p14:creationId xmlns:p14="http://schemas.microsoft.com/office/powerpoint/2010/main" val="248083680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 1 column" preserve="1">
  <p:cSld name="underlined_title_rcol">
    <p:spTree>
      <p:nvGrpSpPr>
        <p:cNvPr id="1" name="Shape 290"/>
        <p:cNvGrpSpPr/>
        <p:nvPr/>
      </p:nvGrpSpPr>
      <p:grpSpPr>
        <a:xfrm>
          <a:off x="0" y="0"/>
          <a:ext cx="0" cy="0"/>
          <a:chOff x="0" y="0"/>
          <a:chExt cx="0" cy="0"/>
        </a:xfrm>
      </p:grpSpPr>
      <p:cxnSp>
        <p:nvCxnSpPr>
          <p:cNvPr id="323" name="Google Shape;323;p5"/>
          <p:cNvCxnSpPr/>
          <p:nvPr/>
        </p:nvCxnSpPr>
        <p:spPr>
          <a:xfrm>
            <a:off x="1133967" y="1375233"/>
            <a:ext cx="8050400" cy="0"/>
          </a:xfrm>
          <a:prstGeom prst="straightConnector1">
            <a:avLst/>
          </a:prstGeom>
          <a:noFill/>
          <a:ln w="19050" cap="rnd" cmpd="sng">
            <a:solidFill>
              <a:srgbClr val="36595D"/>
            </a:solidFill>
            <a:prstDash val="dash"/>
            <a:round/>
            <a:headEnd type="none" w="med" len="med"/>
            <a:tailEnd type="none" w="med" len="med"/>
          </a:ln>
        </p:spPr>
      </p:cxnSp>
      <p:grpSp>
        <p:nvGrpSpPr>
          <p:cNvPr id="5" name="Google Shape;293;p5">
            <a:extLst>
              <a:ext uri="{FF2B5EF4-FFF2-40B4-BE49-F238E27FC236}">
                <a16:creationId xmlns:a16="http://schemas.microsoft.com/office/drawing/2014/main" id="{36D281D3-6FE4-4C0D-ACAD-503C762AE617}"/>
              </a:ext>
            </a:extLst>
          </p:cNvPr>
          <p:cNvGrpSpPr/>
          <p:nvPr/>
        </p:nvGrpSpPr>
        <p:grpSpPr>
          <a:xfrm>
            <a:off x="9923870" y="-121539"/>
            <a:ext cx="2395052" cy="7107432"/>
            <a:chOff x="6023725" y="842300"/>
            <a:chExt cx="1358150" cy="4030375"/>
          </a:xfrm>
        </p:grpSpPr>
        <p:sp>
          <p:nvSpPr>
            <p:cNvPr id="6" name="Google Shape;294;p5">
              <a:extLst>
                <a:ext uri="{FF2B5EF4-FFF2-40B4-BE49-F238E27FC236}">
                  <a16:creationId xmlns:a16="http://schemas.microsoft.com/office/drawing/2014/main" id="{983E26C4-033B-43D6-8E70-8FCDFBEB416A}"/>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 name="Google Shape;295;p5">
              <a:extLst>
                <a:ext uri="{FF2B5EF4-FFF2-40B4-BE49-F238E27FC236}">
                  <a16:creationId xmlns:a16="http://schemas.microsoft.com/office/drawing/2014/main" id="{ED609162-AF2B-467B-A369-406AC3AC6232}"/>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 name="Google Shape;296;p5">
              <a:extLst>
                <a:ext uri="{FF2B5EF4-FFF2-40B4-BE49-F238E27FC236}">
                  <a16:creationId xmlns:a16="http://schemas.microsoft.com/office/drawing/2014/main" id="{1C86731F-88FC-4FAC-9AA0-3C719DA9FE08}"/>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 name="Google Shape;297;p5">
              <a:extLst>
                <a:ext uri="{FF2B5EF4-FFF2-40B4-BE49-F238E27FC236}">
                  <a16:creationId xmlns:a16="http://schemas.microsoft.com/office/drawing/2014/main" id="{294A52DE-7BDC-4451-B428-398A0A2E06EC}"/>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0" name="Google Shape;298;p5">
              <a:extLst>
                <a:ext uri="{FF2B5EF4-FFF2-40B4-BE49-F238E27FC236}">
                  <a16:creationId xmlns:a16="http://schemas.microsoft.com/office/drawing/2014/main" id="{22176E66-5927-40C8-80E7-C7DE634CEC56}"/>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1" name="Google Shape;299;p5">
              <a:extLst>
                <a:ext uri="{FF2B5EF4-FFF2-40B4-BE49-F238E27FC236}">
                  <a16:creationId xmlns:a16="http://schemas.microsoft.com/office/drawing/2014/main" id="{7ADB864B-8853-4443-BC5D-2AEEF163C773}"/>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2" name="Google Shape;300;p5">
              <a:extLst>
                <a:ext uri="{FF2B5EF4-FFF2-40B4-BE49-F238E27FC236}">
                  <a16:creationId xmlns:a16="http://schemas.microsoft.com/office/drawing/2014/main" id="{D2226863-6E80-4BE1-AF1C-DEAF4EACFB96}"/>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3" name="Google Shape;301;p5">
              <a:extLst>
                <a:ext uri="{FF2B5EF4-FFF2-40B4-BE49-F238E27FC236}">
                  <a16:creationId xmlns:a16="http://schemas.microsoft.com/office/drawing/2014/main" id="{A97B9F76-D900-4500-9B8F-D47666816C63}"/>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4" name="Google Shape;302;p5">
              <a:extLst>
                <a:ext uri="{FF2B5EF4-FFF2-40B4-BE49-F238E27FC236}">
                  <a16:creationId xmlns:a16="http://schemas.microsoft.com/office/drawing/2014/main" id="{77C8C908-782A-4E0C-865E-6F7ADE9C1510}"/>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5" name="Google Shape;303;p5">
              <a:extLst>
                <a:ext uri="{FF2B5EF4-FFF2-40B4-BE49-F238E27FC236}">
                  <a16:creationId xmlns:a16="http://schemas.microsoft.com/office/drawing/2014/main" id="{429DEB95-140B-47B1-BD37-9BB904885EE8}"/>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6" name="Google Shape;304;p5">
              <a:extLst>
                <a:ext uri="{FF2B5EF4-FFF2-40B4-BE49-F238E27FC236}">
                  <a16:creationId xmlns:a16="http://schemas.microsoft.com/office/drawing/2014/main" id="{49AFB081-BE68-48E0-9E72-761B1D4A675C}"/>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7" name="Google Shape;305;p5">
              <a:extLst>
                <a:ext uri="{FF2B5EF4-FFF2-40B4-BE49-F238E27FC236}">
                  <a16:creationId xmlns:a16="http://schemas.microsoft.com/office/drawing/2014/main" id="{8C456FFF-E54D-420E-AD2E-AEF0BFC602CA}"/>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8" name="Google Shape;306;p5">
              <a:extLst>
                <a:ext uri="{FF2B5EF4-FFF2-40B4-BE49-F238E27FC236}">
                  <a16:creationId xmlns:a16="http://schemas.microsoft.com/office/drawing/2014/main" id="{C9124E36-6012-4351-B98C-FAA7CB6D0811}"/>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9" name="Google Shape;307;p5">
              <a:extLst>
                <a:ext uri="{FF2B5EF4-FFF2-40B4-BE49-F238E27FC236}">
                  <a16:creationId xmlns:a16="http://schemas.microsoft.com/office/drawing/2014/main" id="{4DBF8CD3-98F8-42B5-8B96-FC0AF23993E3}"/>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0" name="Google Shape;308;p5">
              <a:extLst>
                <a:ext uri="{FF2B5EF4-FFF2-40B4-BE49-F238E27FC236}">
                  <a16:creationId xmlns:a16="http://schemas.microsoft.com/office/drawing/2014/main" id="{F7485136-B835-4643-A818-7B99EDC22B64}"/>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1" name="Google Shape;309;p5">
              <a:extLst>
                <a:ext uri="{FF2B5EF4-FFF2-40B4-BE49-F238E27FC236}">
                  <a16:creationId xmlns:a16="http://schemas.microsoft.com/office/drawing/2014/main" id="{C5F0462F-4AE1-4110-90F5-7535A4F81771}"/>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2" name="Google Shape;310;p5">
              <a:extLst>
                <a:ext uri="{FF2B5EF4-FFF2-40B4-BE49-F238E27FC236}">
                  <a16:creationId xmlns:a16="http://schemas.microsoft.com/office/drawing/2014/main" id="{69A3D96D-6CC8-4FAB-A700-BEACB154D044}"/>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3" name="Google Shape;311;p5">
              <a:extLst>
                <a:ext uri="{FF2B5EF4-FFF2-40B4-BE49-F238E27FC236}">
                  <a16:creationId xmlns:a16="http://schemas.microsoft.com/office/drawing/2014/main" id="{A122DFBF-8FF5-4379-BFE9-3171BD622914}"/>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4" name="Google Shape;312;p5">
              <a:extLst>
                <a:ext uri="{FF2B5EF4-FFF2-40B4-BE49-F238E27FC236}">
                  <a16:creationId xmlns:a16="http://schemas.microsoft.com/office/drawing/2014/main" id="{7EFC3596-3961-491F-82FD-4A6D7EAA0B4D}"/>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5" name="Google Shape;313;p5">
              <a:extLst>
                <a:ext uri="{FF2B5EF4-FFF2-40B4-BE49-F238E27FC236}">
                  <a16:creationId xmlns:a16="http://schemas.microsoft.com/office/drawing/2014/main" id="{05FDA664-3C10-4078-8ACB-FF6A4994BEF5}"/>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6" name="Google Shape;314;p5">
              <a:extLst>
                <a:ext uri="{FF2B5EF4-FFF2-40B4-BE49-F238E27FC236}">
                  <a16:creationId xmlns:a16="http://schemas.microsoft.com/office/drawing/2014/main" id="{FED9D229-16F6-445D-9343-DA37C5A16828}"/>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7" name="Google Shape;315;p5">
              <a:extLst>
                <a:ext uri="{FF2B5EF4-FFF2-40B4-BE49-F238E27FC236}">
                  <a16:creationId xmlns:a16="http://schemas.microsoft.com/office/drawing/2014/main" id="{07A615B7-0FB9-472E-A127-E0455ADE9B5C}"/>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8" name="Google Shape;316;p5">
              <a:extLst>
                <a:ext uri="{FF2B5EF4-FFF2-40B4-BE49-F238E27FC236}">
                  <a16:creationId xmlns:a16="http://schemas.microsoft.com/office/drawing/2014/main" id="{BB84BD60-2065-40EB-9827-4F6B5B066ED7}"/>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9" name="Google Shape;317;p5">
              <a:extLst>
                <a:ext uri="{FF2B5EF4-FFF2-40B4-BE49-F238E27FC236}">
                  <a16:creationId xmlns:a16="http://schemas.microsoft.com/office/drawing/2014/main" id="{DB901F37-BC94-4775-82C8-C40A1B6E60D0}"/>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0" name="Google Shape;318;p5">
              <a:extLst>
                <a:ext uri="{FF2B5EF4-FFF2-40B4-BE49-F238E27FC236}">
                  <a16:creationId xmlns:a16="http://schemas.microsoft.com/office/drawing/2014/main" id="{292A3378-A202-47F8-92EB-E144D4BE9990}"/>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1" name="Google Shape;319;p5">
              <a:extLst>
                <a:ext uri="{FF2B5EF4-FFF2-40B4-BE49-F238E27FC236}">
                  <a16:creationId xmlns:a16="http://schemas.microsoft.com/office/drawing/2014/main" id="{CB505A8C-98BC-44CF-A95C-A7197B43CAA2}"/>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2" name="Google Shape;320;p5">
              <a:extLst>
                <a:ext uri="{FF2B5EF4-FFF2-40B4-BE49-F238E27FC236}">
                  <a16:creationId xmlns:a16="http://schemas.microsoft.com/office/drawing/2014/main" id="{471D8FE8-A12A-43CA-AD67-3BCF9DCD5F6A}"/>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3" name="Google Shape;321;p5">
              <a:extLst>
                <a:ext uri="{FF2B5EF4-FFF2-40B4-BE49-F238E27FC236}">
                  <a16:creationId xmlns:a16="http://schemas.microsoft.com/office/drawing/2014/main" id="{48F75B0B-5E3E-4184-A814-15172B1A256D}"/>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4" name="Google Shape;322;p5">
              <a:extLst>
                <a:ext uri="{FF2B5EF4-FFF2-40B4-BE49-F238E27FC236}">
                  <a16:creationId xmlns:a16="http://schemas.microsoft.com/office/drawing/2014/main" id="{92DF89BB-DDA6-431D-88B7-4B995D0B2D19}"/>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sp>
        <p:nvSpPr>
          <p:cNvPr id="36" name="Google Shape;291;p5">
            <a:extLst>
              <a:ext uri="{FF2B5EF4-FFF2-40B4-BE49-F238E27FC236}">
                <a16:creationId xmlns:a16="http://schemas.microsoft.com/office/drawing/2014/main" id="{A0500C0F-A345-4601-95F5-3406B512905E}"/>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p>
        </p:txBody>
      </p:sp>
    </p:spTree>
    <p:extLst>
      <p:ext uri="{BB962C8B-B14F-4D97-AF65-F5344CB8AC3E}">
        <p14:creationId xmlns:p14="http://schemas.microsoft.com/office/powerpoint/2010/main" val="11367845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 1 column" preserve="1">
  <p:cSld name="underlined_title_box_rcol">
    <p:spTree>
      <p:nvGrpSpPr>
        <p:cNvPr id="1" name="Shape 290"/>
        <p:cNvGrpSpPr/>
        <p:nvPr/>
      </p:nvGrpSpPr>
      <p:grpSpPr>
        <a:xfrm>
          <a:off x="0" y="0"/>
          <a:ext cx="0" cy="0"/>
          <a:chOff x="0" y="0"/>
          <a:chExt cx="0" cy="0"/>
        </a:xfrm>
      </p:grpSpPr>
      <p:cxnSp>
        <p:nvCxnSpPr>
          <p:cNvPr id="323" name="Google Shape;323;p5"/>
          <p:cNvCxnSpPr/>
          <p:nvPr/>
        </p:nvCxnSpPr>
        <p:spPr>
          <a:xfrm>
            <a:off x="1133967" y="1375233"/>
            <a:ext cx="8050400" cy="0"/>
          </a:xfrm>
          <a:prstGeom prst="straightConnector1">
            <a:avLst/>
          </a:prstGeom>
          <a:noFill/>
          <a:ln w="19050" cap="rnd" cmpd="sng">
            <a:solidFill>
              <a:srgbClr val="36595D"/>
            </a:solidFill>
            <a:prstDash val="dash"/>
            <a:round/>
            <a:headEnd type="none" w="med" len="med"/>
            <a:tailEnd type="none" w="med" len="med"/>
          </a:ln>
        </p:spPr>
      </p:cxnSp>
      <p:sp>
        <p:nvSpPr>
          <p:cNvPr id="6" name="Google Shape;291;p5">
            <a:extLst>
              <a:ext uri="{FF2B5EF4-FFF2-40B4-BE49-F238E27FC236}">
                <a16:creationId xmlns:a16="http://schemas.microsoft.com/office/drawing/2014/main" id="{75B45892-4151-4D92-AB13-D943E0372198}"/>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Dosis" pitchFamily="2" charset="0"/>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endParaRPr dirty="0"/>
          </a:p>
        </p:txBody>
      </p:sp>
      <p:grpSp>
        <p:nvGrpSpPr>
          <p:cNvPr id="5" name="Google Shape;293;p5">
            <a:extLst>
              <a:ext uri="{FF2B5EF4-FFF2-40B4-BE49-F238E27FC236}">
                <a16:creationId xmlns:a16="http://schemas.microsoft.com/office/drawing/2014/main" id="{A5A6E98A-B509-442C-98D4-1670847B7F33}"/>
              </a:ext>
            </a:extLst>
          </p:cNvPr>
          <p:cNvGrpSpPr/>
          <p:nvPr/>
        </p:nvGrpSpPr>
        <p:grpSpPr>
          <a:xfrm>
            <a:off x="9923870" y="-121539"/>
            <a:ext cx="2395052" cy="7107432"/>
            <a:chOff x="6023725" y="842300"/>
            <a:chExt cx="1358150" cy="4030375"/>
          </a:xfrm>
        </p:grpSpPr>
        <p:sp>
          <p:nvSpPr>
            <p:cNvPr id="7" name="Google Shape;294;p5">
              <a:extLst>
                <a:ext uri="{FF2B5EF4-FFF2-40B4-BE49-F238E27FC236}">
                  <a16:creationId xmlns:a16="http://schemas.microsoft.com/office/drawing/2014/main" id="{27E48441-C0C9-4DFB-B0B2-3D8628AA5E27}"/>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 name="Google Shape;295;p5">
              <a:extLst>
                <a:ext uri="{FF2B5EF4-FFF2-40B4-BE49-F238E27FC236}">
                  <a16:creationId xmlns:a16="http://schemas.microsoft.com/office/drawing/2014/main" id="{5AFE4C34-5DA5-4CC8-BC55-3A06C026EBA4}"/>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 name="Google Shape;296;p5">
              <a:extLst>
                <a:ext uri="{FF2B5EF4-FFF2-40B4-BE49-F238E27FC236}">
                  <a16:creationId xmlns:a16="http://schemas.microsoft.com/office/drawing/2014/main" id="{E70CD7CE-2F16-47D2-8164-C9E8542A509C}"/>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0" name="Google Shape;297;p5">
              <a:extLst>
                <a:ext uri="{FF2B5EF4-FFF2-40B4-BE49-F238E27FC236}">
                  <a16:creationId xmlns:a16="http://schemas.microsoft.com/office/drawing/2014/main" id="{D477E396-1DDF-4739-A869-04DD0E95F779}"/>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2" name="Google Shape;298;p5">
              <a:extLst>
                <a:ext uri="{FF2B5EF4-FFF2-40B4-BE49-F238E27FC236}">
                  <a16:creationId xmlns:a16="http://schemas.microsoft.com/office/drawing/2014/main" id="{85A73084-DEA1-4AA1-B9CB-70E878A1742A}"/>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3" name="Google Shape;299;p5">
              <a:extLst>
                <a:ext uri="{FF2B5EF4-FFF2-40B4-BE49-F238E27FC236}">
                  <a16:creationId xmlns:a16="http://schemas.microsoft.com/office/drawing/2014/main" id="{EF4E215A-831A-417F-8DEE-7149A4D383CA}"/>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4" name="Google Shape;300;p5">
              <a:extLst>
                <a:ext uri="{FF2B5EF4-FFF2-40B4-BE49-F238E27FC236}">
                  <a16:creationId xmlns:a16="http://schemas.microsoft.com/office/drawing/2014/main" id="{F6291D7D-C525-4E4F-A4C5-F602389B0322}"/>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5" name="Google Shape;301;p5">
              <a:extLst>
                <a:ext uri="{FF2B5EF4-FFF2-40B4-BE49-F238E27FC236}">
                  <a16:creationId xmlns:a16="http://schemas.microsoft.com/office/drawing/2014/main" id="{D14CF0BE-75BF-416D-9C09-C8EF0438B61D}"/>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6" name="Google Shape;302;p5">
              <a:extLst>
                <a:ext uri="{FF2B5EF4-FFF2-40B4-BE49-F238E27FC236}">
                  <a16:creationId xmlns:a16="http://schemas.microsoft.com/office/drawing/2014/main" id="{EAFCDCFF-A04B-4537-A2FB-EC93CEBC104E}"/>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7" name="Google Shape;303;p5">
              <a:extLst>
                <a:ext uri="{FF2B5EF4-FFF2-40B4-BE49-F238E27FC236}">
                  <a16:creationId xmlns:a16="http://schemas.microsoft.com/office/drawing/2014/main" id="{B03CCECA-6177-4D99-BD5A-F4862FBCB7D9}"/>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8" name="Google Shape;304;p5">
              <a:extLst>
                <a:ext uri="{FF2B5EF4-FFF2-40B4-BE49-F238E27FC236}">
                  <a16:creationId xmlns:a16="http://schemas.microsoft.com/office/drawing/2014/main" id="{E656BAEA-E78A-4EBB-8A6C-516ADC08DF62}"/>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9" name="Google Shape;305;p5">
              <a:extLst>
                <a:ext uri="{FF2B5EF4-FFF2-40B4-BE49-F238E27FC236}">
                  <a16:creationId xmlns:a16="http://schemas.microsoft.com/office/drawing/2014/main" id="{F6D1A9BC-6312-449B-A3B4-2CFCB3CABA69}"/>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0" name="Google Shape;306;p5">
              <a:extLst>
                <a:ext uri="{FF2B5EF4-FFF2-40B4-BE49-F238E27FC236}">
                  <a16:creationId xmlns:a16="http://schemas.microsoft.com/office/drawing/2014/main" id="{EAEA8E4A-B0B7-4BF1-B03A-FD5E787D3083}"/>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1" name="Google Shape;307;p5">
              <a:extLst>
                <a:ext uri="{FF2B5EF4-FFF2-40B4-BE49-F238E27FC236}">
                  <a16:creationId xmlns:a16="http://schemas.microsoft.com/office/drawing/2014/main" id="{BDAB381B-0F6C-48C6-B2EE-3B53DD006771}"/>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2" name="Google Shape;308;p5">
              <a:extLst>
                <a:ext uri="{FF2B5EF4-FFF2-40B4-BE49-F238E27FC236}">
                  <a16:creationId xmlns:a16="http://schemas.microsoft.com/office/drawing/2014/main" id="{F99E90CC-0673-4777-A179-0C33D6DD9A46}"/>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3" name="Google Shape;309;p5">
              <a:extLst>
                <a:ext uri="{FF2B5EF4-FFF2-40B4-BE49-F238E27FC236}">
                  <a16:creationId xmlns:a16="http://schemas.microsoft.com/office/drawing/2014/main" id="{531841F5-5C74-4E64-B57B-B265CA975FC6}"/>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4" name="Google Shape;310;p5">
              <a:extLst>
                <a:ext uri="{FF2B5EF4-FFF2-40B4-BE49-F238E27FC236}">
                  <a16:creationId xmlns:a16="http://schemas.microsoft.com/office/drawing/2014/main" id="{E3574375-2685-4C8D-AEDB-6B30733E491F}"/>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5" name="Google Shape;311;p5">
              <a:extLst>
                <a:ext uri="{FF2B5EF4-FFF2-40B4-BE49-F238E27FC236}">
                  <a16:creationId xmlns:a16="http://schemas.microsoft.com/office/drawing/2014/main" id="{B422FE0D-C668-41A8-B2DE-FE82027D321C}"/>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6" name="Google Shape;312;p5">
              <a:extLst>
                <a:ext uri="{FF2B5EF4-FFF2-40B4-BE49-F238E27FC236}">
                  <a16:creationId xmlns:a16="http://schemas.microsoft.com/office/drawing/2014/main" id="{6F981503-205F-47D5-81C3-DB6EB315CB0F}"/>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7" name="Google Shape;313;p5">
              <a:extLst>
                <a:ext uri="{FF2B5EF4-FFF2-40B4-BE49-F238E27FC236}">
                  <a16:creationId xmlns:a16="http://schemas.microsoft.com/office/drawing/2014/main" id="{976267A1-A463-479F-9967-C3E8F196532E}"/>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8" name="Google Shape;314;p5">
              <a:extLst>
                <a:ext uri="{FF2B5EF4-FFF2-40B4-BE49-F238E27FC236}">
                  <a16:creationId xmlns:a16="http://schemas.microsoft.com/office/drawing/2014/main" id="{B4440EA4-F067-4E18-962E-6DD8B6B4DEE0}"/>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9" name="Google Shape;315;p5">
              <a:extLst>
                <a:ext uri="{FF2B5EF4-FFF2-40B4-BE49-F238E27FC236}">
                  <a16:creationId xmlns:a16="http://schemas.microsoft.com/office/drawing/2014/main" id="{3BD7F1C3-D163-42B9-B29F-F75C8E618501}"/>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0" name="Google Shape;316;p5">
              <a:extLst>
                <a:ext uri="{FF2B5EF4-FFF2-40B4-BE49-F238E27FC236}">
                  <a16:creationId xmlns:a16="http://schemas.microsoft.com/office/drawing/2014/main" id="{97AEC01A-F26B-4789-A594-C3359A4E25E8}"/>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1" name="Google Shape;317;p5">
              <a:extLst>
                <a:ext uri="{FF2B5EF4-FFF2-40B4-BE49-F238E27FC236}">
                  <a16:creationId xmlns:a16="http://schemas.microsoft.com/office/drawing/2014/main" id="{A8903087-3D1C-413B-95F3-C7F4C20CB56C}"/>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2" name="Google Shape;318;p5">
              <a:extLst>
                <a:ext uri="{FF2B5EF4-FFF2-40B4-BE49-F238E27FC236}">
                  <a16:creationId xmlns:a16="http://schemas.microsoft.com/office/drawing/2014/main" id="{28E15D50-4063-49DA-B792-ABBDC3D93526}"/>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3" name="Google Shape;319;p5">
              <a:extLst>
                <a:ext uri="{FF2B5EF4-FFF2-40B4-BE49-F238E27FC236}">
                  <a16:creationId xmlns:a16="http://schemas.microsoft.com/office/drawing/2014/main" id="{FDDEEE6E-8097-4430-BDA2-588AFB435C87}"/>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4" name="Google Shape;320;p5">
              <a:extLst>
                <a:ext uri="{FF2B5EF4-FFF2-40B4-BE49-F238E27FC236}">
                  <a16:creationId xmlns:a16="http://schemas.microsoft.com/office/drawing/2014/main" id="{F4B5A6CC-D63C-43C9-BC6E-26CB372C4259}"/>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5" name="Google Shape;321;p5">
              <a:extLst>
                <a:ext uri="{FF2B5EF4-FFF2-40B4-BE49-F238E27FC236}">
                  <a16:creationId xmlns:a16="http://schemas.microsoft.com/office/drawing/2014/main" id="{E524F7DE-A070-41EE-8AD0-C2D037B4E0AF}"/>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6" name="Google Shape;322;p5">
              <a:extLst>
                <a:ext uri="{FF2B5EF4-FFF2-40B4-BE49-F238E27FC236}">
                  <a16:creationId xmlns:a16="http://schemas.microsoft.com/office/drawing/2014/main" id="{B19F1824-5DAE-42BE-89E8-209BB6345FF8}"/>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sp>
        <p:nvSpPr>
          <p:cNvPr id="37" name="Text Placeholder 173">
            <a:extLst>
              <a:ext uri="{FF2B5EF4-FFF2-40B4-BE49-F238E27FC236}">
                <a16:creationId xmlns:a16="http://schemas.microsoft.com/office/drawing/2014/main" id="{27FB79BE-641A-4CAB-BFE0-4D776066AD30}"/>
              </a:ext>
            </a:extLst>
          </p:cNvPr>
          <p:cNvSpPr>
            <a:spLocks noGrp="1"/>
          </p:cNvSpPr>
          <p:nvPr>
            <p:ph idx="1"/>
          </p:nvPr>
        </p:nvSpPr>
        <p:spPr>
          <a:xfrm>
            <a:off x="997232" y="1826684"/>
            <a:ext cx="10822233" cy="4349749"/>
          </a:xfrm>
          <a:prstGeom prst="rect">
            <a:avLst/>
          </a:prstGeom>
        </p:spPr>
        <p:txBody>
          <a:bodyPr vert="horz" lIns="91440" tIns="45720" rIns="91440" bIns="45720" rtlCol="0">
            <a:normAutofit/>
          </a:bodyPr>
          <a:lstStyle>
            <a:lvl1pPr>
              <a:defRPr sz="2800">
                <a:latin typeface="Dosis" pitchFamily="2" charset="0"/>
              </a:defRPr>
            </a:lvl1pPr>
            <a:lvl2pPr>
              <a:buSzPct val="100000"/>
              <a:defRPr sz="2800">
                <a:latin typeface="Dosis" pitchFamily="2" charset="0"/>
              </a:defRPr>
            </a:lvl2pPr>
            <a:lvl3pPr>
              <a:defRPr sz="2400">
                <a:latin typeface="Dosis" pitchFamily="2" charset="0"/>
              </a:defRPr>
            </a:lvl3pPr>
            <a:lvl4pPr>
              <a:defRPr sz="2400">
                <a:latin typeface="Dosis" pitchFamily="2" charset="0"/>
              </a:defRPr>
            </a:lvl4pPr>
            <a:lvl5pPr>
              <a:defRPr sz="2000">
                <a:latin typeface="Dosis" pitchFamily="2" charset="0"/>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35694146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 1 column" preserve="1" userDrawn="1">
  <p:cSld name="header_rcol">
    <p:spTree>
      <p:nvGrpSpPr>
        <p:cNvPr id="1" name="Shape 290"/>
        <p:cNvGrpSpPr/>
        <p:nvPr/>
      </p:nvGrpSpPr>
      <p:grpSpPr>
        <a:xfrm>
          <a:off x="0" y="0"/>
          <a:ext cx="0" cy="0"/>
          <a:chOff x="0" y="0"/>
          <a:chExt cx="0" cy="0"/>
        </a:xfrm>
      </p:grpSpPr>
      <p:grpSp>
        <p:nvGrpSpPr>
          <p:cNvPr id="5" name="Google Shape;293;p5">
            <a:extLst>
              <a:ext uri="{FF2B5EF4-FFF2-40B4-BE49-F238E27FC236}">
                <a16:creationId xmlns:a16="http://schemas.microsoft.com/office/drawing/2014/main" id="{36D281D3-6FE4-4C0D-ACAD-503C762AE617}"/>
              </a:ext>
            </a:extLst>
          </p:cNvPr>
          <p:cNvGrpSpPr/>
          <p:nvPr/>
        </p:nvGrpSpPr>
        <p:grpSpPr>
          <a:xfrm>
            <a:off x="9923870" y="-121539"/>
            <a:ext cx="2395052" cy="7107432"/>
            <a:chOff x="6023725" y="842300"/>
            <a:chExt cx="1358150" cy="4030375"/>
          </a:xfrm>
        </p:grpSpPr>
        <p:sp>
          <p:nvSpPr>
            <p:cNvPr id="6" name="Google Shape;294;p5">
              <a:extLst>
                <a:ext uri="{FF2B5EF4-FFF2-40B4-BE49-F238E27FC236}">
                  <a16:creationId xmlns:a16="http://schemas.microsoft.com/office/drawing/2014/main" id="{983E26C4-033B-43D6-8E70-8FCDFBEB416A}"/>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 name="Google Shape;295;p5">
              <a:extLst>
                <a:ext uri="{FF2B5EF4-FFF2-40B4-BE49-F238E27FC236}">
                  <a16:creationId xmlns:a16="http://schemas.microsoft.com/office/drawing/2014/main" id="{ED609162-AF2B-467B-A369-406AC3AC6232}"/>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 name="Google Shape;296;p5">
              <a:extLst>
                <a:ext uri="{FF2B5EF4-FFF2-40B4-BE49-F238E27FC236}">
                  <a16:creationId xmlns:a16="http://schemas.microsoft.com/office/drawing/2014/main" id="{1C86731F-88FC-4FAC-9AA0-3C719DA9FE08}"/>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 name="Google Shape;297;p5">
              <a:extLst>
                <a:ext uri="{FF2B5EF4-FFF2-40B4-BE49-F238E27FC236}">
                  <a16:creationId xmlns:a16="http://schemas.microsoft.com/office/drawing/2014/main" id="{294A52DE-7BDC-4451-B428-398A0A2E06EC}"/>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0" name="Google Shape;298;p5">
              <a:extLst>
                <a:ext uri="{FF2B5EF4-FFF2-40B4-BE49-F238E27FC236}">
                  <a16:creationId xmlns:a16="http://schemas.microsoft.com/office/drawing/2014/main" id="{22176E66-5927-40C8-80E7-C7DE634CEC56}"/>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1" name="Google Shape;299;p5">
              <a:extLst>
                <a:ext uri="{FF2B5EF4-FFF2-40B4-BE49-F238E27FC236}">
                  <a16:creationId xmlns:a16="http://schemas.microsoft.com/office/drawing/2014/main" id="{7ADB864B-8853-4443-BC5D-2AEEF163C773}"/>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2" name="Google Shape;300;p5">
              <a:extLst>
                <a:ext uri="{FF2B5EF4-FFF2-40B4-BE49-F238E27FC236}">
                  <a16:creationId xmlns:a16="http://schemas.microsoft.com/office/drawing/2014/main" id="{D2226863-6E80-4BE1-AF1C-DEAF4EACFB96}"/>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3" name="Google Shape;301;p5">
              <a:extLst>
                <a:ext uri="{FF2B5EF4-FFF2-40B4-BE49-F238E27FC236}">
                  <a16:creationId xmlns:a16="http://schemas.microsoft.com/office/drawing/2014/main" id="{A97B9F76-D900-4500-9B8F-D47666816C63}"/>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4" name="Google Shape;302;p5">
              <a:extLst>
                <a:ext uri="{FF2B5EF4-FFF2-40B4-BE49-F238E27FC236}">
                  <a16:creationId xmlns:a16="http://schemas.microsoft.com/office/drawing/2014/main" id="{77C8C908-782A-4E0C-865E-6F7ADE9C1510}"/>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5" name="Google Shape;303;p5">
              <a:extLst>
                <a:ext uri="{FF2B5EF4-FFF2-40B4-BE49-F238E27FC236}">
                  <a16:creationId xmlns:a16="http://schemas.microsoft.com/office/drawing/2014/main" id="{429DEB95-140B-47B1-BD37-9BB904885EE8}"/>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6" name="Google Shape;304;p5">
              <a:extLst>
                <a:ext uri="{FF2B5EF4-FFF2-40B4-BE49-F238E27FC236}">
                  <a16:creationId xmlns:a16="http://schemas.microsoft.com/office/drawing/2014/main" id="{49AFB081-BE68-48E0-9E72-761B1D4A675C}"/>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7" name="Google Shape;305;p5">
              <a:extLst>
                <a:ext uri="{FF2B5EF4-FFF2-40B4-BE49-F238E27FC236}">
                  <a16:creationId xmlns:a16="http://schemas.microsoft.com/office/drawing/2014/main" id="{8C456FFF-E54D-420E-AD2E-AEF0BFC602CA}"/>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8" name="Google Shape;306;p5">
              <a:extLst>
                <a:ext uri="{FF2B5EF4-FFF2-40B4-BE49-F238E27FC236}">
                  <a16:creationId xmlns:a16="http://schemas.microsoft.com/office/drawing/2014/main" id="{C9124E36-6012-4351-B98C-FAA7CB6D0811}"/>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9" name="Google Shape;307;p5">
              <a:extLst>
                <a:ext uri="{FF2B5EF4-FFF2-40B4-BE49-F238E27FC236}">
                  <a16:creationId xmlns:a16="http://schemas.microsoft.com/office/drawing/2014/main" id="{4DBF8CD3-98F8-42B5-8B96-FC0AF23993E3}"/>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0" name="Google Shape;308;p5">
              <a:extLst>
                <a:ext uri="{FF2B5EF4-FFF2-40B4-BE49-F238E27FC236}">
                  <a16:creationId xmlns:a16="http://schemas.microsoft.com/office/drawing/2014/main" id="{F7485136-B835-4643-A818-7B99EDC22B64}"/>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1" name="Google Shape;309;p5">
              <a:extLst>
                <a:ext uri="{FF2B5EF4-FFF2-40B4-BE49-F238E27FC236}">
                  <a16:creationId xmlns:a16="http://schemas.microsoft.com/office/drawing/2014/main" id="{C5F0462F-4AE1-4110-90F5-7535A4F81771}"/>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2" name="Google Shape;310;p5">
              <a:extLst>
                <a:ext uri="{FF2B5EF4-FFF2-40B4-BE49-F238E27FC236}">
                  <a16:creationId xmlns:a16="http://schemas.microsoft.com/office/drawing/2014/main" id="{69A3D96D-6CC8-4FAB-A700-BEACB154D044}"/>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3" name="Google Shape;311;p5">
              <a:extLst>
                <a:ext uri="{FF2B5EF4-FFF2-40B4-BE49-F238E27FC236}">
                  <a16:creationId xmlns:a16="http://schemas.microsoft.com/office/drawing/2014/main" id="{A122DFBF-8FF5-4379-BFE9-3171BD622914}"/>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4" name="Google Shape;312;p5">
              <a:extLst>
                <a:ext uri="{FF2B5EF4-FFF2-40B4-BE49-F238E27FC236}">
                  <a16:creationId xmlns:a16="http://schemas.microsoft.com/office/drawing/2014/main" id="{7EFC3596-3961-491F-82FD-4A6D7EAA0B4D}"/>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5" name="Google Shape;313;p5">
              <a:extLst>
                <a:ext uri="{FF2B5EF4-FFF2-40B4-BE49-F238E27FC236}">
                  <a16:creationId xmlns:a16="http://schemas.microsoft.com/office/drawing/2014/main" id="{05FDA664-3C10-4078-8ACB-FF6A4994BEF5}"/>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6" name="Google Shape;314;p5">
              <a:extLst>
                <a:ext uri="{FF2B5EF4-FFF2-40B4-BE49-F238E27FC236}">
                  <a16:creationId xmlns:a16="http://schemas.microsoft.com/office/drawing/2014/main" id="{FED9D229-16F6-445D-9343-DA37C5A16828}"/>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7" name="Google Shape;315;p5">
              <a:extLst>
                <a:ext uri="{FF2B5EF4-FFF2-40B4-BE49-F238E27FC236}">
                  <a16:creationId xmlns:a16="http://schemas.microsoft.com/office/drawing/2014/main" id="{07A615B7-0FB9-472E-A127-E0455ADE9B5C}"/>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8" name="Google Shape;316;p5">
              <a:extLst>
                <a:ext uri="{FF2B5EF4-FFF2-40B4-BE49-F238E27FC236}">
                  <a16:creationId xmlns:a16="http://schemas.microsoft.com/office/drawing/2014/main" id="{BB84BD60-2065-40EB-9827-4F6B5B066ED7}"/>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9" name="Google Shape;317;p5">
              <a:extLst>
                <a:ext uri="{FF2B5EF4-FFF2-40B4-BE49-F238E27FC236}">
                  <a16:creationId xmlns:a16="http://schemas.microsoft.com/office/drawing/2014/main" id="{DB901F37-BC94-4775-82C8-C40A1B6E60D0}"/>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0" name="Google Shape;318;p5">
              <a:extLst>
                <a:ext uri="{FF2B5EF4-FFF2-40B4-BE49-F238E27FC236}">
                  <a16:creationId xmlns:a16="http://schemas.microsoft.com/office/drawing/2014/main" id="{292A3378-A202-47F8-92EB-E144D4BE9990}"/>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1" name="Google Shape;319;p5">
              <a:extLst>
                <a:ext uri="{FF2B5EF4-FFF2-40B4-BE49-F238E27FC236}">
                  <a16:creationId xmlns:a16="http://schemas.microsoft.com/office/drawing/2014/main" id="{CB505A8C-98BC-44CF-A95C-A7197B43CAA2}"/>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2" name="Google Shape;320;p5">
              <a:extLst>
                <a:ext uri="{FF2B5EF4-FFF2-40B4-BE49-F238E27FC236}">
                  <a16:creationId xmlns:a16="http://schemas.microsoft.com/office/drawing/2014/main" id="{471D8FE8-A12A-43CA-AD67-3BCF9DCD5F6A}"/>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3" name="Google Shape;321;p5">
              <a:extLst>
                <a:ext uri="{FF2B5EF4-FFF2-40B4-BE49-F238E27FC236}">
                  <a16:creationId xmlns:a16="http://schemas.microsoft.com/office/drawing/2014/main" id="{48F75B0B-5E3E-4184-A814-15172B1A256D}"/>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4" name="Google Shape;322;p5">
              <a:extLst>
                <a:ext uri="{FF2B5EF4-FFF2-40B4-BE49-F238E27FC236}">
                  <a16:creationId xmlns:a16="http://schemas.microsoft.com/office/drawing/2014/main" id="{92DF89BB-DDA6-431D-88B7-4B995D0B2D19}"/>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sp>
        <p:nvSpPr>
          <p:cNvPr id="36" name="Google Shape;291;p5">
            <a:extLst>
              <a:ext uri="{FF2B5EF4-FFF2-40B4-BE49-F238E27FC236}">
                <a16:creationId xmlns:a16="http://schemas.microsoft.com/office/drawing/2014/main" id="{A0500C0F-A345-4601-95F5-3406B512905E}"/>
              </a:ext>
            </a:extLst>
          </p:cNvPr>
          <p:cNvSpPr txBox="1">
            <a:spLocks noGrp="1"/>
          </p:cNvSpPr>
          <p:nvPr>
            <p:ph type="title"/>
          </p:nvPr>
        </p:nvSpPr>
        <p:spPr>
          <a:xfrm>
            <a:off x="736591" y="37818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p>
        </p:txBody>
      </p:sp>
    </p:spTree>
    <p:extLst>
      <p:ext uri="{BB962C8B-B14F-4D97-AF65-F5344CB8AC3E}">
        <p14:creationId xmlns:p14="http://schemas.microsoft.com/office/powerpoint/2010/main" val="35852480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2 columns">
  <p:cSld name="underlined_title_2box_rcol">
    <p:spTree>
      <p:nvGrpSpPr>
        <p:cNvPr id="1" name="Shape 325"/>
        <p:cNvGrpSpPr/>
        <p:nvPr/>
      </p:nvGrpSpPr>
      <p:grpSpPr>
        <a:xfrm>
          <a:off x="0" y="0"/>
          <a:ext cx="0" cy="0"/>
          <a:chOff x="0" y="0"/>
          <a:chExt cx="0" cy="0"/>
        </a:xfrm>
      </p:grpSpPr>
      <p:cxnSp>
        <p:nvCxnSpPr>
          <p:cNvPr id="359" name="Google Shape;359;p6"/>
          <p:cNvCxnSpPr/>
          <p:nvPr userDrawn="1"/>
        </p:nvCxnSpPr>
        <p:spPr>
          <a:xfrm>
            <a:off x="1133967" y="1375233"/>
            <a:ext cx="8050400" cy="0"/>
          </a:xfrm>
          <a:prstGeom prst="straightConnector1">
            <a:avLst/>
          </a:prstGeom>
          <a:noFill/>
          <a:ln w="19050" cap="rnd" cmpd="sng">
            <a:solidFill>
              <a:srgbClr val="36595D"/>
            </a:solidFill>
            <a:prstDash val="dash"/>
            <a:round/>
            <a:headEnd type="none" w="med" len="med"/>
            <a:tailEnd type="none" w="med" len="med"/>
          </a:ln>
        </p:spPr>
      </p:cxnSp>
      <p:grpSp>
        <p:nvGrpSpPr>
          <p:cNvPr id="37" name="Google Shape;293;p5">
            <a:extLst>
              <a:ext uri="{FF2B5EF4-FFF2-40B4-BE49-F238E27FC236}">
                <a16:creationId xmlns:a16="http://schemas.microsoft.com/office/drawing/2014/main" id="{54BDBE42-40E3-4F6C-841D-251F9551D406}"/>
              </a:ext>
            </a:extLst>
          </p:cNvPr>
          <p:cNvGrpSpPr/>
          <p:nvPr/>
        </p:nvGrpSpPr>
        <p:grpSpPr>
          <a:xfrm>
            <a:off x="9923870" y="-121539"/>
            <a:ext cx="2395052" cy="7107432"/>
            <a:chOff x="6023725" y="842300"/>
            <a:chExt cx="1358150" cy="4030375"/>
          </a:xfrm>
        </p:grpSpPr>
        <p:sp>
          <p:nvSpPr>
            <p:cNvPr id="38" name="Google Shape;294;p5">
              <a:extLst>
                <a:ext uri="{FF2B5EF4-FFF2-40B4-BE49-F238E27FC236}">
                  <a16:creationId xmlns:a16="http://schemas.microsoft.com/office/drawing/2014/main" id="{66E9B643-6FAC-4323-98C4-5ACA2DC4AE07}"/>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9" name="Google Shape;295;p5">
              <a:extLst>
                <a:ext uri="{FF2B5EF4-FFF2-40B4-BE49-F238E27FC236}">
                  <a16:creationId xmlns:a16="http://schemas.microsoft.com/office/drawing/2014/main" id="{35592297-D3D6-48AE-BEFC-3861C6C20BB6}"/>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0" name="Google Shape;296;p5">
              <a:extLst>
                <a:ext uri="{FF2B5EF4-FFF2-40B4-BE49-F238E27FC236}">
                  <a16:creationId xmlns:a16="http://schemas.microsoft.com/office/drawing/2014/main" id="{EEB6D149-1556-4B2E-AB6A-ADE699C535E7}"/>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1" name="Google Shape;297;p5">
              <a:extLst>
                <a:ext uri="{FF2B5EF4-FFF2-40B4-BE49-F238E27FC236}">
                  <a16:creationId xmlns:a16="http://schemas.microsoft.com/office/drawing/2014/main" id="{3F33B5F3-6141-4D9C-BFF0-B392ABDF0210}"/>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2" name="Google Shape;298;p5">
              <a:extLst>
                <a:ext uri="{FF2B5EF4-FFF2-40B4-BE49-F238E27FC236}">
                  <a16:creationId xmlns:a16="http://schemas.microsoft.com/office/drawing/2014/main" id="{D203D9D2-5D0A-4088-814A-6CEA6DB0E0FA}"/>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3" name="Google Shape;299;p5">
              <a:extLst>
                <a:ext uri="{FF2B5EF4-FFF2-40B4-BE49-F238E27FC236}">
                  <a16:creationId xmlns:a16="http://schemas.microsoft.com/office/drawing/2014/main" id="{74BB0A76-92F3-43E4-8802-35AC1D0474E2}"/>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4" name="Google Shape;300;p5">
              <a:extLst>
                <a:ext uri="{FF2B5EF4-FFF2-40B4-BE49-F238E27FC236}">
                  <a16:creationId xmlns:a16="http://schemas.microsoft.com/office/drawing/2014/main" id="{90463B7C-169F-40BD-83E9-2122585699A7}"/>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5" name="Google Shape;301;p5">
              <a:extLst>
                <a:ext uri="{FF2B5EF4-FFF2-40B4-BE49-F238E27FC236}">
                  <a16:creationId xmlns:a16="http://schemas.microsoft.com/office/drawing/2014/main" id="{7B2C9771-C7BB-46C9-9088-BC803B20A94D}"/>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6" name="Google Shape;302;p5">
              <a:extLst>
                <a:ext uri="{FF2B5EF4-FFF2-40B4-BE49-F238E27FC236}">
                  <a16:creationId xmlns:a16="http://schemas.microsoft.com/office/drawing/2014/main" id="{BCD0B44C-BB81-4F47-89C7-710B8A4F57F7}"/>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7" name="Google Shape;303;p5">
              <a:extLst>
                <a:ext uri="{FF2B5EF4-FFF2-40B4-BE49-F238E27FC236}">
                  <a16:creationId xmlns:a16="http://schemas.microsoft.com/office/drawing/2014/main" id="{6FE430A8-4685-4660-84EE-98FECF0A178E}"/>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8" name="Google Shape;304;p5">
              <a:extLst>
                <a:ext uri="{FF2B5EF4-FFF2-40B4-BE49-F238E27FC236}">
                  <a16:creationId xmlns:a16="http://schemas.microsoft.com/office/drawing/2014/main" id="{F34DAF67-4050-489C-8EA1-C47C9D8299F0}"/>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9" name="Google Shape;305;p5">
              <a:extLst>
                <a:ext uri="{FF2B5EF4-FFF2-40B4-BE49-F238E27FC236}">
                  <a16:creationId xmlns:a16="http://schemas.microsoft.com/office/drawing/2014/main" id="{7F9B4324-FE4B-46AA-B1FA-F80E82F71198}"/>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0" name="Google Shape;306;p5">
              <a:extLst>
                <a:ext uri="{FF2B5EF4-FFF2-40B4-BE49-F238E27FC236}">
                  <a16:creationId xmlns:a16="http://schemas.microsoft.com/office/drawing/2014/main" id="{858354B7-6DBC-4D09-8DD5-9B860AFEE789}"/>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1" name="Google Shape;307;p5">
              <a:extLst>
                <a:ext uri="{FF2B5EF4-FFF2-40B4-BE49-F238E27FC236}">
                  <a16:creationId xmlns:a16="http://schemas.microsoft.com/office/drawing/2014/main" id="{DA625892-EC39-4C8F-A40C-7B3930626C76}"/>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2" name="Google Shape;308;p5">
              <a:extLst>
                <a:ext uri="{FF2B5EF4-FFF2-40B4-BE49-F238E27FC236}">
                  <a16:creationId xmlns:a16="http://schemas.microsoft.com/office/drawing/2014/main" id="{67CCF9F0-4AFD-442E-9E09-8E90BF1278FA}"/>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3" name="Google Shape;309;p5">
              <a:extLst>
                <a:ext uri="{FF2B5EF4-FFF2-40B4-BE49-F238E27FC236}">
                  <a16:creationId xmlns:a16="http://schemas.microsoft.com/office/drawing/2014/main" id="{6BC26ED3-D3E2-4545-8776-D97BEAEE735F}"/>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4" name="Google Shape;310;p5">
              <a:extLst>
                <a:ext uri="{FF2B5EF4-FFF2-40B4-BE49-F238E27FC236}">
                  <a16:creationId xmlns:a16="http://schemas.microsoft.com/office/drawing/2014/main" id="{5A383DC0-9873-4D2D-A33A-05FE168F9BE9}"/>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5" name="Google Shape;311;p5">
              <a:extLst>
                <a:ext uri="{FF2B5EF4-FFF2-40B4-BE49-F238E27FC236}">
                  <a16:creationId xmlns:a16="http://schemas.microsoft.com/office/drawing/2014/main" id="{B7F30F45-4AFC-427C-B83D-FEB17C1E7C4D}"/>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6" name="Google Shape;312;p5">
              <a:extLst>
                <a:ext uri="{FF2B5EF4-FFF2-40B4-BE49-F238E27FC236}">
                  <a16:creationId xmlns:a16="http://schemas.microsoft.com/office/drawing/2014/main" id="{C82542C3-5C1E-4EDD-8EB3-37686C29AF2A}"/>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7" name="Google Shape;313;p5">
              <a:extLst>
                <a:ext uri="{FF2B5EF4-FFF2-40B4-BE49-F238E27FC236}">
                  <a16:creationId xmlns:a16="http://schemas.microsoft.com/office/drawing/2014/main" id="{56D63C3D-5A7C-4476-B8FB-D4BC12007E29}"/>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8" name="Google Shape;314;p5">
              <a:extLst>
                <a:ext uri="{FF2B5EF4-FFF2-40B4-BE49-F238E27FC236}">
                  <a16:creationId xmlns:a16="http://schemas.microsoft.com/office/drawing/2014/main" id="{5B165CDE-275A-452F-BC67-E69AE00D5833}"/>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9" name="Google Shape;315;p5">
              <a:extLst>
                <a:ext uri="{FF2B5EF4-FFF2-40B4-BE49-F238E27FC236}">
                  <a16:creationId xmlns:a16="http://schemas.microsoft.com/office/drawing/2014/main" id="{56F87171-DEA2-4ABF-8B18-FB21C185C31B}"/>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0" name="Google Shape;316;p5">
              <a:extLst>
                <a:ext uri="{FF2B5EF4-FFF2-40B4-BE49-F238E27FC236}">
                  <a16:creationId xmlns:a16="http://schemas.microsoft.com/office/drawing/2014/main" id="{27B1906B-B5A9-4BA8-A2E2-31DAB3706AC0}"/>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1" name="Google Shape;317;p5">
              <a:extLst>
                <a:ext uri="{FF2B5EF4-FFF2-40B4-BE49-F238E27FC236}">
                  <a16:creationId xmlns:a16="http://schemas.microsoft.com/office/drawing/2014/main" id="{1D30F440-D835-4830-BF9E-F6F88156A4C8}"/>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2" name="Google Shape;318;p5">
              <a:extLst>
                <a:ext uri="{FF2B5EF4-FFF2-40B4-BE49-F238E27FC236}">
                  <a16:creationId xmlns:a16="http://schemas.microsoft.com/office/drawing/2014/main" id="{6B4E0F55-E580-404D-9B42-15273B1F0AEE}"/>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3" name="Google Shape;319;p5">
              <a:extLst>
                <a:ext uri="{FF2B5EF4-FFF2-40B4-BE49-F238E27FC236}">
                  <a16:creationId xmlns:a16="http://schemas.microsoft.com/office/drawing/2014/main" id="{1164A904-8445-4C1B-9C60-748D80419CCD}"/>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4" name="Google Shape;320;p5">
              <a:extLst>
                <a:ext uri="{FF2B5EF4-FFF2-40B4-BE49-F238E27FC236}">
                  <a16:creationId xmlns:a16="http://schemas.microsoft.com/office/drawing/2014/main" id="{C044FB15-C13A-458D-8E2A-ED5B7D71CDAA}"/>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5" name="Google Shape;321;p5">
              <a:extLst>
                <a:ext uri="{FF2B5EF4-FFF2-40B4-BE49-F238E27FC236}">
                  <a16:creationId xmlns:a16="http://schemas.microsoft.com/office/drawing/2014/main" id="{FF96102C-CE7A-460D-B55D-F84A5C5C929A}"/>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6" name="Google Shape;322;p5">
              <a:extLst>
                <a:ext uri="{FF2B5EF4-FFF2-40B4-BE49-F238E27FC236}">
                  <a16:creationId xmlns:a16="http://schemas.microsoft.com/office/drawing/2014/main" id="{8CE04487-6205-47D8-9D32-0F05753E1516}"/>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grpSp>
        <p:nvGrpSpPr>
          <p:cNvPr id="70" name="Google Shape;293;p5">
            <a:extLst>
              <a:ext uri="{FF2B5EF4-FFF2-40B4-BE49-F238E27FC236}">
                <a16:creationId xmlns:a16="http://schemas.microsoft.com/office/drawing/2014/main" id="{CDE3D61C-CDED-4963-BA79-8EC0AC1EFFBC}"/>
              </a:ext>
            </a:extLst>
          </p:cNvPr>
          <p:cNvGrpSpPr/>
          <p:nvPr/>
        </p:nvGrpSpPr>
        <p:grpSpPr>
          <a:xfrm>
            <a:off x="9923870" y="-121539"/>
            <a:ext cx="2395052" cy="7107432"/>
            <a:chOff x="6023725" y="842300"/>
            <a:chExt cx="1358150" cy="4030375"/>
          </a:xfrm>
        </p:grpSpPr>
        <p:sp>
          <p:nvSpPr>
            <p:cNvPr id="71" name="Google Shape;294;p5">
              <a:extLst>
                <a:ext uri="{FF2B5EF4-FFF2-40B4-BE49-F238E27FC236}">
                  <a16:creationId xmlns:a16="http://schemas.microsoft.com/office/drawing/2014/main" id="{494FA09B-BB20-4F29-B3E6-B7C34014E0A5}"/>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2" name="Google Shape;295;p5">
              <a:extLst>
                <a:ext uri="{FF2B5EF4-FFF2-40B4-BE49-F238E27FC236}">
                  <a16:creationId xmlns:a16="http://schemas.microsoft.com/office/drawing/2014/main" id="{7B640E5D-809D-4931-86D2-D4FAFF8E8B1F}"/>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3" name="Google Shape;296;p5">
              <a:extLst>
                <a:ext uri="{FF2B5EF4-FFF2-40B4-BE49-F238E27FC236}">
                  <a16:creationId xmlns:a16="http://schemas.microsoft.com/office/drawing/2014/main" id="{44E5319D-E31F-466A-AC4B-66A0E8C227D1}"/>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4" name="Google Shape;297;p5">
              <a:extLst>
                <a:ext uri="{FF2B5EF4-FFF2-40B4-BE49-F238E27FC236}">
                  <a16:creationId xmlns:a16="http://schemas.microsoft.com/office/drawing/2014/main" id="{ED890F01-10B6-4EF6-B9FC-67318C49FCB0}"/>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5" name="Google Shape;298;p5">
              <a:extLst>
                <a:ext uri="{FF2B5EF4-FFF2-40B4-BE49-F238E27FC236}">
                  <a16:creationId xmlns:a16="http://schemas.microsoft.com/office/drawing/2014/main" id="{EC63B16A-234F-4A54-83DE-C2229CA153A2}"/>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6" name="Google Shape;299;p5">
              <a:extLst>
                <a:ext uri="{FF2B5EF4-FFF2-40B4-BE49-F238E27FC236}">
                  <a16:creationId xmlns:a16="http://schemas.microsoft.com/office/drawing/2014/main" id="{049A4857-2C93-4ECC-9659-5F5F270E1B8D}"/>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7" name="Google Shape;300;p5">
              <a:extLst>
                <a:ext uri="{FF2B5EF4-FFF2-40B4-BE49-F238E27FC236}">
                  <a16:creationId xmlns:a16="http://schemas.microsoft.com/office/drawing/2014/main" id="{4529F50E-F03E-4423-B32D-02237EFE094F}"/>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8" name="Google Shape;301;p5">
              <a:extLst>
                <a:ext uri="{FF2B5EF4-FFF2-40B4-BE49-F238E27FC236}">
                  <a16:creationId xmlns:a16="http://schemas.microsoft.com/office/drawing/2014/main" id="{26465B18-38CC-4D66-8B36-8AE718A8A6FD}"/>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9" name="Google Shape;302;p5">
              <a:extLst>
                <a:ext uri="{FF2B5EF4-FFF2-40B4-BE49-F238E27FC236}">
                  <a16:creationId xmlns:a16="http://schemas.microsoft.com/office/drawing/2014/main" id="{955D4038-4981-4499-AF08-CBA931DF4E77}"/>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0" name="Google Shape;303;p5">
              <a:extLst>
                <a:ext uri="{FF2B5EF4-FFF2-40B4-BE49-F238E27FC236}">
                  <a16:creationId xmlns:a16="http://schemas.microsoft.com/office/drawing/2014/main" id="{BC196BA2-19D7-4FBD-89F6-07BC62432395}"/>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1" name="Google Shape;304;p5">
              <a:extLst>
                <a:ext uri="{FF2B5EF4-FFF2-40B4-BE49-F238E27FC236}">
                  <a16:creationId xmlns:a16="http://schemas.microsoft.com/office/drawing/2014/main" id="{21DE9610-C560-4F22-946A-0E99295DCAD9}"/>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2" name="Google Shape;305;p5">
              <a:extLst>
                <a:ext uri="{FF2B5EF4-FFF2-40B4-BE49-F238E27FC236}">
                  <a16:creationId xmlns:a16="http://schemas.microsoft.com/office/drawing/2014/main" id="{88DAE264-72FE-49C3-92CA-C4E22CFD6679}"/>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3" name="Google Shape;306;p5">
              <a:extLst>
                <a:ext uri="{FF2B5EF4-FFF2-40B4-BE49-F238E27FC236}">
                  <a16:creationId xmlns:a16="http://schemas.microsoft.com/office/drawing/2014/main" id="{38907BB3-F232-4E38-B159-FB6D2CA6E755}"/>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4" name="Google Shape;307;p5">
              <a:extLst>
                <a:ext uri="{FF2B5EF4-FFF2-40B4-BE49-F238E27FC236}">
                  <a16:creationId xmlns:a16="http://schemas.microsoft.com/office/drawing/2014/main" id="{1CDAD999-4B33-4B81-A1B6-59C6EE935E05}"/>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5" name="Google Shape;308;p5">
              <a:extLst>
                <a:ext uri="{FF2B5EF4-FFF2-40B4-BE49-F238E27FC236}">
                  <a16:creationId xmlns:a16="http://schemas.microsoft.com/office/drawing/2014/main" id="{634D8B8E-87FB-4B4C-ADAA-7193446D5204}"/>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6" name="Google Shape;309;p5">
              <a:extLst>
                <a:ext uri="{FF2B5EF4-FFF2-40B4-BE49-F238E27FC236}">
                  <a16:creationId xmlns:a16="http://schemas.microsoft.com/office/drawing/2014/main" id="{A84278D9-55A7-43CB-80E4-4915603F39C1}"/>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7" name="Google Shape;310;p5">
              <a:extLst>
                <a:ext uri="{FF2B5EF4-FFF2-40B4-BE49-F238E27FC236}">
                  <a16:creationId xmlns:a16="http://schemas.microsoft.com/office/drawing/2014/main" id="{F4D02316-4EAF-4A18-88B3-3E4CD47FA8F1}"/>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8" name="Google Shape;311;p5">
              <a:extLst>
                <a:ext uri="{FF2B5EF4-FFF2-40B4-BE49-F238E27FC236}">
                  <a16:creationId xmlns:a16="http://schemas.microsoft.com/office/drawing/2014/main" id="{3767F723-1A01-4C3A-BECF-39DE99B6571F}"/>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9" name="Google Shape;312;p5">
              <a:extLst>
                <a:ext uri="{FF2B5EF4-FFF2-40B4-BE49-F238E27FC236}">
                  <a16:creationId xmlns:a16="http://schemas.microsoft.com/office/drawing/2014/main" id="{F5A60277-3B49-45CE-BF82-8E40751369E0}"/>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0" name="Google Shape;313;p5">
              <a:extLst>
                <a:ext uri="{FF2B5EF4-FFF2-40B4-BE49-F238E27FC236}">
                  <a16:creationId xmlns:a16="http://schemas.microsoft.com/office/drawing/2014/main" id="{40DE02EA-FE0E-4C3C-BC4C-05E6C8659792}"/>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1" name="Google Shape;314;p5">
              <a:extLst>
                <a:ext uri="{FF2B5EF4-FFF2-40B4-BE49-F238E27FC236}">
                  <a16:creationId xmlns:a16="http://schemas.microsoft.com/office/drawing/2014/main" id="{356D8788-7A1B-4C2A-AB56-A60B0AE15624}"/>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2" name="Google Shape;315;p5">
              <a:extLst>
                <a:ext uri="{FF2B5EF4-FFF2-40B4-BE49-F238E27FC236}">
                  <a16:creationId xmlns:a16="http://schemas.microsoft.com/office/drawing/2014/main" id="{56346FC5-C5CE-42C6-8BE5-2277EF5215CF}"/>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3" name="Google Shape;316;p5">
              <a:extLst>
                <a:ext uri="{FF2B5EF4-FFF2-40B4-BE49-F238E27FC236}">
                  <a16:creationId xmlns:a16="http://schemas.microsoft.com/office/drawing/2014/main" id="{9BC3C194-F9B8-4E24-B7F2-37E5FDE2FD9D}"/>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4" name="Google Shape;317;p5">
              <a:extLst>
                <a:ext uri="{FF2B5EF4-FFF2-40B4-BE49-F238E27FC236}">
                  <a16:creationId xmlns:a16="http://schemas.microsoft.com/office/drawing/2014/main" id="{3894D0C1-0B5D-4DEA-B729-E8498EE85E6C}"/>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5" name="Google Shape;318;p5">
              <a:extLst>
                <a:ext uri="{FF2B5EF4-FFF2-40B4-BE49-F238E27FC236}">
                  <a16:creationId xmlns:a16="http://schemas.microsoft.com/office/drawing/2014/main" id="{1934CA72-314B-4C3F-8B41-BB80E20AC021}"/>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6" name="Google Shape;319;p5">
              <a:extLst>
                <a:ext uri="{FF2B5EF4-FFF2-40B4-BE49-F238E27FC236}">
                  <a16:creationId xmlns:a16="http://schemas.microsoft.com/office/drawing/2014/main" id="{B0EB1864-F72B-42F0-AB2A-4104570ED953}"/>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7" name="Google Shape;320;p5">
              <a:extLst>
                <a:ext uri="{FF2B5EF4-FFF2-40B4-BE49-F238E27FC236}">
                  <a16:creationId xmlns:a16="http://schemas.microsoft.com/office/drawing/2014/main" id="{88130EAC-9316-42CA-85F9-ACDF2FE419CC}"/>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8" name="Google Shape;321;p5">
              <a:extLst>
                <a:ext uri="{FF2B5EF4-FFF2-40B4-BE49-F238E27FC236}">
                  <a16:creationId xmlns:a16="http://schemas.microsoft.com/office/drawing/2014/main" id="{193073F5-8607-4FCE-A024-8B51BEE693EA}"/>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9" name="Google Shape;322;p5">
              <a:extLst>
                <a:ext uri="{FF2B5EF4-FFF2-40B4-BE49-F238E27FC236}">
                  <a16:creationId xmlns:a16="http://schemas.microsoft.com/office/drawing/2014/main" id="{A3306CAD-B7F8-4C1B-9892-3A64FAA0DBC3}"/>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sp>
        <p:nvSpPr>
          <p:cNvPr id="68" name="Google Shape;291;p5">
            <a:extLst>
              <a:ext uri="{FF2B5EF4-FFF2-40B4-BE49-F238E27FC236}">
                <a16:creationId xmlns:a16="http://schemas.microsoft.com/office/drawing/2014/main" id="{B97B5B7A-4A6D-4E77-9B24-5D9BB4424008}"/>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a:t>Click to edit Master title style</a:t>
            </a:r>
            <a:endParaRPr dirty="0"/>
          </a:p>
        </p:txBody>
      </p:sp>
      <p:sp>
        <p:nvSpPr>
          <p:cNvPr id="69" name="Text Placeholder 173">
            <a:extLst>
              <a:ext uri="{FF2B5EF4-FFF2-40B4-BE49-F238E27FC236}">
                <a16:creationId xmlns:a16="http://schemas.microsoft.com/office/drawing/2014/main" id="{DD3099D4-19C4-4D92-BE04-768341CBA7B7}"/>
              </a:ext>
            </a:extLst>
          </p:cNvPr>
          <p:cNvSpPr>
            <a:spLocks noGrp="1"/>
          </p:cNvSpPr>
          <p:nvPr>
            <p:ph idx="1"/>
          </p:nvPr>
        </p:nvSpPr>
        <p:spPr>
          <a:xfrm>
            <a:off x="997233" y="1826684"/>
            <a:ext cx="5568772" cy="4349749"/>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0" name="Text Placeholder 173">
            <a:extLst>
              <a:ext uri="{FF2B5EF4-FFF2-40B4-BE49-F238E27FC236}">
                <a16:creationId xmlns:a16="http://schemas.microsoft.com/office/drawing/2014/main" id="{8816F192-26F1-4320-85A5-B3801E75E042}"/>
              </a:ext>
            </a:extLst>
          </p:cNvPr>
          <p:cNvSpPr>
            <a:spLocks noGrp="1"/>
          </p:cNvSpPr>
          <p:nvPr>
            <p:ph idx="14"/>
          </p:nvPr>
        </p:nvSpPr>
        <p:spPr>
          <a:xfrm>
            <a:off x="6735423" y="1826683"/>
            <a:ext cx="3245097" cy="4349749"/>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27825145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 2 columns" preserve="1">
  <p:cSld name="header_2box_rcol">
    <p:spTree>
      <p:nvGrpSpPr>
        <p:cNvPr id="1" name="Shape 325"/>
        <p:cNvGrpSpPr/>
        <p:nvPr/>
      </p:nvGrpSpPr>
      <p:grpSpPr>
        <a:xfrm>
          <a:off x="0" y="0"/>
          <a:ext cx="0" cy="0"/>
          <a:chOff x="0" y="0"/>
          <a:chExt cx="0" cy="0"/>
        </a:xfrm>
      </p:grpSpPr>
      <p:grpSp>
        <p:nvGrpSpPr>
          <p:cNvPr id="37" name="Google Shape;293;p5">
            <a:extLst>
              <a:ext uri="{FF2B5EF4-FFF2-40B4-BE49-F238E27FC236}">
                <a16:creationId xmlns:a16="http://schemas.microsoft.com/office/drawing/2014/main" id="{54BDBE42-40E3-4F6C-841D-251F9551D406}"/>
              </a:ext>
            </a:extLst>
          </p:cNvPr>
          <p:cNvGrpSpPr/>
          <p:nvPr/>
        </p:nvGrpSpPr>
        <p:grpSpPr>
          <a:xfrm>
            <a:off x="9923870" y="-121539"/>
            <a:ext cx="2395052" cy="7107432"/>
            <a:chOff x="6023725" y="842300"/>
            <a:chExt cx="1358150" cy="4030375"/>
          </a:xfrm>
        </p:grpSpPr>
        <p:sp>
          <p:nvSpPr>
            <p:cNvPr id="38" name="Google Shape;294;p5">
              <a:extLst>
                <a:ext uri="{FF2B5EF4-FFF2-40B4-BE49-F238E27FC236}">
                  <a16:creationId xmlns:a16="http://schemas.microsoft.com/office/drawing/2014/main" id="{66E9B643-6FAC-4323-98C4-5ACA2DC4AE07}"/>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9" name="Google Shape;295;p5">
              <a:extLst>
                <a:ext uri="{FF2B5EF4-FFF2-40B4-BE49-F238E27FC236}">
                  <a16:creationId xmlns:a16="http://schemas.microsoft.com/office/drawing/2014/main" id="{35592297-D3D6-48AE-BEFC-3861C6C20BB6}"/>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0" name="Google Shape;296;p5">
              <a:extLst>
                <a:ext uri="{FF2B5EF4-FFF2-40B4-BE49-F238E27FC236}">
                  <a16:creationId xmlns:a16="http://schemas.microsoft.com/office/drawing/2014/main" id="{EEB6D149-1556-4B2E-AB6A-ADE699C535E7}"/>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1" name="Google Shape;297;p5">
              <a:extLst>
                <a:ext uri="{FF2B5EF4-FFF2-40B4-BE49-F238E27FC236}">
                  <a16:creationId xmlns:a16="http://schemas.microsoft.com/office/drawing/2014/main" id="{3F33B5F3-6141-4D9C-BFF0-B392ABDF0210}"/>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2" name="Google Shape;298;p5">
              <a:extLst>
                <a:ext uri="{FF2B5EF4-FFF2-40B4-BE49-F238E27FC236}">
                  <a16:creationId xmlns:a16="http://schemas.microsoft.com/office/drawing/2014/main" id="{D203D9D2-5D0A-4088-814A-6CEA6DB0E0FA}"/>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3" name="Google Shape;299;p5">
              <a:extLst>
                <a:ext uri="{FF2B5EF4-FFF2-40B4-BE49-F238E27FC236}">
                  <a16:creationId xmlns:a16="http://schemas.microsoft.com/office/drawing/2014/main" id="{74BB0A76-92F3-43E4-8802-35AC1D0474E2}"/>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4" name="Google Shape;300;p5">
              <a:extLst>
                <a:ext uri="{FF2B5EF4-FFF2-40B4-BE49-F238E27FC236}">
                  <a16:creationId xmlns:a16="http://schemas.microsoft.com/office/drawing/2014/main" id="{90463B7C-169F-40BD-83E9-2122585699A7}"/>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5" name="Google Shape;301;p5">
              <a:extLst>
                <a:ext uri="{FF2B5EF4-FFF2-40B4-BE49-F238E27FC236}">
                  <a16:creationId xmlns:a16="http://schemas.microsoft.com/office/drawing/2014/main" id="{7B2C9771-C7BB-46C9-9088-BC803B20A94D}"/>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6" name="Google Shape;302;p5">
              <a:extLst>
                <a:ext uri="{FF2B5EF4-FFF2-40B4-BE49-F238E27FC236}">
                  <a16:creationId xmlns:a16="http://schemas.microsoft.com/office/drawing/2014/main" id="{BCD0B44C-BB81-4F47-89C7-710B8A4F57F7}"/>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7" name="Google Shape;303;p5">
              <a:extLst>
                <a:ext uri="{FF2B5EF4-FFF2-40B4-BE49-F238E27FC236}">
                  <a16:creationId xmlns:a16="http://schemas.microsoft.com/office/drawing/2014/main" id="{6FE430A8-4685-4660-84EE-98FECF0A178E}"/>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8" name="Google Shape;304;p5">
              <a:extLst>
                <a:ext uri="{FF2B5EF4-FFF2-40B4-BE49-F238E27FC236}">
                  <a16:creationId xmlns:a16="http://schemas.microsoft.com/office/drawing/2014/main" id="{F34DAF67-4050-489C-8EA1-C47C9D8299F0}"/>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9" name="Google Shape;305;p5">
              <a:extLst>
                <a:ext uri="{FF2B5EF4-FFF2-40B4-BE49-F238E27FC236}">
                  <a16:creationId xmlns:a16="http://schemas.microsoft.com/office/drawing/2014/main" id="{7F9B4324-FE4B-46AA-B1FA-F80E82F71198}"/>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0" name="Google Shape;306;p5">
              <a:extLst>
                <a:ext uri="{FF2B5EF4-FFF2-40B4-BE49-F238E27FC236}">
                  <a16:creationId xmlns:a16="http://schemas.microsoft.com/office/drawing/2014/main" id="{858354B7-6DBC-4D09-8DD5-9B860AFEE789}"/>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1" name="Google Shape;307;p5">
              <a:extLst>
                <a:ext uri="{FF2B5EF4-FFF2-40B4-BE49-F238E27FC236}">
                  <a16:creationId xmlns:a16="http://schemas.microsoft.com/office/drawing/2014/main" id="{DA625892-EC39-4C8F-A40C-7B3930626C76}"/>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2" name="Google Shape;308;p5">
              <a:extLst>
                <a:ext uri="{FF2B5EF4-FFF2-40B4-BE49-F238E27FC236}">
                  <a16:creationId xmlns:a16="http://schemas.microsoft.com/office/drawing/2014/main" id="{67CCF9F0-4AFD-442E-9E09-8E90BF1278FA}"/>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3" name="Google Shape;309;p5">
              <a:extLst>
                <a:ext uri="{FF2B5EF4-FFF2-40B4-BE49-F238E27FC236}">
                  <a16:creationId xmlns:a16="http://schemas.microsoft.com/office/drawing/2014/main" id="{6BC26ED3-D3E2-4545-8776-D97BEAEE735F}"/>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4" name="Google Shape;310;p5">
              <a:extLst>
                <a:ext uri="{FF2B5EF4-FFF2-40B4-BE49-F238E27FC236}">
                  <a16:creationId xmlns:a16="http://schemas.microsoft.com/office/drawing/2014/main" id="{5A383DC0-9873-4D2D-A33A-05FE168F9BE9}"/>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5" name="Google Shape;311;p5">
              <a:extLst>
                <a:ext uri="{FF2B5EF4-FFF2-40B4-BE49-F238E27FC236}">
                  <a16:creationId xmlns:a16="http://schemas.microsoft.com/office/drawing/2014/main" id="{B7F30F45-4AFC-427C-B83D-FEB17C1E7C4D}"/>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6" name="Google Shape;312;p5">
              <a:extLst>
                <a:ext uri="{FF2B5EF4-FFF2-40B4-BE49-F238E27FC236}">
                  <a16:creationId xmlns:a16="http://schemas.microsoft.com/office/drawing/2014/main" id="{C82542C3-5C1E-4EDD-8EB3-37686C29AF2A}"/>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7" name="Google Shape;313;p5">
              <a:extLst>
                <a:ext uri="{FF2B5EF4-FFF2-40B4-BE49-F238E27FC236}">
                  <a16:creationId xmlns:a16="http://schemas.microsoft.com/office/drawing/2014/main" id="{56D63C3D-5A7C-4476-B8FB-D4BC12007E29}"/>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8" name="Google Shape;314;p5">
              <a:extLst>
                <a:ext uri="{FF2B5EF4-FFF2-40B4-BE49-F238E27FC236}">
                  <a16:creationId xmlns:a16="http://schemas.microsoft.com/office/drawing/2014/main" id="{5B165CDE-275A-452F-BC67-E69AE00D5833}"/>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9" name="Google Shape;315;p5">
              <a:extLst>
                <a:ext uri="{FF2B5EF4-FFF2-40B4-BE49-F238E27FC236}">
                  <a16:creationId xmlns:a16="http://schemas.microsoft.com/office/drawing/2014/main" id="{56F87171-DEA2-4ABF-8B18-FB21C185C31B}"/>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0" name="Google Shape;316;p5">
              <a:extLst>
                <a:ext uri="{FF2B5EF4-FFF2-40B4-BE49-F238E27FC236}">
                  <a16:creationId xmlns:a16="http://schemas.microsoft.com/office/drawing/2014/main" id="{27B1906B-B5A9-4BA8-A2E2-31DAB3706AC0}"/>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1" name="Google Shape;317;p5">
              <a:extLst>
                <a:ext uri="{FF2B5EF4-FFF2-40B4-BE49-F238E27FC236}">
                  <a16:creationId xmlns:a16="http://schemas.microsoft.com/office/drawing/2014/main" id="{1D30F440-D835-4830-BF9E-F6F88156A4C8}"/>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2" name="Google Shape;318;p5">
              <a:extLst>
                <a:ext uri="{FF2B5EF4-FFF2-40B4-BE49-F238E27FC236}">
                  <a16:creationId xmlns:a16="http://schemas.microsoft.com/office/drawing/2014/main" id="{6B4E0F55-E580-404D-9B42-15273B1F0AEE}"/>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3" name="Google Shape;319;p5">
              <a:extLst>
                <a:ext uri="{FF2B5EF4-FFF2-40B4-BE49-F238E27FC236}">
                  <a16:creationId xmlns:a16="http://schemas.microsoft.com/office/drawing/2014/main" id="{1164A904-8445-4C1B-9C60-748D80419CCD}"/>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4" name="Google Shape;320;p5">
              <a:extLst>
                <a:ext uri="{FF2B5EF4-FFF2-40B4-BE49-F238E27FC236}">
                  <a16:creationId xmlns:a16="http://schemas.microsoft.com/office/drawing/2014/main" id="{C044FB15-C13A-458D-8E2A-ED5B7D71CDAA}"/>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5" name="Google Shape;321;p5">
              <a:extLst>
                <a:ext uri="{FF2B5EF4-FFF2-40B4-BE49-F238E27FC236}">
                  <a16:creationId xmlns:a16="http://schemas.microsoft.com/office/drawing/2014/main" id="{FF96102C-CE7A-460D-B55D-F84A5C5C929A}"/>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6" name="Google Shape;322;p5">
              <a:extLst>
                <a:ext uri="{FF2B5EF4-FFF2-40B4-BE49-F238E27FC236}">
                  <a16:creationId xmlns:a16="http://schemas.microsoft.com/office/drawing/2014/main" id="{8CE04487-6205-47D8-9D32-0F05753E1516}"/>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grpSp>
        <p:nvGrpSpPr>
          <p:cNvPr id="70" name="Google Shape;293;p5">
            <a:extLst>
              <a:ext uri="{FF2B5EF4-FFF2-40B4-BE49-F238E27FC236}">
                <a16:creationId xmlns:a16="http://schemas.microsoft.com/office/drawing/2014/main" id="{CDE3D61C-CDED-4963-BA79-8EC0AC1EFFBC}"/>
              </a:ext>
            </a:extLst>
          </p:cNvPr>
          <p:cNvGrpSpPr/>
          <p:nvPr/>
        </p:nvGrpSpPr>
        <p:grpSpPr>
          <a:xfrm>
            <a:off x="9923870" y="-121539"/>
            <a:ext cx="2395052" cy="7107432"/>
            <a:chOff x="6023725" y="842300"/>
            <a:chExt cx="1358150" cy="4030375"/>
          </a:xfrm>
        </p:grpSpPr>
        <p:sp>
          <p:nvSpPr>
            <p:cNvPr id="71" name="Google Shape;294;p5">
              <a:extLst>
                <a:ext uri="{FF2B5EF4-FFF2-40B4-BE49-F238E27FC236}">
                  <a16:creationId xmlns:a16="http://schemas.microsoft.com/office/drawing/2014/main" id="{494FA09B-BB20-4F29-B3E6-B7C34014E0A5}"/>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2" name="Google Shape;295;p5">
              <a:extLst>
                <a:ext uri="{FF2B5EF4-FFF2-40B4-BE49-F238E27FC236}">
                  <a16:creationId xmlns:a16="http://schemas.microsoft.com/office/drawing/2014/main" id="{7B640E5D-809D-4931-86D2-D4FAFF8E8B1F}"/>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3" name="Google Shape;296;p5">
              <a:extLst>
                <a:ext uri="{FF2B5EF4-FFF2-40B4-BE49-F238E27FC236}">
                  <a16:creationId xmlns:a16="http://schemas.microsoft.com/office/drawing/2014/main" id="{44E5319D-E31F-466A-AC4B-66A0E8C227D1}"/>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4" name="Google Shape;297;p5">
              <a:extLst>
                <a:ext uri="{FF2B5EF4-FFF2-40B4-BE49-F238E27FC236}">
                  <a16:creationId xmlns:a16="http://schemas.microsoft.com/office/drawing/2014/main" id="{ED890F01-10B6-4EF6-B9FC-67318C49FCB0}"/>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5" name="Google Shape;298;p5">
              <a:extLst>
                <a:ext uri="{FF2B5EF4-FFF2-40B4-BE49-F238E27FC236}">
                  <a16:creationId xmlns:a16="http://schemas.microsoft.com/office/drawing/2014/main" id="{EC63B16A-234F-4A54-83DE-C2229CA153A2}"/>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6" name="Google Shape;299;p5">
              <a:extLst>
                <a:ext uri="{FF2B5EF4-FFF2-40B4-BE49-F238E27FC236}">
                  <a16:creationId xmlns:a16="http://schemas.microsoft.com/office/drawing/2014/main" id="{049A4857-2C93-4ECC-9659-5F5F270E1B8D}"/>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7" name="Google Shape;300;p5">
              <a:extLst>
                <a:ext uri="{FF2B5EF4-FFF2-40B4-BE49-F238E27FC236}">
                  <a16:creationId xmlns:a16="http://schemas.microsoft.com/office/drawing/2014/main" id="{4529F50E-F03E-4423-B32D-02237EFE094F}"/>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8" name="Google Shape;301;p5">
              <a:extLst>
                <a:ext uri="{FF2B5EF4-FFF2-40B4-BE49-F238E27FC236}">
                  <a16:creationId xmlns:a16="http://schemas.microsoft.com/office/drawing/2014/main" id="{26465B18-38CC-4D66-8B36-8AE718A8A6FD}"/>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9" name="Google Shape;302;p5">
              <a:extLst>
                <a:ext uri="{FF2B5EF4-FFF2-40B4-BE49-F238E27FC236}">
                  <a16:creationId xmlns:a16="http://schemas.microsoft.com/office/drawing/2014/main" id="{955D4038-4981-4499-AF08-CBA931DF4E77}"/>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0" name="Google Shape;303;p5">
              <a:extLst>
                <a:ext uri="{FF2B5EF4-FFF2-40B4-BE49-F238E27FC236}">
                  <a16:creationId xmlns:a16="http://schemas.microsoft.com/office/drawing/2014/main" id="{BC196BA2-19D7-4FBD-89F6-07BC62432395}"/>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1" name="Google Shape;304;p5">
              <a:extLst>
                <a:ext uri="{FF2B5EF4-FFF2-40B4-BE49-F238E27FC236}">
                  <a16:creationId xmlns:a16="http://schemas.microsoft.com/office/drawing/2014/main" id="{21DE9610-C560-4F22-946A-0E99295DCAD9}"/>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2" name="Google Shape;305;p5">
              <a:extLst>
                <a:ext uri="{FF2B5EF4-FFF2-40B4-BE49-F238E27FC236}">
                  <a16:creationId xmlns:a16="http://schemas.microsoft.com/office/drawing/2014/main" id="{88DAE264-72FE-49C3-92CA-C4E22CFD6679}"/>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3" name="Google Shape;306;p5">
              <a:extLst>
                <a:ext uri="{FF2B5EF4-FFF2-40B4-BE49-F238E27FC236}">
                  <a16:creationId xmlns:a16="http://schemas.microsoft.com/office/drawing/2014/main" id="{38907BB3-F232-4E38-B159-FB6D2CA6E755}"/>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4" name="Google Shape;307;p5">
              <a:extLst>
                <a:ext uri="{FF2B5EF4-FFF2-40B4-BE49-F238E27FC236}">
                  <a16:creationId xmlns:a16="http://schemas.microsoft.com/office/drawing/2014/main" id="{1CDAD999-4B33-4B81-A1B6-59C6EE935E05}"/>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5" name="Google Shape;308;p5">
              <a:extLst>
                <a:ext uri="{FF2B5EF4-FFF2-40B4-BE49-F238E27FC236}">
                  <a16:creationId xmlns:a16="http://schemas.microsoft.com/office/drawing/2014/main" id="{634D8B8E-87FB-4B4C-ADAA-7193446D5204}"/>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6" name="Google Shape;309;p5">
              <a:extLst>
                <a:ext uri="{FF2B5EF4-FFF2-40B4-BE49-F238E27FC236}">
                  <a16:creationId xmlns:a16="http://schemas.microsoft.com/office/drawing/2014/main" id="{A84278D9-55A7-43CB-80E4-4915603F39C1}"/>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7" name="Google Shape;310;p5">
              <a:extLst>
                <a:ext uri="{FF2B5EF4-FFF2-40B4-BE49-F238E27FC236}">
                  <a16:creationId xmlns:a16="http://schemas.microsoft.com/office/drawing/2014/main" id="{F4D02316-4EAF-4A18-88B3-3E4CD47FA8F1}"/>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8" name="Google Shape;311;p5">
              <a:extLst>
                <a:ext uri="{FF2B5EF4-FFF2-40B4-BE49-F238E27FC236}">
                  <a16:creationId xmlns:a16="http://schemas.microsoft.com/office/drawing/2014/main" id="{3767F723-1A01-4C3A-BECF-39DE99B6571F}"/>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9" name="Google Shape;312;p5">
              <a:extLst>
                <a:ext uri="{FF2B5EF4-FFF2-40B4-BE49-F238E27FC236}">
                  <a16:creationId xmlns:a16="http://schemas.microsoft.com/office/drawing/2014/main" id="{F5A60277-3B49-45CE-BF82-8E40751369E0}"/>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0" name="Google Shape;313;p5">
              <a:extLst>
                <a:ext uri="{FF2B5EF4-FFF2-40B4-BE49-F238E27FC236}">
                  <a16:creationId xmlns:a16="http://schemas.microsoft.com/office/drawing/2014/main" id="{40DE02EA-FE0E-4C3C-BC4C-05E6C8659792}"/>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1" name="Google Shape;314;p5">
              <a:extLst>
                <a:ext uri="{FF2B5EF4-FFF2-40B4-BE49-F238E27FC236}">
                  <a16:creationId xmlns:a16="http://schemas.microsoft.com/office/drawing/2014/main" id="{356D8788-7A1B-4C2A-AB56-A60B0AE15624}"/>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2" name="Google Shape;315;p5">
              <a:extLst>
                <a:ext uri="{FF2B5EF4-FFF2-40B4-BE49-F238E27FC236}">
                  <a16:creationId xmlns:a16="http://schemas.microsoft.com/office/drawing/2014/main" id="{56346FC5-C5CE-42C6-8BE5-2277EF5215CF}"/>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3" name="Google Shape;316;p5">
              <a:extLst>
                <a:ext uri="{FF2B5EF4-FFF2-40B4-BE49-F238E27FC236}">
                  <a16:creationId xmlns:a16="http://schemas.microsoft.com/office/drawing/2014/main" id="{9BC3C194-F9B8-4E24-B7F2-37E5FDE2FD9D}"/>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4" name="Google Shape;317;p5">
              <a:extLst>
                <a:ext uri="{FF2B5EF4-FFF2-40B4-BE49-F238E27FC236}">
                  <a16:creationId xmlns:a16="http://schemas.microsoft.com/office/drawing/2014/main" id="{3894D0C1-0B5D-4DEA-B729-E8498EE85E6C}"/>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5" name="Google Shape;318;p5">
              <a:extLst>
                <a:ext uri="{FF2B5EF4-FFF2-40B4-BE49-F238E27FC236}">
                  <a16:creationId xmlns:a16="http://schemas.microsoft.com/office/drawing/2014/main" id="{1934CA72-314B-4C3F-8B41-BB80E20AC021}"/>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6" name="Google Shape;319;p5">
              <a:extLst>
                <a:ext uri="{FF2B5EF4-FFF2-40B4-BE49-F238E27FC236}">
                  <a16:creationId xmlns:a16="http://schemas.microsoft.com/office/drawing/2014/main" id="{B0EB1864-F72B-42F0-AB2A-4104570ED953}"/>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7" name="Google Shape;320;p5">
              <a:extLst>
                <a:ext uri="{FF2B5EF4-FFF2-40B4-BE49-F238E27FC236}">
                  <a16:creationId xmlns:a16="http://schemas.microsoft.com/office/drawing/2014/main" id="{88130EAC-9316-42CA-85F9-ACDF2FE419CC}"/>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8" name="Google Shape;321;p5">
              <a:extLst>
                <a:ext uri="{FF2B5EF4-FFF2-40B4-BE49-F238E27FC236}">
                  <a16:creationId xmlns:a16="http://schemas.microsoft.com/office/drawing/2014/main" id="{193073F5-8607-4FCE-A024-8B51BEE693EA}"/>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9" name="Google Shape;322;p5">
              <a:extLst>
                <a:ext uri="{FF2B5EF4-FFF2-40B4-BE49-F238E27FC236}">
                  <a16:creationId xmlns:a16="http://schemas.microsoft.com/office/drawing/2014/main" id="{A3306CAD-B7F8-4C1B-9892-3A64FAA0DBC3}"/>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sp>
        <p:nvSpPr>
          <p:cNvPr id="68" name="Google Shape;291;p5">
            <a:extLst>
              <a:ext uri="{FF2B5EF4-FFF2-40B4-BE49-F238E27FC236}">
                <a16:creationId xmlns:a16="http://schemas.microsoft.com/office/drawing/2014/main" id="{B97B5B7A-4A6D-4E77-9B24-5D9BB4424008}"/>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a:t>Click to edit Master title style</a:t>
            </a:r>
            <a:endParaRPr dirty="0"/>
          </a:p>
        </p:txBody>
      </p:sp>
      <p:sp>
        <p:nvSpPr>
          <p:cNvPr id="69" name="Text Placeholder 173">
            <a:extLst>
              <a:ext uri="{FF2B5EF4-FFF2-40B4-BE49-F238E27FC236}">
                <a16:creationId xmlns:a16="http://schemas.microsoft.com/office/drawing/2014/main" id="{DD3099D4-19C4-4D92-BE04-768341CBA7B7}"/>
              </a:ext>
            </a:extLst>
          </p:cNvPr>
          <p:cNvSpPr>
            <a:spLocks noGrp="1"/>
          </p:cNvSpPr>
          <p:nvPr>
            <p:ph idx="1"/>
          </p:nvPr>
        </p:nvSpPr>
        <p:spPr>
          <a:xfrm>
            <a:off x="997233" y="1826684"/>
            <a:ext cx="5568772" cy="4349749"/>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0" name="Text Placeholder 173">
            <a:extLst>
              <a:ext uri="{FF2B5EF4-FFF2-40B4-BE49-F238E27FC236}">
                <a16:creationId xmlns:a16="http://schemas.microsoft.com/office/drawing/2014/main" id="{8816F192-26F1-4320-85A5-B3801E75E042}"/>
              </a:ext>
            </a:extLst>
          </p:cNvPr>
          <p:cNvSpPr>
            <a:spLocks noGrp="1"/>
          </p:cNvSpPr>
          <p:nvPr>
            <p:ph idx="14"/>
          </p:nvPr>
        </p:nvSpPr>
        <p:spPr>
          <a:xfrm>
            <a:off x="6735423" y="1826683"/>
            <a:ext cx="3245097" cy="4349749"/>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79210689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 2 columns" preserve="1" userDrawn="1">
  <p:cSld name="shapeheader_2box_rcol">
    <p:spTree>
      <p:nvGrpSpPr>
        <p:cNvPr id="1" name="Shape 325"/>
        <p:cNvGrpSpPr/>
        <p:nvPr/>
      </p:nvGrpSpPr>
      <p:grpSpPr>
        <a:xfrm>
          <a:off x="0" y="0"/>
          <a:ext cx="0" cy="0"/>
          <a:chOff x="0" y="0"/>
          <a:chExt cx="0" cy="0"/>
        </a:xfrm>
      </p:grpSpPr>
      <p:grpSp>
        <p:nvGrpSpPr>
          <p:cNvPr id="37" name="Google Shape;293;p5">
            <a:extLst>
              <a:ext uri="{FF2B5EF4-FFF2-40B4-BE49-F238E27FC236}">
                <a16:creationId xmlns:a16="http://schemas.microsoft.com/office/drawing/2014/main" id="{54BDBE42-40E3-4F6C-841D-251F9551D406}"/>
              </a:ext>
            </a:extLst>
          </p:cNvPr>
          <p:cNvGrpSpPr/>
          <p:nvPr/>
        </p:nvGrpSpPr>
        <p:grpSpPr>
          <a:xfrm>
            <a:off x="9923870" y="-121539"/>
            <a:ext cx="2395052" cy="7107432"/>
            <a:chOff x="6023725" y="842300"/>
            <a:chExt cx="1358150" cy="4030375"/>
          </a:xfrm>
        </p:grpSpPr>
        <p:sp>
          <p:nvSpPr>
            <p:cNvPr id="38" name="Google Shape;294;p5">
              <a:extLst>
                <a:ext uri="{FF2B5EF4-FFF2-40B4-BE49-F238E27FC236}">
                  <a16:creationId xmlns:a16="http://schemas.microsoft.com/office/drawing/2014/main" id="{66E9B643-6FAC-4323-98C4-5ACA2DC4AE07}"/>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9" name="Google Shape;295;p5">
              <a:extLst>
                <a:ext uri="{FF2B5EF4-FFF2-40B4-BE49-F238E27FC236}">
                  <a16:creationId xmlns:a16="http://schemas.microsoft.com/office/drawing/2014/main" id="{35592297-D3D6-48AE-BEFC-3861C6C20BB6}"/>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0" name="Google Shape;296;p5">
              <a:extLst>
                <a:ext uri="{FF2B5EF4-FFF2-40B4-BE49-F238E27FC236}">
                  <a16:creationId xmlns:a16="http://schemas.microsoft.com/office/drawing/2014/main" id="{EEB6D149-1556-4B2E-AB6A-ADE699C535E7}"/>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1" name="Google Shape;297;p5">
              <a:extLst>
                <a:ext uri="{FF2B5EF4-FFF2-40B4-BE49-F238E27FC236}">
                  <a16:creationId xmlns:a16="http://schemas.microsoft.com/office/drawing/2014/main" id="{3F33B5F3-6141-4D9C-BFF0-B392ABDF0210}"/>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2" name="Google Shape;298;p5">
              <a:extLst>
                <a:ext uri="{FF2B5EF4-FFF2-40B4-BE49-F238E27FC236}">
                  <a16:creationId xmlns:a16="http://schemas.microsoft.com/office/drawing/2014/main" id="{D203D9D2-5D0A-4088-814A-6CEA6DB0E0FA}"/>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3" name="Google Shape;299;p5">
              <a:extLst>
                <a:ext uri="{FF2B5EF4-FFF2-40B4-BE49-F238E27FC236}">
                  <a16:creationId xmlns:a16="http://schemas.microsoft.com/office/drawing/2014/main" id="{74BB0A76-92F3-43E4-8802-35AC1D0474E2}"/>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4" name="Google Shape;300;p5">
              <a:extLst>
                <a:ext uri="{FF2B5EF4-FFF2-40B4-BE49-F238E27FC236}">
                  <a16:creationId xmlns:a16="http://schemas.microsoft.com/office/drawing/2014/main" id="{90463B7C-169F-40BD-83E9-2122585699A7}"/>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5" name="Google Shape;301;p5">
              <a:extLst>
                <a:ext uri="{FF2B5EF4-FFF2-40B4-BE49-F238E27FC236}">
                  <a16:creationId xmlns:a16="http://schemas.microsoft.com/office/drawing/2014/main" id="{7B2C9771-C7BB-46C9-9088-BC803B20A94D}"/>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6" name="Google Shape;302;p5">
              <a:extLst>
                <a:ext uri="{FF2B5EF4-FFF2-40B4-BE49-F238E27FC236}">
                  <a16:creationId xmlns:a16="http://schemas.microsoft.com/office/drawing/2014/main" id="{BCD0B44C-BB81-4F47-89C7-710B8A4F57F7}"/>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7" name="Google Shape;303;p5">
              <a:extLst>
                <a:ext uri="{FF2B5EF4-FFF2-40B4-BE49-F238E27FC236}">
                  <a16:creationId xmlns:a16="http://schemas.microsoft.com/office/drawing/2014/main" id="{6FE430A8-4685-4660-84EE-98FECF0A178E}"/>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8" name="Google Shape;304;p5">
              <a:extLst>
                <a:ext uri="{FF2B5EF4-FFF2-40B4-BE49-F238E27FC236}">
                  <a16:creationId xmlns:a16="http://schemas.microsoft.com/office/drawing/2014/main" id="{F34DAF67-4050-489C-8EA1-C47C9D8299F0}"/>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49" name="Google Shape;305;p5">
              <a:extLst>
                <a:ext uri="{FF2B5EF4-FFF2-40B4-BE49-F238E27FC236}">
                  <a16:creationId xmlns:a16="http://schemas.microsoft.com/office/drawing/2014/main" id="{7F9B4324-FE4B-46AA-B1FA-F80E82F71198}"/>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0" name="Google Shape;306;p5">
              <a:extLst>
                <a:ext uri="{FF2B5EF4-FFF2-40B4-BE49-F238E27FC236}">
                  <a16:creationId xmlns:a16="http://schemas.microsoft.com/office/drawing/2014/main" id="{858354B7-6DBC-4D09-8DD5-9B860AFEE789}"/>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1" name="Google Shape;307;p5">
              <a:extLst>
                <a:ext uri="{FF2B5EF4-FFF2-40B4-BE49-F238E27FC236}">
                  <a16:creationId xmlns:a16="http://schemas.microsoft.com/office/drawing/2014/main" id="{DA625892-EC39-4C8F-A40C-7B3930626C76}"/>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2" name="Google Shape;308;p5">
              <a:extLst>
                <a:ext uri="{FF2B5EF4-FFF2-40B4-BE49-F238E27FC236}">
                  <a16:creationId xmlns:a16="http://schemas.microsoft.com/office/drawing/2014/main" id="{67CCF9F0-4AFD-442E-9E09-8E90BF1278FA}"/>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3" name="Google Shape;309;p5">
              <a:extLst>
                <a:ext uri="{FF2B5EF4-FFF2-40B4-BE49-F238E27FC236}">
                  <a16:creationId xmlns:a16="http://schemas.microsoft.com/office/drawing/2014/main" id="{6BC26ED3-D3E2-4545-8776-D97BEAEE735F}"/>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4" name="Google Shape;310;p5">
              <a:extLst>
                <a:ext uri="{FF2B5EF4-FFF2-40B4-BE49-F238E27FC236}">
                  <a16:creationId xmlns:a16="http://schemas.microsoft.com/office/drawing/2014/main" id="{5A383DC0-9873-4D2D-A33A-05FE168F9BE9}"/>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5" name="Google Shape;311;p5">
              <a:extLst>
                <a:ext uri="{FF2B5EF4-FFF2-40B4-BE49-F238E27FC236}">
                  <a16:creationId xmlns:a16="http://schemas.microsoft.com/office/drawing/2014/main" id="{B7F30F45-4AFC-427C-B83D-FEB17C1E7C4D}"/>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6" name="Google Shape;312;p5">
              <a:extLst>
                <a:ext uri="{FF2B5EF4-FFF2-40B4-BE49-F238E27FC236}">
                  <a16:creationId xmlns:a16="http://schemas.microsoft.com/office/drawing/2014/main" id="{C82542C3-5C1E-4EDD-8EB3-37686C29AF2A}"/>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7" name="Google Shape;313;p5">
              <a:extLst>
                <a:ext uri="{FF2B5EF4-FFF2-40B4-BE49-F238E27FC236}">
                  <a16:creationId xmlns:a16="http://schemas.microsoft.com/office/drawing/2014/main" id="{56D63C3D-5A7C-4476-B8FB-D4BC12007E29}"/>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8" name="Google Shape;314;p5">
              <a:extLst>
                <a:ext uri="{FF2B5EF4-FFF2-40B4-BE49-F238E27FC236}">
                  <a16:creationId xmlns:a16="http://schemas.microsoft.com/office/drawing/2014/main" id="{5B165CDE-275A-452F-BC67-E69AE00D5833}"/>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59" name="Google Shape;315;p5">
              <a:extLst>
                <a:ext uri="{FF2B5EF4-FFF2-40B4-BE49-F238E27FC236}">
                  <a16:creationId xmlns:a16="http://schemas.microsoft.com/office/drawing/2014/main" id="{56F87171-DEA2-4ABF-8B18-FB21C185C31B}"/>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0" name="Google Shape;316;p5">
              <a:extLst>
                <a:ext uri="{FF2B5EF4-FFF2-40B4-BE49-F238E27FC236}">
                  <a16:creationId xmlns:a16="http://schemas.microsoft.com/office/drawing/2014/main" id="{27B1906B-B5A9-4BA8-A2E2-31DAB3706AC0}"/>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1" name="Google Shape;317;p5">
              <a:extLst>
                <a:ext uri="{FF2B5EF4-FFF2-40B4-BE49-F238E27FC236}">
                  <a16:creationId xmlns:a16="http://schemas.microsoft.com/office/drawing/2014/main" id="{1D30F440-D835-4830-BF9E-F6F88156A4C8}"/>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2" name="Google Shape;318;p5">
              <a:extLst>
                <a:ext uri="{FF2B5EF4-FFF2-40B4-BE49-F238E27FC236}">
                  <a16:creationId xmlns:a16="http://schemas.microsoft.com/office/drawing/2014/main" id="{6B4E0F55-E580-404D-9B42-15273B1F0AEE}"/>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3" name="Google Shape;319;p5">
              <a:extLst>
                <a:ext uri="{FF2B5EF4-FFF2-40B4-BE49-F238E27FC236}">
                  <a16:creationId xmlns:a16="http://schemas.microsoft.com/office/drawing/2014/main" id="{1164A904-8445-4C1B-9C60-748D80419CCD}"/>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4" name="Google Shape;320;p5">
              <a:extLst>
                <a:ext uri="{FF2B5EF4-FFF2-40B4-BE49-F238E27FC236}">
                  <a16:creationId xmlns:a16="http://schemas.microsoft.com/office/drawing/2014/main" id="{C044FB15-C13A-458D-8E2A-ED5B7D71CDAA}"/>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5" name="Google Shape;321;p5">
              <a:extLst>
                <a:ext uri="{FF2B5EF4-FFF2-40B4-BE49-F238E27FC236}">
                  <a16:creationId xmlns:a16="http://schemas.microsoft.com/office/drawing/2014/main" id="{FF96102C-CE7A-460D-B55D-F84A5C5C929A}"/>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66" name="Google Shape;322;p5">
              <a:extLst>
                <a:ext uri="{FF2B5EF4-FFF2-40B4-BE49-F238E27FC236}">
                  <a16:creationId xmlns:a16="http://schemas.microsoft.com/office/drawing/2014/main" id="{8CE04487-6205-47D8-9D32-0F05753E1516}"/>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grpSp>
        <p:nvGrpSpPr>
          <p:cNvPr id="70" name="Google Shape;293;p5">
            <a:extLst>
              <a:ext uri="{FF2B5EF4-FFF2-40B4-BE49-F238E27FC236}">
                <a16:creationId xmlns:a16="http://schemas.microsoft.com/office/drawing/2014/main" id="{CDE3D61C-CDED-4963-BA79-8EC0AC1EFFBC}"/>
              </a:ext>
            </a:extLst>
          </p:cNvPr>
          <p:cNvGrpSpPr/>
          <p:nvPr/>
        </p:nvGrpSpPr>
        <p:grpSpPr>
          <a:xfrm>
            <a:off x="9923870" y="-121539"/>
            <a:ext cx="2395052" cy="7107432"/>
            <a:chOff x="6023725" y="842300"/>
            <a:chExt cx="1358150" cy="4030375"/>
          </a:xfrm>
        </p:grpSpPr>
        <p:sp>
          <p:nvSpPr>
            <p:cNvPr id="71" name="Google Shape;294;p5">
              <a:extLst>
                <a:ext uri="{FF2B5EF4-FFF2-40B4-BE49-F238E27FC236}">
                  <a16:creationId xmlns:a16="http://schemas.microsoft.com/office/drawing/2014/main" id="{494FA09B-BB20-4F29-B3E6-B7C34014E0A5}"/>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2" name="Google Shape;295;p5">
              <a:extLst>
                <a:ext uri="{FF2B5EF4-FFF2-40B4-BE49-F238E27FC236}">
                  <a16:creationId xmlns:a16="http://schemas.microsoft.com/office/drawing/2014/main" id="{7B640E5D-809D-4931-86D2-D4FAFF8E8B1F}"/>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3" name="Google Shape;296;p5">
              <a:extLst>
                <a:ext uri="{FF2B5EF4-FFF2-40B4-BE49-F238E27FC236}">
                  <a16:creationId xmlns:a16="http://schemas.microsoft.com/office/drawing/2014/main" id="{44E5319D-E31F-466A-AC4B-66A0E8C227D1}"/>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4" name="Google Shape;297;p5">
              <a:extLst>
                <a:ext uri="{FF2B5EF4-FFF2-40B4-BE49-F238E27FC236}">
                  <a16:creationId xmlns:a16="http://schemas.microsoft.com/office/drawing/2014/main" id="{ED890F01-10B6-4EF6-B9FC-67318C49FCB0}"/>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5" name="Google Shape;298;p5">
              <a:extLst>
                <a:ext uri="{FF2B5EF4-FFF2-40B4-BE49-F238E27FC236}">
                  <a16:creationId xmlns:a16="http://schemas.microsoft.com/office/drawing/2014/main" id="{EC63B16A-234F-4A54-83DE-C2229CA153A2}"/>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6" name="Google Shape;299;p5">
              <a:extLst>
                <a:ext uri="{FF2B5EF4-FFF2-40B4-BE49-F238E27FC236}">
                  <a16:creationId xmlns:a16="http://schemas.microsoft.com/office/drawing/2014/main" id="{049A4857-2C93-4ECC-9659-5F5F270E1B8D}"/>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7" name="Google Shape;300;p5">
              <a:extLst>
                <a:ext uri="{FF2B5EF4-FFF2-40B4-BE49-F238E27FC236}">
                  <a16:creationId xmlns:a16="http://schemas.microsoft.com/office/drawing/2014/main" id="{4529F50E-F03E-4423-B32D-02237EFE094F}"/>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8" name="Google Shape;301;p5">
              <a:extLst>
                <a:ext uri="{FF2B5EF4-FFF2-40B4-BE49-F238E27FC236}">
                  <a16:creationId xmlns:a16="http://schemas.microsoft.com/office/drawing/2014/main" id="{26465B18-38CC-4D66-8B36-8AE718A8A6FD}"/>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9" name="Google Shape;302;p5">
              <a:extLst>
                <a:ext uri="{FF2B5EF4-FFF2-40B4-BE49-F238E27FC236}">
                  <a16:creationId xmlns:a16="http://schemas.microsoft.com/office/drawing/2014/main" id="{955D4038-4981-4499-AF08-CBA931DF4E77}"/>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0" name="Google Shape;303;p5">
              <a:extLst>
                <a:ext uri="{FF2B5EF4-FFF2-40B4-BE49-F238E27FC236}">
                  <a16:creationId xmlns:a16="http://schemas.microsoft.com/office/drawing/2014/main" id="{BC196BA2-19D7-4FBD-89F6-07BC62432395}"/>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1" name="Google Shape;304;p5">
              <a:extLst>
                <a:ext uri="{FF2B5EF4-FFF2-40B4-BE49-F238E27FC236}">
                  <a16:creationId xmlns:a16="http://schemas.microsoft.com/office/drawing/2014/main" id="{21DE9610-C560-4F22-946A-0E99295DCAD9}"/>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2" name="Google Shape;305;p5">
              <a:extLst>
                <a:ext uri="{FF2B5EF4-FFF2-40B4-BE49-F238E27FC236}">
                  <a16:creationId xmlns:a16="http://schemas.microsoft.com/office/drawing/2014/main" id="{88DAE264-72FE-49C3-92CA-C4E22CFD6679}"/>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3" name="Google Shape;306;p5">
              <a:extLst>
                <a:ext uri="{FF2B5EF4-FFF2-40B4-BE49-F238E27FC236}">
                  <a16:creationId xmlns:a16="http://schemas.microsoft.com/office/drawing/2014/main" id="{38907BB3-F232-4E38-B159-FB6D2CA6E755}"/>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4" name="Google Shape;307;p5">
              <a:extLst>
                <a:ext uri="{FF2B5EF4-FFF2-40B4-BE49-F238E27FC236}">
                  <a16:creationId xmlns:a16="http://schemas.microsoft.com/office/drawing/2014/main" id="{1CDAD999-4B33-4B81-A1B6-59C6EE935E05}"/>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5" name="Google Shape;308;p5">
              <a:extLst>
                <a:ext uri="{FF2B5EF4-FFF2-40B4-BE49-F238E27FC236}">
                  <a16:creationId xmlns:a16="http://schemas.microsoft.com/office/drawing/2014/main" id="{634D8B8E-87FB-4B4C-ADAA-7193446D5204}"/>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6" name="Google Shape;309;p5">
              <a:extLst>
                <a:ext uri="{FF2B5EF4-FFF2-40B4-BE49-F238E27FC236}">
                  <a16:creationId xmlns:a16="http://schemas.microsoft.com/office/drawing/2014/main" id="{A84278D9-55A7-43CB-80E4-4915603F39C1}"/>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7" name="Google Shape;310;p5">
              <a:extLst>
                <a:ext uri="{FF2B5EF4-FFF2-40B4-BE49-F238E27FC236}">
                  <a16:creationId xmlns:a16="http://schemas.microsoft.com/office/drawing/2014/main" id="{F4D02316-4EAF-4A18-88B3-3E4CD47FA8F1}"/>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8" name="Google Shape;311;p5">
              <a:extLst>
                <a:ext uri="{FF2B5EF4-FFF2-40B4-BE49-F238E27FC236}">
                  <a16:creationId xmlns:a16="http://schemas.microsoft.com/office/drawing/2014/main" id="{3767F723-1A01-4C3A-BECF-39DE99B6571F}"/>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9" name="Google Shape;312;p5">
              <a:extLst>
                <a:ext uri="{FF2B5EF4-FFF2-40B4-BE49-F238E27FC236}">
                  <a16:creationId xmlns:a16="http://schemas.microsoft.com/office/drawing/2014/main" id="{F5A60277-3B49-45CE-BF82-8E40751369E0}"/>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0" name="Google Shape;313;p5">
              <a:extLst>
                <a:ext uri="{FF2B5EF4-FFF2-40B4-BE49-F238E27FC236}">
                  <a16:creationId xmlns:a16="http://schemas.microsoft.com/office/drawing/2014/main" id="{40DE02EA-FE0E-4C3C-BC4C-05E6C8659792}"/>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1" name="Google Shape;314;p5">
              <a:extLst>
                <a:ext uri="{FF2B5EF4-FFF2-40B4-BE49-F238E27FC236}">
                  <a16:creationId xmlns:a16="http://schemas.microsoft.com/office/drawing/2014/main" id="{356D8788-7A1B-4C2A-AB56-A60B0AE15624}"/>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2" name="Google Shape;315;p5">
              <a:extLst>
                <a:ext uri="{FF2B5EF4-FFF2-40B4-BE49-F238E27FC236}">
                  <a16:creationId xmlns:a16="http://schemas.microsoft.com/office/drawing/2014/main" id="{56346FC5-C5CE-42C6-8BE5-2277EF5215CF}"/>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3" name="Google Shape;316;p5">
              <a:extLst>
                <a:ext uri="{FF2B5EF4-FFF2-40B4-BE49-F238E27FC236}">
                  <a16:creationId xmlns:a16="http://schemas.microsoft.com/office/drawing/2014/main" id="{9BC3C194-F9B8-4E24-B7F2-37E5FDE2FD9D}"/>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4" name="Google Shape;317;p5">
              <a:extLst>
                <a:ext uri="{FF2B5EF4-FFF2-40B4-BE49-F238E27FC236}">
                  <a16:creationId xmlns:a16="http://schemas.microsoft.com/office/drawing/2014/main" id="{3894D0C1-0B5D-4DEA-B729-E8498EE85E6C}"/>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5" name="Google Shape;318;p5">
              <a:extLst>
                <a:ext uri="{FF2B5EF4-FFF2-40B4-BE49-F238E27FC236}">
                  <a16:creationId xmlns:a16="http://schemas.microsoft.com/office/drawing/2014/main" id="{1934CA72-314B-4C3F-8B41-BB80E20AC021}"/>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6" name="Google Shape;319;p5">
              <a:extLst>
                <a:ext uri="{FF2B5EF4-FFF2-40B4-BE49-F238E27FC236}">
                  <a16:creationId xmlns:a16="http://schemas.microsoft.com/office/drawing/2014/main" id="{B0EB1864-F72B-42F0-AB2A-4104570ED953}"/>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7" name="Google Shape;320;p5">
              <a:extLst>
                <a:ext uri="{FF2B5EF4-FFF2-40B4-BE49-F238E27FC236}">
                  <a16:creationId xmlns:a16="http://schemas.microsoft.com/office/drawing/2014/main" id="{88130EAC-9316-42CA-85F9-ACDF2FE419CC}"/>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8" name="Google Shape;321;p5">
              <a:extLst>
                <a:ext uri="{FF2B5EF4-FFF2-40B4-BE49-F238E27FC236}">
                  <a16:creationId xmlns:a16="http://schemas.microsoft.com/office/drawing/2014/main" id="{193073F5-8607-4FCE-A024-8B51BEE693EA}"/>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9" name="Google Shape;322;p5">
              <a:extLst>
                <a:ext uri="{FF2B5EF4-FFF2-40B4-BE49-F238E27FC236}">
                  <a16:creationId xmlns:a16="http://schemas.microsoft.com/office/drawing/2014/main" id="{A3306CAD-B7F8-4C1B-9892-3A64FAA0DBC3}"/>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sp>
        <p:nvSpPr>
          <p:cNvPr id="69" name="Text Placeholder 173">
            <a:extLst>
              <a:ext uri="{FF2B5EF4-FFF2-40B4-BE49-F238E27FC236}">
                <a16:creationId xmlns:a16="http://schemas.microsoft.com/office/drawing/2014/main" id="{DD3099D4-19C4-4D92-BE04-768341CBA7B7}"/>
              </a:ext>
            </a:extLst>
          </p:cNvPr>
          <p:cNvSpPr>
            <a:spLocks noGrp="1"/>
          </p:cNvSpPr>
          <p:nvPr>
            <p:ph idx="1"/>
          </p:nvPr>
        </p:nvSpPr>
        <p:spPr>
          <a:xfrm>
            <a:off x="502269" y="1532858"/>
            <a:ext cx="5568772" cy="4699004"/>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0" name="Text Placeholder 173">
            <a:extLst>
              <a:ext uri="{FF2B5EF4-FFF2-40B4-BE49-F238E27FC236}">
                <a16:creationId xmlns:a16="http://schemas.microsoft.com/office/drawing/2014/main" id="{8816F192-26F1-4320-85A5-B3801E75E042}"/>
              </a:ext>
            </a:extLst>
          </p:cNvPr>
          <p:cNvSpPr>
            <a:spLocks noGrp="1"/>
          </p:cNvSpPr>
          <p:nvPr>
            <p:ph idx="14"/>
          </p:nvPr>
        </p:nvSpPr>
        <p:spPr>
          <a:xfrm>
            <a:off x="6240460" y="1532857"/>
            <a:ext cx="3565390" cy="4699003"/>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Google Shape;291;p5">
            <a:extLst>
              <a:ext uri="{FF2B5EF4-FFF2-40B4-BE49-F238E27FC236}">
                <a16:creationId xmlns:a16="http://schemas.microsoft.com/office/drawing/2014/main" id="{435AA809-9D03-6A63-027F-3F334BF57A74}"/>
              </a:ext>
            </a:extLst>
          </p:cNvPr>
          <p:cNvSpPr txBox="1">
            <a:spLocks noGrp="1"/>
          </p:cNvSpPr>
          <p:nvPr>
            <p:ph type="title"/>
          </p:nvPr>
        </p:nvSpPr>
        <p:spPr>
          <a:xfrm>
            <a:off x="499691" y="339443"/>
            <a:ext cx="9306159" cy="1008590"/>
          </a:xfrm>
          <a:prstGeom prst="snipRoundRect">
            <a:avLst/>
          </a:prstGeom>
          <a:solidFill>
            <a:schemeClr val="tx2"/>
          </a:solidFill>
          <a:ln w="111125">
            <a:gradFill flip="none" rotWithShape="1">
              <a:gsLst>
                <a:gs pos="100000">
                  <a:schemeClr val="tx1"/>
                </a:gs>
                <a:gs pos="0">
                  <a:schemeClr val="tx2"/>
                </a:gs>
                <a:gs pos="53000">
                  <a:schemeClr val="bg2"/>
                </a:gs>
              </a:gsLst>
              <a:path path="rect">
                <a:fillToRect l="50000" t="50000" r="50000" b="50000"/>
              </a:path>
              <a:tileRect/>
            </a:gradFill>
            <a:extLst>
              <a:ext uri="{C807C97D-BFC1-408E-A445-0C87EB9F89A2}">
                <ask:lineSketchStyleProps xmlns:ask="http://schemas.microsoft.com/office/drawing/2018/sketchyshapes" sd="1219033472">
                  <a:custGeom>
                    <a:avLst/>
                    <a:gdLst>
                      <a:gd name="connsiteX0" fmla="*/ 0 w 10588309"/>
                      <a:gd name="connsiteY0" fmla="*/ 0 h 953731"/>
                      <a:gd name="connsiteX1" fmla="*/ 266528 w 10588309"/>
                      <a:gd name="connsiteY1" fmla="*/ 0 h 953731"/>
                      <a:gd name="connsiteX2" fmla="*/ 845936 w 10588309"/>
                      <a:gd name="connsiteY2" fmla="*/ 0 h 953731"/>
                      <a:gd name="connsiteX3" fmla="*/ 1633932 w 10588309"/>
                      <a:gd name="connsiteY3" fmla="*/ 0 h 953731"/>
                      <a:gd name="connsiteX4" fmla="*/ 2317634 w 10588309"/>
                      <a:gd name="connsiteY4" fmla="*/ 0 h 953731"/>
                      <a:gd name="connsiteX5" fmla="*/ 2792748 w 10588309"/>
                      <a:gd name="connsiteY5" fmla="*/ 0 h 953731"/>
                      <a:gd name="connsiteX6" fmla="*/ 3476450 w 10588309"/>
                      <a:gd name="connsiteY6" fmla="*/ 0 h 953731"/>
                      <a:gd name="connsiteX7" fmla="*/ 3847272 w 10588309"/>
                      <a:gd name="connsiteY7" fmla="*/ 0 h 953731"/>
                      <a:gd name="connsiteX8" fmla="*/ 4426680 w 10588309"/>
                      <a:gd name="connsiteY8" fmla="*/ 0 h 953731"/>
                      <a:gd name="connsiteX9" fmla="*/ 4693208 w 10588309"/>
                      <a:gd name="connsiteY9" fmla="*/ 0 h 953731"/>
                      <a:gd name="connsiteX10" fmla="*/ 5481203 w 10588309"/>
                      <a:gd name="connsiteY10" fmla="*/ 0 h 953731"/>
                      <a:gd name="connsiteX11" fmla="*/ 6060612 w 10588309"/>
                      <a:gd name="connsiteY11" fmla="*/ 0 h 953731"/>
                      <a:gd name="connsiteX12" fmla="*/ 6848607 w 10588309"/>
                      <a:gd name="connsiteY12" fmla="*/ 0 h 953731"/>
                      <a:gd name="connsiteX13" fmla="*/ 7323722 w 10588309"/>
                      <a:gd name="connsiteY13" fmla="*/ 0 h 953731"/>
                      <a:gd name="connsiteX14" fmla="*/ 7694543 w 10588309"/>
                      <a:gd name="connsiteY14" fmla="*/ 0 h 953731"/>
                      <a:gd name="connsiteX15" fmla="*/ 8273952 w 10588309"/>
                      <a:gd name="connsiteY15" fmla="*/ 0 h 953731"/>
                      <a:gd name="connsiteX16" fmla="*/ 8957654 w 10588309"/>
                      <a:gd name="connsiteY16" fmla="*/ 0 h 953731"/>
                      <a:gd name="connsiteX17" fmla="*/ 9745649 w 10588309"/>
                      <a:gd name="connsiteY17" fmla="*/ 0 h 953731"/>
                      <a:gd name="connsiteX18" fmla="*/ 10429351 w 10588309"/>
                      <a:gd name="connsiteY18" fmla="*/ 0 h 953731"/>
                      <a:gd name="connsiteX19" fmla="*/ 10588309 w 10588309"/>
                      <a:gd name="connsiteY19" fmla="*/ 158958 h 953731"/>
                      <a:gd name="connsiteX20" fmla="*/ 10588309 w 10588309"/>
                      <a:gd name="connsiteY20" fmla="*/ 548397 h 953731"/>
                      <a:gd name="connsiteX21" fmla="*/ 10588309 w 10588309"/>
                      <a:gd name="connsiteY21" fmla="*/ 953731 h 953731"/>
                      <a:gd name="connsiteX22" fmla="*/ 9788303 w 10588309"/>
                      <a:gd name="connsiteY22" fmla="*/ 953731 h 953731"/>
                      <a:gd name="connsiteX23" fmla="*/ 9517713 w 10588309"/>
                      <a:gd name="connsiteY23" fmla="*/ 953731 h 953731"/>
                      <a:gd name="connsiteX24" fmla="*/ 9141240 w 10588309"/>
                      <a:gd name="connsiteY24" fmla="*/ 953731 h 953731"/>
                      <a:gd name="connsiteX25" fmla="*/ 8764767 w 10588309"/>
                      <a:gd name="connsiteY25" fmla="*/ 953731 h 953731"/>
                      <a:gd name="connsiteX26" fmla="*/ 8176528 w 10588309"/>
                      <a:gd name="connsiteY26" fmla="*/ 953731 h 953731"/>
                      <a:gd name="connsiteX27" fmla="*/ 7588288 w 10588309"/>
                      <a:gd name="connsiteY27" fmla="*/ 953731 h 953731"/>
                      <a:gd name="connsiteX28" fmla="*/ 7105932 w 10588309"/>
                      <a:gd name="connsiteY28" fmla="*/ 953731 h 953731"/>
                      <a:gd name="connsiteX29" fmla="*/ 6305926 w 10588309"/>
                      <a:gd name="connsiteY29" fmla="*/ 953731 h 953731"/>
                      <a:gd name="connsiteX30" fmla="*/ 5929453 w 10588309"/>
                      <a:gd name="connsiteY30" fmla="*/ 953731 h 953731"/>
                      <a:gd name="connsiteX31" fmla="*/ 5129447 w 10588309"/>
                      <a:gd name="connsiteY31" fmla="*/ 953731 h 953731"/>
                      <a:gd name="connsiteX32" fmla="*/ 4752974 w 10588309"/>
                      <a:gd name="connsiteY32" fmla="*/ 953731 h 953731"/>
                      <a:gd name="connsiteX33" fmla="*/ 4058852 w 10588309"/>
                      <a:gd name="connsiteY33" fmla="*/ 953731 h 953731"/>
                      <a:gd name="connsiteX34" fmla="*/ 3258846 w 10588309"/>
                      <a:gd name="connsiteY34" fmla="*/ 953731 h 953731"/>
                      <a:gd name="connsiteX35" fmla="*/ 2988256 w 10588309"/>
                      <a:gd name="connsiteY35" fmla="*/ 953731 h 953731"/>
                      <a:gd name="connsiteX36" fmla="*/ 2188251 w 10588309"/>
                      <a:gd name="connsiteY36" fmla="*/ 953731 h 953731"/>
                      <a:gd name="connsiteX37" fmla="*/ 1388245 w 10588309"/>
                      <a:gd name="connsiteY37" fmla="*/ 953731 h 953731"/>
                      <a:gd name="connsiteX38" fmla="*/ 1117655 w 10588309"/>
                      <a:gd name="connsiteY38" fmla="*/ 953731 h 953731"/>
                      <a:gd name="connsiteX39" fmla="*/ 529415 w 10588309"/>
                      <a:gd name="connsiteY39" fmla="*/ 953731 h 953731"/>
                      <a:gd name="connsiteX40" fmla="*/ 0 w 10588309"/>
                      <a:gd name="connsiteY40" fmla="*/ 953731 h 953731"/>
                      <a:gd name="connsiteX41" fmla="*/ 0 w 10588309"/>
                      <a:gd name="connsiteY41" fmla="*/ 486403 h 953731"/>
                      <a:gd name="connsiteX42" fmla="*/ 0 w 10588309"/>
                      <a:gd name="connsiteY42" fmla="*/ 0 h 95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588309" h="953731" fill="none" extrusionOk="0">
                        <a:moveTo>
                          <a:pt x="0" y="0"/>
                        </a:moveTo>
                        <a:cubicBezTo>
                          <a:pt x="132409" y="-26276"/>
                          <a:pt x="146352" y="7459"/>
                          <a:pt x="266528" y="0"/>
                        </a:cubicBezTo>
                        <a:cubicBezTo>
                          <a:pt x="386704" y="-7459"/>
                          <a:pt x="570121" y="5510"/>
                          <a:pt x="845936" y="0"/>
                        </a:cubicBezTo>
                        <a:cubicBezTo>
                          <a:pt x="1121751" y="-5510"/>
                          <a:pt x="1405329" y="89350"/>
                          <a:pt x="1633932" y="0"/>
                        </a:cubicBezTo>
                        <a:cubicBezTo>
                          <a:pt x="1862535" y="-89350"/>
                          <a:pt x="2010449" y="42572"/>
                          <a:pt x="2317634" y="0"/>
                        </a:cubicBezTo>
                        <a:cubicBezTo>
                          <a:pt x="2624819" y="-42572"/>
                          <a:pt x="2629415" y="4723"/>
                          <a:pt x="2792748" y="0"/>
                        </a:cubicBezTo>
                        <a:cubicBezTo>
                          <a:pt x="2956081" y="-4723"/>
                          <a:pt x="3298487" y="44081"/>
                          <a:pt x="3476450" y="0"/>
                        </a:cubicBezTo>
                        <a:cubicBezTo>
                          <a:pt x="3654413" y="-44081"/>
                          <a:pt x="3735206" y="42899"/>
                          <a:pt x="3847272" y="0"/>
                        </a:cubicBezTo>
                        <a:cubicBezTo>
                          <a:pt x="3959338" y="-42899"/>
                          <a:pt x="4284300" y="53565"/>
                          <a:pt x="4426680" y="0"/>
                        </a:cubicBezTo>
                        <a:cubicBezTo>
                          <a:pt x="4569060" y="-53565"/>
                          <a:pt x="4567062" y="4720"/>
                          <a:pt x="4693208" y="0"/>
                        </a:cubicBezTo>
                        <a:cubicBezTo>
                          <a:pt x="4819354" y="-4720"/>
                          <a:pt x="5172452" y="91419"/>
                          <a:pt x="5481203" y="0"/>
                        </a:cubicBezTo>
                        <a:cubicBezTo>
                          <a:pt x="5789955" y="-91419"/>
                          <a:pt x="5897761" y="60618"/>
                          <a:pt x="6060612" y="0"/>
                        </a:cubicBezTo>
                        <a:cubicBezTo>
                          <a:pt x="6223463" y="-60618"/>
                          <a:pt x="6679702" y="12106"/>
                          <a:pt x="6848607" y="0"/>
                        </a:cubicBezTo>
                        <a:cubicBezTo>
                          <a:pt x="7017512" y="-12106"/>
                          <a:pt x="7120998" y="28002"/>
                          <a:pt x="7323722" y="0"/>
                        </a:cubicBezTo>
                        <a:cubicBezTo>
                          <a:pt x="7526447" y="-28002"/>
                          <a:pt x="7577217" y="9217"/>
                          <a:pt x="7694543" y="0"/>
                        </a:cubicBezTo>
                        <a:cubicBezTo>
                          <a:pt x="7811869" y="-9217"/>
                          <a:pt x="8096909" y="44548"/>
                          <a:pt x="8273952" y="0"/>
                        </a:cubicBezTo>
                        <a:cubicBezTo>
                          <a:pt x="8450995" y="-44548"/>
                          <a:pt x="8778020" y="33463"/>
                          <a:pt x="8957654" y="0"/>
                        </a:cubicBezTo>
                        <a:cubicBezTo>
                          <a:pt x="9137288" y="-33463"/>
                          <a:pt x="9464295" y="7877"/>
                          <a:pt x="9745649" y="0"/>
                        </a:cubicBezTo>
                        <a:cubicBezTo>
                          <a:pt x="10027004" y="-7877"/>
                          <a:pt x="10276443" y="51697"/>
                          <a:pt x="10429351" y="0"/>
                        </a:cubicBezTo>
                        <a:cubicBezTo>
                          <a:pt x="10486853" y="48588"/>
                          <a:pt x="10500329" y="99902"/>
                          <a:pt x="10588309" y="158958"/>
                        </a:cubicBezTo>
                        <a:cubicBezTo>
                          <a:pt x="10605678" y="298971"/>
                          <a:pt x="10563351" y="436350"/>
                          <a:pt x="10588309" y="548397"/>
                        </a:cubicBezTo>
                        <a:cubicBezTo>
                          <a:pt x="10613267" y="660444"/>
                          <a:pt x="10571009" y="828917"/>
                          <a:pt x="10588309" y="953731"/>
                        </a:cubicBezTo>
                        <a:cubicBezTo>
                          <a:pt x="10286276" y="1011185"/>
                          <a:pt x="10170352" y="878763"/>
                          <a:pt x="9788303" y="953731"/>
                        </a:cubicBezTo>
                        <a:cubicBezTo>
                          <a:pt x="9406254" y="1028699"/>
                          <a:pt x="9632684" y="950246"/>
                          <a:pt x="9517713" y="953731"/>
                        </a:cubicBezTo>
                        <a:cubicBezTo>
                          <a:pt x="9402742" y="957216"/>
                          <a:pt x="9283579" y="923877"/>
                          <a:pt x="9141240" y="953731"/>
                        </a:cubicBezTo>
                        <a:cubicBezTo>
                          <a:pt x="8998901" y="983585"/>
                          <a:pt x="8939637" y="935328"/>
                          <a:pt x="8764767" y="953731"/>
                        </a:cubicBezTo>
                        <a:cubicBezTo>
                          <a:pt x="8589897" y="972134"/>
                          <a:pt x="8388881" y="898711"/>
                          <a:pt x="8176528" y="953731"/>
                        </a:cubicBezTo>
                        <a:cubicBezTo>
                          <a:pt x="7964175" y="1008751"/>
                          <a:pt x="7876242" y="892398"/>
                          <a:pt x="7588288" y="953731"/>
                        </a:cubicBezTo>
                        <a:cubicBezTo>
                          <a:pt x="7300334" y="1015064"/>
                          <a:pt x="7212583" y="938602"/>
                          <a:pt x="7105932" y="953731"/>
                        </a:cubicBezTo>
                        <a:cubicBezTo>
                          <a:pt x="6999281" y="968860"/>
                          <a:pt x="6607283" y="892043"/>
                          <a:pt x="6305926" y="953731"/>
                        </a:cubicBezTo>
                        <a:cubicBezTo>
                          <a:pt x="6004569" y="1015419"/>
                          <a:pt x="6020026" y="910918"/>
                          <a:pt x="5929453" y="953731"/>
                        </a:cubicBezTo>
                        <a:cubicBezTo>
                          <a:pt x="5838880" y="996544"/>
                          <a:pt x="5435070" y="869579"/>
                          <a:pt x="5129447" y="953731"/>
                        </a:cubicBezTo>
                        <a:cubicBezTo>
                          <a:pt x="4823824" y="1037883"/>
                          <a:pt x="4903626" y="951503"/>
                          <a:pt x="4752974" y="953731"/>
                        </a:cubicBezTo>
                        <a:cubicBezTo>
                          <a:pt x="4602322" y="955959"/>
                          <a:pt x="4296004" y="884563"/>
                          <a:pt x="4058852" y="953731"/>
                        </a:cubicBezTo>
                        <a:cubicBezTo>
                          <a:pt x="3821700" y="1022899"/>
                          <a:pt x="3593838" y="890512"/>
                          <a:pt x="3258846" y="953731"/>
                        </a:cubicBezTo>
                        <a:cubicBezTo>
                          <a:pt x="2923854" y="1016950"/>
                          <a:pt x="3109286" y="922980"/>
                          <a:pt x="2988256" y="953731"/>
                        </a:cubicBezTo>
                        <a:cubicBezTo>
                          <a:pt x="2867226" y="984482"/>
                          <a:pt x="2526395" y="868919"/>
                          <a:pt x="2188251" y="953731"/>
                        </a:cubicBezTo>
                        <a:cubicBezTo>
                          <a:pt x="1850108" y="1038543"/>
                          <a:pt x="1592424" y="899376"/>
                          <a:pt x="1388245" y="953731"/>
                        </a:cubicBezTo>
                        <a:cubicBezTo>
                          <a:pt x="1184066" y="1008086"/>
                          <a:pt x="1233027" y="947986"/>
                          <a:pt x="1117655" y="953731"/>
                        </a:cubicBezTo>
                        <a:cubicBezTo>
                          <a:pt x="1002283" y="959476"/>
                          <a:pt x="718861" y="943384"/>
                          <a:pt x="529415" y="953731"/>
                        </a:cubicBezTo>
                        <a:cubicBezTo>
                          <a:pt x="339969" y="964078"/>
                          <a:pt x="167600" y="908994"/>
                          <a:pt x="0" y="953731"/>
                        </a:cubicBezTo>
                        <a:cubicBezTo>
                          <a:pt x="-17113" y="779329"/>
                          <a:pt x="22819" y="652123"/>
                          <a:pt x="0" y="486403"/>
                        </a:cubicBezTo>
                        <a:cubicBezTo>
                          <a:pt x="-22819" y="320683"/>
                          <a:pt x="6492" y="136331"/>
                          <a:pt x="0" y="0"/>
                        </a:cubicBezTo>
                        <a:close/>
                      </a:path>
                      <a:path w="10588309" h="953731" stroke="0" extrusionOk="0">
                        <a:moveTo>
                          <a:pt x="0" y="0"/>
                        </a:moveTo>
                        <a:cubicBezTo>
                          <a:pt x="230437" y="-11771"/>
                          <a:pt x="378038" y="53012"/>
                          <a:pt x="475115" y="0"/>
                        </a:cubicBezTo>
                        <a:cubicBezTo>
                          <a:pt x="572192" y="-53012"/>
                          <a:pt x="617181" y="24976"/>
                          <a:pt x="741643" y="0"/>
                        </a:cubicBezTo>
                        <a:cubicBezTo>
                          <a:pt x="866105" y="-24976"/>
                          <a:pt x="1164278" y="88842"/>
                          <a:pt x="1529638" y="0"/>
                        </a:cubicBezTo>
                        <a:cubicBezTo>
                          <a:pt x="1894998" y="-88842"/>
                          <a:pt x="1832641" y="28232"/>
                          <a:pt x="2004753" y="0"/>
                        </a:cubicBezTo>
                        <a:cubicBezTo>
                          <a:pt x="2176866" y="-28232"/>
                          <a:pt x="2352973" y="44528"/>
                          <a:pt x="2479868" y="0"/>
                        </a:cubicBezTo>
                        <a:cubicBezTo>
                          <a:pt x="2606763" y="-44528"/>
                          <a:pt x="2938956" y="90726"/>
                          <a:pt x="3267863" y="0"/>
                        </a:cubicBezTo>
                        <a:cubicBezTo>
                          <a:pt x="3596770" y="-90726"/>
                          <a:pt x="3523669" y="29681"/>
                          <a:pt x="3638685" y="0"/>
                        </a:cubicBezTo>
                        <a:cubicBezTo>
                          <a:pt x="3753701" y="-29681"/>
                          <a:pt x="4214646" y="21827"/>
                          <a:pt x="4426680" y="0"/>
                        </a:cubicBezTo>
                        <a:cubicBezTo>
                          <a:pt x="4638714" y="-21827"/>
                          <a:pt x="5039405" y="84077"/>
                          <a:pt x="5214675" y="0"/>
                        </a:cubicBezTo>
                        <a:cubicBezTo>
                          <a:pt x="5389946" y="-84077"/>
                          <a:pt x="5634925" y="13074"/>
                          <a:pt x="5794084" y="0"/>
                        </a:cubicBezTo>
                        <a:cubicBezTo>
                          <a:pt x="5953243" y="-13074"/>
                          <a:pt x="6311717" y="90833"/>
                          <a:pt x="6582079" y="0"/>
                        </a:cubicBezTo>
                        <a:cubicBezTo>
                          <a:pt x="6852442" y="-90833"/>
                          <a:pt x="6911517" y="42527"/>
                          <a:pt x="7057194" y="0"/>
                        </a:cubicBezTo>
                        <a:cubicBezTo>
                          <a:pt x="7202871" y="-42527"/>
                          <a:pt x="7407730" y="12226"/>
                          <a:pt x="7532309" y="0"/>
                        </a:cubicBezTo>
                        <a:cubicBezTo>
                          <a:pt x="7656889" y="-12226"/>
                          <a:pt x="7950825" y="57231"/>
                          <a:pt x="8216011" y="0"/>
                        </a:cubicBezTo>
                        <a:cubicBezTo>
                          <a:pt x="8481197" y="-57231"/>
                          <a:pt x="8573204" y="37930"/>
                          <a:pt x="8691126" y="0"/>
                        </a:cubicBezTo>
                        <a:cubicBezTo>
                          <a:pt x="8809048" y="-37930"/>
                          <a:pt x="9155994" y="79937"/>
                          <a:pt x="9479121" y="0"/>
                        </a:cubicBezTo>
                        <a:cubicBezTo>
                          <a:pt x="9802249" y="-79937"/>
                          <a:pt x="10141235" y="15381"/>
                          <a:pt x="10429351" y="0"/>
                        </a:cubicBezTo>
                        <a:cubicBezTo>
                          <a:pt x="10496328" y="55506"/>
                          <a:pt x="10512655" y="111268"/>
                          <a:pt x="10588309" y="158958"/>
                        </a:cubicBezTo>
                        <a:cubicBezTo>
                          <a:pt x="10627320" y="341622"/>
                          <a:pt x="10546830" y="406602"/>
                          <a:pt x="10588309" y="564292"/>
                        </a:cubicBezTo>
                        <a:cubicBezTo>
                          <a:pt x="10629788" y="721982"/>
                          <a:pt x="10562532" y="851823"/>
                          <a:pt x="10588309" y="953731"/>
                        </a:cubicBezTo>
                        <a:cubicBezTo>
                          <a:pt x="10193715" y="982463"/>
                          <a:pt x="10011046" y="864625"/>
                          <a:pt x="9788303" y="953731"/>
                        </a:cubicBezTo>
                        <a:cubicBezTo>
                          <a:pt x="9565560" y="1042837"/>
                          <a:pt x="9178734" y="862799"/>
                          <a:pt x="8988298" y="953731"/>
                        </a:cubicBezTo>
                        <a:cubicBezTo>
                          <a:pt x="8797863" y="1044663"/>
                          <a:pt x="8640624" y="923929"/>
                          <a:pt x="8400058" y="953731"/>
                        </a:cubicBezTo>
                        <a:cubicBezTo>
                          <a:pt x="8159492" y="983533"/>
                          <a:pt x="8111060" y="925550"/>
                          <a:pt x="7917702" y="953731"/>
                        </a:cubicBezTo>
                        <a:cubicBezTo>
                          <a:pt x="7724344" y="981912"/>
                          <a:pt x="7738951" y="938115"/>
                          <a:pt x="7647112" y="953731"/>
                        </a:cubicBezTo>
                        <a:cubicBezTo>
                          <a:pt x="7555273" y="969347"/>
                          <a:pt x="7459014" y="938151"/>
                          <a:pt x="7376522" y="953731"/>
                        </a:cubicBezTo>
                        <a:cubicBezTo>
                          <a:pt x="7294030" y="969311"/>
                          <a:pt x="6972567" y="941605"/>
                          <a:pt x="6682399" y="953731"/>
                        </a:cubicBezTo>
                        <a:cubicBezTo>
                          <a:pt x="6392231" y="965857"/>
                          <a:pt x="6470281" y="942931"/>
                          <a:pt x="6305926" y="953731"/>
                        </a:cubicBezTo>
                        <a:cubicBezTo>
                          <a:pt x="6141571" y="964531"/>
                          <a:pt x="5726298" y="938304"/>
                          <a:pt x="5505921" y="953731"/>
                        </a:cubicBezTo>
                        <a:cubicBezTo>
                          <a:pt x="5285544" y="969158"/>
                          <a:pt x="5121610" y="950969"/>
                          <a:pt x="5023564" y="953731"/>
                        </a:cubicBezTo>
                        <a:cubicBezTo>
                          <a:pt x="4925518" y="956493"/>
                          <a:pt x="4817671" y="951723"/>
                          <a:pt x="4752974" y="953731"/>
                        </a:cubicBezTo>
                        <a:cubicBezTo>
                          <a:pt x="4688277" y="955739"/>
                          <a:pt x="4212450" y="883391"/>
                          <a:pt x="4058852" y="953731"/>
                        </a:cubicBezTo>
                        <a:cubicBezTo>
                          <a:pt x="3905254" y="1024071"/>
                          <a:pt x="3796650" y="916250"/>
                          <a:pt x="3682379" y="953731"/>
                        </a:cubicBezTo>
                        <a:cubicBezTo>
                          <a:pt x="3568108" y="991212"/>
                          <a:pt x="3272738" y="912205"/>
                          <a:pt x="2988256" y="953731"/>
                        </a:cubicBezTo>
                        <a:cubicBezTo>
                          <a:pt x="2703774" y="995257"/>
                          <a:pt x="2387882" y="875736"/>
                          <a:pt x="2188251" y="953731"/>
                        </a:cubicBezTo>
                        <a:cubicBezTo>
                          <a:pt x="1988620" y="1031726"/>
                          <a:pt x="1847855" y="929112"/>
                          <a:pt x="1705894" y="953731"/>
                        </a:cubicBezTo>
                        <a:cubicBezTo>
                          <a:pt x="1563933" y="978350"/>
                          <a:pt x="1204691" y="929519"/>
                          <a:pt x="905889" y="953731"/>
                        </a:cubicBezTo>
                        <a:cubicBezTo>
                          <a:pt x="607088" y="977943"/>
                          <a:pt x="628033" y="928064"/>
                          <a:pt x="529415" y="953731"/>
                        </a:cubicBezTo>
                        <a:cubicBezTo>
                          <a:pt x="430797" y="979398"/>
                          <a:pt x="120785" y="893274"/>
                          <a:pt x="0" y="953731"/>
                        </a:cubicBezTo>
                        <a:cubicBezTo>
                          <a:pt x="-10005" y="797949"/>
                          <a:pt x="15574" y="605947"/>
                          <a:pt x="0" y="505477"/>
                        </a:cubicBezTo>
                        <a:cubicBezTo>
                          <a:pt x="-15574" y="405007"/>
                          <a:pt x="15671" y="188696"/>
                          <a:pt x="0" y="0"/>
                        </a:cubicBezTo>
                        <a:close/>
                      </a:path>
                    </a:pathLst>
                  </a:custGeom>
                  <ask:type>
                    <ask:lineSketchNone/>
                  </ask:type>
                </ask:lineSketchStyleProps>
              </a:ext>
            </a:extLst>
          </a:ln>
        </p:spPr>
        <p:txBody>
          <a:bodyPr spcFirstLastPara="1" vert="horz" wrap="square" lIns="91425" tIns="91425" rIns="91425" bIns="91425" rtlCol="0" anchor="b" anchorCtr="0">
            <a:noAutofit/>
          </a:bodyPr>
          <a:lstStyle>
            <a:lvl1pPr>
              <a:defRPr lang="en-US" kern="0" dirty="0">
                <a:latin typeface="+mj-lt"/>
              </a:defRPr>
            </a:lvl1pPr>
          </a:lstStyle>
          <a:p>
            <a:pPr marL="0" lvl="0" algn="ctr" defTabSz="914400" latinLnBrk="0">
              <a:buSzPts val="1800"/>
              <a:buNone/>
            </a:pPr>
            <a:r>
              <a:rPr lang="en-US" dirty="0"/>
              <a:t>Click to edit Master title style</a:t>
            </a:r>
          </a:p>
        </p:txBody>
      </p:sp>
    </p:spTree>
    <p:extLst>
      <p:ext uri="{BB962C8B-B14F-4D97-AF65-F5344CB8AC3E}">
        <p14:creationId xmlns:p14="http://schemas.microsoft.com/office/powerpoint/2010/main" val="11879013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 2 columns" preserve="1">
  <p:cSld name="underlinedtitle_2box">
    <p:spTree>
      <p:nvGrpSpPr>
        <p:cNvPr id="1" name="Shape 325"/>
        <p:cNvGrpSpPr/>
        <p:nvPr/>
      </p:nvGrpSpPr>
      <p:grpSpPr>
        <a:xfrm>
          <a:off x="0" y="0"/>
          <a:ext cx="0" cy="0"/>
          <a:chOff x="0" y="0"/>
          <a:chExt cx="0" cy="0"/>
        </a:xfrm>
      </p:grpSpPr>
      <p:cxnSp>
        <p:nvCxnSpPr>
          <p:cNvPr id="359" name="Google Shape;359;p6"/>
          <p:cNvCxnSpPr/>
          <p:nvPr/>
        </p:nvCxnSpPr>
        <p:spPr>
          <a:xfrm>
            <a:off x="1133967" y="1375233"/>
            <a:ext cx="8050400" cy="0"/>
          </a:xfrm>
          <a:prstGeom prst="straightConnector1">
            <a:avLst/>
          </a:prstGeom>
          <a:noFill/>
          <a:ln w="19050" cap="rnd" cmpd="sng">
            <a:solidFill>
              <a:srgbClr val="36595D"/>
            </a:solidFill>
            <a:prstDash val="dash"/>
            <a:round/>
            <a:headEnd type="none" w="med" len="med"/>
            <a:tailEnd type="none" w="med" len="med"/>
          </a:ln>
        </p:spPr>
      </p:cxnSp>
      <p:sp>
        <p:nvSpPr>
          <p:cNvPr id="103" name="Text Placeholder 173">
            <a:extLst>
              <a:ext uri="{FF2B5EF4-FFF2-40B4-BE49-F238E27FC236}">
                <a16:creationId xmlns:a16="http://schemas.microsoft.com/office/drawing/2014/main" id="{4E9BB606-5527-45E4-BEF1-5AD1FF374231}"/>
              </a:ext>
            </a:extLst>
          </p:cNvPr>
          <p:cNvSpPr>
            <a:spLocks noGrp="1"/>
          </p:cNvSpPr>
          <p:nvPr>
            <p:ph idx="1"/>
          </p:nvPr>
        </p:nvSpPr>
        <p:spPr>
          <a:xfrm>
            <a:off x="997233" y="1826684"/>
            <a:ext cx="5568772" cy="4349749"/>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8" name="Google Shape;291;p5">
            <a:extLst>
              <a:ext uri="{FF2B5EF4-FFF2-40B4-BE49-F238E27FC236}">
                <a16:creationId xmlns:a16="http://schemas.microsoft.com/office/drawing/2014/main" id="{38A1CEB9-332F-4F01-8D5A-5F1907A4CA39}"/>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a:t>Click to edit Master title style</a:t>
            </a:r>
            <a:endParaRPr dirty="0"/>
          </a:p>
        </p:txBody>
      </p:sp>
      <p:sp>
        <p:nvSpPr>
          <p:cNvPr id="69" name="Text Placeholder 173">
            <a:extLst>
              <a:ext uri="{FF2B5EF4-FFF2-40B4-BE49-F238E27FC236}">
                <a16:creationId xmlns:a16="http://schemas.microsoft.com/office/drawing/2014/main" id="{9E49AFB8-70F7-43FB-B010-8D02FED616FB}"/>
              </a:ext>
            </a:extLst>
          </p:cNvPr>
          <p:cNvSpPr>
            <a:spLocks noGrp="1"/>
          </p:cNvSpPr>
          <p:nvPr>
            <p:ph idx="14"/>
          </p:nvPr>
        </p:nvSpPr>
        <p:spPr>
          <a:xfrm>
            <a:off x="6735424" y="1826683"/>
            <a:ext cx="5084042" cy="4349749"/>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0637638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reserve="1">
  <p:cSld name="blank_4corners">
    <p:spTree>
      <p:nvGrpSpPr>
        <p:cNvPr id="1" name="Shape 476"/>
        <p:cNvGrpSpPr/>
        <p:nvPr/>
      </p:nvGrpSpPr>
      <p:grpSpPr>
        <a:xfrm>
          <a:off x="0" y="0"/>
          <a:ext cx="0" cy="0"/>
          <a:chOff x="0" y="0"/>
          <a:chExt cx="0" cy="0"/>
        </a:xfrm>
      </p:grpSpPr>
      <p:sp>
        <p:nvSpPr>
          <p:cNvPr id="477" name="Google Shape;477;p10"/>
          <p:cNvSpPr/>
          <p:nvPr/>
        </p:nvSpPr>
        <p:spPr>
          <a:xfrm>
            <a:off x="9737174" y="-392483"/>
            <a:ext cx="600733" cy="744979"/>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8" name="Google Shape;478;p10"/>
          <p:cNvSpPr/>
          <p:nvPr/>
        </p:nvSpPr>
        <p:spPr>
          <a:xfrm>
            <a:off x="-47165" y="4489284"/>
            <a:ext cx="591013" cy="672893"/>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9" name="Google Shape;479;p10"/>
          <p:cNvSpPr/>
          <p:nvPr/>
        </p:nvSpPr>
        <p:spPr>
          <a:xfrm>
            <a:off x="11757265" y="45862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0" name="Google Shape;480;p10"/>
          <p:cNvSpPr/>
          <p:nvPr/>
        </p:nvSpPr>
        <p:spPr>
          <a:xfrm>
            <a:off x="11657298" y="5555569"/>
            <a:ext cx="660375" cy="453651"/>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1" name="Google Shape;481;p10"/>
          <p:cNvSpPr/>
          <p:nvPr/>
        </p:nvSpPr>
        <p:spPr>
          <a:xfrm>
            <a:off x="11147940" y="6009221"/>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2" name="Google Shape;482;p10"/>
          <p:cNvSpPr/>
          <p:nvPr/>
        </p:nvSpPr>
        <p:spPr>
          <a:xfrm>
            <a:off x="-102771" y="19840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3" name="Google Shape;483;p10"/>
          <p:cNvSpPr/>
          <p:nvPr/>
        </p:nvSpPr>
        <p:spPr>
          <a:xfrm>
            <a:off x="10736763" y="64336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4" name="Google Shape;484;p10"/>
          <p:cNvSpPr/>
          <p:nvPr/>
        </p:nvSpPr>
        <p:spPr>
          <a:xfrm>
            <a:off x="10736769" y="5509769"/>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5" name="Google Shape;485;p10"/>
          <p:cNvSpPr/>
          <p:nvPr/>
        </p:nvSpPr>
        <p:spPr>
          <a:xfrm>
            <a:off x="9907864" y="64975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6" name="Google Shape;486;p10"/>
          <p:cNvSpPr/>
          <p:nvPr/>
        </p:nvSpPr>
        <p:spPr>
          <a:xfrm>
            <a:off x="11666301" y="6600167"/>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7" name="Google Shape;487;p10"/>
          <p:cNvSpPr/>
          <p:nvPr/>
        </p:nvSpPr>
        <p:spPr>
          <a:xfrm>
            <a:off x="11363259" y="5333706"/>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8" name="Google Shape;488;p10"/>
          <p:cNvSpPr/>
          <p:nvPr/>
        </p:nvSpPr>
        <p:spPr>
          <a:xfrm>
            <a:off x="11772537" y="6111825"/>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9" name="Google Shape;489;p10"/>
          <p:cNvSpPr/>
          <p:nvPr/>
        </p:nvSpPr>
        <p:spPr>
          <a:xfrm>
            <a:off x="11951973" y="1784958"/>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0" name="Google Shape;490;p10"/>
          <p:cNvSpPr/>
          <p:nvPr/>
        </p:nvSpPr>
        <p:spPr>
          <a:xfrm rot="-2426120">
            <a:off x="9480176" y="6502682"/>
            <a:ext cx="373213" cy="477295"/>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1" name="Google Shape;491;p10"/>
          <p:cNvSpPr/>
          <p:nvPr/>
        </p:nvSpPr>
        <p:spPr>
          <a:xfrm>
            <a:off x="10212864" y="5826928"/>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2" name="Google Shape;492;p10"/>
          <p:cNvSpPr/>
          <p:nvPr/>
        </p:nvSpPr>
        <p:spPr>
          <a:xfrm>
            <a:off x="11730117" y="4104977"/>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3" name="Google Shape;493;p10"/>
          <p:cNvSpPr/>
          <p:nvPr/>
        </p:nvSpPr>
        <p:spPr>
          <a:xfrm>
            <a:off x="10376560" y="65135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4" name="Google Shape;494;p10"/>
          <p:cNvSpPr/>
          <p:nvPr/>
        </p:nvSpPr>
        <p:spPr>
          <a:xfrm>
            <a:off x="462503" y="811487"/>
            <a:ext cx="280284" cy="611852"/>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5" name="Google Shape;495;p10"/>
          <p:cNvSpPr/>
          <p:nvPr/>
        </p:nvSpPr>
        <p:spPr>
          <a:xfrm>
            <a:off x="860014" y="4746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6" name="Google Shape;496;p10"/>
          <p:cNvSpPr/>
          <p:nvPr/>
        </p:nvSpPr>
        <p:spPr>
          <a:xfrm>
            <a:off x="11091747" y="-39763"/>
            <a:ext cx="609091" cy="567451"/>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7" name="Google Shape;497;p10"/>
          <p:cNvSpPr/>
          <p:nvPr/>
        </p:nvSpPr>
        <p:spPr>
          <a:xfrm>
            <a:off x="-11" y="1351155"/>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8" name="Google Shape;498;p10"/>
          <p:cNvSpPr/>
          <p:nvPr/>
        </p:nvSpPr>
        <p:spPr>
          <a:xfrm>
            <a:off x="11599141" y="238816"/>
            <a:ext cx="695056" cy="718656"/>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9" name="Google Shape;499;p10"/>
          <p:cNvSpPr/>
          <p:nvPr/>
        </p:nvSpPr>
        <p:spPr>
          <a:xfrm>
            <a:off x="933939" y="6076801"/>
            <a:ext cx="672893" cy="534169"/>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0" name="Google Shape;500;p10"/>
          <p:cNvSpPr/>
          <p:nvPr/>
        </p:nvSpPr>
        <p:spPr>
          <a:xfrm>
            <a:off x="345290" y="-115001"/>
            <a:ext cx="627093" cy="58961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1" name="Google Shape;501;p10"/>
          <p:cNvSpPr/>
          <p:nvPr/>
        </p:nvSpPr>
        <p:spPr>
          <a:xfrm>
            <a:off x="-46688" y="54341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2" name="Google Shape;502;p10"/>
          <p:cNvSpPr/>
          <p:nvPr/>
        </p:nvSpPr>
        <p:spPr>
          <a:xfrm>
            <a:off x="961678" y="6664025"/>
            <a:ext cx="617412" cy="237283"/>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3" name="Google Shape;503;p10"/>
          <p:cNvSpPr/>
          <p:nvPr/>
        </p:nvSpPr>
        <p:spPr>
          <a:xfrm>
            <a:off x="-324171" y="722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4" name="Google Shape;504;p10"/>
          <p:cNvSpPr/>
          <p:nvPr/>
        </p:nvSpPr>
        <p:spPr>
          <a:xfrm>
            <a:off x="10456069" y="-134498"/>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5" name="Google Shape;505;p10"/>
          <p:cNvSpPr/>
          <p:nvPr/>
        </p:nvSpPr>
        <p:spPr>
          <a:xfrm>
            <a:off x="-51501" y="7720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6" name="Google Shape;506;p10"/>
          <p:cNvSpPr/>
          <p:nvPr/>
        </p:nvSpPr>
        <p:spPr>
          <a:xfrm>
            <a:off x="1871701" y="15333"/>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7" name="Google Shape;507;p10"/>
          <p:cNvSpPr/>
          <p:nvPr/>
        </p:nvSpPr>
        <p:spPr>
          <a:xfrm>
            <a:off x="1274653" y="-76221"/>
            <a:ext cx="431488" cy="428728"/>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8" name="Google Shape;508;p10"/>
          <p:cNvSpPr/>
          <p:nvPr/>
        </p:nvSpPr>
        <p:spPr>
          <a:xfrm>
            <a:off x="1777725" y="6237940"/>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9" name="Google Shape;509;p10"/>
          <p:cNvSpPr/>
          <p:nvPr/>
        </p:nvSpPr>
        <p:spPr>
          <a:xfrm>
            <a:off x="122165" y="6070569"/>
            <a:ext cx="554971" cy="546651"/>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0" name="Google Shape;510;p10"/>
          <p:cNvSpPr/>
          <p:nvPr/>
        </p:nvSpPr>
        <p:spPr>
          <a:xfrm>
            <a:off x="2034237" y="6548458"/>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1" name="Google Shape;511;p10"/>
          <p:cNvSpPr/>
          <p:nvPr/>
        </p:nvSpPr>
        <p:spPr>
          <a:xfrm>
            <a:off x="3606" y="6533642"/>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2" name="Google Shape;512;p10"/>
          <p:cNvSpPr/>
          <p:nvPr/>
        </p:nvSpPr>
        <p:spPr>
          <a:xfrm rot="1920548">
            <a:off x="10967401" y="833700"/>
            <a:ext cx="668696" cy="567409"/>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3" name="Google Shape;513;p10"/>
          <p:cNvSpPr/>
          <p:nvPr/>
        </p:nvSpPr>
        <p:spPr>
          <a:xfrm>
            <a:off x="462490" y="5418857"/>
            <a:ext cx="639575" cy="452289"/>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4" name="Google Shape;514;p10"/>
          <p:cNvSpPr/>
          <p:nvPr/>
        </p:nvSpPr>
        <p:spPr>
          <a:xfrm rot="-5400000">
            <a:off x="10661707" y="422573"/>
            <a:ext cx="373208" cy="477288"/>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5" name="Google Shape;515;p10"/>
          <p:cNvSpPr/>
          <p:nvPr/>
        </p:nvSpPr>
        <p:spPr>
          <a:xfrm>
            <a:off x="11735680" y="1053695"/>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6" name="Google Shape;516;p10"/>
          <p:cNvSpPr/>
          <p:nvPr/>
        </p:nvSpPr>
        <p:spPr>
          <a:xfrm>
            <a:off x="345284" y="6610610"/>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7" name="Google Shape;517;p10"/>
          <p:cNvSpPr/>
          <p:nvPr/>
        </p:nvSpPr>
        <p:spPr>
          <a:xfrm>
            <a:off x="11599127" y="15352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Tree>
    <p:extLst>
      <p:ext uri="{BB962C8B-B14F-4D97-AF65-F5344CB8AC3E}">
        <p14:creationId xmlns:p14="http://schemas.microsoft.com/office/powerpoint/2010/main" val="129642111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preserve="1" userDrawn="1">
  <p:cSld name="1_Blank_title">
    <p:spTree>
      <p:nvGrpSpPr>
        <p:cNvPr id="1" name="Shape 476"/>
        <p:cNvGrpSpPr/>
        <p:nvPr/>
      </p:nvGrpSpPr>
      <p:grpSpPr>
        <a:xfrm>
          <a:off x="0" y="0"/>
          <a:ext cx="0" cy="0"/>
          <a:chOff x="0" y="0"/>
          <a:chExt cx="0" cy="0"/>
        </a:xfrm>
      </p:grpSpPr>
      <p:sp>
        <p:nvSpPr>
          <p:cNvPr id="477" name="Google Shape;477;p10"/>
          <p:cNvSpPr/>
          <p:nvPr/>
        </p:nvSpPr>
        <p:spPr>
          <a:xfrm>
            <a:off x="9737174" y="-392483"/>
            <a:ext cx="600733" cy="744979"/>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8" name="Google Shape;478;p10"/>
          <p:cNvSpPr/>
          <p:nvPr/>
        </p:nvSpPr>
        <p:spPr>
          <a:xfrm>
            <a:off x="-47165" y="4489284"/>
            <a:ext cx="591013" cy="672893"/>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9" name="Google Shape;479;p10"/>
          <p:cNvSpPr/>
          <p:nvPr/>
        </p:nvSpPr>
        <p:spPr>
          <a:xfrm>
            <a:off x="11757265" y="45862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0" name="Google Shape;480;p10"/>
          <p:cNvSpPr/>
          <p:nvPr/>
        </p:nvSpPr>
        <p:spPr>
          <a:xfrm>
            <a:off x="11657298" y="5555569"/>
            <a:ext cx="660375" cy="453651"/>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1" name="Google Shape;481;p10"/>
          <p:cNvSpPr/>
          <p:nvPr/>
        </p:nvSpPr>
        <p:spPr>
          <a:xfrm>
            <a:off x="11147940" y="6009221"/>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2" name="Google Shape;482;p10"/>
          <p:cNvSpPr/>
          <p:nvPr/>
        </p:nvSpPr>
        <p:spPr>
          <a:xfrm>
            <a:off x="-102771" y="19840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3" name="Google Shape;483;p10"/>
          <p:cNvSpPr/>
          <p:nvPr/>
        </p:nvSpPr>
        <p:spPr>
          <a:xfrm>
            <a:off x="10736763" y="64336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4" name="Google Shape;484;p10"/>
          <p:cNvSpPr/>
          <p:nvPr/>
        </p:nvSpPr>
        <p:spPr>
          <a:xfrm>
            <a:off x="10736769" y="5509769"/>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5" name="Google Shape;485;p10"/>
          <p:cNvSpPr/>
          <p:nvPr/>
        </p:nvSpPr>
        <p:spPr>
          <a:xfrm>
            <a:off x="9907864" y="64975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6" name="Google Shape;486;p10"/>
          <p:cNvSpPr/>
          <p:nvPr/>
        </p:nvSpPr>
        <p:spPr>
          <a:xfrm>
            <a:off x="11666301" y="6600167"/>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7" name="Google Shape;487;p10"/>
          <p:cNvSpPr/>
          <p:nvPr/>
        </p:nvSpPr>
        <p:spPr>
          <a:xfrm>
            <a:off x="11363259" y="5333706"/>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8" name="Google Shape;488;p10"/>
          <p:cNvSpPr/>
          <p:nvPr/>
        </p:nvSpPr>
        <p:spPr>
          <a:xfrm>
            <a:off x="11772537" y="6111825"/>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9" name="Google Shape;489;p10"/>
          <p:cNvSpPr/>
          <p:nvPr/>
        </p:nvSpPr>
        <p:spPr>
          <a:xfrm>
            <a:off x="11951973" y="1784958"/>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0" name="Google Shape;490;p10"/>
          <p:cNvSpPr/>
          <p:nvPr/>
        </p:nvSpPr>
        <p:spPr>
          <a:xfrm rot="-2426120">
            <a:off x="9480176" y="6502682"/>
            <a:ext cx="373213" cy="477295"/>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1" name="Google Shape;491;p10"/>
          <p:cNvSpPr/>
          <p:nvPr/>
        </p:nvSpPr>
        <p:spPr>
          <a:xfrm>
            <a:off x="10212864" y="5826928"/>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2" name="Google Shape;492;p10"/>
          <p:cNvSpPr/>
          <p:nvPr/>
        </p:nvSpPr>
        <p:spPr>
          <a:xfrm>
            <a:off x="11730117" y="4104977"/>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3" name="Google Shape;493;p10"/>
          <p:cNvSpPr/>
          <p:nvPr/>
        </p:nvSpPr>
        <p:spPr>
          <a:xfrm>
            <a:off x="10376560" y="65135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4" name="Google Shape;494;p10"/>
          <p:cNvSpPr/>
          <p:nvPr/>
        </p:nvSpPr>
        <p:spPr>
          <a:xfrm>
            <a:off x="462503" y="811487"/>
            <a:ext cx="280284" cy="611852"/>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5" name="Google Shape;495;p10"/>
          <p:cNvSpPr/>
          <p:nvPr/>
        </p:nvSpPr>
        <p:spPr>
          <a:xfrm>
            <a:off x="860014" y="4746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6" name="Google Shape;496;p10"/>
          <p:cNvSpPr/>
          <p:nvPr/>
        </p:nvSpPr>
        <p:spPr>
          <a:xfrm>
            <a:off x="11091747" y="-39763"/>
            <a:ext cx="609091" cy="567451"/>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7" name="Google Shape;497;p10"/>
          <p:cNvSpPr/>
          <p:nvPr/>
        </p:nvSpPr>
        <p:spPr>
          <a:xfrm>
            <a:off x="-11" y="1351155"/>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8" name="Google Shape;498;p10"/>
          <p:cNvSpPr/>
          <p:nvPr/>
        </p:nvSpPr>
        <p:spPr>
          <a:xfrm>
            <a:off x="11599141" y="238816"/>
            <a:ext cx="695056" cy="718656"/>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9" name="Google Shape;499;p10"/>
          <p:cNvSpPr/>
          <p:nvPr/>
        </p:nvSpPr>
        <p:spPr>
          <a:xfrm>
            <a:off x="933939" y="6076801"/>
            <a:ext cx="672893" cy="534169"/>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0" name="Google Shape;500;p10"/>
          <p:cNvSpPr/>
          <p:nvPr/>
        </p:nvSpPr>
        <p:spPr>
          <a:xfrm>
            <a:off x="345290" y="-115001"/>
            <a:ext cx="627093" cy="58961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1" name="Google Shape;501;p10"/>
          <p:cNvSpPr/>
          <p:nvPr/>
        </p:nvSpPr>
        <p:spPr>
          <a:xfrm>
            <a:off x="-46688" y="54341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2" name="Google Shape;502;p10"/>
          <p:cNvSpPr/>
          <p:nvPr/>
        </p:nvSpPr>
        <p:spPr>
          <a:xfrm>
            <a:off x="961678" y="6664025"/>
            <a:ext cx="617412" cy="237283"/>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3" name="Google Shape;503;p10"/>
          <p:cNvSpPr/>
          <p:nvPr/>
        </p:nvSpPr>
        <p:spPr>
          <a:xfrm>
            <a:off x="-324171" y="722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4" name="Google Shape;504;p10"/>
          <p:cNvSpPr/>
          <p:nvPr/>
        </p:nvSpPr>
        <p:spPr>
          <a:xfrm>
            <a:off x="10456069" y="-134498"/>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5" name="Google Shape;505;p10"/>
          <p:cNvSpPr/>
          <p:nvPr/>
        </p:nvSpPr>
        <p:spPr>
          <a:xfrm>
            <a:off x="-51501" y="7720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6" name="Google Shape;506;p10"/>
          <p:cNvSpPr/>
          <p:nvPr/>
        </p:nvSpPr>
        <p:spPr>
          <a:xfrm>
            <a:off x="1871701" y="15333"/>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7" name="Google Shape;507;p10"/>
          <p:cNvSpPr/>
          <p:nvPr/>
        </p:nvSpPr>
        <p:spPr>
          <a:xfrm>
            <a:off x="1274653" y="-76221"/>
            <a:ext cx="431488" cy="428728"/>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8" name="Google Shape;508;p10"/>
          <p:cNvSpPr/>
          <p:nvPr/>
        </p:nvSpPr>
        <p:spPr>
          <a:xfrm>
            <a:off x="1777725" y="6237940"/>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9" name="Google Shape;509;p10"/>
          <p:cNvSpPr/>
          <p:nvPr/>
        </p:nvSpPr>
        <p:spPr>
          <a:xfrm>
            <a:off x="122165" y="6070569"/>
            <a:ext cx="554971" cy="546651"/>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0" name="Google Shape;510;p10"/>
          <p:cNvSpPr/>
          <p:nvPr/>
        </p:nvSpPr>
        <p:spPr>
          <a:xfrm>
            <a:off x="2034237" y="6548458"/>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1" name="Google Shape;511;p10"/>
          <p:cNvSpPr/>
          <p:nvPr/>
        </p:nvSpPr>
        <p:spPr>
          <a:xfrm>
            <a:off x="3606" y="6533642"/>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2" name="Google Shape;512;p10"/>
          <p:cNvSpPr/>
          <p:nvPr/>
        </p:nvSpPr>
        <p:spPr>
          <a:xfrm rot="1920548">
            <a:off x="10967401" y="833700"/>
            <a:ext cx="668696" cy="567409"/>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3" name="Google Shape;513;p10"/>
          <p:cNvSpPr/>
          <p:nvPr/>
        </p:nvSpPr>
        <p:spPr>
          <a:xfrm>
            <a:off x="462490" y="5418857"/>
            <a:ext cx="639575" cy="452289"/>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4" name="Google Shape;514;p10"/>
          <p:cNvSpPr/>
          <p:nvPr/>
        </p:nvSpPr>
        <p:spPr>
          <a:xfrm rot="-5400000">
            <a:off x="10661707" y="422573"/>
            <a:ext cx="373208" cy="477288"/>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5" name="Google Shape;515;p10"/>
          <p:cNvSpPr/>
          <p:nvPr/>
        </p:nvSpPr>
        <p:spPr>
          <a:xfrm>
            <a:off x="11735680" y="1053695"/>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6" name="Google Shape;516;p10"/>
          <p:cNvSpPr/>
          <p:nvPr/>
        </p:nvSpPr>
        <p:spPr>
          <a:xfrm>
            <a:off x="345284" y="6610610"/>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7" name="Google Shape;517;p10"/>
          <p:cNvSpPr/>
          <p:nvPr/>
        </p:nvSpPr>
        <p:spPr>
          <a:xfrm>
            <a:off x="11599127" y="15352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2" name="Title 1">
            <a:extLst>
              <a:ext uri="{FF2B5EF4-FFF2-40B4-BE49-F238E27FC236}">
                <a16:creationId xmlns:a16="http://schemas.microsoft.com/office/drawing/2014/main" id="{EEA81DAA-81B2-6AA3-038B-0AAE803A1F46}"/>
              </a:ext>
            </a:extLst>
          </p:cNvPr>
          <p:cNvSpPr>
            <a:spLocks noGrp="1"/>
          </p:cNvSpPr>
          <p:nvPr>
            <p:ph type="title"/>
          </p:nvPr>
        </p:nvSpPr>
        <p:spPr>
          <a:xfrm>
            <a:off x="2022282" y="108731"/>
            <a:ext cx="8147437" cy="1325033"/>
          </a:xfrm>
        </p:spPr>
        <p:txBody>
          <a:bodyPr/>
          <a:lstStyle/>
          <a:p>
            <a:r>
              <a:rPr lang="en-US" dirty="0"/>
              <a:t>Click to edit Master title style</a:t>
            </a:r>
          </a:p>
        </p:txBody>
      </p:sp>
      <p:sp>
        <p:nvSpPr>
          <p:cNvPr id="3" name="Text Placeholder 37">
            <a:extLst>
              <a:ext uri="{FF2B5EF4-FFF2-40B4-BE49-F238E27FC236}">
                <a16:creationId xmlns:a16="http://schemas.microsoft.com/office/drawing/2014/main" id="{2F22A23E-FBCA-9634-E610-395183C25211}"/>
              </a:ext>
            </a:extLst>
          </p:cNvPr>
          <p:cNvSpPr>
            <a:spLocks noGrp="1"/>
          </p:cNvSpPr>
          <p:nvPr>
            <p:ph type="body" sz="quarter" idx="22"/>
          </p:nvPr>
        </p:nvSpPr>
        <p:spPr>
          <a:xfrm>
            <a:off x="2255350" y="1727411"/>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8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 name="Picture Placeholder 47">
            <a:extLst>
              <a:ext uri="{FF2B5EF4-FFF2-40B4-BE49-F238E27FC236}">
                <a16:creationId xmlns:a16="http://schemas.microsoft.com/office/drawing/2014/main" id="{EC3D680F-F0CD-3452-96DA-971B219177B6}"/>
              </a:ext>
            </a:extLst>
          </p:cNvPr>
          <p:cNvSpPr>
            <a:spLocks noGrp="1"/>
          </p:cNvSpPr>
          <p:nvPr>
            <p:ph type="pic" sz="quarter" idx="30"/>
          </p:nvPr>
        </p:nvSpPr>
        <p:spPr>
          <a:xfrm>
            <a:off x="1647718" y="1727169"/>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dirty="0"/>
          </a:p>
        </p:txBody>
      </p:sp>
      <p:sp>
        <p:nvSpPr>
          <p:cNvPr id="5" name="Text Placeholder 37">
            <a:extLst>
              <a:ext uri="{FF2B5EF4-FFF2-40B4-BE49-F238E27FC236}">
                <a16:creationId xmlns:a16="http://schemas.microsoft.com/office/drawing/2014/main" id="{E4690BA4-417E-DCF5-DB1A-8EDD2EF1DB5A}"/>
              </a:ext>
            </a:extLst>
          </p:cNvPr>
          <p:cNvSpPr>
            <a:spLocks noGrp="1"/>
          </p:cNvSpPr>
          <p:nvPr>
            <p:ph type="body" sz="quarter" idx="31"/>
          </p:nvPr>
        </p:nvSpPr>
        <p:spPr>
          <a:xfrm>
            <a:off x="2255350" y="2560139"/>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8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6" name="Picture Placeholder 47">
            <a:extLst>
              <a:ext uri="{FF2B5EF4-FFF2-40B4-BE49-F238E27FC236}">
                <a16:creationId xmlns:a16="http://schemas.microsoft.com/office/drawing/2014/main" id="{8FFD9C30-1B57-B651-193E-09455F7F1807}"/>
              </a:ext>
            </a:extLst>
          </p:cNvPr>
          <p:cNvSpPr>
            <a:spLocks noGrp="1"/>
          </p:cNvSpPr>
          <p:nvPr>
            <p:ph type="pic" sz="quarter" idx="32"/>
          </p:nvPr>
        </p:nvSpPr>
        <p:spPr>
          <a:xfrm>
            <a:off x="1647718" y="2559897"/>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dirty="0"/>
          </a:p>
        </p:txBody>
      </p:sp>
      <p:sp>
        <p:nvSpPr>
          <p:cNvPr id="8" name="Content Placeholder 7">
            <a:extLst>
              <a:ext uri="{FF2B5EF4-FFF2-40B4-BE49-F238E27FC236}">
                <a16:creationId xmlns:a16="http://schemas.microsoft.com/office/drawing/2014/main" id="{CD1E6C29-DE68-68F4-5F3E-FC303B8769F5}"/>
              </a:ext>
            </a:extLst>
          </p:cNvPr>
          <p:cNvSpPr>
            <a:spLocks noGrp="1"/>
          </p:cNvSpPr>
          <p:nvPr>
            <p:ph sz="quarter" idx="33"/>
          </p:nvPr>
        </p:nvSpPr>
        <p:spPr>
          <a:xfrm>
            <a:off x="1794669" y="3568700"/>
            <a:ext cx="8602663" cy="2827338"/>
          </a:xfrm>
        </p:spPr>
        <p:txBody>
          <a:bodyPr/>
          <a:lstStyle>
            <a:lvl1pPr marL="0" indent="0">
              <a:buNone/>
              <a:defRPr/>
            </a:lvl1pPr>
          </a:lstStyle>
          <a:p>
            <a:pPr lvl="0"/>
            <a:endParaRPr lang="en-US" dirty="0"/>
          </a:p>
        </p:txBody>
      </p:sp>
    </p:spTree>
    <p:extLst>
      <p:ext uri="{BB962C8B-B14F-4D97-AF65-F5344CB8AC3E}">
        <p14:creationId xmlns:p14="http://schemas.microsoft.com/office/powerpoint/2010/main" val="129083000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preserve="1" userDrawn="1">
  <p:cSld name="header_1cbody_4corner">
    <p:spTree>
      <p:nvGrpSpPr>
        <p:cNvPr id="1" name="Shape 476"/>
        <p:cNvGrpSpPr/>
        <p:nvPr/>
      </p:nvGrpSpPr>
      <p:grpSpPr>
        <a:xfrm>
          <a:off x="0" y="0"/>
          <a:ext cx="0" cy="0"/>
          <a:chOff x="0" y="0"/>
          <a:chExt cx="0" cy="0"/>
        </a:xfrm>
      </p:grpSpPr>
      <p:sp>
        <p:nvSpPr>
          <p:cNvPr id="477" name="Google Shape;477;p10"/>
          <p:cNvSpPr/>
          <p:nvPr/>
        </p:nvSpPr>
        <p:spPr>
          <a:xfrm>
            <a:off x="9737174" y="-392483"/>
            <a:ext cx="600733" cy="744979"/>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8" name="Google Shape;478;p10"/>
          <p:cNvSpPr/>
          <p:nvPr/>
        </p:nvSpPr>
        <p:spPr>
          <a:xfrm>
            <a:off x="-47165" y="4489284"/>
            <a:ext cx="591013" cy="672893"/>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9" name="Google Shape;479;p10"/>
          <p:cNvSpPr/>
          <p:nvPr/>
        </p:nvSpPr>
        <p:spPr>
          <a:xfrm>
            <a:off x="11757265" y="45862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0" name="Google Shape;480;p10"/>
          <p:cNvSpPr/>
          <p:nvPr/>
        </p:nvSpPr>
        <p:spPr>
          <a:xfrm>
            <a:off x="11657298" y="5555569"/>
            <a:ext cx="660375" cy="453651"/>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1" name="Google Shape;481;p10"/>
          <p:cNvSpPr/>
          <p:nvPr/>
        </p:nvSpPr>
        <p:spPr>
          <a:xfrm>
            <a:off x="11147940" y="6009221"/>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2" name="Google Shape;482;p10"/>
          <p:cNvSpPr/>
          <p:nvPr/>
        </p:nvSpPr>
        <p:spPr>
          <a:xfrm>
            <a:off x="-102771" y="19840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3" name="Google Shape;483;p10"/>
          <p:cNvSpPr/>
          <p:nvPr/>
        </p:nvSpPr>
        <p:spPr>
          <a:xfrm>
            <a:off x="10736763" y="64336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4" name="Google Shape;484;p10"/>
          <p:cNvSpPr/>
          <p:nvPr/>
        </p:nvSpPr>
        <p:spPr>
          <a:xfrm>
            <a:off x="10736769" y="5509769"/>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5" name="Google Shape;485;p10"/>
          <p:cNvSpPr/>
          <p:nvPr/>
        </p:nvSpPr>
        <p:spPr>
          <a:xfrm>
            <a:off x="9907864" y="64975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6" name="Google Shape;486;p10"/>
          <p:cNvSpPr/>
          <p:nvPr/>
        </p:nvSpPr>
        <p:spPr>
          <a:xfrm>
            <a:off x="11666301" y="6600167"/>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7" name="Google Shape;487;p10"/>
          <p:cNvSpPr/>
          <p:nvPr/>
        </p:nvSpPr>
        <p:spPr>
          <a:xfrm>
            <a:off x="11363259" y="5333706"/>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8" name="Google Shape;488;p10"/>
          <p:cNvSpPr/>
          <p:nvPr/>
        </p:nvSpPr>
        <p:spPr>
          <a:xfrm>
            <a:off x="11772537" y="6111825"/>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9" name="Google Shape;489;p10"/>
          <p:cNvSpPr/>
          <p:nvPr/>
        </p:nvSpPr>
        <p:spPr>
          <a:xfrm>
            <a:off x="11951973" y="1784958"/>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0" name="Google Shape;490;p10"/>
          <p:cNvSpPr/>
          <p:nvPr/>
        </p:nvSpPr>
        <p:spPr>
          <a:xfrm rot="-2426120">
            <a:off x="9480176" y="6502682"/>
            <a:ext cx="373213" cy="477295"/>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1" name="Google Shape;491;p10"/>
          <p:cNvSpPr/>
          <p:nvPr/>
        </p:nvSpPr>
        <p:spPr>
          <a:xfrm>
            <a:off x="10212864" y="5826928"/>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2" name="Google Shape;492;p10"/>
          <p:cNvSpPr/>
          <p:nvPr/>
        </p:nvSpPr>
        <p:spPr>
          <a:xfrm>
            <a:off x="11730117" y="4104977"/>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3" name="Google Shape;493;p10"/>
          <p:cNvSpPr/>
          <p:nvPr/>
        </p:nvSpPr>
        <p:spPr>
          <a:xfrm>
            <a:off x="10376560" y="65135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4" name="Google Shape;494;p10"/>
          <p:cNvSpPr/>
          <p:nvPr/>
        </p:nvSpPr>
        <p:spPr>
          <a:xfrm>
            <a:off x="462503" y="811487"/>
            <a:ext cx="280284" cy="611852"/>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5" name="Google Shape;495;p10"/>
          <p:cNvSpPr/>
          <p:nvPr/>
        </p:nvSpPr>
        <p:spPr>
          <a:xfrm>
            <a:off x="860014" y="4746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6" name="Google Shape;496;p10"/>
          <p:cNvSpPr/>
          <p:nvPr/>
        </p:nvSpPr>
        <p:spPr>
          <a:xfrm>
            <a:off x="11091747" y="-39763"/>
            <a:ext cx="609091" cy="567451"/>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7" name="Google Shape;497;p10"/>
          <p:cNvSpPr/>
          <p:nvPr/>
        </p:nvSpPr>
        <p:spPr>
          <a:xfrm>
            <a:off x="-11" y="1351155"/>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8" name="Google Shape;498;p10"/>
          <p:cNvSpPr/>
          <p:nvPr/>
        </p:nvSpPr>
        <p:spPr>
          <a:xfrm>
            <a:off x="11599141" y="238816"/>
            <a:ext cx="695056" cy="718656"/>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9" name="Google Shape;499;p10"/>
          <p:cNvSpPr/>
          <p:nvPr/>
        </p:nvSpPr>
        <p:spPr>
          <a:xfrm>
            <a:off x="933939" y="6076801"/>
            <a:ext cx="672893" cy="534169"/>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0" name="Google Shape;500;p10"/>
          <p:cNvSpPr/>
          <p:nvPr/>
        </p:nvSpPr>
        <p:spPr>
          <a:xfrm>
            <a:off x="345290" y="-115001"/>
            <a:ext cx="627093" cy="58961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1" name="Google Shape;501;p10"/>
          <p:cNvSpPr/>
          <p:nvPr/>
        </p:nvSpPr>
        <p:spPr>
          <a:xfrm>
            <a:off x="-46688" y="54341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2" name="Google Shape;502;p10"/>
          <p:cNvSpPr/>
          <p:nvPr/>
        </p:nvSpPr>
        <p:spPr>
          <a:xfrm>
            <a:off x="961678" y="6664025"/>
            <a:ext cx="617412" cy="237283"/>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3" name="Google Shape;503;p10"/>
          <p:cNvSpPr/>
          <p:nvPr/>
        </p:nvSpPr>
        <p:spPr>
          <a:xfrm>
            <a:off x="-324171" y="722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4" name="Google Shape;504;p10"/>
          <p:cNvSpPr/>
          <p:nvPr/>
        </p:nvSpPr>
        <p:spPr>
          <a:xfrm>
            <a:off x="10456069" y="-134498"/>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5" name="Google Shape;505;p10"/>
          <p:cNvSpPr/>
          <p:nvPr/>
        </p:nvSpPr>
        <p:spPr>
          <a:xfrm>
            <a:off x="-51501" y="7720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6" name="Google Shape;506;p10"/>
          <p:cNvSpPr/>
          <p:nvPr/>
        </p:nvSpPr>
        <p:spPr>
          <a:xfrm>
            <a:off x="1871701" y="15333"/>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7" name="Google Shape;507;p10"/>
          <p:cNvSpPr/>
          <p:nvPr/>
        </p:nvSpPr>
        <p:spPr>
          <a:xfrm>
            <a:off x="1274653" y="-76221"/>
            <a:ext cx="431488" cy="428728"/>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8" name="Google Shape;508;p10"/>
          <p:cNvSpPr/>
          <p:nvPr/>
        </p:nvSpPr>
        <p:spPr>
          <a:xfrm>
            <a:off x="1777725" y="6237940"/>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9" name="Google Shape;509;p10"/>
          <p:cNvSpPr/>
          <p:nvPr/>
        </p:nvSpPr>
        <p:spPr>
          <a:xfrm>
            <a:off x="122165" y="6070569"/>
            <a:ext cx="554971" cy="546651"/>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0" name="Google Shape;510;p10"/>
          <p:cNvSpPr/>
          <p:nvPr/>
        </p:nvSpPr>
        <p:spPr>
          <a:xfrm>
            <a:off x="2034237" y="6548458"/>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1" name="Google Shape;511;p10"/>
          <p:cNvSpPr/>
          <p:nvPr/>
        </p:nvSpPr>
        <p:spPr>
          <a:xfrm>
            <a:off x="3606" y="6533642"/>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2" name="Google Shape;512;p10"/>
          <p:cNvSpPr/>
          <p:nvPr/>
        </p:nvSpPr>
        <p:spPr>
          <a:xfrm rot="1920548">
            <a:off x="10967401" y="833700"/>
            <a:ext cx="668696" cy="567409"/>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3" name="Google Shape;513;p10"/>
          <p:cNvSpPr/>
          <p:nvPr/>
        </p:nvSpPr>
        <p:spPr>
          <a:xfrm>
            <a:off x="462490" y="5418857"/>
            <a:ext cx="639575" cy="452289"/>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4" name="Google Shape;514;p10"/>
          <p:cNvSpPr/>
          <p:nvPr/>
        </p:nvSpPr>
        <p:spPr>
          <a:xfrm rot="-5400000">
            <a:off x="10661707" y="422573"/>
            <a:ext cx="373208" cy="477288"/>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5" name="Google Shape;515;p10"/>
          <p:cNvSpPr/>
          <p:nvPr/>
        </p:nvSpPr>
        <p:spPr>
          <a:xfrm>
            <a:off x="11735680" y="1053695"/>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6" name="Google Shape;516;p10"/>
          <p:cNvSpPr/>
          <p:nvPr/>
        </p:nvSpPr>
        <p:spPr>
          <a:xfrm>
            <a:off x="345284" y="6610610"/>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7" name="Google Shape;517;p10"/>
          <p:cNvSpPr/>
          <p:nvPr/>
        </p:nvSpPr>
        <p:spPr>
          <a:xfrm>
            <a:off x="11599127" y="15352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3" name="Google Shape;291;p5">
            <a:extLst>
              <a:ext uri="{FF2B5EF4-FFF2-40B4-BE49-F238E27FC236}">
                <a16:creationId xmlns:a16="http://schemas.microsoft.com/office/drawing/2014/main" id="{6624E05A-298C-6E38-5A48-3C243626C1C2}"/>
              </a:ext>
            </a:extLst>
          </p:cNvPr>
          <p:cNvSpPr txBox="1">
            <a:spLocks noGrp="1"/>
          </p:cNvSpPr>
          <p:nvPr>
            <p:ph type="title"/>
          </p:nvPr>
        </p:nvSpPr>
        <p:spPr>
          <a:xfrm>
            <a:off x="2240980" y="216531"/>
            <a:ext cx="7711332" cy="1143200"/>
          </a:xfrm>
          <a:prstGeom prst="rect">
            <a:avLst/>
          </a:prstGeom>
        </p:spPr>
        <p:txBody>
          <a:bodyPr spcFirstLastPara="1" wrap="square" lIns="91425" tIns="91425" rIns="91425" bIns="91425" anchor="b" anchorCtr="0">
            <a:noAutofit/>
          </a:bodyPr>
          <a:lstStyle>
            <a:lvl1pPr lvl="0" algn="ctr">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endParaRPr dirty="0"/>
          </a:p>
        </p:txBody>
      </p:sp>
      <p:sp>
        <p:nvSpPr>
          <p:cNvPr id="5" name="Content Placeholder 4">
            <a:extLst>
              <a:ext uri="{FF2B5EF4-FFF2-40B4-BE49-F238E27FC236}">
                <a16:creationId xmlns:a16="http://schemas.microsoft.com/office/drawing/2014/main" id="{1F965E2A-5145-58FA-7EAC-2B19B3B5EACC}"/>
              </a:ext>
            </a:extLst>
          </p:cNvPr>
          <p:cNvSpPr>
            <a:spLocks noGrp="1"/>
          </p:cNvSpPr>
          <p:nvPr>
            <p:ph sz="quarter" idx="10"/>
          </p:nvPr>
        </p:nvSpPr>
        <p:spPr>
          <a:xfrm>
            <a:off x="972383" y="1728414"/>
            <a:ext cx="10001177" cy="34337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1842821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lank" preserve="1" userDrawn="1">
  <p:cSld name="hex_list_and_box">
    <p:spTree>
      <p:nvGrpSpPr>
        <p:cNvPr id="1" name="Shape 476"/>
        <p:cNvGrpSpPr/>
        <p:nvPr/>
      </p:nvGrpSpPr>
      <p:grpSpPr>
        <a:xfrm>
          <a:off x="0" y="0"/>
          <a:ext cx="0" cy="0"/>
          <a:chOff x="0" y="0"/>
          <a:chExt cx="0" cy="0"/>
        </a:xfrm>
      </p:grpSpPr>
      <p:sp>
        <p:nvSpPr>
          <p:cNvPr id="38" name="Text Placeholder 37">
            <a:extLst>
              <a:ext uri="{FF2B5EF4-FFF2-40B4-BE49-F238E27FC236}">
                <a16:creationId xmlns:a16="http://schemas.microsoft.com/office/drawing/2014/main" id="{33717CE8-04E5-5279-D4EB-710549CF9F8B}"/>
              </a:ext>
            </a:extLst>
          </p:cNvPr>
          <p:cNvSpPr>
            <a:spLocks noGrp="1"/>
          </p:cNvSpPr>
          <p:nvPr>
            <p:ph type="body" sz="quarter" idx="22"/>
          </p:nvPr>
        </p:nvSpPr>
        <p:spPr>
          <a:xfrm>
            <a:off x="2255350" y="1443326"/>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8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77" name="Google Shape;477;p10"/>
          <p:cNvSpPr/>
          <p:nvPr/>
        </p:nvSpPr>
        <p:spPr>
          <a:xfrm>
            <a:off x="9737174" y="-392483"/>
            <a:ext cx="600733" cy="744979"/>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8" name="Google Shape;478;p10"/>
          <p:cNvSpPr/>
          <p:nvPr/>
        </p:nvSpPr>
        <p:spPr>
          <a:xfrm>
            <a:off x="-47165" y="4489284"/>
            <a:ext cx="591013" cy="672893"/>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9" name="Google Shape;479;p10"/>
          <p:cNvSpPr/>
          <p:nvPr/>
        </p:nvSpPr>
        <p:spPr>
          <a:xfrm>
            <a:off x="11757265" y="45862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0" name="Google Shape;480;p10"/>
          <p:cNvSpPr/>
          <p:nvPr/>
        </p:nvSpPr>
        <p:spPr>
          <a:xfrm>
            <a:off x="11657298" y="5555569"/>
            <a:ext cx="660375" cy="453651"/>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1" name="Google Shape;481;p10"/>
          <p:cNvSpPr/>
          <p:nvPr/>
        </p:nvSpPr>
        <p:spPr>
          <a:xfrm>
            <a:off x="11147940" y="6009221"/>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2" name="Google Shape;482;p10"/>
          <p:cNvSpPr/>
          <p:nvPr/>
        </p:nvSpPr>
        <p:spPr>
          <a:xfrm>
            <a:off x="-102771" y="19840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3" name="Google Shape;483;p10"/>
          <p:cNvSpPr/>
          <p:nvPr/>
        </p:nvSpPr>
        <p:spPr>
          <a:xfrm>
            <a:off x="10736763" y="64336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4" name="Google Shape;484;p10"/>
          <p:cNvSpPr/>
          <p:nvPr/>
        </p:nvSpPr>
        <p:spPr>
          <a:xfrm>
            <a:off x="10736769" y="5509769"/>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5" name="Google Shape;485;p10"/>
          <p:cNvSpPr/>
          <p:nvPr/>
        </p:nvSpPr>
        <p:spPr>
          <a:xfrm>
            <a:off x="9907864" y="64975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6" name="Google Shape;486;p10"/>
          <p:cNvSpPr/>
          <p:nvPr/>
        </p:nvSpPr>
        <p:spPr>
          <a:xfrm>
            <a:off x="11666301" y="6600167"/>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7" name="Google Shape;487;p10"/>
          <p:cNvSpPr/>
          <p:nvPr/>
        </p:nvSpPr>
        <p:spPr>
          <a:xfrm>
            <a:off x="11363259" y="5333706"/>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8" name="Google Shape;488;p10"/>
          <p:cNvSpPr/>
          <p:nvPr/>
        </p:nvSpPr>
        <p:spPr>
          <a:xfrm>
            <a:off x="11772537" y="6111825"/>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9" name="Google Shape;489;p10"/>
          <p:cNvSpPr/>
          <p:nvPr/>
        </p:nvSpPr>
        <p:spPr>
          <a:xfrm>
            <a:off x="11951973" y="1784958"/>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0" name="Google Shape;490;p10"/>
          <p:cNvSpPr/>
          <p:nvPr/>
        </p:nvSpPr>
        <p:spPr>
          <a:xfrm rot="-2426120">
            <a:off x="9480176" y="6502682"/>
            <a:ext cx="373213" cy="477295"/>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1" name="Google Shape;491;p10"/>
          <p:cNvSpPr/>
          <p:nvPr/>
        </p:nvSpPr>
        <p:spPr>
          <a:xfrm>
            <a:off x="10212864" y="5826928"/>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2" name="Google Shape;492;p10"/>
          <p:cNvSpPr/>
          <p:nvPr/>
        </p:nvSpPr>
        <p:spPr>
          <a:xfrm>
            <a:off x="11730117" y="4104977"/>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3" name="Google Shape;493;p10"/>
          <p:cNvSpPr/>
          <p:nvPr/>
        </p:nvSpPr>
        <p:spPr>
          <a:xfrm>
            <a:off x="10376560" y="65135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4" name="Google Shape;494;p10"/>
          <p:cNvSpPr/>
          <p:nvPr/>
        </p:nvSpPr>
        <p:spPr>
          <a:xfrm>
            <a:off x="462503" y="811487"/>
            <a:ext cx="280284" cy="611852"/>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5" name="Google Shape;495;p10"/>
          <p:cNvSpPr/>
          <p:nvPr/>
        </p:nvSpPr>
        <p:spPr>
          <a:xfrm>
            <a:off x="860014" y="4746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6" name="Google Shape;496;p10"/>
          <p:cNvSpPr/>
          <p:nvPr/>
        </p:nvSpPr>
        <p:spPr>
          <a:xfrm>
            <a:off x="11091747" y="-39763"/>
            <a:ext cx="609091" cy="567451"/>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7" name="Google Shape;497;p10"/>
          <p:cNvSpPr/>
          <p:nvPr/>
        </p:nvSpPr>
        <p:spPr>
          <a:xfrm>
            <a:off x="-11" y="1351155"/>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8" name="Google Shape;498;p10"/>
          <p:cNvSpPr/>
          <p:nvPr/>
        </p:nvSpPr>
        <p:spPr>
          <a:xfrm>
            <a:off x="11599141" y="238816"/>
            <a:ext cx="695056" cy="718656"/>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9" name="Google Shape;499;p10"/>
          <p:cNvSpPr/>
          <p:nvPr/>
        </p:nvSpPr>
        <p:spPr>
          <a:xfrm>
            <a:off x="933939" y="6076801"/>
            <a:ext cx="672893" cy="534169"/>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0" name="Google Shape;500;p10"/>
          <p:cNvSpPr/>
          <p:nvPr/>
        </p:nvSpPr>
        <p:spPr>
          <a:xfrm>
            <a:off x="345290" y="-115001"/>
            <a:ext cx="627093" cy="58961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1" name="Google Shape;501;p10"/>
          <p:cNvSpPr/>
          <p:nvPr/>
        </p:nvSpPr>
        <p:spPr>
          <a:xfrm>
            <a:off x="-46688" y="54341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2" name="Google Shape;502;p10"/>
          <p:cNvSpPr/>
          <p:nvPr/>
        </p:nvSpPr>
        <p:spPr>
          <a:xfrm>
            <a:off x="961678" y="6664025"/>
            <a:ext cx="617412" cy="237283"/>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3" name="Google Shape;503;p10"/>
          <p:cNvSpPr/>
          <p:nvPr/>
        </p:nvSpPr>
        <p:spPr>
          <a:xfrm>
            <a:off x="-324171" y="722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4" name="Google Shape;504;p10"/>
          <p:cNvSpPr/>
          <p:nvPr/>
        </p:nvSpPr>
        <p:spPr>
          <a:xfrm>
            <a:off x="10456069" y="-134498"/>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5" name="Google Shape;505;p10"/>
          <p:cNvSpPr/>
          <p:nvPr/>
        </p:nvSpPr>
        <p:spPr>
          <a:xfrm>
            <a:off x="-51501" y="7720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6" name="Google Shape;506;p10"/>
          <p:cNvSpPr/>
          <p:nvPr/>
        </p:nvSpPr>
        <p:spPr>
          <a:xfrm>
            <a:off x="1871701" y="15333"/>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7" name="Google Shape;507;p10"/>
          <p:cNvSpPr/>
          <p:nvPr/>
        </p:nvSpPr>
        <p:spPr>
          <a:xfrm>
            <a:off x="1274653" y="-76221"/>
            <a:ext cx="431488" cy="428728"/>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8" name="Google Shape;508;p10"/>
          <p:cNvSpPr/>
          <p:nvPr/>
        </p:nvSpPr>
        <p:spPr>
          <a:xfrm>
            <a:off x="1777725" y="6237940"/>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9" name="Google Shape;509;p10"/>
          <p:cNvSpPr/>
          <p:nvPr/>
        </p:nvSpPr>
        <p:spPr>
          <a:xfrm>
            <a:off x="122165" y="6070569"/>
            <a:ext cx="554971" cy="546651"/>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0" name="Google Shape;510;p10"/>
          <p:cNvSpPr/>
          <p:nvPr/>
        </p:nvSpPr>
        <p:spPr>
          <a:xfrm>
            <a:off x="2034237" y="6548458"/>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1" name="Google Shape;511;p10"/>
          <p:cNvSpPr/>
          <p:nvPr/>
        </p:nvSpPr>
        <p:spPr>
          <a:xfrm>
            <a:off x="3606" y="6533642"/>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2" name="Google Shape;512;p10"/>
          <p:cNvSpPr/>
          <p:nvPr/>
        </p:nvSpPr>
        <p:spPr>
          <a:xfrm rot="1920548">
            <a:off x="10967401" y="833700"/>
            <a:ext cx="668696" cy="567409"/>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3" name="Google Shape;513;p10"/>
          <p:cNvSpPr/>
          <p:nvPr/>
        </p:nvSpPr>
        <p:spPr>
          <a:xfrm>
            <a:off x="462490" y="5418857"/>
            <a:ext cx="639575" cy="452289"/>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4" name="Google Shape;514;p10"/>
          <p:cNvSpPr/>
          <p:nvPr/>
        </p:nvSpPr>
        <p:spPr>
          <a:xfrm rot="-5400000">
            <a:off x="10661707" y="422573"/>
            <a:ext cx="373208" cy="477288"/>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5" name="Google Shape;515;p10"/>
          <p:cNvSpPr/>
          <p:nvPr/>
        </p:nvSpPr>
        <p:spPr>
          <a:xfrm>
            <a:off x="11735680" y="1053695"/>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6" name="Google Shape;516;p10"/>
          <p:cNvSpPr/>
          <p:nvPr/>
        </p:nvSpPr>
        <p:spPr>
          <a:xfrm>
            <a:off x="345284" y="6610610"/>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7" name="Google Shape;517;p10"/>
          <p:cNvSpPr/>
          <p:nvPr/>
        </p:nvSpPr>
        <p:spPr>
          <a:xfrm>
            <a:off x="11543083" y="1507407"/>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3" name="Google Shape;291;p5">
            <a:extLst>
              <a:ext uri="{FF2B5EF4-FFF2-40B4-BE49-F238E27FC236}">
                <a16:creationId xmlns:a16="http://schemas.microsoft.com/office/drawing/2014/main" id="{6624E05A-298C-6E38-5A48-3C243626C1C2}"/>
              </a:ext>
            </a:extLst>
          </p:cNvPr>
          <p:cNvSpPr txBox="1">
            <a:spLocks noGrp="1"/>
          </p:cNvSpPr>
          <p:nvPr>
            <p:ph type="title"/>
          </p:nvPr>
        </p:nvSpPr>
        <p:spPr>
          <a:xfrm>
            <a:off x="1935419" y="118873"/>
            <a:ext cx="8321162" cy="1143200"/>
          </a:xfrm>
          <a:prstGeom prst="rect">
            <a:avLst/>
          </a:prstGeom>
        </p:spPr>
        <p:txBody>
          <a:bodyPr spcFirstLastPara="1" wrap="square" lIns="91425" tIns="91425" rIns="91425" bIns="91425" anchor="b" anchorCtr="0">
            <a:noAutofit/>
          </a:bodyPr>
          <a:lstStyle>
            <a:lvl1pPr lvl="0" algn="ctr">
              <a:spcBef>
                <a:spcPts val="0"/>
              </a:spcBef>
              <a:spcAft>
                <a:spcPts val="0"/>
              </a:spcAft>
              <a:buSzPts val="1800"/>
              <a:buNone/>
              <a:defRPr sz="5400" b="1">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endParaRPr dirty="0"/>
          </a:p>
        </p:txBody>
      </p:sp>
      <p:sp>
        <p:nvSpPr>
          <p:cNvPr id="14" name="Content Placeholder 13">
            <a:extLst>
              <a:ext uri="{FF2B5EF4-FFF2-40B4-BE49-F238E27FC236}">
                <a16:creationId xmlns:a16="http://schemas.microsoft.com/office/drawing/2014/main" id="{38091D96-8E84-90C5-B732-7CCB745930EE}"/>
              </a:ext>
            </a:extLst>
          </p:cNvPr>
          <p:cNvSpPr>
            <a:spLocks noGrp="1"/>
          </p:cNvSpPr>
          <p:nvPr>
            <p:ph sz="quarter" idx="14"/>
          </p:nvPr>
        </p:nvSpPr>
        <p:spPr>
          <a:xfrm>
            <a:off x="1649553" y="5144938"/>
            <a:ext cx="9066922" cy="1756370"/>
          </a:xfrm>
          <a:prstGeom prst="snip1Rect">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a:defRPr lang="en-US"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9" name="Text Placeholder 37">
            <a:extLst>
              <a:ext uri="{FF2B5EF4-FFF2-40B4-BE49-F238E27FC236}">
                <a16:creationId xmlns:a16="http://schemas.microsoft.com/office/drawing/2014/main" id="{6CC9A524-160E-D017-02DF-3036828B0925}"/>
              </a:ext>
            </a:extLst>
          </p:cNvPr>
          <p:cNvSpPr>
            <a:spLocks noGrp="1"/>
          </p:cNvSpPr>
          <p:nvPr>
            <p:ph type="body" sz="quarter" idx="23"/>
          </p:nvPr>
        </p:nvSpPr>
        <p:spPr>
          <a:xfrm>
            <a:off x="2255350" y="2352650"/>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8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1" name="Text Placeholder 37">
            <a:extLst>
              <a:ext uri="{FF2B5EF4-FFF2-40B4-BE49-F238E27FC236}">
                <a16:creationId xmlns:a16="http://schemas.microsoft.com/office/drawing/2014/main" id="{0FCBCAEA-0651-C467-9DCC-7FA2D5DC7C6D}"/>
              </a:ext>
            </a:extLst>
          </p:cNvPr>
          <p:cNvSpPr>
            <a:spLocks noGrp="1"/>
          </p:cNvSpPr>
          <p:nvPr>
            <p:ph type="body" sz="quarter" idx="25"/>
          </p:nvPr>
        </p:nvSpPr>
        <p:spPr>
          <a:xfrm>
            <a:off x="2255350" y="3261974"/>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8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3" name="Text Placeholder 37">
            <a:extLst>
              <a:ext uri="{FF2B5EF4-FFF2-40B4-BE49-F238E27FC236}">
                <a16:creationId xmlns:a16="http://schemas.microsoft.com/office/drawing/2014/main" id="{85E2FB85-DA62-853F-CE1E-6544931EA085}"/>
              </a:ext>
            </a:extLst>
          </p:cNvPr>
          <p:cNvSpPr>
            <a:spLocks noGrp="1"/>
          </p:cNvSpPr>
          <p:nvPr>
            <p:ph type="body" sz="quarter" idx="27"/>
          </p:nvPr>
        </p:nvSpPr>
        <p:spPr>
          <a:xfrm>
            <a:off x="2255350" y="4171298"/>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8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8" name="Picture Placeholder 47">
            <a:extLst>
              <a:ext uri="{FF2B5EF4-FFF2-40B4-BE49-F238E27FC236}">
                <a16:creationId xmlns:a16="http://schemas.microsoft.com/office/drawing/2014/main" id="{B64F426D-11E7-9DA9-7D2E-880A3FD8194D}"/>
              </a:ext>
            </a:extLst>
          </p:cNvPr>
          <p:cNvSpPr>
            <a:spLocks noGrp="1"/>
          </p:cNvSpPr>
          <p:nvPr>
            <p:ph type="pic" sz="quarter" idx="29"/>
          </p:nvPr>
        </p:nvSpPr>
        <p:spPr>
          <a:xfrm>
            <a:off x="1637987" y="2352408"/>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a:p>
        </p:txBody>
      </p:sp>
      <p:sp>
        <p:nvSpPr>
          <p:cNvPr id="52" name="Picture Placeholder 47">
            <a:extLst>
              <a:ext uri="{FF2B5EF4-FFF2-40B4-BE49-F238E27FC236}">
                <a16:creationId xmlns:a16="http://schemas.microsoft.com/office/drawing/2014/main" id="{88493579-C434-EA1D-E004-7C2E68F4565B}"/>
              </a:ext>
            </a:extLst>
          </p:cNvPr>
          <p:cNvSpPr>
            <a:spLocks noGrp="1"/>
          </p:cNvSpPr>
          <p:nvPr>
            <p:ph type="pic" sz="quarter" idx="30"/>
          </p:nvPr>
        </p:nvSpPr>
        <p:spPr>
          <a:xfrm>
            <a:off x="1647718" y="1443084"/>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dirty="0"/>
          </a:p>
        </p:txBody>
      </p:sp>
      <p:sp>
        <p:nvSpPr>
          <p:cNvPr id="53" name="Picture Placeholder 47">
            <a:extLst>
              <a:ext uri="{FF2B5EF4-FFF2-40B4-BE49-F238E27FC236}">
                <a16:creationId xmlns:a16="http://schemas.microsoft.com/office/drawing/2014/main" id="{6E2AB6D7-3443-6363-EE6A-3862C54F3A9A}"/>
              </a:ext>
            </a:extLst>
          </p:cNvPr>
          <p:cNvSpPr>
            <a:spLocks noGrp="1"/>
          </p:cNvSpPr>
          <p:nvPr>
            <p:ph type="pic" sz="quarter" idx="31"/>
          </p:nvPr>
        </p:nvSpPr>
        <p:spPr>
          <a:xfrm>
            <a:off x="1637987" y="3265676"/>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a:p>
        </p:txBody>
      </p:sp>
      <p:sp>
        <p:nvSpPr>
          <p:cNvPr id="54" name="Picture Placeholder 47">
            <a:extLst>
              <a:ext uri="{FF2B5EF4-FFF2-40B4-BE49-F238E27FC236}">
                <a16:creationId xmlns:a16="http://schemas.microsoft.com/office/drawing/2014/main" id="{0018966B-9160-D5FD-271F-F6B24419F0FE}"/>
              </a:ext>
            </a:extLst>
          </p:cNvPr>
          <p:cNvSpPr>
            <a:spLocks noGrp="1"/>
          </p:cNvSpPr>
          <p:nvPr>
            <p:ph type="pic" sz="quarter" idx="32"/>
          </p:nvPr>
        </p:nvSpPr>
        <p:spPr>
          <a:xfrm>
            <a:off x="1637987" y="4174667"/>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a:p>
        </p:txBody>
      </p:sp>
    </p:spTree>
    <p:extLst>
      <p:ext uri="{BB962C8B-B14F-4D97-AF65-F5344CB8AC3E}">
        <p14:creationId xmlns:p14="http://schemas.microsoft.com/office/powerpoint/2010/main" val="361987261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lank" preserve="1" userDrawn="1">
  <p:cSld name="hex_list_box_with_example">
    <p:spTree>
      <p:nvGrpSpPr>
        <p:cNvPr id="1" name="Shape 476"/>
        <p:cNvGrpSpPr/>
        <p:nvPr/>
      </p:nvGrpSpPr>
      <p:grpSpPr>
        <a:xfrm>
          <a:off x="0" y="0"/>
          <a:ext cx="0" cy="0"/>
          <a:chOff x="0" y="0"/>
          <a:chExt cx="0" cy="0"/>
        </a:xfrm>
      </p:grpSpPr>
      <p:sp>
        <p:nvSpPr>
          <p:cNvPr id="38" name="Text Placeholder 37">
            <a:extLst>
              <a:ext uri="{FF2B5EF4-FFF2-40B4-BE49-F238E27FC236}">
                <a16:creationId xmlns:a16="http://schemas.microsoft.com/office/drawing/2014/main" id="{33717CE8-04E5-5279-D4EB-710549CF9F8B}"/>
              </a:ext>
            </a:extLst>
          </p:cNvPr>
          <p:cNvSpPr>
            <a:spLocks noGrp="1"/>
          </p:cNvSpPr>
          <p:nvPr>
            <p:ph type="body" sz="quarter" idx="22"/>
          </p:nvPr>
        </p:nvSpPr>
        <p:spPr>
          <a:xfrm>
            <a:off x="888188" y="1443326"/>
            <a:ext cx="5282543"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4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77" name="Google Shape;477;p10"/>
          <p:cNvSpPr/>
          <p:nvPr/>
        </p:nvSpPr>
        <p:spPr>
          <a:xfrm>
            <a:off x="9737174" y="-392483"/>
            <a:ext cx="600733" cy="744979"/>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8" name="Google Shape;478;p10"/>
          <p:cNvSpPr/>
          <p:nvPr/>
        </p:nvSpPr>
        <p:spPr>
          <a:xfrm>
            <a:off x="-47165" y="4489284"/>
            <a:ext cx="591013" cy="672893"/>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79" name="Google Shape;479;p10"/>
          <p:cNvSpPr/>
          <p:nvPr/>
        </p:nvSpPr>
        <p:spPr>
          <a:xfrm>
            <a:off x="11757265" y="45862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0" name="Google Shape;480;p10"/>
          <p:cNvSpPr/>
          <p:nvPr/>
        </p:nvSpPr>
        <p:spPr>
          <a:xfrm>
            <a:off x="11657298" y="5555569"/>
            <a:ext cx="660375" cy="453651"/>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1" name="Google Shape;481;p10"/>
          <p:cNvSpPr/>
          <p:nvPr/>
        </p:nvSpPr>
        <p:spPr>
          <a:xfrm>
            <a:off x="11147940" y="6009221"/>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2" name="Google Shape;482;p10"/>
          <p:cNvSpPr/>
          <p:nvPr/>
        </p:nvSpPr>
        <p:spPr>
          <a:xfrm>
            <a:off x="-102771" y="19840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3" name="Google Shape;483;p10"/>
          <p:cNvSpPr/>
          <p:nvPr/>
        </p:nvSpPr>
        <p:spPr>
          <a:xfrm>
            <a:off x="10736763" y="64336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4" name="Google Shape;484;p10"/>
          <p:cNvSpPr/>
          <p:nvPr/>
        </p:nvSpPr>
        <p:spPr>
          <a:xfrm>
            <a:off x="10736769" y="5509769"/>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5" name="Google Shape;485;p10"/>
          <p:cNvSpPr/>
          <p:nvPr/>
        </p:nvSpPr>
        <p:spPr>
          <a:xfrm>
            <a:off x="9907864" y="64975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6" name="Google Shape;486;p10"/>
          <p:cNvSpPr/>
          <p:nvPr/>
        </p:nvSpPr>
        <p:spPr>
          <a:xfrm>
            <a:off x="11666301" y="6600167"/>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7" name="Google Shape;487;p10"/>
          <p:cNvSpPr/>
          <p:nvPr/>
        </p:nvSpPr>
        <p:spPr>
          <a:xfrm>
            <a:off x="11363259" y="5333706"/>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8" name="Google Shape;488;p10"/>
          <p:cNvSpPr/>
          <p:nvPr/>
        </p:nvSpPr>
        <p:spPr>
          <a:xfrm>
            <a:off x="11772537" y="6111825"/>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89" name="Google Shape;489;p10"/>
          <p:cNvSpPr/>
          <p:nvPr/>
        </p:nvSpPr>
        <p:spPr>
          <a:xfrm>
            <a:off x="11951973" y="1784958"/>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0" name="Google Shape;490;p10"/>
          <p:cNvSpPr/>
          <p:nvPr/>
        </p:nvSpPr>
        <p:spPr>
          <a:xfrm rot="-2426120">
            <a:off x="9480176" y="6502682"/>
            <a:ext cx="373213" cy="477295"/>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1" name="Google Shape;491;p10"/>
          <p:cNvSpPr/>
          <p:nvPr/>
        </p:nvSpPr>
        <p:spPr>
          <a:xfrm>
            <a:off x="10212864" y="5826928"/>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2" name="Google Shape;492;p10"/>
          <p:cNvSpPr/>
          <p:nvPr/>
        </p:nvSpPr>
        <p:spPr>
          <a:xfrm>
            <a:off x="11730117" y="4104977"/>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3" name="Google Shape;493;p10"/>
          <p:cNvSpPr/>
          <p:nvPr/>
        </p:nvSpPr>
        <p:spPr>
          <a:xfrm>
            <a:off x="10376560" y="6513509"/>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4" name="Google Shape;494;p10"/>
          <p:cNvSpPr/>
          <p:nvPr/>
        </p:nvSpPr>
        <p:spPr>
          <a:xfrm>
            <a:off x="462503" y="811487"/>
            <a:ext cx="280284" cy="611852"/>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5" name="Google Shape;495;p10"/>
          <p:cNvSpPr/>
          <p:nvPr/>
        </p:nvSpPr>
        <p:spPr>
          <a:xfrm>
            <a:off x="860014" y="474615"/>
            <a:ext cx="552209" cy="677016"/>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6" name="Google Shape;496;p10"/>
          <p:cNvSpPr/>
          <p:nvPr/>
        </p:nvSpPr>
        <p:spPr>
          <a:xfrm>
            <a:off x="11091747" y="-39763"/>
            <a:ext cx="609091" cy="567451"/>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7" name="Google Shape;497;p10"/>
          <p:cNvSpPr/>
          <p:nvPr/>
        </p:nvSpPr>
        <p:spPr>
          <a:xfrm>
            <a:off x="-11" y="1351155"/>
            <a:ext cx="496691" cy="513331"/>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8" name="Google Shape;498;p10"/>
          <p:cNvSpPr/>
          <p:nvPr/>
        </p:nvSpPr>
        <p:spPr>
          <a:xfrm>
            <a:off x="11599141" y="238816"/>
            <a:ext cx="695056" cy="718656"/>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499" name="Google Shape;499;p10"/>
          <p:cNvSpPr/>
          <p:nvPr/>
        </p:nvSpPr>
        <p:spPr>
          <a:xfrm>
            <a:off x="933939" y="6076801"/>
            <a:ext cx="672893" cy="534169"/>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0" name="Google Shape;500;p10"/>
          <p:cNvSpPr/>
          <p:nvPr/>
        </p:nvSpPr>
        <p:spPr>
          <a:xfrm>
            <a:off x="345290" y="-115001"/>
            <a:ext cx="627093" cy="58961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1" name="Google Shape;501;p10"/>
          <p:cNvSpPr/>
          <p:nvPr/>
        </p:nvSpPr>
        <p:spPr>
          <a:xfrm>
            <a:off x="-46688" y="5434125"/>
            <a:ext cx="452803" cy="534156"/>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2" name="Google Shape;502;p10"/>
          <p:cNvSpPr/>
          <p:nvPr/>
        </p:nvSpPr>
        <p:spPr>
          <a:xfrm>
            <a:off x="961678" y="6664025"/>
            <a:ext cx="617412" cy="237283"/>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3" name="Google Shape;503;p10"/>
          <p:cNvSpPr/>
          <p:nvPr/>
        </p:nvSpPr>
        <p:spPr>
          <a:xfrm>
            <a:off x="-324171" y="72281"/>
            <a:ext cx="786656" cy="552172"/>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4" name="Google Shape;504;p10"/>
          <p:cNvSpPr/>
          <p:nvPr/>
        </p:nvSpPr>
        <p:spPr>
          <a:xfrm>
            <a:off x="10456069" y="-134498"/>
            <a:ext cx="517491" cy="545251"/>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5" name="Google Shape;505;p10"/>
          <p:cNvSpPr/>
          <p:nvPr/>
        </p:nvSpPr>
        <p:spPr>
          <a:xfrm>
            <a:off x="-51501" y="772062"/>
            <a:ext cx="396808" cy="28164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6" name="Google Shape;506;p10"/>
          <p:cNvSpPr/>
          <p:nvPr/>
        </p:nvSpPr>
        <p:spPr>
          <a:xfrm>
            <a:off x="1871701" y="15333"/>
            <a:ext cx="384327" cy="245603"/>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7" name="Google Shape;507;p10"/>
          <p:cNvSpPr/>
          <p:nvPr/>
        </p:nvSpPr>
        <p:spPr>
          <a:xfrm>
            <a:off x="1274653" y="-76221"/>
            <a:ext cx="431488" cy="428728"/>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8" name="Google Shape;508;p10"/>
          <p:cNvSpPr/>
          <p:nvPr/>
        </p:nvSpPr>
        <p:spPr>
          <a:xfrm>
            <a:off x="1777725" y="6237940"/>
            <a:ext cx="409288" cy="513369"/>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09" name="Google Shape;509;p10"/>
          <p:cNvSpPr/>
          <p:nvPr/>
        </p:nvSpPr>
        <p:spPr>
          <a:xfrm>
            <a:off x="122165" y="6070569"/>
            <a:ext cx="554971" cy="546651"/>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0" name="Google Shape;510;p10"/>
          <p:cNvSpPr/>
          <p:nvPr/>
        </p:nvSpPr>
        <p:spPr>
          <a:xfrm>
            <a:off x="2034237" y="6548458"/>
            <a:ext cx="521651" cy="385727"/>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1" name="Google Shape;511;p10"/>
          <p:cNvSpPr/>
          <p:nvPr/>
        </p:nvSpPr>
        <p:spPr>
          <a:xfrm>
            <a:off x="3606" y="6533642"/>
            <a:ext cx="240044" cy="498052"/>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2" name="Google Shape;512;p10"/>
          <p:cNvSpPr/>
          <p:nvPr/>
        </p:nvSpPr>
        <p:spPr>
          <a:xfrm rot="1920548">
            <a:off x="10967401" y="833700"/>
            <a:ext cx="668696" cy="567409"/>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3" name="Google Shape;513;p10"/>
          <p:cNvSpPr/>
          <p:nvPr/>
        </p:nvSpPr>
        <p:spPr>
          <a:xfrm>
            <a:off x="462490" y="5418857"/>
            <a:ext cx="639575" cy="452289"/>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4" name="Google Shape;514;p10"/>
          <p:cNvSpPr/>
          <p:nvPr/>
        </p:nvSpPr>
        <p:spPr>
          <a:xfrm rot="-5400000">
            <a:off x="10661707" y="422573"/>
            <a:ext cx="373208" cy="477288"/>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5" name="Google Shape;515;p10"/>
          <p:cNvSpPr/>
          <p:nvPr/>
        </p:nvSpPr>
        <p:spPr>
          <a:xfrm>
            <a:off x="11735680" y="1053695"/>
            <a:ext cx="503611" cy="568851"/>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6" name="Google Shape;516;p10"/>
          <p:cNvSpPr/>
          <p:nvPr/>
        </p:nvSpPr>
        <p:spPr>
          <a:xfrm>
            <a:off x="345284" y="6610610"/>
            <a:ext cx="514731" cy="3440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517" name="Google Shape;517;p10"/>
          <p:cNvSpPr/>
          <p:nvPr/>
        </p:nvSpPr>
        <p:spPr>
          <a:xfrm>
            <a:off x="11543083" y="1507407"/>
            <a:ext cx="233123" cy="249763"/>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solidFill>
                <a:srgbClr val="A4C2F4"/>
              </a:solidFill>
            </a:endParaRPr>
          </a:p>
        </p:txBody>
      </p:sp>
      <p:sp>
        <p:nvSpPr>
          <p:cNvPr id="3" name="Google Shape;291;p5">
            <a:extLst>
              <a:ext uri="{FF2B5EF4-FFF2-40B4-BE49-F238E27FC236}">
                <a16:creationId xmlns:a16="http://schemas.microsoft.com/office/drawing/2014/main" id="{6624E05A-298C-6E38-5A48-3C243626C1C2}"/>
              </a:ext>
            </a:extLst>
          </p:cNvPr>
          <p:cNvSpPr txBox="1">
            <a:spLocks noGrp="1"/>
          </p:cNvSpPr>
          <p:nvPr>
            <p:ph type="title"/>
          </p:nvPr>
        </p:nvSpPr>
        <p:spPr>
          <a:xfrm>
            <a:off x="1935419" y="118873"/>
            <a:ext cx="8321162" cy="1143200"/>
          </a:xfrm>
          <a:prstGeom prst="rect">
            <a:avLst/>
          </a:prstGeom>
        </p:spPr>
        <p:txBody>
          <a:bodyPr spcFirstLastPara="1" wrap="square" lIns="91425" tIns="91425" rIns="91425" bIns="91425" anchor="b" anchorCtr="0">
            <a:noAutofit/>
          </a:bodyPr>
          <a:lstStyle>
            <a:lvl1pPr lvl="0" algn="ctr">
              <a:spcBef>
                <a:spcPts val="0"/>
              </a:spcBef>
              <a:spcAft>
                <a:spcPts val="0"/>
              </a:spcAft>
              <a:buSzPts val="1800"/>
              <a:buNone/>
              <a:defRPr sz="5400" b="1">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endParaRPr dirty="0"/>
          </a:p>
        </p:txBody>
      </p:sp>
      <p:sp>
        <p:nvSpPr>
          <p:cNvPr id="14" name="Content Placeholder 13">
            <a:extLst>
              <a:ext uri="{FF2B5EF4-FFF2-40B4-BE49-F238E27FC236}">
                <a16:creationId xmlns:a16="http://schemas.microsoft.com/office/drawing/2014/main" id="{38091D96-8E84-90C5-B732-7CCB745930EE}"/>
              </a:ext>
            </a:extLst>
          </p:cNvPr>
          <p:cNvSpPr>
            <a:spLocks noGrp="1"/>
          </p:cNvSpPr>
          <p:nvPr>
            <p:ph sz="quarter" idx="14"/>
          </p:nvPr>
        </p:nvSpPr>
        <p:spPr>
          <a:xfrm>
            <a:off x="291271" y="5144938"/>
            <a:ext cx="5804729" cy="1756370"/>
          </a:xfrm>
          <a:prstGeom prst="snip1Rect">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Autofit/>
          </a:bodyPr>
          <a:lstStyle>
            <a:lvl1pPr>
              <a:defRPr lang="en-US" sz="2000" smtClean="0">
                <a:latin typeface="Consolas" panose="020B0609020204030204" pitchFamily="49" charset="0"/>
              </a:defRPr>
            </a:lvl1pPr>
            <a:lvl2pPr>
              <a:defRPr lang="en-US" sz="2000" smtClean="0">
                <a:latin typeface="Consolas" panose="020B0609020204030204" pitchFamily="49" charset="0"/>
              </a:defRPr>
            </a:lvl2pPr>
            <a:lvl3pPr>
              <a:defRPr lang="en-US" sz="1800" smtClean="0">
                <a:latin typeface="Consolas" panose="020B0609020204030204" pitchFamily="49" charset="0"/>
              </a:defRPr>
            </a:lvl3pPr>
            <a:lvl4pPr>
              <a:defRPr lang="en-US" sz="1800" smtClean="0">
                <a:latin typeface="Consolas" panose="020B0609020204030204" pitchFamily="49" charset="0"/>
              </a:defRPr>
            </a:lvl4pPr>
            <a:lvl5pPr>
              <a:defRPr lang="en-US" sz="1600">
                <a:latin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9" name="Text Placeholder 37">
            <a:extLst>
              <a:ext uri="{FF2B5EF4-FFF2-40B4-BE49-F238E27FC236}">
                <a16:creationId xmlns:a16="http://schemas.microsoft.com/office/drawing/2014/main" id="{6CC9A524-160E-D017-02DF-3036828B0925}"/>
              </a:ext>
            </a:extLst>
          </p:cNvPr>
          <p:cNvSpPr>
            <a:spLocks noGrp="1"/>
          </p:cNvSpPr>
          <p:nvPr>
            <p:ph type="body" sz="quarter" idx="23"/>
          </p:nvPr>
        </p:nvSpPr>
        <p:spPr>
          <a:xfrm>
            <a:off x="888188" y="2352650"/>
            <a:ext cx="5282543"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4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1" name="Text Placeholder 37">
            <a:extLst>
              <a:ext uri="{FF2B5EF4-FFF2-40B4-BE49-F238E27FC236}">
                <a16:creationId xmlns:a16="http://schemas.microsoft.com/office/drawing/2014/main" id="{0FCBCAEA-0651-C467-9DCC-7FA2D5DC7C6D}"/>
              </a:ext>
            </a:extLst>
          </p:cNvPr>
          <p:cNvSpPr>
            <a:spLocks noGrp="1"/>
          </p:cNvSpPr>
          <p:nvPr>
            <p:ph type="body" sz="quarter" idx="25"/>
          </p:nvPr>
        </p:nvSpPr>
        <p:spPr>
          <a:xfrm>
            <a:off x="888188" y="3261974"/>
            <a:ext cx="5282543"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4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3" name="Text Placeholder 37">
            <a:extLst>
              <a:ext uri="{FF2B5EF4-FFF2-40B4-BE49-F238E27FC236}">
                <a16:creationId xmlns:a16="http://schemas.microsoft.com/office/drawing/2014/main" id="{85E2FB85-DA62-853F-CE1E-6544931EA085}"/>
              </a:ext>
            </a:extLst>
          </p:cNvPr>
          <p:cNvSpPr>
            <a:spLocks noGrp="1"/>
          </p:cNvSpPr>
          <p:nvPr>
            <p:ph type="body" sz="quarter" idx="27"/>
          </p:nvPr>
        </p:nvSpPr>
        <p:spPr>
          <a:xfrm>
            <a:off x="888188" y="4171298"/>
            <a:ext cx="5282543"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lvl1pPr marL="0" indent="0">
              <a:buNone/>
              <a:defRPr sz="1400">
                <a:latin typeface="Consolas" panose="020B0609020204030204" pitchFamily="49" charset="0"/>
              </a:defRPr>
            </a:lvl1pPr>
            <a:lvl3pPr marL="609585" indent="0">
              <a:buNone/>
              <a:defRPr lang="en-US" sz="1800" dirty="0">
                <a:latin typeface="Consolas" panose="020B0609020204030204" pitchFamily="49" charset="0"/>
              </a:defRPr>
            </a:lvl3pPr>
          </a:lstStyle>
          <a:p>
            <a:pPr lvl="0"/>
            <a:endParaRPr lang="en-US" dirty="0"/>
          </a:p>
        </p:txBody>
      </p:sp>
      <p:sp>
        <p:nvSpPr>
          <p:cNvPr id="48" name="Picture Placeholder 47">
            <a:extLst>
              <a:ext uri="{FF2B5EF4-FFF2-40B4-BE49-F238E27FC236}">
                <a16:creationId xmlns:a16="http://schemas.microsoft.com/office/drawing/2014/main" id="{B64F426D-11E7-9DA9-7D2E-880A3FD8194D}"/>
              </a:ext>
            </a:extLst>
          </p:cNvPr>
          <p:cNvSpPr>
            <a:spLocks noGrp="1"/>
          </p:cNvSpPr>
          <p:nvPr>
            <p:ph type="pic" sz="quarter" idx="29"/>
          </p:nvPr>
        </p:nvSpPr>
        <p:spPr>
          <a:xfrm>
            <a:off x="270825" y="2352408"/>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a:p>
        </p:txBody>
      </p:sp>
      <p:sp>
        <p:nvSpPr>
          <p:cNvPr id="52" name="Picture Placeholder 47">
            <a:extLst>
              <a:ext uri="{FF2B5EF4-FFF2-40B4-BE49-F238E27FC236}">
                <a16:creationId xmlns:a16="http://schemas.microsoft.com/office/drawing/2014/main" id="{88493579-C434-EA1D-E004-7C2E68F4565B}"/>
              </a:ext>
            </a:extLst>
          </p:cNvPr>
          <p:cNvSpPr>
            <a:spLocks noGrp="1"/>
          </p:cNvSpPr>
          <p:nvPr>
            <p:ph type="pic" sz="quarter" idx="30"/>
          </p:nvPr>
        </p:nvSpPr>
        <p:spPr>
          <a:xfrm>
            <a:off x="280556" y="1443084"/>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dirty="0"/>
          </a:p>
        </p:txBody>
      </p:sp>
      <p:sp>
        <p:nvSpPr>
          <p:cNvPr id="53" name="Picture Placeholder 47">
            <a:extLst>
              <a:ext uri="{FF2B5EF4-FFF2-40B4-BE49-F238E27FC236}">
                <a16:creationId xmlns:a16="http://schemas.microsoft.com/office/drawing/2014/main" id="{6E2AB6D7-3443-6363-EE6A-3862C54F3A9A}"/>
              </a:ext>
            </a:extLst>
          </p:cNvPr>
          <p:cNvSpPr>
            <a:spLocks noGrp="1"/>
          </p:cNvSpPr>
          <p:nvPr>
            <p:ph type="pic" sz="quarter" idx="31"/>
          </p:nvPr>
        </p:nvSpPr>
        <p:spPr>
          <a:xfrm>
            <a:off x="270825" y="3265676"/>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a:p>
        </p:txBody>
      </p:sp>
      <p:sp>
        <p:nvSpPr>
          <p:cNvPr id="54" name="Picture Placeholder 47">
            <a:extLst>
              <a:ext uri="{FF2B5EF4-FFF2-40B4-BE49-F238E27FC236}">
                <a16:creationId xmlns:a16="http://schemas.microsoft.com/office/drawing/2014/main" id="{0018966B-9160-D5FD-271F-F6B24419F0FE}"/>
              </a:ext>
            </a:extLst>
          </p:cNvPr>
          <p:cNvSpPr>
            <a:spLocks noGrp="1"/>
          </p:cNvSpPr>
          <p:nvPr>
            <p:ph type="pic" sz="quarter" idx="32"/>
          </p:nvPr>
        </p:nvSpPr>
        <p:spPr>
          <a:xfrm>
            <a:off x="270825" y="4174667"/>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lvl1pPr>
              <a:defRPr lang="en-US" sz="1400">
                <a:latin typeface="Consolas" panose="020B0609020204030204" pitchFamily="49" charset="0"/>
              </a:defRPr>
            </a:lvl1pPr>
          </a:lstStyle>
          <a:p>
            <a:pPr marL="0" lvl="0" indent="0" algn="ctr">
              <a:buNone/>
            </a:pPr>
            <a:endParaRPr lang="en-US"/>
          </a:p>
        </p:txBody>
      </p:sp>
      <p:sp>
        <p:nvSpPr>
          <p:cNvPr id="4" name="Content Placeholder 3">
            <a:extLst>
              <a:ext uri="{FF2B5EF4-FFF2-40B4-BE49-F238E27FC236}">
                <a16:creationId xmlns:a16="http://schemas.microsoft.com/office/drawing/2014/main" id="{34B6CB71-6DC0-7CD0-229C-7DC5558ACA2D}"/>
              </a:ext>
            </a:extLst>
          </p:cNvPr>
          <p:cNvSpPr>
            <a:spLocks noGrp="1"/>
          </p:cNvSpPr>
          <p:nvPr>
            <p:ph sz="quarter" idx="33"/>
          </p:nvPr>
        </p:nvSpPr>
        <p:spPr>
          <a:xfrm>
            <a:off x="6418312" y="1555441"/>
            <a:ext cx="5458929" cy="5035550"/>
          </a:xfrm>
        </p:spPr>
        <p:txBody>
          <a:bodyPr/>
          <a:lstStyle>
            <a:lvl1pPr marL="0" indent="0">
              <a:buNone/>
              <a:defRPr/>
            </a:lvl1pPr>
          </a:lstStyle>
          <a:p>
            <a:pPr lvl="0"/>
            <a:endParaRPr lang="en-US" dirty="0"/>
          </a:p>
        </p:txBody>
      </p:sp>
    </p:spTree>
    <p:extLst>
      <p:ext uri="{BB962C8B-B14F-4D97-AF65-F5344CB8AC3E}">
        <p14:creationId xmlns:p14="http://schemas.microsoft.com/office/powerpoint/2010/main" val="9465907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 1 column" preserve="1" userDrawn="1">
  <p:cSld name="code_25loc_callouts">
    <p:spTree>
      <p:nvGrpSpPr>
        <p:cNvPr id="1" name="Shape 290"/>
        <p:cNvGrpSpPr/>
        <p:nvPr/>
      </p:nvGrpSpPr>
      <p:grpSpPr>
        <a:xfrm>
          <a:off x="0" y="0"/>
          <a:ext cx="0" cy="0"/>
          <a:chOff x="0" y="0"/>
          <a:chExt cx="0" cy="0"/>
        </a:xfrm>
      </p:grpSpPr>
      <p:grpSp>
        <p:nvGrpSpPr>
          <p:cNvPr id="48" name="Group 47">
            <a:extLst>
              <a:ext uri="{FF2B5EF4-FFF2-40B4-BE49-F238E27FC236}">
                <a16:creationId xmlns:a16="http://schemas.microsoft.com/office/drawing/2014/main" id="{0649F446-3CB2-6700-A2DB-E078FC2AC47C}"/>
              </a:ext>
            </a:extLst>
          </p:cNvPr>
          <p:cNvGrpSpPr/>
          <p:nvPr userDrawn="1"/>
        </p:nvGrpSpPr>
        <p:grpSpPr>
          <a:xfrm>
            <a:off x="6447" y="-114300"/>
            <a:ext cx="12521776" cy="7080708"/>
            <a:chOff x="6447" y="-114300"/>
            <a:chExt cx="12521776" cy="7080708"/>
          </a:xfrm>
        </p:grpSpPr>
        <p:sp>
          <p:nvSpPr>
            <p:cNvPr id="47" name="Rectangle 46">
              <a:extLst>
                <a:ext uri="{FF2B5EF4-FFF2-40B4-BE49-F238E27FC236}">
                  <a16:creationId xmlns:a16="http://schemas.microsoft.com/office/drawing/2014/main" id="{26758007-06A0-15AC-A0F8-DD9958E8147E}"/>
                </a:ext>
              </a:extLst>
            </p:cNvPr>
            <p:cNvSpPr/>
            <p:nvPr userDrawn="1"/>
          </p:nvSpPr>
          <p:spPr>
            <a:xfrm>
              <a:off x="6447" y="1197835"/>
              <a:ext cx="12185553" cy="5660165"/>
            </a:xfrm>
            <a:prstGeom prst="rect">
              <a:avLst/>
            </a:prstGeom>
            <a:gradFill flip="none" rotWithShape="1">
              <a:gsLst>
                <a:gs pos="24000">
                  <a:srgbClr val="244C4E">
                    <a:alpha val="50000"/>
                  </a:srgbClr>
                </a:gs>
                <a:gs pos="51000">
                  <a:srgbClr val="244C4E">
                    <a:alpha val="25000"/>
                  </a:srgbClr>
                </a:gs>
                <a:gs pos="100000">
                  <a:srgbClr val="244C4E">
                    <a:alpha val="0"/>
                  </a:srgbClr>
                </a:gs>
                <a:gs pos="0">
                  <a:schemeClr val="tx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oogle Shape;293;p5">
              <a:extLst>
                <a:ext uri="{FF2B5EF4-FFF2-40B4-BE49-F238E27FC236}">
                  <a16:creationId xmlns:a16="http://schemas.microsoft.com/office/drawing/2014/main" id="{36D281D3-6FE4-4C0D-ACAD-503C762AE617}"/>
                </a:ext>
              </a:extLst>
            </p:cNvPr>
            <p:cNvGrpSpPr/>
            <p:nvPr/>
          </p:nvGrpSpPr>
          <p:grpSpPr>
            <a:xfrm>
              <a:off x="10448925" y="-114300"/>
              <a:ext cx="2079298" cy="7080708"/>
              <a:chOff x="6023725" y="842300"/>
              <a:chExt cx="1358150" cy="4030375"/>
            </a:xfrm>
          </p:grpSpPr>
          <p:sp>
            <p:nvSpPr>
              <p:cNvPr id="6" name="Google Shape;294;p5">
                <a:extLst>
                  <a:ext uri="{FF2B5EF4-FFF2-40B4-BE49-F238E27FC236}">
                    <a16:creationId xmlns:a16="http://schemas.microsoft.com/office/drawing/2014/main" id="{983E26C4-033B-43D6-8E70-8FCDFBEB416A}"/>
                  </a:ext>
                </a:extLst>
              </p:cNvPr>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 name="Google Shape;295;p5">
                <a:extLst>
                  <a:ext uri="{FF2B5EF4-FFF2-40B4-BE49-F238E27FC236}">
                    <a16:creationId xmlns:a16="http://schemas.microsoft.com/office/drawing/2014/main" id="{ED609162-AF2B-467B-A369-406AC3AC6232}"/>
                  </a:ext>
                </a:extLst>
              </p:cNvPr>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 name="Google Shape;296;p5">
                <a:extLst>
                  <a:ext uri="{FF2B5EF4-FFF2-40B4-BE49-F238E27FC236}">
                    <a16:creationId xmlns:a16="http://schemas.microsoft.com/office/drawing/2014/main" id="{1C86731F-88FC-4FAC-9AA0-3C719DA9FE08}"/>
                  </a:ext>
                </a:extLst>
              </p:cNvPr>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 name="Google Shape;297;p5">
                <a:extLst>
                  <a:ext uri="{FF2B5EF4-FFF2-40B4-BE49-F238E27FC236}">
                    <a16:creationId xmlns:a16="http://schemas.microsoft.com/office/drawing/2014/main" id="{294A52DE-7BDC-4451-B428-398A0A2E06EC}"/>
                  </a:ext>
                </a:extLst>
              </p:cNvPr>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0" name="Google Shape;298;p5">
                <a:extLst>
                  <a:ext uri="{FF2B5EF4-FFF2-40B4-BE49-F238E27FC236}">
                    <a16:creationId xmlns:a16="http://schemas.microsoft.com/office/drawing/2014/main" id="{22176E66-5927-40C8-80E7-C7DE634CEC56}"/>
                  </a:ext>
                </a:extLst>
              </p:cNvPr>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1" name="Google Shape;299;p5">
                <a:extLst>
                  <a:ext uri="{FF2B5EF4-FFF2-40B4-BE49-F238E27FC236}">
                    <a16:creationId xmlns:a16="http://schemas.microsoft.com/office/drawing/2014/main" id="{7ADB864B-8853-4443-BC5D-2AEEF163C773}"/>
                  </a:ext>
                </a:extLst>
              </p:cNvPr>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2" name="Google Shape;300;p5">
                <a:extLst>
                  <a:ext uri="{FF2B5EF4-FFF2-40B4-BE49-F238E27FC236}">
                    <a16:creationId xmlns:a16="http://schemas.microsoft.com/office/drawing/2014/main" id="{D2226863-6E80-4BE1-AF1C-DEAF4EACFB96}"/>
                  </a:ext>
                </a:extLst>
              </p:cNvPr>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3" name="Google Shape;301;p5">
                <a:extLst>
                  <a:ext uri="{FF2B5EF4-FFF2-40B4-BE49-F238E27FC236}">
                    <a16:creationId xmlns:a16="http://schemas.microsoft.com/office/drawing/2014/main" id="{A97B9F76-D900-4500-9B8F-D47666816C63}"/>
                  </a:ext>
                </a:extLst>
              </p:cNvPr>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4" name="Google Shape;302;p5">
                <a:extLst>
                  <a:ext uri="{FF2B5EF4-FFF2-40B4-BE49-F238E27FC236}">
                    <a16:creationId xmlns:a16="http://schemas.microsoft.com/office/drawing/2014/main" id="{77C8C908-782A-4E0C-865E-6F7ADE9C1510}"/>
                  </a:ext>
                </a:extLst>
              </p:cNvPr>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5" name="Google Shape;303;p5">
                <a:extLst>
                  <a:ext uri="{FF2B5EF4-FFF2-40B4-BE49-F238E27FC236}">
                    <a16:creationId xmlns:a16="http://schemas.microsoft.com/office/drawing/2014/main" id="{429DEB95-140B-47B1-BD37-9BB904885EE8}"/>
                  </a:ext>
                </a:extLst>
              </p:cNvPr>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6" name="Google Shape;304;p5">
                <a:extLst>
                  <a:ext uri="{FF2B5EF4-FFF2-40B4-BE49-F238E27FC236}">
                    <a16:creationId xmlns:a16="http://schemas.microsoft.com/office/drawing/2014/main" id="{49AFB081-BE68-48E0-9E72-761B1D4A675C}"/>
                  </a:ext>
                </a:extLst>
              </p:cNvPr>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7" name="Google Shape;305;p5">
                <a:extLst>
                  <a:ext uri="{FF2B5EF4-FFF2-40B4-BE49-F238E27FC236}">
                    <a16:creationId xmlns:a16="http://schemas.microsoft.com/office/drawing/2014/main" id="{8C456FFF-E54D-420E-AD2E-AEF0BFC602CA}"/>
                  </a:ext>
                </a:extLst>
              </p:cNvPr>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8" name="Google Shape;306;p5">
                <a:extLst>
                  <a:ext uri="{FF2B5EF4-FFF2-40B4-BE49-F238E27FC236}">
                    <a16:creationId xmlns:a16="http://schemas.microsoft.com/office/drawing/2014/main" id="{C9124E36-6012-4351-B98C-FAA7CB6D0811}"/>
                  </a:ext>
                </a:extLst>
              </p:cNvPr>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9" name="Google Shape;307;p5">
                <a:extLst>
                  <a:ext uri="{FF2B5EF4-FFF2-40B4-BE49-F238E27FC236}">
                    <a16:creationId xmlns:a16="http://schemas.microsoft.com/office/drawing/2014/main" id="{4DBF8CD3-98F8-42B5-8B96-FC0AF23993E3}"/>
                  </a:ext>
                </a:extLst>
              </p:cNvPr>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0" name="Google Shape;308;p5">
                <a:extLst>
                  <a:ext uri="{FF2B5EF4-FFF2-40B4-BE49-F238E27FC236}">
                    <a16:creationId xmlns:a16="http://schemas.microsoft.com/office/drawing/2014/main" id="{F7485136-B835-4643-A818-7B99EDC22B64}"/>
                  </a:ext>
                </a:extLst>
              </p:cNvPr>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1" name="Google Shape;309;p5">
                <a:extLst>
                  <a:ext uri="{FF2B5EF4-FFF2-40B4-BE49-F238E27FC236}">
                    <a16:creationId xmlns:a16="http://schemas.microsoft.com/office/drawing/2014/main" id="{C5F0462F-4AE1-4110-90F5-7535A4F81771}"/>
                  </a:ext>
                </a:extLst>
              </p:cNvPr>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2" name="Google Shape;310;p5">
                <a:extLst>
                  <a:ext uri="{FF2B5EF4-FFF2-40B4-BE49-F238E27FC236}">
                    <a16:creationId xmlns:a16="http://schemas.microsoft.com/office/drawing/2014/main" id="{69A3D96D-6CC8-4FAB-A700-BEACB154D044}"/>
                  </a:ext>
                </a:extLst>
              </p:cNvPr>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3" name="Google Shape;311;p5">
                <a:extLst>
                  <a:ext uri="{FF2B5EF4-FFF2-40B4-BE49-F238E27FC236}">
                    <a16:creationId xmlns:a16="http://schemas.microsoft.com/office/drawing/2014/main" id="{A122DFBF-8FF5-4379-BFE9-3171BD622914}"/>
                  </a:ext>
                </a:extLst>
              </p:cNvPr>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4" name="Google Shape;312;p5">
                <a:extLst>
                  <a:ext uri="{FF2B5EF4-FFF2-40B4-BE49-F238E27FC236}">
                    <a16:creationId xmlns:a16="http://schemas.microsoft.com/office/drawing/2014/main" id="{7EFC3596-3961-491F-82FD-4A6D7EAA0B4D}"/>
                  </a:ext>
                </a:extLst>
              </p:cNvPr>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5" name="Google Shape;313;p5">
                <a:extLst>
                  <a:ext uri="{FF2B5EF4-FFF2-40B4-BE49-F238E27FC236}">
                    <a16:creationId xmlns:a16="http://schemas.microsoft.com/office/drawing/2014/main" id="{05FDA664-3C10-4078-8ACB-FF6A4994BEF5}"/>
                  </a:ext>
                </a:extLst>
              </p:cNvPr>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6" name="Google Shape;314;p5">
                <a:extLst>
                  <a:ext uri="{FF2B5EF4-FFF2-40B4-BE49-F238E27FC236}">
                    <a16:creationId xmlns:a16="http://schemas.microsoft.com/office/drawing/2014/main" id="{FED9D229-16F6-445D-9343-DA37C5A16828}"/>
                  </a:ext>
                </a:extLst>
              </p:cNvPr>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7" name="Google Shape;315;p5">
                <a:extLst>
                  <a:ext uri="{FF2B5EF4-FFF2-40B4-BE49-F238E27FC236}">
                    <a16:creationId xmlns:a16="http://schemas.microsoft.com/office/drawing/2014/main" id="{07A615B7-0FB9-472E-A127-E0455ADE9B5C}"/>
                  </a:ext>
                </a:extLst>
              </p:cNvPr>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8" name="Google Shape;316;p5">
                <a:extLst>
                  <a:ext uri="{FF2B5EF4-FFF2-40B4-BE49-F238E27FC236}">
                    <a16:creationId xmlns:a16="http://schemas.microsoft.com/office/drawing/2014/main" id="{BB84BD60-2065-40EB-9827-4F6B5B066ED7}"/>
                  </a:ext>
                </a:extLst>
              </p:cNvPr>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9" name="Google Shape;317;p5">
                <a:extLst>
                  <a:ext uri="{FF2B5EF4-FFF2-40B4-BE49-F238E27FC236}">
                    <a16:creationId xmlns:a16="http://schemas.microsoft.com/office/drawing/2014/main" id="{DB901F37-BC94-4775-82C8-C40A1B6E60D0}"/>
                  </a:ext>
                </a:extLst>
              </p:cNvPr>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0" name="Google Shape;318;p5">
                <a:extLst>
                  <a:ext uri="{FF2B5EF4-FFF2-40B4-BE49-F238E27FC236}">
                    <a16:creationId xmlns:a16="http://schemas.microsoft.com/office/drawing/2014/main" id="{292A3378-A202-47F8-92EB-E144D4BE9990}"/>
                  </a:ext>
                </a:extLst>
              </p:cNvPr>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1" name="Google Shape;319;p5">
                <a:extLst>
                  <a:ext uri="{FF2B5EF4-FFF2-40B4-BE49-F238E27FC236}">
                    <a16:creationId xmlns:a16="http://schemas.microsoft.com/office/drawing/2014/main" id="{CB505A8C-98BC-44CF-A95C-A7197B43CAA2}"/>
                  </a:ext>
                </a:extLst>
              </p:cNvPr>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2" name="Google Shape;320;p5">
                <a:extLst>
                  <a:ext uri="{FF2B5EF4-FFF2-40B4-BE49-F238E27FC236}">
                    <a16:creationId xmlns:a16="http://schemas.microsoft.com/office/drawing/2014/main" id="{471D8FE8-A12A-43CA-AD67-3BCF9DCD5F6A}"/>
                  </a:ext>
                </a:extLst>
              </p:cNvPr>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3" name="Google Shape;321;p5">
                <a:extLst>
                  <a:ext uri="{FF2B5EF4-FFF2-40B4-BE49-F238E27FC236}">
                    <a16:creationId xmlns:a16="http://schemas.microsoft.com/office/drawing/2014/main" id="{48F75B0B-5E3E-4184-A814-15172B1A256D}"/>
                  </a:ext>
                </a:extLst>
              </p:cNvPr>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4" name="Google Shape;322;p5">
                <a:extLst>
                  <a:ext uri="{FF2B5EF4-FFF2-40B4-BE49-F238E27FC236}">
                    <a16:creationId xmlns:a16="http://schemas.microsoft.com/office/drawing/2014/main" id="{92DF89BB-DDA6-431D-88B7-4B995D0B2D19}"/>
                  </a:ext>
                </a:extLst>
              </p:cNvPr>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grpSp>
      <p:sp>
        <p:nvSpPr>
          <p:cNvPr id="46" name="Content Placeholder 45">
            <a:extLst>
              <a:ext uri="{FF2B5EF4-FFF2-40B4-BE49-F238E27FC236}">
                <a16:creationId xmlns:a16="http://schemas.microsoft.com/office/drawing/2014/main" id="{9F3ED599-B752-147A-BF77-55BCCB2967FF}"/>
              </a:ext>
            </a:extLst>
          </p:cNvPr>
          <p:cNvSpPr>
            <a:spLocks noGrp="1"/>
          </p:cNvSpPr>
          <p:nvPr>
            <p:ph sz="quarter" idx="14"/>
          </p:nvPr>
        </p:nvSpPr>
        <p:spPr>
          <a:xfrm flipH="1">
            <a:off x="132290" y="2092255"/>
            <a:ext cx="2620214" cy="749808"/>
          </a:xfrm>
          <a:prstGeom prst="roundRect">
            <a:avLst>
              <a:gd name="adj" fmla="val 18198"/>
            </a:avLst>
          </a:prstGeom>
          <a:solidFill>
            <a:srgbClr val="FFC000"/>
          </a:solidFill>
          <a:ln w="31750">
            <a:gradFill flip="none" rotWithShape="1">
              <a:gsLst>
                <a:gs pos="100000">
                  <a:srgbClr val="C00000"/>
                </a:gs>
                <a:gs pos="0">
                  <a:srgbClr val="FFC000"/>
                </a:gs>
              </a:gsLst>
              <a:path path="circle">
                <a:fillToRect l="50000" t="50000" r="50000" b="50000"/>
              </a:path>
              <a:tileRect/>
            </a:gradFill>
          </a:ln>
        </p:spPr>
        <p:txBody>
          <a:bodyPr vert="horz" lIns="91440" tIns="45720" rIns="91440" bIns="45720" rtlCol="0" anchor="b">
            <a:normAutofit/>
          </a:bodyPr>
          <a:lstStyle>
            <a:lvl1pPr>
              <a:defRPr lang="en-US" sz="1100" b="1" dirty="0">
                <a:solidFill>
                  <a:srgbClr val="000000"/>
                </a:solidFill>
                <a:latin typeface="Consolas" panose="020B0609020204030204" pitchFamily="49" charset="0"/>
              </a:defRPr>
            </a:lvl1pPr>
          </a:lstStyle>
          <a:p>
            <a:pPr marL="0" lvl="0" indent="0">
              <a:buNone/>
            </a:pPr>
            <a:endParaRPr lang="en-US" dirty="0"/>
          </a:p>
        </p:txBody>
      </p:sp>
      <p:sp>
        <p:nvSpPr>
          <p:cNvPr id="44" name="Text Placeholder 43">
            <a:extLst>
              <a:ext uri="{FF2B5EF4-FFF2-40B4-BE49-F238E27FC236}">
                <a16:creationId xmlns:a16="http://schemas.microsoft.com/office/drawing/2014/main" id="{8C6E1E70-6AC0-E35C-1658-0AA1BA94E147}"/>
              </a:ext>
            </a:extLst>
          </p:cNvPr>
          <p:cNvSpPr>
            <a:spLocks noGrp="1"/>
          </p:cNvSpPr>
          <p:nvPr>
            <p:ph type="body" sz="quarter" idx="13" hasCustomPrompt="1"/>
          </p:nvPr>
        </p:nvSpPr>
        <p:spPr>
          <a:xfrm flipH="1">
            <a:off x="3044499" y="1281392"/>
            <a:ext cx="460238" cy="5522333"/>
          </a:xfrm>
          <a:prstGeom prst="snip1Rect">
            <a:avLst>
              <a:gd name="adj" fmla="val 50000"/>
            </a:avLst>
          </a:prstGeom>
          <a:solidFill>
            <a:schemeClr val="tx2">
              <a:lumMod val="75000"/>
            </a:schemeClr>
          </a:solidFill>
        </p:spPr>
        <p:txBody>
          <a:bodyPr lIns="73152" tIns="73152" rIns="73152" bIns="73152">
            <a:noAutofit/>
          </a:bodyPr>
          <a:lstStyle>
            <a:lvl1pPr marL="0" indent="0" algn="r">
              <a:buNone/>
              <a:defRPr sz="1400" b="1" i="1">
                <a:solidFill>
                  <a:schemeClr val="bg1">
                    <a:lumMod val="75000"/>
                  </a:schemeClr>
                </a:solidFill>
                <a:latin typeface="Consolas" panose="020B0609020204030204" pitchFamily="49" charset="0"/>
              </a:defRPr>
            </a:lvl1pPr>
            <a:lvl2pPr>
              <a:defRPr sz="2800">
                <a:latin typeface="Consolas" panose="020B0609020204030204" pitchFamily="49" charset="0"/>
              </a:defRPr>
            </a:lvl2pPr>
            <a:lvl3pPr>
              <a:defRPr sz="2400">
                <a:latin typeface="Consolas" panose="020B0609020204030204" pitchFamily="49" charset="0"/>
              </a:defRPr>
            </a:lvl3pPr>
            <a:lvl4pPr>
              <a:defRPr sz="2400">
                <a:latin typeface="Consolas" panose="020B0609020204030204" pitchFamily="49" charset="0"/>
              </a:defRPr>
            </a:lvl4pPr>
            <a:lvl5pPr>
              <a:defRPr sz="2000">
                <a:latin typeface="Consolas" panose="020B0609020204030204" pitchFamily="49" charset="0"/>
              </a:defRPr>
            </a:lvl5pPr>
          </a:lstStyle>
          <a:p>
            <a:pPr lvl="0"/>
            <a:r>
              <a:rPr lang="en-US" dirty="0"/>
              <a:t>1</a:t>
            </a:r>
          </a:p>
          <a:p>
            <a:pPr lvl="0"/>
            <a:r>
              <a:rPr lang="en-US" dirty="0"/>
              <a:t>2</a:t>
            </a:r>
          </a:p>
          <a:p>
            <a:pPr lvl="0"/>
            <a:r>
              <a:rPr lang="en-US" dirty="0"/>
              <a:t>3</a:t>
            </a:r>
          </a:p>
          <a:p>
            <a:pPr lvl="0"/>
            <a:r>
              <a:rPr lang="en-US" dirty="0"/>
              <a:t>4</a:t>
            </a:r>
          </a:p>
          <a:p>
            <a:pPr lvl="0"/>
            <a:r>
              <a:rPr lang="en-US" dirty="0"/>
              <a:t>5</a:t>
            </a:r>
          </a:p>
          <a:p>
            <a:pPr lvl="0"/>
            <a:r>
              <a:rPr lang="en-US" dirty="0"/>
              <a:t>6</a:t>
            </a:r>
          </a:p>
          <a:p>
            <a:pPr lvl="0"/>
            <a:r>
              <a:rPr lang="en-US" dirty="0"/>
              <a:t>7</a:t>
            </a:r>
          </a:p>
          <a:p>
            <a:pPr lvl="0"/>
            <a:r>
              <a:rPr lang="en-US" dirty="0"/>
              <a:t>8</a:t>
            </a:r>
          </a:p>
          <a:p>
            <a:pPr lvl="0"/>
            <a:r>
              <a:rPr lang="en-US" dirty="0"/>
              <a:t>9</a:t>
            </a:r>
          </a:p>
          <a:p>
            <a:pPr lvl="0"/>
            <a:r>
              <a:rPr lang="en-US" dirty="0"/>
              <a:t>10</a:t>
            </a:r>
          </a:p>
          <a:p>
            <a:pPr lvl="0"/>
            <a:r>
              <a:rPr lang="en-US" dirty="0"/>
              <a:t>11</a:t>
            </a:r>
          </a:p>
          <a:p>
            <a:pPr lvl="0"/>
            <a:r>
              <a:rPr lang="en-US" dirty="0"/>
              <a:t>12</a:t>
            </a:r>
          </a:p>
          <a:p>
            <a:pPr lvl="0"/>
            <a:r>
              <a:rPr lang="en-US" dirty="0"/>
              <a:t>13</a:t>
            </a:r>
          </a:p>
          <a:p>
            <a:pPr lvl="0"/>
            <a:r>
              <a:rPr lang="en-US" dirty="0"/>
              <a:t>14</a:t>
            </a:r>
          </a:p>
          <a:p>
            <a:pPr lvl="0"/>
            <a:r>
              <a:rPr lang="en-US" dirty="0"/>
              <a:t>15</a:t>
            </a:r>
          </a:p>
          <a:p>
            <a:pPr lvl="0"/>
            <a:r>
              <a:rPr lang="en-US" dirty="0"/>
              <a:t>16</a:t>
            </a:r>
          </a:p>
          <a:p>
            <a:pPr lvl="0"/>
            <a:r>
              <a:rPr lang="en-US" dirty="0"/>
              <a:t>17</a:t>
            </a:r>
          </a:p>
          <a:p>
            <a:pPr lvl="0"/>
            <a:r>
              <a:rPr lang="en-US" dirty="0"/>
              <a:t>18</a:t>
            </a:r>
          </a:p>
          <a:p>
            <a:pPr lvl="0"/>
            <a:r>
              <a:rPr lang="en-US" dirty="0"/>
              <a:t>19</a:t>
            </a:r>
          </a:p>
          <a:p>
            <a:pPr lvl="0"/>
            <a:r>
              <a:rPr lang="en-US" dirty="0"/>
              <a:t>20</a:t>
            </a:r>
          </a:p>
          <a:p>
            <a:pPr lvl="0"/>
            <a:r>
              <a:rPr lang="en-US" dirty="0"/>
              <a:t>21</a:t>
            </a:r>
          </a:p>
          <a:p>
            <a:pPr lvl="0"/>
            <a:r>
              <a:rPr lang="en-US" dirty="0"/>
              <a:t>22</a:t>
            </a:r>
          </a:p>
          <a:p>
            <a:pPr lvl="0"/>
            <a:r>
              <a:rPr lang="en-US" dirty="0"/>
              <a:t>23</a:t>
            </a:r>
          </a:p>
          <a:p>
            <a:pPr lvl="0"/>
            <a:r>
              <a:rPr lang="en-US" dirty="0"/>
              <a:t>24</a:t>
            </a:r>
          </a:p>
          <a:p>
            <a:pPr lvl="0"/>
            <a:r>
              <a:rPr lang="en-US" dirty="0"/>
              <a:t>25</a:t>
            </a:r>
          </a:p>
        </p:txBody>
      </p:sp>
      <p:sp>
        <p:nvSpPr>
          <p:cNvPr id="36" name="Google Shape;291;p5">
            <a:extLst>
              <a:ext uri="{FF2B5EF4-FFF2-40B4-BE49-F238E27FC236}">
                <a16:creationId xmlns:a16="http://schemas.microsoft.com/office/drawing/2014/main" id="{A0500C0F-A345-4601-95F5-3406B512905E}"/>
              </a:ext>
            </a:extLst>
          </p:cNvPr>
          <p:cNvSpPr txBox="1">
            <a:spLocks noGrp="1"/>
          </p:cNvSpPr>
          <p:nvPr>
            <p:ph type="title"/>
          </p:nvPr>
        </p:nvSpPr>
        <p:spPr>
          <a:xfrm>
            <a:off x="158968" y="111592"/>
            <a:ext cx="10134043" cy="1086243"/>
          </a:xfrm>
          <a:prstGeom prst="round2DiagRect">
            <a:avLst/>
          </a:prstGeom>
          <a:solidFill>
            <a:schemeClr val="tx2"/>
          </a:solidFill>
          <a:effectLst>
            <a:outerShdw blurRad="50800" dist="38100" dir="2700000" algn="tl" rotWithShape="0">
              <a:prstClr val="black">
                <a:alpha val="40000"/>
              </a:prstClr>
            </a:outerShdw>
          </a:effectLst>
        </p:spPr>
        <p:txBody>
          <a:bodyPr spcFirstLastPara="1" wrap="square" lIns="91425" tIns="91425" rIns="91425" bIns="91425" anchor="b" anchorCtr="0">
            <a:noAutofit/>
          </a:bodyPr>
          <a:lstStyle>
            <a:lvl1pPr lvl="0" algn="l">
              <a:spcBef>
                <a:spcPts val="0"/>
              </a:spcBef>
              <a:spcAft>
                <a:spcPts val="0"/>
              </a:spcAft>
              <a:buSzPts val="1800"/>
              <a:buNone/>
              <a:defRPr sz="5400" b="1" u="none">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p>
        </p:txBody>
      </p:sp>
      <p:sp>
        <p:nvSpPr>
          <p:cNvPr id="3" name="Content Placeholder 2">
            <a:extLst>
              <a:ext uri="{FF2B5EF4-FFF2-40B4-BE49-F238E27FC236}">
                <a16:creationId xmlns:a16="http://schemas.microsoft.com/office/drawing/2014/main" id="{AC82FB1D-EFF5-C39B-5A4A-1193A0F7C0B6}"/>
              </a:ext>
            </a:extLst>
          </p:cNvPr>
          <p:cNvSpPr>
            <a:spLocks noGrp="1"/>
          </p:cNvSpPr>
          <p:nvPr>
            <p:ph sz="quarter" idx="10"/>
          </p:nvPr>
        </p:nvSpPr>
        <p:spPr>
          <a:xfrm>
            <a:off x="3610839" y="1281392"/>
            <a:ext cx="6686479" cy="5522333"/>
          </a:xfrm>
          <a:prstGeom prst="snip1Rect">
            <a:avLst>
              <a:gd name="adj" fmla="val 4311"/>
            </a:avLst>
          </a:prstGeom>
          <a:solidFill>
            <a:srgbClr val="3F3F3F"/>
          </a:solidFill>
          <a:ln w="12700">
            <a:solidFill>
              <a:srgbClr val="103C3F"/>
            </a:solidFill>
          </a:ln>
          <a:effectLst>
            <a:outerShdw blurRad="50800" dist="38100" dir="2700000" algn="tl" rotWithShape="0">
              <a:prstClr val="black">
                <a:alpha val="40000"/>
              </a:prstClr>
            </a:outerShdw>
          </a:effectLst>
        </p:spPr>
        <p:txBody>
          <a:bodyPr vert="horz" lIns="73152" tIns="73152" rIns="73152" bIns="73152" rtlCol="0">
            <a:normAutofit/>
          </a:bodyPr>
          <a:lstStyle>
            <a:lvl1pPr>
              <a:defRPr lang="en-US" sz="1400" dirty="0" smtClean="0">
                <a:solidFill>
                  <a:srgbClr val="9F9D6D"/>
                </a:solidFill>
                <a:latin typeface="Consolas" panose="020B0609020204030204" pitchFamily="49" charset="0"/>
              </a:defRPr>
            </a:lvl1pPr>
          </a:lstStyle>
          <a:p>
            <a:pPr marL="0" lvl="0" indent="0">
              <a:buNone/>
            </a:pPr>
            <a:endParaRPr lang="en-US" dirty="0"/>
          </a:p>
        </p:txBody>
      </p:sp>
      <p:sp>
        <p:nvSpPr>
          <p:cNvPr id="38" name="Content Placeholder 37">
            <a:extLst>
              <a:ext uri="{FF2B5EF4-FFF2-40B4-BE49-F238E27FC236}">
                <a16:creationId xmlns:a16="http://schemas.microsoft.com/office/drawing/2014/main" id="{70AE5183-3D92-6F00-09FF-A7C2762266D9}"/>
              </a:ext>
            </a:extLst>
          </p:cNvPr>
          <p:cNvSpPr>
            <a:spLocks noGrp="1"/>
          </p:cNvSpPr>
          <p:nvPr>
            <p:ph sz="quarter" idx="11"/>
          </p:nvPr>
        </p:nvSpPr>
        <p:spPr>
          <a:xfrm>
            <a:off x="8691547" y="1281394"/>
            <a:ext cx="1601464" cy="405358"/>
          </a:xfrm>
          <a:prstGeom prst="snip1Rect">
            <a:avLst>
              <a:gd name="adj" fmla="val 50000"/>
            </a:avLst>
          </a:prstGeom>
          <a:solidFill>
            <a:schemeClr val="tx2"/>
          </a:solidFill>
          <a:ln>
            <a:solidFill>
              <a:srgbClr val="103C3F"/>
            </a:solidFill>
          </a:ln>
        </p:spPr>
        <p:txBody>
          <a:bodyPr tIns="9144" bIns="9144"/>
          <a:lstStyle>
            <a:lvl1pPr marL="0" indent="0">
              <a:buNone/>
              <a:defRPr sz="1400" b="1">
                <a:latin typeface="Consolas" panose="020B0609020204030204" pitchFamily="49" charset="0"/>
              </a:defRPr>
            </a:lvl1pPr>
            <a:lvl2pPr>
              <a:defRPr>
                <a:latin typeface="Consolas" panose="020B0609020204030204" pitchFamily="49" charset="0"/>
              </a:defRPr>
            </a:lvl2pPr>
            <a:lvl3pPr>
              <a:defRPr>
                <a:latin typeface="Consolas" panose="020B0609020204030204" pitchFamily="49" charset="0"/>
              </a:defRPr>
            </a:lvl3pPr>
            <a:lvl4pPr>
              <a:defRPr>
                <a:latin typeface="Consolas" panose="020B0609020204030204" pitchFamily="49" charset="0"/>
              </a:defRPr>
            </a:lvl4pPr>
            <a:lvl5pPr>
              <a:defRPr>
                <a:latin typeface="Consolas" panose="020B0609020204030204" pitchFamily="49" charset="0"/>
              </a:defRPr>
            </a:lvl5pPr>
          </a:lstStyle>
          <a:p>
            <a:pPr lvl="0"/>
            <a:endParaRPr lang="en-US" dirty="0"/>
          </a:p>
        </p:txBody>
      </p:sp>
      <p:sp>
        <p:nvSpPr>
          <p:cNvPr id="41" name="Content Placeholder 37">
            <a:extLst>
              <a:ext uri="{FF2B5EF4-FFF2-40B4-BE49-F238E27FC236}">
                <a16:creationId xmlns:a16="http://schemas.microsoft.com/office/drawing/2014/main" id="{CDF7BFB5-493C-0163-F7CB-3B54D68A0BBE}"/>
              </a:ext>
            </a:extLst>
          </p:cNvPr>
          <p:cNvSpPr>
            <a:spLocks noGrp="1"/>
          </p:cNvSpPr>
          <p:nvPr>
            <p:ph sz="quarter" idx="12"/>
          </p:nvPr>
        </p:nvSpPr>
        <p:spPr>
          <a:xfrm flipH="1">
            <a:off x="132290" y="1451177"/>
            <a:ext cx="2620213" cy="760969"/>
          </a:xfrm>
          <a:prstGeom prst="wedgeRectCallout">
            <a:avLst>
              <a:gd name="adj1" fmla="val -68891"/>
              <a:gd name="adj2" fmla="val -34241"/>
            </a:avLst>
          </a:prstGeom>
          <a:solidFill>
            <a:schemeClr val="tx2"/>
          </a:solidFill>
          <a:ln w="31750">
            <a:gradFill flip="none" rotWithShape="1">
              <a:gsLst>
                <a:gs pos="100000">
                  <a:srgbClr val="C00000"/>
                </a:gs>
                <a:gs pos="0">
                  <a:schemeClr val="tx1"/>
                </a:gs>
              </a:gsLst>
              <a:path path="circle">
                <a:fillToRect l="50000" t="50000" r="50000" b="50000"/>
              </a:path>
              <a:tileRect/>
            </a:gradFill>
          </a:ln>
        </p:spPr>
        <p:txBody>
          <a:bodyPr/>
          <a:lstStyle>
            <a:lvl1pPr marL="0" indent="0">
              <a:buNone/>
              <a:defRPr sz="1400" b="1">
                <a:latin typeface="Consolas" panose="020B0609020204030204" pitchFamily="49" charset="0"/>
              </a:defRPr>
            </a:lvl1pPr>
            <a:lvl2pPr>
              <a:defRPr>
                <a:latin typeface="Consolas" panose="020B0609020204030204" pitchFamily="49" charset="0"/>
              </a:defRPr>
            </a:lvl2pPr>
            <a:lvl3pPr>
              <a:defRPr>
                <a:latin typeface="Consolas" panose="020B0609020204030204" pitchFamily="49" charset="0"/>
              </a:defRPr>
            </a:lvl3pPr>
            <a:lvl4pPr>
              <a:defRPr>
                <a:latin typeface="Consolas" panose="020B0609020204030204" pitchFamily="49" charset="0"/>
              </a:defRPr>
            </a:lvl4pPr>
            <a:lvl5pPr>
              <a:defRPr>
                <a:latin typeface="Consolas" panose="020B0609020204030204" pitchFamily="49" charset="0"/>
              </a:defRPr>
            </a:lvl5pPr>
          </a:lstStyle>
          <a:p>
            <a:pPr lvl="0"/>
            <a:endParaRPr lang="en-US" dirty="0"/>
          </a:p>
        </p:txBody>
      </p:sp>
    </p:spTree>
    <p:extLst>
      <p:ext uri="{BB962C8B-B14F-4D97-AF65-F5344CB8AC3E}">
        <p14:creationId xmlns:p14="http://schemas.microsoft.com/office/powerpoint/2010/main" val="1083825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1000"/>
                                        <p:tgtEl>
                                          <p:spTgt spid="46"/>
                                        </p:tgtEl>
                                      </p:cBhvr>
                                    </p:animEffect>
                                    <p:anim calcmode="lin" valueType="num">
                                      <p:cBhvr>
                                        <p:cTn id="13" dur="1000" fill="hold"/>
                                        <p:tgtEl>
                                          <p:spTgt spid="46"/>
                                        </p:tgtEl>
                                        <p:attrNameLst>
                                          <p:attrName>ppt_x</p:attrName>
                                        </p:attrNameLst>
                                      </p:cBhvr>
                                      <p:tavLst>
                                        <p:tav tm="0">
                                          <p:val>
                                            <p:strVal val="#ppt_x"/>
                                          </p:val>
                                        </p:tav>
                                        <p:tav tm="100000">
                                          <p:val>
                                            <p:strVal val="#ppt_x"/>
                                          </p:val>
                                        </p:tav>
                                      </p:tavLst>
                                    </p:anim>
                                    <p:anim calcmode="lin" valueType="num">
                                      <p:cBhvr>
                                        <p:cTn id="14"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7" presetClass="exit" presetSubtype="0" fill="hold" grpId="1" nodeType="clickEffect">
                                  <p:stCondLst>
                                    <p:cond delay="0"/>
                                  </p:stCondLst>
                                  <p:childTnLst>
                                    <p:animEffect transition="out" filter="fade">
                                      <p:cBhvr>
                                        <p:cTn id="18" dur="1000"/>
                                        <p:tgtEl>
                                          <p:spTgt spid="46"/>
                                        </p:tgtEl>
                                      </p:cBhvr>
                                    </p:animEffect>
                                    <p:anim calcmode="lin" valueType="num">
                                      <p:cBhvr>
                                        <p:cTn id="19" dur="1000"/>
                                        <p:tgtEl>
                                          <p:spTgt spid="46"/>
                                        </p:tgtEl>
                                        <p:attrNameLst>
                                          <p:attrName>ppt_x</p:attrName>
                                        </p:attrNameLst>
                                      </p:cBhvr>
                                      <p:tavLst>
                                        <p:tav tm="0">
                                          <p:val>
                                            <p:strVal val="ppt_x"/>
                                          </p:val>
                                        </p:tav>
                                        <p:tav tm="100000">
                                          <p:val>
                                            <p:strVal val="ppt_x"/>
                                          </p:val>
                                        </p:tav>
                                      </p:tavLst>
                                    </p:anim>
                                    <p:anim calcmode="lin" valueType="num">
                                      <p:cBhvr>
                                        <p:cTn id="20" dur="1000"/>
                                        <p:tgtEl>
                                          <p:spTgt spid="46"/>
                                        </p:tgtEl>
                                        <p:attrNameLst>
                                          <p:attrName>ppt_y</p:attrName>
                                        </p:attrNameLst>
                                      </p:cBhvr>
                                      <p:tavLst>
                                        <p:tav tm="0">
                                          <p:val>
                                            <p:strVal val="ppt_y"/>
                                          </p:val>
                                        </p:tav>
                                        <p:tav tm="100000">
                                          <p:val>
                                            <p:strVal val="ppt_y-.1"/>
                                          </p:val>
                                        </p:tav>
                                      </p:tavLst>
                                    </p:anim>
                                    <p:set>
                                      <p:cBhvr>
                                        <p:cTn id="21" dur="1" fill="hold">
                                          <p:stCondLst>
                                            <p:cond delay="999"/>
                                          </p:stCondLst>
                                        </p:cTn>
                                        <p:tgtEl>
                                          <p:spTgt spid="46"/>
                                        </p:tgtEl>
                                        <p:attrNameLst>
                                          <p:attrName>style.visibility</p:attrName>
                                        </p:attrNameLst>
                                      </p:cBhvr>
                                      <p:to>
                                        <p:strVal val="hidden"/>
                                      </p:to>
                                    </p:set>
                                  </p:childTnLst>
                                </p:cTn>
                              </p:par>
                            </p:childTnLst>
                          </p:cTn>
                        </p:par>
                        <p:par>
                          <p:cTn id="22" fill="hold">
                            <p:stCondLst>
                              <p:cond delay="1000"/>
                            </p:stCondLst>
                            <p:childTnLst>
                              <p:par>
                                <p:cTn id="23" presetID="10" presetClass="exit" presetSubtype="0" fill="hold" grpId="1" nodeType="afterEffect">
                                  <p:stCondLst>
                                    <p:cond delay="0"/>
                                  </p:stCondLst>
                                  <p:childTnLst>
                                    <p:animEffect transition="out" filter="fade">
                                      <p:cBhvr>
                                        <p:cTn id="24" dur="500"/>
                                        <p:tgtEl>
                                          <p:spTgt spid="41"/>
                                        </p:tgtEl>
                                      </p:cBhvr>
                                    </p:animEffect>
                                    <p:set>
                                      <p:cBhvr>
                                        <p:cTn id="25" dur="1" fill="hold">
                                          <p:stCondLst>
                                            <p:cond delay="499"/>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uiExpand="1" animBg="1">
        <p:tmplLst>
          <p:tmpl>
            <p:tnLst>
              <p:par>
                <p:cTn presetID="47" presetClass="entr" presetSubtype="0" fill="hold" nodeType="click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1000"/>
                        <p:tgtEl>
                          <p:spTgt spid="46"/>
                        </p:tgtEl>
                      </p:cBhvr>
                    </p:animEffect>
                    <p:anim calcmode="lin" valueType="num">
                      <p:cBhvr>
                        <p:cTn dur="1000" fill="hold"/>
                        <p:tgtEl>
                          <p:spTgt spid="46"/>
                        </p:tgtEl>
                        <p:attrNameLst>
                          <p:attrName>ppt_x</p:attrName>
                        </p:attrNameLst>
                      </p:cBhvr>
                      <p:tavLst>
                        <p:tav tm="0">
                          <p:val>
                            <p:strVal val="#ppt_x"/>
                          </p:val>
                        </p:tav>
                        <p:tav tm="100000">
                          <p:val>
                            <p:strVal val="#ppt_x"/>
                          </p:val>
                        </p:tav>
                      </p:tavLst>
                    </p:anim>
                    <p:anim calcmode="lin" valueType="num">
                      <p:cBhvr>
                        <p:cTn dur="1000" fill="hold"/>
                        <p:tgtEl>
                          <p:spTgt spid="46"/>
                        </p:tgtEl>
                        <p:attrNameLst>
                          <p:attrName>ppt_y</p:attrName>
                        </p:attrNameLst>
                      </p:cBhvr>
                      <p:tavLst>
                        <p:tav tm="0">
                          <p:val>
                            <p:strVal val="#ppt_y-.1"/>
                          </p:val>
                        </p:tav>
                        <p:tav tm="100000">
                          <p:val>
                            <p:strVal val="#ppt_y"/>
                          </p:val>
                        </p:tav>
                      </p:tavLst>
                    </p:anim>
                  </p:childTnLst>
                </p:cTn>
              </p:par>
            </p:tnLst>
          </p:tmpl>
        </p:tmplLst>
      </p:bldP>
      <p:bldP spid="46" grpId="1" animBg="1">
        <p:tmplLst>
          <p:tmpl>
            <p:tnLst>
              <p:par>
                <p:cTn presetID="47" presetClass="exit" presetSubtype="0" fill="hold" nodeType="clickEffect">
                  <p:stCondLst>
                    <p:cond delay="0"/>
                  </p:stCondLst>
                  <p:childTnLst>
                    <p:animEffect transition="out" filter="fade">
                      <p:cBhvr>
                        <p:cTn dur="1000"/>
                        <p:tgtEl>
                          <p:spTgt spid="46"/>
                        </p:tgtEl>
                      </p:cBhvr>
                    </p:animEffect>
                    <p:anim calcmode="lin" valueType="num">
                      <p:cBhvr>
                        <p:cTn dur="1000"/>
                        <p:tgtEl>
                          <p:spTgt spid="46"/>
                        </p:tgtEl>
                        <p:attrNameLst>
                          <p:attrName>ppt_x</p:attrName>
                        </p:attrNameLst>
                      </p:cBhvr>
                      <p:tavLst>
                        <p:tav tm="0">
                          <p:val>
                            <p:strVal val="ppt_x"/>
                          </p:val>
                        </p:tav>
                        <p:tav tm="100000">
                          <p:val>
                            <p:strVal val="ppt_x"/>
                          </p:val>
                        </p:tav>
                      </p:tavLst>
                    </p:anim>
                    <p:anim calcmode="lin" valueType="num">
                      <p:cBhvr>
                        <p:cTn dur="1000"/>
                        <p:tgtEl>
                          <p:spTgt spid="46"/>
                        </p:tgtEl>
                        <p:attrNameLst>
                          <p:attrName>ppt_y</p:attrName>
                        </p:attrNameLst>
                      </p:cBhvr>
                      <p:tavLst>
                        <p:tav tm="0">
                          <p:val>
                            <p:strVal val="ppt_y"/>
                          </p:val>
                        </p:tav>
                        <p:tav tm="100000">
                          <p:val>
                            <p:strVal val="ppt_y-.1"/>
                          </p:val>
                        </p:tav>
                      </p:tavLst>
                    </p:anim>
                    <p:set>
                      <p:cBhvr>
                        <p:cTn dur="1" fill="hold">
                          <p:stCondLst>
                            <p:cond delay="999"/>
                          </p:stCondLst>
                        </p:cTn>
                        <p:tgtEl>
                          <p:spTgt spid="46"/>
                        </p:tgtEl>
                        <p:attrNameLst>
                          <p:attrName>style.visibility</p:attrName>
                        </p:attrNameLst>
                      </p:cBhvr>
                      <p:to>
                        <p:strVal val="hidden"/>
                      </p:to>
                    </p:set>
                  </p:childTnLst>
                </p:cTn>
              </p:par>
            </p:tnLst>
          </p:tmpl>
        </p:tmplLst>
      </p:bldP>
      <p:bldP spid="41" grpId="0" uiExpand="1" animBg="1">
        <p:tmplLst>
          <p:tmpl>
            <p:tnLst>
              <p:par>
                <p:cTn presetID="10" presetClass="entr" presetSubtype="0" fill="hold" nodeType="click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1" grpId="1" animBg="1">
        <p:tmplLst>
          <p:tmpl>
            <p:tnLst>
              <p:par>
                <p:cTn presetID="10" presetClass="exit" presetSubtype="0" fill="hold" nodeType="afterEffect">
                  <p:stCondLst>
                    <p:cond delay="0"/>
                  </p:stCondLst>
                  <p:childTnLst>
                    <p:animEffect transition="out" filter="fade">
                      <p:cBhvr>
                        <p:cTn dur="500"/>
                        <p:tgtEl>
                          <p:spTgt spid="41"/>
                        </p:tgtEl>
                      </p:cBhvr>
                    </p:animEffect>
                    <p:set>
                      <p:cBhvr>
                        <p:cTn dur="1" fill="hold">
                          <p:stCondLst>
                            <p:cond delay="499"/>
                          </p:stCondLst>
                        </p:cTn>
                        <p:tgtEl>
                          <p:spTgt spid="41"/>
                        </p:tgtEl>
                        <p:attrNameLst>
                          <p:attrName>style.visibility</p:attrName>
                        </p:attrNameLst>
                      </p:cBhvr>
                      <p:to>
                        <p:strVal val="hidden"/>
                      </p:to>
                    </p:set>
                  </p:childTnLst>
                </p:cTn>
              </p:par>
            </p:tnLst>
          </p:tmpl>
        </p:tmplLst>
      </p:bldP>
    </p:bldLst>
  </p:timing>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1 column" preserve="1" userDrawn="1">
  <p:cSld name="code_15_loc_footerbox">
    <p:spTree>
      <p:nvGrpSpPr>
        <p:cNvPr id="1" name="Shape 290"/>
        <p:cNvGrpSpPr/>
        <p:nvPr/>
      </p:nvGrpSpPr>
      <p:grpSpPr>
        <a:xfrm>
          <a:off x="0" y="0"/>
          <a:ext cx="0" cy="0"/>
          <a:chOff x="0" y="0"/>
          <a:chExt cx="0" cy="0"/>
        </a:xfrm>
      </p:grpSpPr>
      <p:grpSp>
        <p:nvGrpSpPr>
          <p:cNvPr id="48" name="Group 47">
            <a:extLst>
              <a:ext uri="{FF2B5EF4-FFF2-40B4-BE49-F238E27FC236}">
                <a16:creationId xmlns:a16="http://schemas.microsoft.com/office/drawing/2014/main" id="{0649F446-3CB2-6700-A2DB-E078FC2AC47C}"/>
              </a:ext>
            </a:extLst>
          </p:cNvPr>
          <p:cNvGrpSpPr>
            <a:grpSpLocks noGrp="1" noUngrp="1" noRot="1" noMove="1" noResize="1"/>
          </p:cNvGrpSpPr>
          <p:nvPr userDrawn="1"/>
        </p:nvGrpSpPr>
        <p:grpSpPr>
          <a:xfrm>
            <a:off x="6447" y="-114300"/>
            <a:ext cx="12521776" cy="7080708"/>
            <a:chOff x="6447" y="-114300"/>
            <a:chExt cx="12521776" cy="7080708"/>
          </a:xfrm>
        </p:grpSpPr>
        <p:sp>
          <p:nvSpPr>
            <p:cNvPr id="47" name="Rectangle 46">
              <a:extLst>
                <a:ext uri="{FF2B5EF4-FFF2-40B4-BE49-F238E27FC236}">
                  <a16:creationId xmlns:a16="http://schemas.microsoft.com/office/drawing/2014/main" id="{26758007-06A0-15AC-A0F8-DD9958E8147E}"/>
                </a:ext>
              </a:extLst>
            </p:cNvPr>
            <p:cNvSpPr>
              <a:spLocks noGrp="1" noRot="1" noMove="1" noResize="1" noEditPoints="1" noAdjustHandles="1" noChangeArrowheads="1" noChangeShapeType="1"/>
            </p:cNvSpPr>
            <p:nvPr userDrawn="1"/>
          </p:nvSpPr>
          <p:spPr>
            <a:xfrm>
              <a:off x="6447" y="1197835"/>
              <a:ext cx="12185553" cy="5660165"/>
            </a:xfrm>
            <a:prstGeom prst="rect">
              <a:avLst/>
            </a:prstGeom>
            <a:gradFill flip="none" rotWithShape="1">
              <a:gsLst>
                <a:gs pos="24000">
                  <a:srgbClr val="244C4E">
                    <a:alpha val="50000"/>
                  </a:srgbClr>
                </a:gs>
                <a:gs pos="51000">
                  <a:srgbClr val="244C4E">
                    <a:alpha val="25000"/>
                  </a:srgbClr>
                </a:gs>
                <a:gs pos="100000">
                  <a:srgbClr val="244C4E">
                    <a:alpha val="0"/>
                  </a:srgbClr>
                </a:gs>
                <a:gs pos="0">
                  <a:schemeClr val="tx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oogle Shape;293;p5">
              <a:extLst>
                <a:ext uri="{FF2B5EF4-FFF2-40B4-BE49-F238E27FC236}">
                  <a16:creationId xmlns:a16="http://schemas.microsoft.com/office/drawing/2014/main" id="{36D281D3-6FE4-4C0D-ACAD-503C762AE617}"/>
                </a:ext>
              </a:extLst>
            </p:cNvPr>
            <p:cNvGrpSpPr>
              <a:grpSpLocks noGrp="1" noUngrp="1" noRot="1" noMove="1" noResize="1"/>
            </p:cNvGrpSpPr>
            <p:nvPr/>
          </p:nvGrpSpPr>
          <p:grpSpPr>
            <a:xfrm>
              <a:off x="10448925" y="-114300"/>
              <a:ext cx="2079298" cy="7080708"/>
              <a:chOff x="6023725" y="842300"/>
              <a:chExt cx="1358150" cy="4030375"/>
            </a:xfrm>
          </p:grpSpPr>
          <p:sp>
            <p:nvSpPr>
              <p:cNvPr id="6" name="Google Shape;294;p5">
                <a:extLst>
                  <a:ext uri="{FF2B5EF4-FFF2-40B4-BE49-F238E27FC236}">
                    <a16:creationId xmlns:a16="http://schemas.microsoft.com/office/drawing/2014/main" id="{983E26C4-033B-43D6-8E70-8FCDFBEB416A}"/>
                  </a:ext>
                </a:extLst>
              </p:cNvPr>
              <p:cNvSpPr>
                <a:spLocks noGrp="1" noRot="1" noMove="1" noResize="1" noEditPoints="1" noAdjustHandles="1" noChangeArrowheads="1" noChangeShapeType="1"/>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 name="Google Shape;295;p5">
                <a:extLst>
                  <a:ext uri="{FF2B5EF4-FFF2-40B4-BE49-F238E27FC236}">
                    <a16:creationId xmlns:a16="http://schemas.microsoft.com/office/drawing/2014/main" id="{ED609162-AF2B-467B-A369-406AC3AC6232}"/>
                  </a:ext>
                </a:extLst>
              </p:cNvPr>
              <p:cNvSpPr>
                <a:spLocks noGrp="1" noRot="1" noMove="1" noResize="1" noEditPoints="1" noAdjustHandles="1" noChangeArrowheads="1" noChangeShapeType="1"/>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 name="Google Shape;296;p5">
                <a:extLst>
                  <a:ext uri="{FF2B5EF4-FFF2-40B4-BE49-F238E27FC236}">
                    <a16:creationId xmlns:a16="http://schemas.microsoft.com/office/drawing/2014/main" id="{1C86731F-88FC-4FAC-9AA0-3C719DA9FE08}"/>
                  </a:ext>
                </a:extLst>
              </p:cNvPr>
              <p:cNvSpPr>
                <a:spLocks noGrp="1" noRot="1" noMove="1" noResize="1" noEditPoints="1" noAdjustHandles="1" noChangeArrowheads="1" noChangeShapeType="1"/>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 name="Google Shape;297;p5">
                <a:extLst>
                  <a:ext uri="{FF2B5EF4-FFF2-40B4-BE49-F238E27FC236}">
                    <a16:creationId xmlns:a16="http://schemas.microsoft.com/office/drawing/2014/main" id="{294A52DE-7BDC-4451-B428-398A0A2E06EC}"/>
                  </a:ext>
                </a:extLst>
              </p:cNvPr>
              <p:cNvSpPr>
                <a:spLocks noGrp="1" noRot="1" noMove="1" noResize="1" noEditPoints="1" noAdjustHandles="1" noChangeArrowheads="1" noChangeShapeType="1"/>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0" name="Google Shape;298;p5">
                <a:extLst>
                  <a:ext uri="{FF2B5EF4-FFF2-40B4-BE49-F238E27FC236}">
                    <a16:creationId xmlns:a16="http://schemas.microsoft.com/office/drawing/2014/main" id="{22176E66-5927-40C8-80E7-C7DE634CEC56}"/>
                  </a:ext>
                </a:extLst>
              </p:cNvPr>
              <p:cNvSpPr>
                <a:spLocks noGrp="1" noRot="1" noMove="1" noResize="1" noEditPoints="1" noAdjustHandles="1" noChangeArrowheads="1" noChangeShapeType="1"/>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1" name="Google Shape;299;p5">
                <a:extLst>
                  <a:ext uri="{FF2B5EF4-FFF2-40B4-BE49-F238E27FC236}">
                    <a16:creationId xmlns:a16="http://schemas.microsoft.com/office/drawing/2014/main" id="{7ADB864B-8853-4443-BC5D-2AEEF163C773}"/>
                  </a:ext>
                </a:extLst>
              </p:cNvPr>
              <p:cNvSpPr>
                <a:spLocks noGrp="1" noRot="1" noMove="1" noResize="1" noEditPoints="1" noAdjustHandles="1" noChangeArrowheads="1" noChangeShapeType="1"/>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2" name="Google Shape;300;p5">
                <a:extLst>
                  <a:ext uri="{FF2B5EF4-FFF2-40B4-BE49-F238E27FC236}">
                    <a16:creationId xmlns:a16="http://schemas.microsoft.com/office/drawing/2014/main" id="{D2226863-6E80-4BE1-AF1C-DEAF4EACFB96}"/>
                  </a:ext>
                </a:extLst>
              </p:cNvPr>
              <p:cNvSpPr>
                <a:spLocks noGrp="1" noRot="1" noMove="1" noResize="1" noEditPoints="1" noAdjustHandles="1" noChangeArrowheads="1" noChangeShapeType="1"/>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3" name="Google Shape;301;p5">
                <a:extLst>
                  <a:ext uri="{FF2B5EF4-FFF2-40B4-BE49-F238E27FC236}">
                    <a16:creationId xmlns:a16="http://schemas.microsoft.com/office/drawing/2014/main" id="{A97B9F76-D900-4500-9B8F-D47666816C63}"/>
                  </a:ext>
                </a:extLst>
              </p:cNvPr>
              <p:cNvSpPr>
                <a:spLocks noGrp="1" noRot="1" noMove="1" noResize="1" noEditPoints="1" noAdjustHandles="1" noChangeArrowheads="1" noChangeShapeType="1"/>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4" name="Google Shape;302;p5">
                <a:extLst>
                  <a:ext uri="{FF2B5EF4-FFF2-40B4-BE49-F238E27FC236}">
                    <a16:creationId xmlns:a16="http://schemas.microsoft.com/office/drawing/2014/main" id="{77C8C908-782A-4E0C-865E-6F7ADE9C1510}"/>
                  </a:ext>
                </a:extLst>
              </p:cNvPr>
              <p:cNvSpPr>
                <a:spLocks noGrp="1" noRot="1" noMove="1" noResize="1" noEditPoints="1" noAdjustHandles="1" noChangeArrowheads="1" noChangeShapeType="1"/>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5" name="Google Shape;303;p5">
                <a:extLst>
                  <a:ext uri="{FF2B5EF4-FFF2-40B4-BE49-F238E27FC236}">
                    <a16:creationId xmlns:a16="http://schemas.microsoft.com/office/drawing/2014/main" id="{429DEB95-140B-47B1-BD37-9BB904885EE8}"/>
                  </a:ext>
                </a:extLst>
              </p:cNvPr>
              <p:cNvSpPr>
                <a:spLocks noGrp="1" noRot="1" noMove="1" noResize="1" noEditPoints="1" noAdjustHandles="1" noChangeArrowheads="1" noChangeShapeType="1"/>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6" name="Google Shape;304;p5">
                <a:extLst>
                  <a:ext uri="{FF2B5EF4-FFF2-40B4-BE49-F238E27FC236}">
                    <a16:creationId xmlns:a16="http://schemas.microsoft.com/office/drawing/2014/main" id="{49AFB081-BE68-48E0-9E72-761B1D4A675C}"/>
                  </a:ext>
                </a:extLst>
              </p:cNvPr>
              <p:cNvSpPr>
                <a:spLocks noGrp="1" noRot="1" noMove="1" noResize="1" noEditPoints="1" noAdjustHandles="1" noChangeArrowheads="1" noChangeShapeType="1"/>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7" name="Google Shape;305;p5">
                <a:extLst>
                  <a:ext uri="{FF2B5EF4-FFF2-40B4-BE49-F238E27FC236}">
                    <a16:creationId xmlns:a16="http://schemas.microsoft.com/office/drawing/2014/main" id="{8C456FFF-E54D-420E-AD2E-AEF0BFC602CA}"/>
                  </a:ext>
                </a:extLst>
              </p:cNvPr>
              <p:cNvSpPr>
                <a:spLocks noGrp="1" noRot="1" noMove="1" noResize="1" noEditPoints="1" noAdjustHandles="1" noChangeArrowheads="1" noChangeShapeType="1"/>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8" name="Google Shape;306;p5">
                <a:extLst>
                  <a:ext uri="{FF2B5EF4-FFF2-40B4-BE49-F238E27FC236}">
                    <a16:creationId xmlns:a16="http://schemas.microsoft.com/office/drawing/2014/main" id="{C9124E36-6012-4351-B98C-FAA7CB6D0811}"/>
                  </a:ext>
                </a:extLst>
              </p:cNvPr>
              <p:cNvSpPr>
                <a:spLocks noGrp="1" noRot="1" noMove="1" noResize="1" noEditPoints="1" noAdjustHandles="1" noChangeArrowheads="1" noChangeShapeType="1"/>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9" name="Google Shape;307;p5">
                <a:extLst>
                  <a:ext uri="{FF2B5EF4-FFF2-40B4-BE49-F238E27FC236}">
                    <a16:creationId xmlns:a16="http://schemas.microsoft.com/office/drawing/2014/main" id="{4DBF8CD3-98F8-42B5-8B96-FC0AF23993E3}"/>
                  </a:ext>
                </a:extLst>
              </p:cNvPr>
              <p:cNvSpPr>
                <a:spLocks noGrp="1" noRot="1" noMove="1" noResize="1" noEditPoints="1" noAdjustHandles="1" noChangeArrowheads="1" noChangeShapeType="1"/>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0" name="Google Shape;308;p5">
                <a:extLst>
                  <a:ext uri="{FF2B5EF4-FFF2-40B4-BE49-F238E27FC236}">
                    <a16:creationId xmlns:a16="http://schemas.microsoft.com/office/drawing/2014/main" id="{F7485136-B835-4643-A818-7B99EDC22B64}"/>
                  </a:ext>
                </a:extLst>
              </p:cNvPr>
              <p:cNvSpPr>
                <a:spLocks noGrp="1" noRot="1" noMove="1" noResize="1" noEditPoints="1" noAdjustHandles="1" noChangeArrowheads="1" noChangeShapeType="1"/>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1" name="Google Shape;309;p5">
                <a:extLst>
                  <a:ext uri="{FF2B5EF4-FFF2-40B4-BE49-F238E27FC236}">
                    <a16:creationId xmlns:a16="http://schemas.microsoft.com/office/drawing/2014/main" id="{C5F0462F-4AE1-4110-90F5-7535A4F81771}"/>
                  </a:ext>
                </a:extLst>
              </p:cNvPr>
              <p:cNvSpPr>
                <a:spLocks noGrp="1" noRot="1" noMove="1" noResize="1" noEditPoints="1" noAdjustHandles="1" noChangeArrowheads="1" noChangeShapeType="1"/>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2" name="Google Shape;310;p5">
                <a:extLst>
                  <a:ext uri="{FF2B5EF4-FFF2-40B4-BE49-F238E27FC236}">
                    <a16:creationId xmlns:a16="http://schemas.microsoft.com/office/drawing/2014/main" id="{69A3D96D-6CC8-4FAB-A700-BEACB154D044}"/>
                  </a:ext>
                </a:extLst>
              </p:cNvPr>
              <p:cNvSpPr>
                <a:spLocks noGrp="1" noRot="1" noMove="1" noResize="1" noEditPoints="1" noAdjustHandles="1" noChangeArrowheads="1" noChangeShapeType="1"/>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3" name="Google Shape;311;p5">
                <a:extLst>
                  <a:ext uri="{FF2B5EF4-FFF2-40B4-BE49-F238E27FC236}">
                    <a16:creationId xmlns:a16="http://schemas.microsoft.com/office/drawing/2014/main" id="{A122DFBF-8FF5-4379-BFE9-3171BD622914}"/>
                  </a:ext>
                </a:extLst>
              </p:cNvPr>
              <p:cNvSpPr>
                <a:spLocks noGrp="1" noRot="1" noMove="1" noResize="1" noEditPoints="1" noAdjustHandles="1" noChangeArrowheads="1" noChangeShapeType="1"/>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4" name="Google Shape;312;p5">
                <a:extLst>
                  <a:ext uri="{FF2B5EF4-FFF2-40B4-BE49-F238E27FC236}">
                    <a16:creationId xmlns:a16="http://schemas.microsoft.com/office/drawing/2014/main" id="{7EFC3596-3961-491F-82FD-4A6D7EAA0B4D}"/>
                  </a:ext>
                </a:extLst>
              </p:cNvPr>
              <p:cNvSpPr>
                <a:spLocks noGrp="1" noRot="1" noMove="1" noResize="1" noEditPoints="1" noAdjustHandles="1" noChangeArrowheads="1" noChangeShapeType="1"/>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5" name="Google Shape;313;p5">
                <a:extLst>
                  <a:ext uri="{FF2B5EF4-FFF2-40B4-BE49-F238E27FC236}">
                    <a16:creationId xmlns:a16="http://schemas.microsoft.com/office/drawing/2014/main" id="{05FDA664-3C10-4078-8ACB-FF6A4994BEF5}"/>
                  </a:ext>
                </a:extLst>
              </p:cNvPr>
              <p:cNvSpPr>
                <a:spLocks noGrp="1" noRot="1" noMove="1" noResize="1" noEditPoints="1" noAdjustHandles="1" noChangeArrowheads="1" noChangeShapeType="1"/>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6" name="Google Shape;314;p5">
                <a:extLst>
                  <a:ext uri="{FF2B5EF4-FFF2-40B4-BE49-F238E27FC236}">
                    <a16:creationId xmlns:a16="http://schemas.microsoft.com/office/drawing/2014/main" id="{FED9D229-16F6-445D-9343-DA37C5A16828}"/>
                  </a:ext>
                </a:extLst>
              </p:cNvPr>
              <p:cNvSpPr>
                <a:spLocks noGrp="1" noRot="1" noMove="1" noResize="1" noEditPoints="1" noAdjustHandles="1" noChangeArrowheads="1" noChangeShapeType="1"/>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7" name="Google Shape;315;p5">
                <a:extLst>
                  <a:ext uri="{FF2B5EF4-FFF2-40B4-BE49-F238E27FC236}">
                    <a16:creationId xmlns:a16="http://schemas.microsoft.com/office/drawing/2014/main" id="{07A615B7-0FB9-472E-A127-E0455ADE9B5C}"/>
                  </a:ext>
                </a:extLst>
              </p:cNvPr>
              <p:cNvSpPr>
                <a:spLocks noGrp="1" noRot="1" noMove="1" noResize="1" noEditPoints="1" noAdjustHandles="1" noChangeArrowheads="1" noChangeShapeType="1"/>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8" name="Google Shape;316;p5">
                <a:extLst>
                  <a:ext uri="{FF2B5EF4-FFF2-40B4-BE49-F238E27FC236}">
                    <a16:creationId xmlns:a16="http://schemas.microsoft.com/office/drawing/2014/main" id="{BB84BD60-2065-40EB-9827-4F6B5B066ED7}"/>
                  </a:ext>
                </a:extLst>
              </p:cNvPr>
              <p:cNvSpPr>
                <a:spLocks noGrp="1" noRot="1" noMove="1" noResize="1" noEditPoints="1" noAdjustHandles="1" noChangeArrowheads="1" noChangeShapeType="1"/>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9" name="Google Shape;317;p5">
                <a:extLst>
                  <a:ext uri="{FF2B5EF4-FFF2-40B4-BE49-F238E27FC236}">
                    <a16:creationId xmlns:a16="http://schemas.microsoft.com/office/drawing/2014/main" id="{DB901F37-BC94-4775-82C8-C40A1B6E60D0}"/>
                  </a:ext>
                </a:extLst>
              </p:cNvPr>
              <p:cNvSpPr>
                <a:spLocks noGrp="1" noRot="1" noMove="1" noResize="1" noEditPoints="1" noAdjustHandles="1" noChangeArrowheads="1" noChangeShapeType="1"/>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0" name="Google Shape;318;p5">
                <a:extLst>
                  <a:ext uri="{FF2B5EF4-FFF2-40B4-BE49-F238E27FC236}">
                    <a16:creationId xmlns:a16="http://schemas.microsoft.com/office/drawing/2014/main" id="{292A3378-A202-47F8-92EB-E144D4BE9990}"/>
                  </a:ext>
                </a:extLst>
              </p:cNvPr>
              <p:cNvSpPr>
                <a:spLocks noGrp="1" noRot="1" noMove="1" noResize="1" noEditPoints="1" noAdjustHandles="1" noChangeArrowheads="1" noChangeShapeType="1"/>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1" name="Google Shape;319;p5">
                <a:extLst>
                  <a:ext uri="{FF2B5EF4-FFF2-40B4-BE49-F238E27FC236}">
                    <a16:creationId xmlns:a16="http://schemas.microsoft.com/office/drawing/2014/main" id="{CB505A8C-98BC-44CF-A95C-A7197B43CAA2}"/>
                  </a:ext>
                </a:extLst>
              </p:cNvPr>
              <p:cNvSpPr>
                <a:spLocks noGrp="1" noRot="1" noMove="1" noResize="1" noEditPoints="1" noAdjustHandles="1" noChangeArrowheads="1" noChangeShapeType="1"/>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2" name="Google Shape;320;p5">
                <a:extLst>
                  <a:ext uri="{FF2B5EF4-FFF2-40B4-BE49-F238E27FC236}">
                    <a16:creationId xmlns:a16="http://schemas.microsoft.com/office/drawing/2014/main" id="{471D8FE8-A12A-43CA-AD67-3BCF9DCD5F6A}"/>
                  </a:ext>
                </a:extLst>
              </p:cNvPr>
              <p:cNvSpPr>
                <a:spLocks noGrp="1" noRot="1" noMove="1" noResize="1" noEditPoints="1" noAdjustHandles="1" noChangeArrowheads="1" noChangeShapeType="1"/>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3" name="Google Shape;321;p5">
                <a:extLst>
                  <a:ext uri="{FF2B5EF4-FFF2-40B4-BE49-F238E27FC236}">
                    <a16:creationId xmlns:a16="http://schemas.microsoft.com/office/drawing/2014/main" id="{48F75B0B-5E3E-4184-A814-15172B1A256D}"/>
                  </a:ext>
                </a:extLst>
              </p:cNvPr>
              <p:cNvSpPr>
                <a:spLocks noGrp="1" noRot="1" noMove="1" noResize="1" noEditPoints="1" noAdjustHandles="1" noChangeArrowheads="1" noChangeShapeType="1"/>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4" name="Google Shape;322;p5">
                <a:extLst>
                  <a:ext uri="{FF2B5EF4-FFF2-40B4-BE49-F238E27FC236}">
                    <a16:creationId xmlns:a16="http://schemas.microsoft.com/office/drawing/2014/main" id="{92DF89BB-DDA6-431D-88B7-4B995D0B2D19}"/>
                  </a:ext>
                </a:extLst>
              </p:cNvPr>
              <p:cNvSpPr>
                <a:spLocks noGrp="1" noRot="1" noMove="1" noResize="1" noEditPoints="1" noAdjustHandles="1" noChangeArrowheads="1" noChangeShapeType="1"/>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grpSp>
      <p:sp>
        <p:nvSpPr>
          <p:cNvPr id="44" name="Text Placeholder 43">
            <a:extLst>
              <a:ext uri="{FF2B5EF4-FFF2-40B4-BE49-F238E27FC236}">
                <a16:creationId xmlns:a16="http://schemas.microsoft.com/office/drawing/2014/main" id="{8C6E1E70-6AC0-E35C-1658-0AA1BA94E147}"/>
              </a:ext>
            </a:extLst>
          </p:cNvPr>
          <p:cNvSpPr>
            <a:spLocks noGrp="1"/>
          </p:cNvSpPr>
          <p:nvPr>
            <p:ph type="body" sz="quarter" idx="13" hasCustomPrompt="1"/>
          </p:nvPr>
        </p:nvSpPr>
        <p:spPr>
          <a:xfrm flipH="1">
            <a:off x="1253799" y="1281393"/>
            <a:ext cx="460238" cy="3397307"/>
          </a:xfrm>
          <a:prstGeom prst="snip1Rect">
            <a:avLst>
              <a:gd name="adj" fmla="val 50000"/>
            </a:avLst>
          </a:prstGeom>
          <a:solidFill>
            <a:schemeClr val="tx2">
              <a:lumMod val="75000"/>
            </a:schemeClr>
          </a:solidFill>
          <a:ln w="12700">
            <a:solidFill>
              <a:srgbClr val="103C3F"/>
            </a:solidFill>
          </a:ln>
        </p:spPr>
        <p:txBody>
          <a:bodyPr lIns="73152" tIns="73152" rIns="73152" bIns="73152">
            <a:noAutofit/>
          </a:bodyPr>
          <a:lstStyle>
            <a:lvl1pPr marL="0" indent="0" algn="r">
              <a:buNone/>
              <a:defRPr sz="1400" b="1" i="1">
                <a:solidFill>
                  <a:schemeClr val="bg1">
                    <a:lumMod val="75000"/>
                  </a:schemeClr>
                </a:solidFill>
                <a:latin typeface="Consolas" panose="020B0609020204030204" pitchFamily="49" charset="0"/>
              </a:defRPr>
            </a:lvl1pPr>
            <a:lvl2pPr>
              <a:defRPr sz="2800">
                <a:latin typeface="Consolas" panose="020B0609020204030204" pitchFamily="49" charset="0"/>
              </a:defRPr>
            </a:lvl2pPr>
            <a:lvl3pPr>
              <a:defRPr sz="2400">
                <a:latin typeface="Consolas" panose="020B0609020204030204" pitchFamily="49" charset="0"/>
              </a:defRPr>
            </a:lvl3pPr>
            <a:lvl4pPr>
              <a:defRPr sz="2400">
                <a:latin typeface="Consolas" panose="020B0609020204030204" pitchFamily="49" charset="0"/>
              </a:defRPr>
            </a:lvl4pPr>
            <a:lvl5pPr>
              <a:defRPr sz="2000">
                <a:latin typeface="Consolas" panose="020B0609020204030204" pitchFamily="49" charset="0"/>
              </a:defRPr>
            </a:lvl5pPr>
          </a:lstStyle>
          <a:p>
            <a:pPr lvl="0"/>
            <a:r>
              <a:rPr lang="en-US" dirty="0"/>
              <a:t>1</a:t>
            </a:r>
          </a:p>
          <a:p>
            <a:pPr lvl="0"/>
            <a:r>
              <a:rPr lang="en-US" dirty="0"/>
              <a:t>2</a:t>
            </a:r>
          </a:p>
          <a:p>
            <a:pPr lvl="0"/>
            <a:r>
              <a:rPr lang="en-US" dirty="0"/>
              <a:t>3</a:t>
            </a:r>
          </a:p>
          <a:p>
            <a:pPr lvl="0"/>
            <a:r>
              <a:rPr lang="en-US" dirty="0"/>
              <a:t>4</a:t>
            </a:r>
          </a:p>
          <a:p>
            <a:pPr lvl="0"/>
            <a:r>
              <a:rPr lang="en-US" dirty="0"/>
              <a:t>5</a:t>
            </a:r>
          </a:p>
          <a:p>
            <a:pPr lvl="0"/>
            <a:r>
              <a:rPr lang="en-US" dirty="0"/>
              <a:t>6</a:t>
            </a:r>
          </a:p>
          <a:p>
            <a:pPr lvl="0"/>
            <a:r>
              <a:rPr lang="en-US" dirty="0"/>
              <a:t>7</a:t>
            </a:r>
          </a:p>
          <a:p>
            <a:pPr lvl="0"/>
            <a:r>
              <a:rPr lang="en-US" dirty="0"/>
              <a:t>8</a:t>
            </a:r>
          </a:p>
          <a:p>
            <a:pPr lvl="0"/>
            <a:r>
              <a:rPr lang="en-US" dirty="0"/>
              <a:t>9</a:t>
            </a:r>
          </a:p>
          <a:p>
            <a:pPr lvl="0"/>
            <a:r>
              <a:rPr lang="en-US" dirty="0"/>
              <a:t>10</a:t>
            </a:r>
          </a:p>
          <a:p>
            <a:pPr lvl="0"/>
            <a:r>
              <a:rPr lang="en-US" dirty="0"/>
              <a:t>11</a:t>
            </a:r>
          </a:p>
          <a:p>
            <a:pPr lvl="0"/>
            <a:r>
              <a:rPr lang="en-US" dirty="0"/>
              <a:t>12</a:t>
            </a:r>
          </a:p>
          <a:p>
            <a:pPr lvl="0"/>
            <a:r>
              <a:rPr lang="en-US" dirty="0"/>
              <a:t>13</a:t>
            </a:r>
          </a:p>
          <a:p>
            <a:pPr lvl="0"/>
            <a:r>
              <a:rPr lang="en-US" dirty="0"/>
              <a:t>14</a:t>
            </a:r>
          </a:p>
          <a:p>
            <a:pPr lvl="0"/>
            <a:r>
              <a:rPr lang="en-US" dirty="0"/>
              <a:t>15</a:t>
            </a:r>
          </a:p>
        </p:txBody>
      </p:sp>
      <p:sp>
        <p:nvSpPr>
          <p:cNvPr id="36" name="Google Shape;291;p5">
            <a:extLst>
              <a:ext uri="{FF2B5EF4-FFF2-40B4-BE49-F238E27FC236}">
                <a16:creationId xmlns:a16="http://schemas.microsoft.com/office/drawing/2014/main" id="{A0500C0F-A345-4601-95F5-3406B512905E}"/>
              </a:ext>
            </a:extLst>
          </p:cNvPr>
          <p:cNvSpPr txBox="1">
            <a:spLocks noGrp="1"/>
          </p:cNvSpPr>
          <p:nvPr>
            <p:ph type="title"/>
          </p:nvPr>
        </p:nvSpPr>
        <p:spPr>
          <a:xfrm>
            <a:off x="1253799" y="168742"/>
            <a:ext cx="8214844" cy="977835"/>
          </a:xfrm>
          <a:prstGeom prst="round2DiagRect">
            <a:avLst/>
          </a:prstGeom>
          <a:solidFill>
            <a:schemeClr val="tx2"/>
          </a:solidFill>
          <a:effectLst>
            <a:outerShdw blurRad="50800" dist="38100" dir="2700000" algn="tl" rotWithShape="0">
              <a:prstClr val="black">
                <a:alpha val="40000"/>
              </a:prstClr>
            </a:outerShdw>
          </a:effectLst>
        </p:spPr>
        <p:txBody>
          <a:bodyPr spcFirstLastPara="1" wrap="square" lIns="91425" tIns="914400" rIns="91425" bIns="91425" anchor="b" anchorCtr="0">
            <a:noAutofit/>
          </a:bodyPr>
          <a:lstStyle>
            <a:lvl1pPr lvl="0" algn="ctr">
              <a:spcBef>
                <a:spcPts val="0"/>
              </a:spcBef>
              <a:spcAft>
                <a:spcPts val="0"/>
              </a:spcAft>
              <a:buSzPts val="1800"/>
              <a:buNone/>
              <a:defRPr sz="5400" b="1" u="none">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lang="en-US" dirty="0"/>
          </a:p>
        </p:txBody>
      </p:sp>
      <p:sp>
        <p:nvSpPr>
          <p:cNvPr id="3" name="Content Placeholder 2">
            <a:extLst>
              <a:ext uri="{FF2B5EF4-FFF2-40B4-BE49-F238E27FC236}">
                <a16:creationId xmlns:a16="http://schemas.microsoft.com/office/drawing/2014/main" id="{AC82FB1D-EFF5-C39B-5A4A-1193A0F7C0B6}"/>
              </a:ext>
            </a:extLst>
          </p:cNvPr>
          <p:cNvSpPr>
            <a:spLocks noGrp="1"/>
          </p:cNvSpPr>
          <p:nvPr>
            <p:ph sz="quarter" idx="10"/>
          </p:nvPr>
        </p:nvSpPr>
        <p:spPr>
          <a:xfrm>
            <a:off x="1802452" y="1281393"/>
            <a:ext cx="7666192" cy="3397307"/>
          </a:xfrm>
          <a:prstGeom prst="snip1Rect">
            <a:avLst>
              <a:gd name="adj" fmla="val 6734"/>
            </a:avLst>
          </a:prstGeom>
          <a:solidFill>
            <a:srgbClr val="3F3F3F"/>
          </a:solidFill>
          <a:ln w="12700">
            <a:solidFill>
              <a:srgbClr val="103C3F"/>
            </a:solidFill>
          </a:ln>
          <a:effectLst>
            <a:outerShdw blurRad="50800" dist="38100" dir="2700000" algn="tl" rotWithShape="0">
              <a:prstClr val="black">
                <a:alpha val="40000"/>
              </a:prstClr>
            </a:outerShdw>
          </a:effectLst>
        </p:spPr>
        <p:txBody>
          <a:bodyPr lIns="73152" tIns="73152" rIns="73152" bIns="73152"/>
          <a:lstStyle>
            <a:lvl1pPr marL="0" indent="0">
              <a:buNone/>
              <a:defRPr sz="1400" b="0" i="0">
                <a:solidFill>
                  <a:srgbClr val="9F9D6D"/>
                </a:solidFill>
                <a:latin typeface="Consolas" panose="020B0609020204030204" pitchFamily="49" charset="0"/>
              </a:defRPr>
            </a:lvl1pPr>
            <a:lvl2pPr>
              <a:defRPr>
                <a:solidFill>
                  <a:srgbClr val="000000"/>
                </a:solidFill>
              </a:defRPr>
            </a:lvl2pPr>
            <a:lvl3pPr>
              <a:defRPr>
                <a:solidFill>
                  <a:srgbClr val="000000"/>
                </a:solidFill>
              </a:defRPr>
            </a:lvl3pPr>
            <a:lvl4pPr>
              <a:defRPr>
                <a:solidFill>
                  <a:srgbClr val="000000"/>
                </a:solidFill>
              </a:defRPr>
            </a:lvl4pPr>
            <a:lvl5pPr>
              <a:defRPr>
                <a:solidFill>
                  <a:srgbClr val="000000"/>
                </a:solidFill>
              </a:defRPr>
            </a:lvl5pPr>
          </a:lstStyle>
          <a:p>
            <a:pPr lvl="0"/>
            <a:endParaRPr lang="en-US" dirty="0"/>
          </a:p>
        </p:txBody>
      </p:sp>
      <p:sp>
        <p:nvSpPr>
          <p:cNvPr id="38" name="Content Placeholder 37">
            <a:extLst>
              <a:ext uri="{FF2B5EF4-FFF2-40B4-BE49-F238E27FC236}">
                <a16:creationId xmlns:a16="http://schemas.microsoft.com/office/drawing/2014/main" id="{70AE5183-3D92-6F00-09FF-A7C2762266D9}"/>
              </a:ext>
            </a:extLst>
          </p:cNvPr>
          <p:cNvSpPr>
            <a:spLocks noGrp="1"/>
          </p:cNvSpPr>
          <p:nvPr>
            <p:ph sz="quarter" idx="11"/>
          </p:nvPr>
        </p:nvSpPr>
        <p:spPr>
          <a:xfrm>
            <a:off x="7872016" y="1281394"/>
            <a:ext cx="1596627" cy="405358"/>
          </a:xfrm>
          <a:prstGeom prst="snip1Rect">
            <a:avLst>
              <a:gd name="adj" fmla="val 50000"/>
            </a:avLst>
          </a:prstGeom>
          <a:solidFill>
            <a:schemeClr val="tx2"/>
          </a:solidFill>
          <a:ln>
            <a:solidFill>
              <a:srgbClr val="103C3F"/>
            </a:solidFill>
          </a:ln>
        </p:spPr>
        <p:txBody>
          <a:bodyPr tIns="9144" bIns="9144"/>
          <a:lstStyle>
            <a:lvl1pPr marL="0" indent="0">
              <a:buNone/>
              <a:defRPr sz="1400" b="1">
                <a:latin typeface="Consolas" panose="020B0609020204030204" pitchFamily="49" charset="0"/>
              </a:defRPr>
            </a:lvl1pPr>
            <a:lvl2pPr>
              <a:defRPr>
                <a:latin typeface="Consolas" panose="020B0609020204030204" pitchFamily="49" charset="0"/>
              </a:defRPr>
            </a:lvl2pPr>
            <a:lvl3pPr>
              <a:defRPr>
                <a:latin typeface="Consolas" panose="020B0609020204030204" pitchFamily="49" charset="0"/>
              </a:defRPr>
            </a:lvl3pPr>
            <a:lvl4pPr>
              <a:defRPr>
                <a:latin typeface="Consolas" panose="020B0609020204030204" pitchFamily="49" charset="0"/>
              </a:defRPr>
            </a:lvl4pPr>
            <a:lvl5pPr>
              <a:defRPr>
                <a:latin typeface="Consolas" panose="020B0609020204030204" pitchFamily="49" charset="0"/>
              </a:defRPr>
            </a:lvl5pPr>
          </a:lstStyle>
          <a:p>
            <a:pPr lvl="0"/>
            <a:endParaRPr lang="en-US" dirty="0"/>
          </a:p>
        </p:txBody>
      </p:sp>
      <p:sp>
        <p:nvSpPr>
          <p:cNvPr id="2" name="Content Placeholder 13">
            <a:extLst>
              <a:ext uri="{FF2B5EF4-FFF2-40B4-BE49-F238E27FC236}">
                <a16:creationId xmlns:a16="http://schemas.microsoft.com/office/drawing/2014/main" id="{3FCEC349-538E-540F-48AF-8C6CEF539E33}"/>
              </a:ext>
            </a:extLst>
          </p:cNvPr>
          <p:cNvSpPr>
            <a:spLocks noGrp="1"/>
          </p:cNvSpPr>
          <p:nvPr>
            <p:ph sz="quarter" idx="14"/>
          </p:nvPr>
        </p:nvSpPr>
        <p:spPr>
          <a:xfrm flipH="1">
            <a:off x="1234644" y="4801029"/>
            <a:ext cx="8233997" cy="1888229"/>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20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Tree>
    <p:extLst>
      <p:ext uri="{BB962C8B-B14F-4D97-AF65-F5344CB8AC3E}">
        <p14:creationId xmlns:p14="http://schemas.microsoft.com/office/powerpoint/2010/main" val="97904921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 1 column" preserve="1" userDrawn="1">
  <p:cSld name="code_10loc_concept_def">
    <p:spTree>
      <p:nvGrpSpPr>
        <p:cNvPr id="1" name="Shape 290"/>
        <p:cNvGrpSpPr/>
        <p:nvPr/>
      </p:nvGrpSpPr>
      <p:grpSpPr>
        <a:xfrm>
          <a:off x="0" y="0"/>
          <a:ext cx="0" cy="0"/>
          <a:chOff x="0" y="0"/>
          <a:chExt cx="0" cy="0"/>
        </a:xfrm>
      </p:grpSpPr>
      <p:grpSp>
        <p:nvGrpSpPr>
          <p:cNvPr id="48" name="Group 47">
            <a:extLst>
              <a:ext uri="{FF2B5EF4-FFF2-40B4-BE49-F238E27FC236}">
                <a16:creationId xmlns:a16="http://schemas.microsoft.com/office/drawing/2014/main" id="{0649F446-3CB2-6700-A2DB-E078FC2AC47C}"/>
              </a:ext>
            </a:extLst>
          </p:cNvPr>
          <p:cNvGrpSpPr>
            <a:grpSpLocks noGrp="1" noUngrp="1" noRot="1" noMove="1" noResize="1"/>
          </p:cNvGrpSpPr>
          <p:nvPr userDrawn="1"/>
        </p:nvGrpSpPr>
        <p:grpSpPr>
          <a:xfrm>
            <a:off x="6447" y="-114300"/>
            <a:ext cx="12521776" cy="7080708"/>
            <a:chOff x="6447" y="-114300"/>
            <a:chExt cx="12521776" cy="7080708"/>
          </a:xfrm>
        </p:grpSpPr>
        <p:sp>
          <p:nvSpPr>
            <p:cNvPr id="47" name="Rectangle 46">
              <a:extLst>
                <a:ext uri="{FF2B5EF4-FFF2-40B4-BE49-F238E27FC236}">
                  <a16:creationId xmlns:a16="http://schemas.microsoft.com/office/drawing/2014/main" id="{26758007-06A0-15AC-A0F8-DD9958E8147E}"/>
                </a:ext>
              </a:extLst>
            </p:cNvPr>
            <p:cNvSpPr>
              <a:spLocks noGrp="1" noRot="1" noMove="1" noResize="1" noEditPoints="1" noAdjustHandles="1" noChangeArrowheads="1" noChangeShapeType="1"/>
            </p:cNvSpPr>
            <p:nvPr userDrawn="1"/>
          </p:nvSpPr>
          <p:spPr>
            <a:xfrm>
              <a:off x="6447" y="1197835"/>
              <a:ext cx="12185553" cy="5660165"/>
            </a:xfrm>
            <a:prstGeom prst="rect">
              <a:avLst/>
            </a:prstGeom>
            <a:gradFill flip="none" rotWithShape="1">
              <a:gsLst>
                <a:gs pos="24000">
                  <a:srgbClr val="244C4E">
                    <a:alpha val="50000"/>
                  </a:srgbClr>
                </a:gs>
                <a:gs pos="51000">
                  <a:srgbClr val="244C4E">
                    <a:alpha val="25000"/>
                  </a:srgbClr>
                </a:gs>
                <a:gs pos="100000">
                  <a:srgbClr val="244C4E">
                    <a:alpha val="0"/>
                  </a:srgbClr>
                </a:gs>
                <a:gs pos="0">
                  <a:schemeClr val="tx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oogle Shape;293;p5">
              <a:extLst>
                <a:ext uri="{FF2B5EF4-FFF2-40B4-BE49-F238E27FC236}">
                  <a16:creationId xmlns:a16="http://schemas.microsoft.com/office/drawing/2014/main" id="{36D281D3-6FE4-4C0D-ACAD-503C762AE617}"/>
                </a:ext>
              </a:extLst>
            </p:cNvPr>
            <p:cNvGrpSpPr>
              <a:grpSpLocks noGrp="1" noUngrp="1" noRot="1" noMove="1" noResize="1"/>
            </p:cNvGrpSpPr>
            <p:nvPr/>
          </p:nvGrpSpPr>
          <p:grpSpPr>
            <a:xfrm>
              <a:off x="10448925" y="-114300"/>
              <a:ext cx="2079298" cy="7080708"/>
              <a:chOff x="6023725" y="842300"/>
              <a:chExt cx="1358150" cy="4030375"/>
            </a:xfrm>
          </p:grpSpPr>
          <p:sp>
            <p:nvSpPr>
              <p:cNvPr id="6" name="Google Shape;294;p5">
                <a:extLst>
                  <a:ext uri="{FF2B5EF4-FFF2-40B4-BE49-F238E27FC236}">
                    <a16:creationId xmlns:a16="http://schemas.microsoft.com/office/drawing/2014/main" id="{983E26C4-033B-43D6-8E70-8FCDFBEB416A}"/>
                  </a:ext>
                </a:extLst>
              </p:cNvPr>
              <p:cNvSpPr>
                <a:spLocks noGrp="1" noRot="1" noMove="1" noResize="1" noEditPoints="1" noAdjustHandles="1" noChangeArrowheads="1" noChangeShapeType="1"/>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7" name="Google Shape;295;p5">
                <a:extLst>
                  <a:ext uri="{FF2B5EF4-FFF2-40B4-BE49-F238E27FC236}">
                    <a16:creationId xmlns:a16="http://schemas.microsoft.com/office/drawing/2014/main" id="{ED609162-AF2B-467B-A369-406AC3AC6232}"/>
                  </a:ext>
                </a:extLst>
              </p:cNvPr>
              <p:cNvSpPr>
                <a:spLocks noGrp="1" noRot="1" noMove="1" noResize="1" noEditPoints="1" noAdjustHandles="1" noChangeArrowheads="1" noChangeShapeType="1"/>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8" name="Google Shape;296;p5">
                <a:extLst>
                  <a:ext uri="{FF2B5EF4-FFF2-40B4-BE49-F238E27FC236}">
                    <a16:creationId xmlns:a16="http://schemas.microsoft.com/office/drawing/2014/main" id="{1C86731F-88FC-4FAC-9AA0-3C719DA9FE08}"/>
                  </a:ext>
                </a:extLst>
              </p:cNvPr>
              <p:cNvSpPr>
                <a:spLocks noGrp="1" noRot="1" noMove="1" noResize="1" noEditPoints="1" noAdjustHandles="1" noChangeArrowheads="1" noChangeShapeType="1"/>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9" name="Google Shape;297;p5">
                <a:extLst>
                  <a:ext uri="{FF2B5EF4-FFF2-40B4-BE49-F238E27FC236}">
                    <a16:creationId xmlns:a16="http://schemas.microsoft.com/office/drawing/2014/main" id="{294A52DE-7BDC-4451-B428-398A0A2E06EC}"/>
                  </a:ext>
                </a:extLst>
              </p:cNvPr>
              <p:cNvSpPr>
                <a:spLocks noGrp="1" noRot="1" noMove="1" noResize="1" noEditPoints="1" noAdjustHandles="1" noChangeArrowheads="1" noChangeShapeType="1"/>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0" name="Google Shape;298;p5">
                <a:extLst>
                  <a:ext uri="{FF2B5EF4-FFF2-40B4-BE49-F238E27FC236}">
                    <a16:creationId xmlns:a16="http://schemas.microsoft.com/office/drawing/2014/main" id="{22176E66-5927-40C8-80E7-C7DE634CEC56}"/>
                  </a:ext>
                </a:extLst>
              </p:cNvPr>
              <p:cNvSpPr>
                <a:spLocks noGrp="1" noRot="1" noMove="1" noResize="1" noEditPoints="1" noAdjustHandles="1" noChangeArrowheads="1" noChangeShapeType="1"/>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1" name="Google Shape;299;p5">
                <a:extLst>
                  <a:ext uri="{FF2B5EF4-FFF2-40B4-BE49-F238E27FC236}">
                    <a16:creationId xmlns:a16="http://schemas.microsoft.com/office/drawing/2014/main" id="{7ADB864B-8853-4443-BC5D-2AEEF163C773}"/>
                  </a:ext>
                </a:extLst>
              </p:cNvPr>
              <p:cNvSpPr>
                <a:spLocks noGrp="1" noRot="1" noMove="1" noResize="1" noEditPoints="1" noAdjustHandles="1" noChangeArrowheads="1" noChangeShapeType="1"/>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2" name="Google Shape;300;p5">
                <a:extLst>
                  <a:ext uri="{FF2B5EF4-FFF2-40B4-BE49-F238E27FC236}">
                    <a16:creationId xmlns:a16="http://schemas.microsoft.com/office/drawing/2014/main" id="{D2226863-6E80-4BE1-AF1C-DEAF4EACFB96}"/>
                  </a:ext>
                </a:extLst>
              </p:cNvPr>
              <p:cNvSpPr>
                <a:spLocks noGrp="1" noRot="1" noMove="1" noResize="1" noEditPoints="1" noAdjustHandles="1" noChangeArrowheads="1" noChangeShapeType="1"/>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3" name="Google Shape;301;p5">
                <a:extLst>
                  <a:ext uri="{FF2B5EF4-FFF2-40B4-BE49-F238E27FC236}">
                    <a16:creationId xmlns:a16="http://schemas.microsoft.com/office/drawing/2014/main" id="{A97B9F76-D900-4500-9B8F-D47666816C63}"/>
                  </a:ext>
                </a:extLst>
              </p:cNvPr>
              <p:cNvSpPr>
                <a:spLocks noGrp="1" noRot="1" noMove="1" noResize="1" noEditPoints="1" noAdjustHandles="1" noChangeArrowheads="1" noChangeShapeType="1"/>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4" name="Google Shape;302;p5">
                <a:extLst>
                  <a:ext uri="{FF2B5EF4-FFF2-40B4-BE49-F238E27FC236}">
                    <a16:creationId xmlns:a16="http://schemas.microsoft.com/office/drawing/2014/main" id="{77C8C908-782A-4E0C-865E-6F7ADE9C1510}"/>
                  </a:ext>
                </a:extLst>
              </p:cNvPr>
              <p:cNvSpPr>
                <a:spLocks noGrp="1" noRot="1" noMove="1" noResize="1" noEditPoints="1" noAdjustHandles="1" noChangeArrowheads="1" noChangeShapeType="1"/>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5" name="Google Shape;303;p5">
                <a:extLst>
                  <a:ext uri="{FF2B5EF4-FFF2-40B4-BE49-F238E27FC236}">
                    <a16:creationId xmlns:a16="http://schemas.microsoft.com/office/drawing/2014/main" id="{429DEB95-140B-47B1-BD37-9BB904885EE8}"/>
                  </a:ext>
                </a:extLst>
              </p:cNvPr>
              <p:cNvSpPr>
                <a:spLocks noGrp="1" noRot="1" noMove="1" noResize="1" noEditPoints="1" noAdjustHandles="1" noChangeArrowheads="1" noChangeShapeType="1"/>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6" name="Google Shape;304;p5">
                <a:extLst>
                  <a:ext uri="{FF2B5EF4-FFF2-40B4-BE49-F238E27FC236}">
                    <a16:creationId xmlns:a16="http://schemas.microsoft.com/office/drawing/2014/main" id="{49AFB081-BE68-48E0-9E72-761B1D4A675C}"/>
                  </a:ext>
                </a:extLst>
              </p:cNvPr>
              <p:cNvSpPr>
                <a:spLocks noGrp="1" noRot="1" noMove="1" noResize="1" noEditPoints="1" noAdjustHandles="1" noChangeArrowheads="1" noChangeShapeType="1"/>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7" name="Google Shape;305;p5">
                <a:extLst>
                  <a:ext uri="{FF2B5EF4-FFF2-40B4-BE49-F238E27FC236}">
                    <a16:creationId xmlns:a16="http://schemas.microsoft.com/office/drawing/2014/main" id="{8C456FFF-E54D-420E-AD2E-AEF0BFC602CA}"/>
                  </a:ext>
                </a:extLst>
              </p:cNvPr>
              <p:cNvSpPr>
                <a:spLocks noGrp="1" noRot="1" noMove="1" noResize="1" noEditPoints="1" noAdjustHandles="1" noChangeArrowheads="1" noChangeShapeType="1"/>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8" name="Google Shape;306;p5">
                <a:extLst>
                  <a:ext uri="{FF2B5EF4-FFF2-40B4-BE49-F238E27FC236}">
                    <a16:creationId xmlns:a16="http://schemas.microsoft.com/office/drawing/2014/main" id="{C9124E36-6012-4351-B98C-FAA7CB6D0811}"/>
                  </a:ext>
                </a:extLst>
              </p:cNvPr>
              <p:cNvSpPr>
                <a:spLocks noGrp="1" noRot="1" noMove="1" noResize="1" noEditPoints="1" noAdjustHandles="1" noChangeArrowheads="1" noChangeShapeType="1"/>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19" name="Google Shape;307;p5">
                <a:extLst>
                  <a:ext uri="{FF2B5EF4-FFF2-40B4-BE49-F238E27FC236}">
                    <a16:creationId xmlns:a16="http://schemas.microsoft.com/office/drawing/2014/main" id="{4DBF8CD3-98F8-42B5-8B96-FC0AF23993E3}"/>
                  </a:ext>
                </a:extLst>
              </p:cNvPr>
              <p:cNvSpPr>
                <a:spLocks noGrp="1" noRot="1" noMove="1" noResize="1" noEditPoints="1" noAdjustHandles="1" noChangeArrowheads="1" noChangeShapeType="1"/>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0" name="Google Shape;308;p5">
                <a:extLst>
                  <a:ext uri="{FF2B5EF4-FFF2-40B4-BE49-F238E27FC236}">
                    <a16:creationId xmlns:a16="http://schemas.microsoft.com/office/drawing/2014/main" id="{F7485136-B835-4643-A818-7B99EDC22B64}"/>
                  </a:ext>
                </a:extLst>
              </p:cNvPr>
              <p:cNvSpPr>
                <a:spLocks noGrp="1" noRot="1" noMove="1" noResize="1" noEditPoints="1" noAdjustHandles="1" noChangeArrowheads="1" noChangeShapeType="1"/>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1" name="Google Shape;309;p5">
                <a:extLst>
                  <a:ext uri="{FF2B5EF4-FFF2-40B4-BE49-F238E27FC236}">
                    <a16:creationId xmlns:a16="http://schemas.microsoft.com/office/drawing/2014/main" id="{C5F0462F-4AE1-4110-90F5-7535A4F81771}"/>
                  </a:ext>
                </a:extLst>
              </p:cNvPr>
              <p:cNvSpPr>
                <a:spLocks noGrp="1" noRot="1" noMove="1" noResize="1" noEditPoints="1" noAdjustHandles="1" noChangeArrowheads="1" noChangeShapeType="1"/>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2" name="Google Shape;310;p5">
                <a:extLst>
                  <a:ext uri="{FF2B5EF4-FFF2-40B4-BE49-F238E27FC236}">
                    <a16:creationId xmlns:a16="http://schemas.microsoft.com/office/drawing/2014/main" id="{69A3D96D-6CC8-4FAB-A700-BEACB154D044}"/>
                  </a:ext>
                </a:extLst>
              </p:cNvPr>
              <p:cNvSpPr>
                <a:spLocks noGrp="1" noRot="1" noMove="1" noResize="1" noEditPoints="1" noAdjustHandles="1" noChangeArrowheads="1" noChangeShapeType="1"/>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3" name="Google Shape;311;p5">
                <a:extLst>
                  <a:ext uri="{FF2B5EF4-FFF2-40B4-BE49-F238E27FC236}">
                    <a16:creationId xmlns:a16="http://schemas.microsoft.com/office/drawing/2014/main" id="{A122DFBF-8FF5-4379-BFE9-3171BD622914}"/>
                  </a:ext>
                </a:extLst>
              </p:cNvPr>
              <p:cNvSpPr>
                <a:spLocks noGrp="1" noRot="1" noMove="1" noResize="1" noEditPoints="1" noAdjustHandles="1" noChangeArrowheads="1" noChangeShapeType="1"/>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4" name="Google Shape;312;p5">
                <a:extLst>
                  <a:ext uri="{FF2B5EF4-FFF2-40B4-BE49-F238E27FC236}">
                    <a16:creationId xmlns:a16="http://schemas.microsoft.com/office/drawing/2014/main" id="{7EFC3596-3961-491F-82FD-4A6D7EAA0B4D}"/>
                  </a:ext>
                </a:extLst>
              </p:cNvPr>
              <p:cNvSpPr>
                <a:spLocks noGrp="1" noRot="1" noMove="1" noResize="1" noEditPoints="1" noAdjustHandles="1" noChangeArrowheads="1" noChangeShapeType="1"/>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5" name="Google Shape;313;p5">
                <a:extLst>
                  <a:ext uri="{FF2B5EF4-FFF2-40B4-BE49-F238E27FC236}">
                    <a16:creationId xmlns:a16="http://schemas.microsoft.com/office/drawing/2014/main" id="{05FDA664-3C10-4078-8ACB-FF6A4994BEF5}"/>
                  </a:ext>
                </a:extLst>
              </p:cNvPr>
              <p:cNvSpPr>
                <a:spLocks noGrp="1" noRot="1" noMove="1" noResize="1" noEditPoints="1" noAdjustHandles="1" noChangeArrowheads="1" noChangeShapeType="1"/>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6" name="Google Shape;314;p5">
                <a:extLst>
                  <a:ext uri="{FF2B5EF4-FFF2-40B4-BE49-F238E27FC236}">
                    <a16:creationId xmlns:a16="http://schemas.microsoft.com/office/drawing/2014/main" id="{FED9D229-16F6-445D-9343-DA37C5A16828}"/>
                  </a:ext>
                </a:extLst>
              </p:cNvPr>
              <p:cNvSpPr>
                <a:spLocks noGrp="1" noRot="1" noMove="1" noResize="1" noEditPoints="1" noAdjustHandles="1" noChangeArrowheads="1" noChangeShapeType="1"/>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7" name="Google Shape;315;p5">
                <a:extLst>
                  <a:ext uri="{FF2B5EF4-FFF2-40B4-BE49-F238E27FC236}">
                    <a16:creationId xmlns:a16="http://schemas.microsoft.com/office/drawing/2014/main" id="{07A615B7-0FB9-472E-A127-E0455ADE9B5C}"/>
                  </a:ext>
                </a:extLst>
              </p:cNvPr>
              <p:cNvSpPr>
                <a:spLocks noGrp="1" noRot="1" noMove="1" noResize="1" noEditPoints="1" noAdjustHandles="1" noChangeArrowheads="1" noChangeShapeType="1"/>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8" name="Google Shape;316;p5">
                <a:extLst>
                  <a:ext uri="{FF2B5EF4-FFF2-40B4-BE49-F238E27FC236}">
                    <a16:creationId xmlns:a16="http://schemas.microsoft.com/office/drawing/2014/main" id="{BB84BD60-2065-40EB-9827-4F6B5B066ED7}"/>
                  </a:ext>
                </a:extLst>
              </p:cNvPr>
              <p:cNvSpPr>
                <a:spLocks noGrp="1" noRot="1" noMove="1" noResize="1" noEditPoints="1" noAdjustHandles="1" noChangeArrowheads="1" noChangeShapeType="1"/>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29" name="Google Shape;317;p5">
                <a:extLst>
                  <a:ext uri="{FF2B5EF4-FFF2-40B4-BE49-F238E27FC236}">
                    <a16:creationId xmlns:a16="http://schemas.microsoft.com/office/drawing/2014/main" id="{DB901F37-BC94-4775-82C8-C40A1B6E60D0}"/>
                  </a:ext>
                </a:extLst>
              </p:cNvPr>
              <p:cNvSpPr>
                <a:spLocks noGrp="1" noRot="1" noMove="1" noResize="1" noEditPoints="1" noAdjustHandles="1" noChangeArrowheads="1" noChangeShapeType="1"/>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0" name="Google Shape;318;p5">
                <a:extLst>
                  <a:ext uri="{FF2B5EF4-FFF2-40B4-BE49-F238E27FC236}">
                    <a16:creationId xmlns:a16="http://schemas.microsoft.com/office/drawing/2014/main" id="{292A3378-A202-47F8-92EB-E144D4BE9990}"/>
                  </a:ext>
                </a:extLst>
              </p:cNvPr>
              <p:cNvSpPr>
                <a:spLocks noGrp="1" noRot="1" noMove="1" noResize="1" noEditPoints="1" noAdjustHandles="1" noChangeArrowheads="1" noChangeShapeType="1"/>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1" name="Google Shape;319;p5">
                <a:extLst>
                  <a:ext uri="{FF2B5EF4-FFF2-40B4-BE49-F238E27FC236}">
                    <a16:creationId xmlns:a16="http://schemas.microsoft.com/office/drawing/2014/main" id="{CB505A8C-98BC-44CF-A95C-A7197B43CAA2}"/>
                  </a:ext>
                </a:extLst>
              </p:cNvPr>
              <p:cNvSpPr>
                <a:spLocks noGrp="1" noRot="1" noMove="1" noResize="1" noEditPoints="1" noAdjustHandles="1" noChangeArrowheads="1" noChangeShapeType="1"/>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2" name="Google Shape;320;p5">
                <a:extLst>
                  <a:ext uri="{FF2B5EF4-FFF2-40B4-BE49-F238E27FC236}">
                    <a16:creationId xmlns:a16="http://schemas.microsoft.com/office/drawing/2014/main" id="{471D8FE8-A12A-43CA-AD67-3BCF9DCD5F6A}"/>
                  </a:ext>
                </a:extLst>
              </p:cNvPr>
              <p:cNvSpPr>
                <a:spLocks noGrp="1" noRot="1" noMove="1" noResize="1" noEditPoints="1" noAdjustHandles="1" noChangeArrowheads="1" noChangeShapeType="1"/>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3" name="Google Shape;321;p5">
                <a:extLst>
                  <a:ext uri="{FF2B5EF4-FFF2-40B4-BE49-F238E27FC236}">
                    <a16:creationId xmlns:a16="http://schemas.microsoft.com/office/drawing/2014/main" id="{48F75B0B-5E3E-4184-A814-15172B1A256D}"/>
                  </a:ext>
                </a:extLst>
              </p:cNvPr>
              <p:cNvSpPr>
                <a:spLocks noGrp="1" noRot="1" noMove="1" noResize="1" noEditPoints="1" noAdjustHandles="1" noChangeArrowheads="1" noChangeShapeType="1"/>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sp>
            <p:nvSpPr>
              <p:cNvPr id="34" name="Google Shape;322;p5">
                <a:extLst>
                  <a:ext uri="{FF2B5EF4-FFF2-40B4-BE49-F238E27FC236}">
                    <a16:creationId xmlns:a16="http://schemas.microsoft.com/office/drawing/2014/main" id="{92DF89BB-DDA6-431D-88B7-4B995D0B2D19}"/>
                  </a:ext>
                </a:extLst>
              </p:cNvPr>
              <p:cNvSpPr>
                <a:spLocks noGrp="1" noRot="1" noMove="1" noResize="1" noEditPoints="1" noAdjustHandles="1" noChangeArrowheads="1" noChangeShapeType="1"/>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3E66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solidFill>
                    <a:srgbClr val="A4C2F4"/>
                  </a:solidFill>
                </a:endParaRPr>
              </a:p>
            </p:txBody>
          </p:sp>
        </p:grpSp>
      </p:grpSp>
      <p:sp>
        <p:nvSpPr>
          <p:cNvPr id="44" name="Text Placeholder 43">
            <a:extLst>
              <a:ext uri="{FF2B5EF4-FFF2-40B4-BE49-F238E27FC236}">
                <a16:creationId xmlns:a16="http://schemas.microsoft.com/office/drawing/2014/main" id="{8C6E1E70-6AC0-E35C-1658-0AA1BA94E147}"/>
              </a:ext>
            </a:extLst>
          </p:cNvPr>
          <p:cNvSpPr>
            <a:spLocks noGrp="1"/>
          </p:cNvSpPr>
          <p:nvPr>
            <p:ph type="body" sz="quarter" idx="13" hasCustomPrompt="1"/>
          </p:nvPr>
        </p:nvSpPr>
        <p:spPr>
          <a:xfrm flipH="1">
            <a:off x="1253799" y="2005293"/>
            <a:ext cx="460238" cy="2385732"/>
          </a:xfrm>
          <a:prstGeom prst="snip1Rect">
            <a:avLst>
              <a:gd name="adj" fmla="val 50000"/>
            </a:avLst>
          </a:prstGeom>
          <a:solidFill>
            <a:schemeClr val="tx2">
              <a:lumMod val="75000"/>
            </a:schemeClr>
          </a:solidFill>
          <a:ln w="12700">
            <a:solidFill>
              <a:srgbClr val="103C3F"/>
            </a:solidFill>
          </a:ln>
        </p:spPr>
        <p:txBody>
          <a:bodyPr lIns="73152" tIns="73152" rIns="73152" bIns="73152">
            <a:noAutofit/>
          </a:bodyPr>
          <a:lstStyle>
            <a:lvl1pPr marL="0" indent="0" algn="r">
              <a:buNone/>
              <a:defRPr sz="1400" b="1" i="1">
                <a:solidFill>
                  <a:schemeClr val="bg1">
                    <a:lumMod val="75000"/>
                  </a:schemeClr>
                </a:solidFill>
                <a:latin typeface="Consolas" panose="020B0609020204030204" pitchFamily="49" charset="0"/>
              </a:defRPr>
            </a:lvl1pPr>
            <a:lvl2pPr>
              <a:defRPr sz="2800">
                <a:latin typeface="Consolas" panose="020B0609020204030204" pitchFamily="49" charset="0"/>
              </a:defRPr>
            </a:lvl2pPr>
            <a:lvl3pPr>
              <a:defRPr sz="2400">
                <a:latin typeface="Consolas" panose="020B0609020204030204" pitchFamily="49" charset="0"/>
              </a:defRPr>
            </a:lvl3pPr>
            <a:lvl4pPr>
              <a:defRPr sz="2400">
                <a:latin typeface="Consolas" panose="020B0609020204030204" pitchFamily="49" charset="0"/>
              </a:defRPr>
            </a:lvl4pPr>
            <a:lvl5pPr>
              <a:defRPr sz="2000">
                <a:latin typeface="Consolas" panose="020B0609020204030204" pitchFamily="49" charset="0"/>
              </a:defRPr>
            </a:lvl5pPr>
          </a:lstStyle>
          <a:p>
            <a:pPr lvl="0"/>
            <a:r>
              <a:rPr lang="en-US" dirty="0"/>
              <a:t>1</a:t>
            </a:r>
          </a:p>
          <a:p>
            <a:pPr lvl="0"/>
            <a:r>
              <a:rPr lang="en-US" dirty="0"/>
              <a:t>2</a:t>
            </a:r>
          </a:p>
          <a:p>
            <a:pPr lvl="0"/>
            <a:r>
              <a:rPr lang="en-US" dirty="0"/>
              <a:t>3</a:t>
            </a:r>
          </a:p>
          <a:p>
            <a:pPr lvl="0"/>
            <a:r>
              <a:rPr lang="en-US" dirty="0"/>
              <a:t>4</a:t>
            </a:r>
          </a:p>
          <a:p>
            <a:pPr lvl="0"/>
            <a:r>
              <a:rPr lang="en-US" dirty="0"/>
              <a:t>5</a:t>
            </a:r>
          </a:p>
          <a:p>
            <a:pPr lvl="0"/>
            <a:r>
              <a:rPr lang="en-US" dirty="0"/>
              <a:t>6</a:t>
            </a:r>
          </a:p>
          <a:p>
            <a:pPr lvl="0"/>
            <a:r>
              <a:rPr lang="en-US" dirty="0"/>
              <a:t>7</a:t>
            </a:r>
          </a:p>
          <a:p>
            <a:pPr lvl="0"/>
            <a:r>
              <a:rPr lang="en-US" dirty="0"/>
              <a:t>8</a:t>
            </a:r>
          </a:p>
          <a:p>
            <a:pPr lvl="0"/>
            <a:r>
              <a:rPr lang="en-US" dirty="0"/>
              <a:t>9</a:t>
            </a:r>
          </a:p>
          <a:p>
            <a:pPr lvl="0"/>
            <a:r>
              <a:rPr lang="en-US" dirty="0"/>
              <a:t>10</a:t>
            </a:r>
          </a:p>
        </p:txBody>
      </p:sp>
      <p:sp>
        <p:nvSpPr>
          <p:cNvPr id="36" name="Google Shape;291;p5">
            <a:extLst>
              <a:ext uri="{FF2B5EF4-FFF2-40B4-BE49-F238E27FC236}">
                <a16:creationId xmlns:a16="http://schemas.microsoft.com/office/drawing/2014/main" id="{A0500C0F-A345-4601-95F5-3406B512905E}"/>
              </a:ext>
            </a:extLst>
          </p:cNvPr>
          <p:cNvSpPr txBox="1">
            <a:spLocks noGrp="1"/>
          </p:cNvSpPr>
          <p:nvPr>
            <p:ph type="title"/>
          </p:nvPr>
        </p:nvSpPr>
        <p:spPr>
          <a:xfrm>
            <a:off x="1253799" y="168742"/>
            <a:ext cx="8214844" cy="977835"/>
          </a:xfrm>
          <a:prstGeom prst="round2DiagRect">
            <a:avLst/>
          </a:prstGeom>
          <a:solidFill>
            <a:schemeClr val="tx2"/>
          </a:solidFill>
          <a:effectLst>
            <a:outerShdw blurRad="50800" dist="38100" dir="2700000" algn="tl" rotWithShape="0">
              <a:prstClr val="black">
                <a:alpha val="40000"/>
              </a:prstClr>
            </a:outerShdw>
          </a:effectLst>
        </p:spPr>
        <p:txBody>
          <a:bodyPr spcFirstLastPara="1" wrap="square" lIns="91425" tIns="914400" rIns="91425" bIns="91425" anchor="b" anchorCtr="0">
            <a:noAutofit/>
          </a:bodyPr>
          <a:lstStyle>
            <a:lvl1pPr lvl="0" algn="ctr">
              <a:spcBef>
                <a:spcPts val="0"/>
              </a:spcBef>
              <a:spcAft>
                <a:spcPts val="0"/>
              </a:spcAft>
              <a:buSzPts val="1800"/>
              <a:buNone/>
              <a:defRPr sz="5400" b="1" u="none">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lang="en-US" dirty="0"/>
          </a:p>
        </p:txBody>
      </p:sp>
      <p:sp>
        <p:nvSpPr>
          <p:cNvPr id="3" name="Content Placeholder 2">
            <a:extLst>
              <a:ext uri="{FF2B5EF4-FFF2-40B4-BE49-F238E27FC236}">
                <a16:creationId xmlns:a16="http://schemas.microsoft.com/office/drawing/2014/main" id="{AC82FB1D-EFF5-C39B-5A4A-1193A0F7C0B6}"/>
              </a:ext>
            </a:extLst>
          </p:cNvPr>
          <p:cNvSpPr>
            <a:spLocks noGrp="1"/>
          </p:cNvSpPr>
          <p:nvPr>
            <p:ph sz="quarter" idx="10"/>
          </p:nvPr>
        </p:nvSpPr>
        <p:spPr>
          <a:xfrm>
            <a:off x="1802452" y="2005294"/>
            <a:ext cx="7666192" cy="2385732"/>
          </a:xfrm>
          <a:prstGeom prst="snip1Rect">
            <a:avLst>
              <a:gd name="adj" fmla="val 9129"/>
            </a:avLst>
          </a:prstGeom>
          <a:solidFill>
            <a:srgbClr val="3F3F3F"/>
          </a:solidFill>
          <a:ln w="12700">
            <a:solidFill>
              <a:srgbClr val="103C3F"/>
            </a:solidFill>
          </a:ln>
          <a:effectLst>
            <a:outerShdw blurRad="50800" dist="38100" dir="2700000" algn="tl" rotWithShape="0">
              <a:prstClr val="black">
                <a:alpha val="40000"/>
              </a:prstClr>
            </a:outerShdw>
          </a:effectLst>
        </p:spPr>
        <p:txBody>
          <a:bodyPr lIns="73152" tIns="73152" rIns="73152" bIns="73152"/>
          <a:lstStyle>
            <a:lvl1pPr marL="0" indent="0">
              <a:buNone/>
              <a:defRPr sz="1400" b="0" i="0">
                <a:solidFill>
                  <a:srgbClr val="9F9D6D"/>
                </a:solidFill>
                <a:latin typeface="Consolas" panose="020B0609020204030204" pitchFamily="49" charset="0"/>
              </a:defRPr>
            </a:lvl1pPr>
            <a:lvl2pPr>
              <a:defRPr>
                <a:solidFill>
                  <a:srgbClr val="000000"/>
                </a:solidFill>
              </a:defRPr>
            </a:lvl2pPr>
            <a:lvl3pPr>
              <a:defRPr>
                <a:solidFill>
                  <a:srgbClr val="000000"/>
                </a:solidFill>
              </a:defRPr>
            </a:lvl3pPr>
            <a:lvl4pPr>
              <a:defRPr>
                <a:solidFill>
                  <a:srgbClr val="000000"/>
                </a:solidFill>
              </a:defRPr>
            </a:lvl4pPr>
            <a:lvl5pPr>
              <a:defRPr>
                <a:solidFill>
                  <a:srgbClr val="000000"/>
                </a:solidFill>
              </a:defRPr>
            </a:lvl5pPr>
          </a:lstStyle>
          <a:p>
            <a:pPr lvl="0"/>
            <a:endParaRPr lang="en-US" dirty="0"/>
          </a:p>
        </p:txBody>
      </p:sp>
      <p:sp>
        <p:nvSpPr>
          <p:cNvPr id="38" name="Content Placeholder 37">
            <a:extLst>
              <a:ext uri="{FF2B5EF4-FFF2-40B4-BE49-F238E27FC236}">
                <a16:creationId xmlns:a16="http://schemas.microsoft.com/office/drawing/2014/main" id="{70AE5183-3D92-6F00-09FF-A7C2762266D9}"/>
              </a:ext>
            </a:extLst>
          </p:cNvPr>
          <p:cNvSpPr>
            <a:spLocks noGrp="1"/>
          </p:cNvSpPr>
          <p:nvPr>
            <p:ph sz="quarter" idx="11"/>
          </p:nvPr>
        </p:nvSpPr>
        <p:spPr>
          <a:xfrm>
            <a:off x="7872016" y="2005294"/>
            <a:ext cx="1596627" cy="405358"/>
          </a:xfrm>
          <a:prstGeom prst="snip1Rect">
            <a:avLst>
              <a:gd name="adj" fmla="val 50000"/>
            </a:avLst>
          </a:prstGeom>
          <a:solidFill>
            <a:schemeClr val="tx2"/>
          </a:solidFill>
          <a:ln>
            <a:solidFill>
              <a:srgbClr val="103C3F"/>
            </a:solidFill>
          </a:ln>
        </p:spPr>
        <p:txBody>
          <a:bodyPr tIns="9144" bIns="9144"/>
          <a:lstStyle>
            <a:lvl1pPr marL="0" indent="0">
              <a:buNone/>
              <a:defRPr sz="1400" b="1">
                <a:latin typeface="Consolas" panose="020B0609020204030204" pitchFamily="49" charset="0"/>
              </a:defRPr>
            </a:lvl1pPr>
            <a:lvl2pPr>
              <a:defRPr>
                <a:latin typeface="Consolas" panose="020B0609020204030204" pitchFamily="49" charset="0"/>
              </a:defRPr>
            </a:lvl2pPr>
            <a:lvl3pPr>
              <a:defRPr>
                <a:latin typeface="Consolas" panose="020B0609020204030204" pitchFamily="49" charset="0"/>
              </a:defRPr>
            </a:lvl3pPr>
            <a:lvl4pPr>
              <a:defRPr>
                <a:latin typeface="Consolas" panose="020B0609020204030204" pitchFamily="49" charset="0"/>
              </a:defRPr>
            </a:lvl4pPr>
            <a:lvl5pPr>
              <a:defRPr>
                <a:latin typeface="Consolas" panose="020B0609020204030204" pitchFamily="49" charset="0"/>
              </a:defRPr>
            </a:lvl5pPr>
          </a:lstStyle>
          <a:p>
            <a:pPr lvl="0"/>
            <a:endParaRPr lang="en-US" dirty="0"/>
          </a:p>
        </p:txBody>
      </p:sp>
      <p:sp>
        <p:nvSpPr>
          <p:cNvPr id="2" name="Content Placeholder 13">
            <a:extLst>
              <a:ext uri="{FF2B5EF4-FFF2-40B4-BE49-F238E27FC236}">
                <a16:creationId xmlns:a16="http://schemas.microsoft.com/office/drawing/2014/main" id="{3FCEC349-538E-540F-48AF-8C6CEF539E33}"/>
              </a:ext>
            </a:extLst>
          </p:cNvPr>
          <p:cNvSpPr>
            <a:spLocks noGrp="1"/>
          </p:cNvSpPr>
          <p:nvPr>
            <p:ph sz="quarter" idx="14"/>
          </p:nvPr>
        </p:nvSpPr>
        <p:spPr>
          <a:xfrm flipH="1">
            <a:off x="1253799" y="1336846"/>
            <a:ext cx="2070532" cy="546235"/>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20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4" name="Content Placeholder 13">
            <a:extLst>
              <a:ext uri="{FF2B5EF4-FFF2-40B4-BE49-F238E27FC236}">
                <a16:creationId xmlns:a16="http://schemas.microsoft.com/office/drawing/2014/main" id="{146E7772-22D7-9D70-DACF-043E34CD023A}"/>
              </a:ext>
            </a:extLst>
          </p:cNvPr>
          <p:cNvSpPr>
            <a:spLocks noGrp="1"/>
          </p:cNvSpPr>
          <p:nvPr>
            <p:ph sz="quarter" idx="15"/>
          </p:nvPr>
        </p:nvSpPr>
        <p:spPr>
          <a:xfrm flipH="1">
            <a:off x="3667125" y="1336845"/>
            <a:ext cx="5801518" cy="546235"/>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18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35" name="Content Placeholder 13">
            <a:extLst>
              <a:ext uri="{FF2B5EF4-FFF2-40B4-BE49-F238E27FC236}">
                <a16:creationId xmlns:a16="http://schemas.microsoft.com/office/drawing/2014/main" id="{1A2D2D45-D4AF-3755-F39D-8366025C27AB}"/>
              </a:ext>
            </a:extLst>
          </p:cNvPr>
          <p:cNvSpPr>
            <a:spLocks noGrp="1"/>
          </p:cNvSpPr>
          <p:nvPr>
            <p:ph sz="quarter" idx="16"/>
          </p:nvPr>
        </p:nvSpPr>
        <p:spPr>
          <a:xfrm flipH="1">
            <a:off x="1253799" y="4946912"/>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20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37" name="Content Placeholder 13">
            <a:extLst>
              <a:ext uri="{FF2B5EF4-FFF2-40B4-BE49-F238E27FC236}">
                <a16:creationId xmlns:a16="http://schemas.microsoft.com/office/drawing/2014/main" id="{96ECB88B-B796-EED7-F175-E37879D77947}"/>
              </a:ext>
            </a:extLst>
          </p:cNvPr>
          <p:cNvSpPr>
            <a:spLocks noGrp="1"/>
          </p:cNvSpPr>
          <p:nvPr>
            <p:ph sz="quarter" idx="17"/>
          </p:nvPr>
        </p:nvSpPr>
        <p:spPr>
          <a:xfrm flipH="1">
            <a:off x="3667125" y="4946911"/>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18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42" name="Rectangle: Single Corner Snipped 41">
            <a:extLst>
              <a:ext uri="{FF2B5EF4-FFF2-40B4-BE49-F238E27FC236}">
                <a16:creationId xmlns:a16="http://schemas.microsoft.com/office/drawing/2014/main" id="{4FAF1C0C-FFF2-1FE7-DC8E-10D05847ACC6}"/>
              </a:ext>
            </a:extLst>
          </p:cNvPr>
          <p:cNvSpPr/>
          <p:nvPr userDrawn="1"/>
        </p:nvSpPr>
        <p:spPr>
          <a:xfrm>
            <a:off x="4022958" y="4527903"/>
            <a:ext cx="2676525" cy="372142"/>
          </a:xfrm>
          <a:prstGeom prst="snip1Rect">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70000" lnSpcReduction="20000"/>
          </a:bodyPr>
          <a:lstStyle/>
          <a:p>
            <a:pPr marL="0" marR="0" lvl="0" indent="0" algn="l" defTabSz="609585">
              <a:lnSpc>
                <a:spcPct val="100000"/>
              </a:lnSpc>
              <a:spcBef>
                <a:spcPts val="0"/>
              </a:spcBef>
              <a:spcAft>
                <a:spcPts val="0"/>
              </a:spcAft>
              <a:buClr>
                <a:schemeClr val="bg1">
                  <a:lumMod val="95000"/>
                </a:schemeClr>
              </a:buClr>
              <a:buFont typeface="Wingdings" panose="05000000000000000000" pitchFamily="2" charset="2"/>
              <a:buNone/>
            </a:pPr>
            <a:r>
              <a:rPr lang="en-US" sz="2800" b="0" i="0" u="none" strike="noStrike" cap="none" dirty="0">
                <a:solidFill>
                  <a:schemeClr val="bg1">
                    <a:lumMod val="95000"/>
                  </a:schemeClr>
                </a:solidFill>
                <a:latin typeface="Consolas" panose="020B0609020204030204" pitchFamily="49" charset="0"/>
                <a:cs typeface="Arial"/>
                <a:sym typeface="Arial"/>
              </a:rPr>
              <a:t>Event Attributes</a:t>
            </a:r>
          </a:p>
        </p:txBody>
      </p:sp>
      <p:sp>
        <p:nvSpPr>
          <p:cNvPr id="43" name="Content Placeholder 13">
            <a:extLst>
              <a:ext uri="{FF2B5EF4-FFF2-40B4-BE49-F238E27FC236}">
                <a16:creationId xmlns:a16="http://schemas.microsoft.com/office/drawing/2014/main" id="{88FE2037-3694-6157-EAD6-2B5E290E2257}"/>
              </a:ext>
            </a:extLst>
          </p:cNvPr>
          <p:cNvSpPr>
            <a:spLocks noGrp="1"/>
          </p:cNvSpPr>
          <p:nvPr>
            <p:ph sz="quarter" idx="18"/>
          </p:nvPr>
        </p:nvSpPr>
        <p:spPr>
          <a:xfrm flipH="1">
            <a:off x="1254195" y="5324586"/>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20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45" name="Content Placeholder 13">
            <a:extLst>
              <a:ext uri="{FF2B5EF4-FFF2-40B4-BE49-F238E27FC236}">
                <a16:creationId xmlns:a16="http://schemas.microsoft.com/office/drawing/2014/main" id="{FE65F148-8110-30F0-0C27-9B23B9690032}"/>
              </a:ext>
            </a:extLst>
          </p:cNvPr>
          <p:cNvSpPr>
            <a:spLocks noGrp="1"/>
          </p:cNvSpPr>
          <p:nvPr>
            <p:ph sz="quarter" idx="19"/>
          </p:nvPr>
        </p:nvSpPr>
        <p:spPr>
          <a:xfrm flipH="1">
            <a:off x="3667521" y="5324585"/>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18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82" name="Content Placeholder 13">
            <a:extLst>
              <a:ext uri="{FF2B5EF4-FFF2-40B4-BE49-F238E27FC236}">
                <a16:creationId xmlns:a16="http://schemas.microsoft.com/office/drawing/2014/main" id="{D7AF3A7B-D2AF-9EAE-5ABD-8BCE1B72279F}"/>
              </a:ext>
            </a:extLst>
          </p:cNvPr>
          <p:cNvSpPr>
            <a:spLocks noGrp="1"/>
          </p:cNvSpPr>
          <p:nvPr>
            <p:ph sz="quarter" idx="20"/>
          </p:nvPr>
        </p:nvSpPr>
        <p:spPr>
          <a:xfrm flipH="1">
            <a:off x="1253799" y="5699216"/>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20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83" name="Content Placeholder 13">
            <a:extLst>
              <a:ext uri="{FF2B5EF4-FFF2-40B4-BE49-F238E27FC236}">
                <a16:creationId xmlns:a16="http://schemas.microsoft.com/office/drawing/2014/main" id="{F0D37FF4-8875-DAB3-AA72-5C4CCF6D1C12}"/>
              </a:ext>
            </a:extLst>
          </p:cNvPr>
          <p:cNvSpPr>
            <a:spLocks noGrp="1"/>
          </p:cNvSpPr>
          <p:nvPr>
            <p:ph sz="quarter" idx="21"/>
          </p:nvPr>
        </p:nvSpPr>
        <p:spPr>
          <a:xfrm flipH="1">
            <a:off x="3667125" y="5699215"/>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18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84" name="Content Placeholder 13">
            <a:extLst>
              <a:ext uri="{FF2B5EF4-FFF2-40B4-BE49-F238E27FC236}">
                <a16:creationId xmlns:a16="http://schemas.microsoft.com/office/drawing/2014/main" id="{FE2E72E5-E080-99D7-F4E4-2A8A8744E8BB}"/>
              </a:ext>
            </a:extLst>
          </p:cNvPr>
          <p:cNvSpPr>
            <a:spLocks noGrp="1"/>
          </p:cNvSpPr>
          <p:nvPr>
            <p:ph sz="quarter" idx="22"/>
          </p:nvPr>
        </p:nvSpPr>
        <p:spPr>
          <a:xfrm flipH="1">
            <a:off x="1253799" y="6077763"/>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20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85" name="Content Placeholder 13">
            <a:extLst>
              <a:ext uri="{FF2B5EF4-FFF2-40B4-BE49-F238E27FC236}">
                <a16:creationId xmlns:a16="http://schemas.microsoft.com/office/drawing/2014/main" id="{4BDD647A-C029-7B8A-C1BF-297980F4EBF7}"/>
              </a:ext>
            </a:extLst>
          </p:cNvPr>
          <p:cNvSpPr>
            <a:spLocks noGrp="1"/>
          </p:cNvSpPr>
          <p:nvPr>
            <p:ph sz="quarter" idx="23"/>
          </p:nvPr>
        </p:nvSpPr>
        <p:spPr>
          <a:xfrm flipH="1">
            <a:off x="3667125" y="6077762"/>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18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86" name="Content Placeholder 13">
            <a:extLst>
              <a:ext uri="{FF2B5EF4-FFF2-40B4-BE49-F238E27FC236}">
                <a16:creationId xmlns:a16="http://schemas.microsoft.com/office/drawing/2014/main" id="{95AC02DE-40D8-762C-7969-01AFC4372423}"/>
              </a:ext>
            </a:extLst>
          </p:cNvPr>
          <p:cNvSpPr>
            <a:spLocks noGrp="1"/>
          </p:cNvSpPr>
          <p:nvPr>
            <p:ph sz="quarter" idx="24"/>
          </p:nvPr>
        </p:nvSpPr>
        <p:spPr>
          <a:xfrm flipH="1">
            <a:off x="1253799" y="6460280"/>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20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
        <p:nvSpPr>
          <p:cNvPr id="87" name="Content Placeholder 13">
            <a:extLst>
              <a:ext uri="{FF2B5EF4-FFF2-40B4-BE49-F238E27FC236}">
                <a16:creationId xmlns:a16="http://schemas.microsoft.com/office/drawing/2014/main" id="{53DE9BCD-B6C4-FF81-F254-5E62FA389073}"/>
              </a:ext>
            </a:extLst>
          </p:cNvPr>
          <p:cNvSpPr>
            <a:spLocks noGrp="1"/>
          </p:cNvSpPr>
          <p:nvPr>
            <p:ph sz="quarter" idx="25"/>
          </p:nvPr>
        </p:nvSpPr>
        <p:spPr>
          <a:xfrm flipH="1">
            <a:off x="3667125" y="6460279"/>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a:bodyPr>
          <a:lstStyle>
            <a:lvl1pPr>
              <a:defRPr lang="en-US" smtClean="0">
                <a:latin typeface="Consolas" panose="020B0609020204030204" pitchFamily="49" charset="0"/>
              </a:defRPr>
            </a:lvl1pPr>
            <a:lvl2pPr marL="304793" indent="0">
              <a:buNone/>
              <a:defRPr lang="en-US" sz="1800" smtClean="0">
                <a:latin typeface="Consolas" panose="020B0609020204030204" pitchFamily="49" charset="0"/>
              </a:defRPr>
            </a:lvl2pPr>
            <a:lvl3pPr>
              <a:defRPr lang="en-US" smtClean="0">
                <a:latin typeface="Consolas" panose="020B0609020204030204" pitchFamily="49" charset="0"/>
              </a:defRPr>
            </a:lvl3pPr>
            <a:lvl4pPr>
              <a:defRPr lang="en-US" smtClean="0">
                <a:latin typeface="Consolas" panose="020B0609020204030204" pitchFamily="49" charset="0"/>
              </a:defRPr>
            </a:lvl4pPr>
            <a:lvl5pPr>
              <a:defRPr lang="en-US">
                <a:latin typeface="Consolas" panose="020B0609020204030204" pitchFamily="49" charset="0"/>
              </a:defRPr>
            </a:lvl5pPr>
          </a:lstStyle>
          <a:p>
            <a:pPr lvl="1"/>
            <a:endParaRPr lang="en-US" dirty="0"/>
          </a:p>
        </p:txBody>
      </p:sp>
    </p:spTree>
    <p:extLst>
      <p:ext uri="{BB962C8B-B14F-4D97-AF65-F5344CB8AC3E}">
        <p14:creationId xmlns:p14="http://schemas.microsoft.com/office/powerpoint/2010/main" val="291293463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Completely blank">
  <p:cSld name="fullblank">
    <p:spTree>
      <p:nvGrpSpPr>
        <p:cNvPr id="1" name="Shape 519"/>
        <p:cNvGrpSpPr/>
        <p:nvPr/>
      </p:nvGrpSpPr>
      <p:grpSpPr>
        <a:xfrm>
          <a:off x="0" y="0"/>
          <a:ext cx="0" cy="0"/>
          <a:chOff x="0" y="0"/>
          <a:chExt cx="0" cy="0"/>
        </a:xfrm>
      </p:grpSpPr>
    </p:spTree>
    <p:extLst>
      <p:ext uri="{BB962C8B-B14F-4D97-AF65-F5344CB8AC3E}">
        <p14:creationId xmlns:p14="http://schemas.microsoft.com/office/powerpoint/2010/main" val="163850974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 1 column" preserve="1">
  <p:cSld name="underlined_title_blank">
    <p:spTree>
      <p:nvGrpSpPr>
        <p:cNvPr id="1" name="Shape 290"/>
        <p:cNvGrpSpPr/>
        <p:nvPr/>
      </p:nvGrpSpPr>
      <p:grpSpPr>
        <a:xfrm>
          <a:off x="0" y="0"/>
          <a:ext cx="0" cy="0"/>
          <a:chOff x="0" y="0"/>
          <a:chExt cx="0" cy="0"/>
        </a:xfrm>
      </p:grpSpPr>
      <p:cxnSp>
        <p:nvCxnSpPr>
          <p:cNvPr id="323" name="Google Shape;323;p5"/>
          <p:cNvCxnSpPr/>
          <p:nvPr/>
        </p:nvCxnSpPr>
        <p:spPr>
          <a:xfrm>
            <a:off x="1133967" y="1375233"/>
            <a:ext cx="8050400" cy="0"/>
          </a:xfrm>
          <a:prstGeom prst="straightConnector1">
            <a:avLst/>
          </a:prstGeom>
          <a:noFill/>
          <a:ln w="19050" cap="rnd" cmpd="sng">
            <a:solidFill>
              <a:srgbClr val="36595D"/>
            </a:solidFill>
            <a:prstDash val="dash"/>
            <a:round/>
            <a:headEnd type="none" w="med" len="med"/>
            <a:tailEnd type="none" w="med" len="med"/>
          </a:ln>
        </p:spPr>
      </p:cxnSp>
      <p:sp>
        <p:nvSpPr>
          <p:cNvPr id="5" name="Google Shape;291;p5">
            <a:extLst>
              <a:ext uri="{FF2B5EF4-FFF2-40B4-BE49-F238E27FC236}">
                <a16:creationId xmlns:a16="http://schemas.microsoft.com/office/drawing/2014/main" id="{7D91CF79-CCEE-49CA-8A90-E6C585E73808}"/>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endParaRPr dirty="0"/>
          </a:p>
        </p:txBody>
      </p:sp>
    </p:spTree>
    <p:extLst>
      <p:ext uri="{BB962C8B-B14F-4D97-AF65-F5344CB8AC3E}">
        <p14:creationId xmlns:p14="http://schemas.microsoft.com/office/powerpoint/2010/main" val="24152450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 1 column" preserve="1">
  <p:cSld name="underlined_title_box_blank">
    <p:spTree>
      <p:nvGrpSpPr>
        <p:cNvPr id="1" name="Shape 290"/>
        <p:cNvGrpSpPr/>
        <p:nvPr/>
      </p:nvGrpSpPr>
      <p:grpSpPr>
        <a:xfrm>
          <a:off x="0" y="0"/>
          <a:ext cx="0" cy="0"/>
          <a:chOff x="0" y="0"/>
          <a:chExt cx="0" cy="0"/>
        </a:xfrm>
      </p:grpSpPr>
      <p:cxnSp>
        <p:nvCxnSpPr>
          <p:cNvPr id="323" name="Google Shape;323;p5"/>
          <p:cNvCxnSpPr/>
          <p:nvPr/>
        </p:nvCxnSpPr>
        <p:spPr>
          <a:xfrm>
            <a:off x="1133967" y="1375233"/>
            <a:ext cx="8050400" cy="0"/>
          </a:xfrm>
          <a:prstGeom prst="straightConnector1">
            <a:avLst/>
          </a:prstGeom>
          <a:noFill/>
          <a:ln w="19050" cap="rnd" cmpd="sng">
            <a:solidFill>
              <a:srgbClr val="36595D"/>
            </a:solidFill>
            <a:prstDash val="dash"/>
            <a:round/>
            <a:headEnd type="none" w="med" len="med"/>
            <a:tailEnd type="none" w="med" len="med"/>
          </a:ln>
        </p:spPr>
      </p:cxnSp>
      <p:sp>
        <p:nvSpPr>
          <p:cNvPr id="7" name="Google Shape;291;p5">
            <a:extLst>
              <a:ext uri="{FF2B5EF4-FFF2-40B4-BE49-F238E27FC236}">
                <a16:creationId xmlns:a16="http://schemas.microsoft.com/office/drawing/2014/main" id="{80CFE913-8992-4639-BFD5-F8CDD3238614}"/>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a:t>Click to edit Master title style</a:t>
            </a:r>
            <a:endParaRPr dirty="0"/>
          </a:p>
        </p:txBody>
      </p:sp>
      <p:sp>
        <p:nvSpPr>
          <p:cNvPr id="8" name="Text Placeholder 173">
            <a:extLst>
              <a:ext uri="{FF2B5EF4-FFF2-40B4-BE49-F238E27FC236}">
                <a16:creationId xmlns:a16="http://schemas.microsoft.com/office/drawing/2014/main" id="{18DB5022-26C0-420A-B8FE-A2E76360775C}"/>
              </a:ext>
            </a:extLst>
          </p:cNvPr>
          <p:cNvSpPr>
            <a:spLocks noGrp="1"/>
          </p:cNvSpPr>
          <p:nvPr>
            <p:ph idx="1"/>
          </p:nvPr>
        </p:nvSpPr>
        <p:spPr>
          <a:xfrm>
            <a:off x="997232" y="1826684"/>
            <a:ext cx="10822233" cy="4349749"/>
          </a:xfrm>
          <a:prstGeom prst="rect">
            <a:avLst/>
          </a:prstGeom>
        </p:spPr>
        <p:txBody>
          <a:bodyPr vert="horz" lIns="91440" tIns="45720" rIns="91440" bIns="45720" rtlCol="0">
            <a:normAutofit/>
          </a:bodyPr>
          <a:lstStyle>
            <a:lvl1pPr>
              <a:defRPr sz="2800">
                <a:latin typeface="+mn-lt"/>
              </a:defRPr>
            </a:lvl1pPr>
            <a:lvl2pPr>
              <a:buSzPct val="100000"/>
              <a:defRPr sz="2800">
                <a:latin typeface="+mn-lt"/>
              </a:defRPr>
            </a:lvl2pPr>
            <a:lvl3pPr>
              <a:defRPr sz="2400">
                <a:latin typeface="+mn-lt"/>
              </a:defRPr>
            </a:lvl3pPr>
            <a:lvl4pPr>
              <a:defRPr sz="2400">
                <a:latin typeface="+mn-lt"/>
              </a:defRPr>
            </a:lvl4pPr>
            <a:lvl5pPr>
              <a:defRPr sz="2000">
                <a:latin typeface="+mn-lt"/>
              </a:defRPr>
            </a:lvl5pPr>
            <a:lvl6pPr marL="1828754" indent="-304792">
              <a:buClr>
                <a:schemeClr val="bg1">
                  <a:lumMod val="90000"/>
                </a:schemeClr>
              </a:buClr>
              <a:buFont typeface="Wingdings" panose="05000000000000000000" pitchFamily="2" charset="2"/>
              <a:buChar char="§"/>
              <a:defRPr sz="2533">
                <a:solidFill>
                  <a:schemeClr val="bg1">
                    <a:lumMod val="90000"/>
                  </a:schemeClr>
                </a:solidFill>
                <a:latin typeface="+mn-lt"/>
              </a:defRPr>
            </a:lvl6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7983649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 2 columns" preserve="1">
  <p:cSld name="header_body_fullbox_blank">
    <p:spTree>
      <p:nvGrpSpPr>
        <p:cNvPr id="1" name="Shape 325"/>
        <p:cNvGrpSpPr/>
        <p:nvPr/>
      </p:nvGrpSpPr>
      <p:grpSpPr>
        <a:xfrm>
          <a:off x="0" y="0"/>
          <a:ext cx="0" cy="0"/>
          <a:chOff x="0" y="0"/>
          <a:chExt cx="0" cy="0"/>
        </a:xfrm>
      </p:grpSpPr>
      <p:sp>
        <p:nvSpPr>
          <p:cNvPr id="67" name="Google Shape;291;p5">
            <a:extLst>
              <a:ext uri="{FF2B5EF4-FFF2-40B4-BE49-F238E27FC236}">
                <a16:creationId xmlns:a16="http://schemas.microsoft.com/office/drawing/2014/main" id="{A7D42CE1-F596-434E-888B-F927D5AF4DC6}"/>
              </a:ext>
            </a:extLst>
          </p:cNvPr>
          <p:cNvSpPr txBox="1">
            <a:spLocks noGrp="1"/>
          </p:cNvSpPr>
          <p:nvPr>
            <p:ph type="title"/>
          </p:nvPr>
        </p:nvSpPr>
        <p:spPr>
          <a:xfrm>
            <a:off x="997232"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endParaRPr dirty="0"/>
          </a:p>
        </p:txBody>
      </p:sp>
      <p:sp>
        <p:nvSpPr>
          <p:cNvPr id="101" name="Text Placeholder 173">
            <a:extLst>
              <a:ext uri="{FF2B5EF4-FFF2-40B4-BE49-F238E27FC236}">
                <a16:creationId xmlns:a16="http://schemas.microsoft.com/office/drawing/2014/main" id="{FFE0AD90-2A99-4C5F-980F-8D914F939C11}"/>
              </a:ext>
            </a:extLst>
          </p:cNvPr>
          <p:cNvSpPr>
            <a:spLocks noGrp="1"/>
          </p:cNvSpPr>
          <p:nvPr>
            <p:ph idx="13"/>
          </p:nvPr>
        </p:nvSpPr>
        <p:spPr>
          <a:xfrm>
            <a:off x="997234" y="1826684"/>
            <a:ext cx="10822232" cy="4349749"/>
          </a:xfrm>
          <a:prstGeom prst="rect">
            <a:avLst/>
          </a:prstGeom>
        </p:spPr>
        <p:txBody>
          <a:bodyPr vert="horz" lIns="91440" tIns="45720" rIns="91440" bIns="45720" rtlCol="0">
            <a:normAutofit/>
          </a:bodyPr>
          <a:lstStyle>
            <a:lvl1pPr>
              <a:defRPr>
                <a:latin typeface="+mn-lt"/>
              </a:defRPr>
            </a:lvl1pPr>
          </a:lstStyle>
          <a:p>
            <a:pPr lvl="0"/>
            <a:r>
              <a:rPr lang="en-US"/>
              <a:t>Click to edit Master text styles</a:t>
            </a:r>
          </a:p>
        </p:txBody>
      </p:sp>
    </p:spTree>
    <p:extLst>
      <p:ext uri="{BB962C8B-B14F-4D97-AF65-F5344CB8AC3E}">
        <p14:creationId xmlns:p14="http://schemas.microsoft.com/office/powerpoint/2010/main" val="62964139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 1 column" preserve="1" userDrawn="1">
  <p:cSld name="header_blank">
    <p:spTree>
      <p:nvGrpSpPr>
        <p:cNvPr id="1" name="Shape 290"/>
        <p:cNvGrpSpPr/>
        <p:nvPr/>
      </p:nvGrpSpPr>
      <p:grpSpPr>
        <a:xfrm>
          <a:off x="0" y="0"/>
          <a:ext cx="0" cy="0"/>
          <a:chOff x="0" y="0"/>
          <a:chExt cx="0" cy="0"/>
        </a:xfrm>
      </p:grpSpPr>
      <p:sp>
        <p:nvSpPr>
          <p:cNvPr id="5" name="Google Shape;291;p5">
            <a:extLst>
              <a:ext uri="{FF2B5EF4-FFF2-40B4-BE49-F238E27FC236}">
                <a16:creationId xmlns:a16="http://schemas.microsoft.com/office/drawing/2014/main" id="{7D91CF79-CCEE-49CA-8A90-E6C585E73808}"/>
              </a:ext>
            </a:extLst>
          </p:cNvPr>
          <p:cNvSpPr txBox="1">
            <a:spLocks noGrp="1"/>
          </p:cNvSpPr>
          <p:nvPr>
            <p:ph type="title"/>
          </p:nvPr>
        </p:nvSpPr>
        <p:spPr>
          <a:xfrm>
            <a:off x="997233" y="300033"/>
            <a:ext cx="10822233" cy="11432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5400" b="0">
                <a:latin typeface="+mj-lt"/>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r>
              <a:rPr lang="en-US" dirty="0"/>
              <a:t>Click to edit Master title style</a:t>
            </a:r>
            <a:endParaRPr dirty="0"/>
          </a:p>
        </p:txBody>
      </p:sp>
    </p:spTree>
    <p:extLst>
      <p:ext uri="{BB962C8B-B14F-4D97-AF65-F5344CB8AC3E}">
        <p14:creationId xmlns:p14="http://schemas.microsoft.com/office/powerpoint/2010/main" val="172680895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 1 column" preserve="1" userDrawn="1">
  <p:cSld name="shapeheader_blank">
    <p:spTree>
      <p:nvGrpSpPr>
        <p:cNvPr id="1" name="Shape 290"/>
        <p:cNvGrpSpPr/>
        <p:nvPr/>
      </p:nvGrpSpPr>
      <p:grpSpPr>
        <a:xfrm>
          <a:off x="0" y="0"/>
          <a:ext cx="0" cy="0"/>
          <a:chOff x="0" y="0"/>
          <a:chExt cx="0" cy="0"/>
        </a:xfrm>
      </p:grpSpPr>
      <p:sp>
        <p:nvSpPr>
          <p:cNvPr id="2" name="Google Shape;291;p5">
            <a:extLst>
              <a:ext uri="{FF2B5EF4-FFF2-40B4-BE49-F238E27FC236}">
                <a16:creationId xmlns:a16="http://schemas.microsoft.com/office/drawing/2014/main" id="{B4BEAA23-0E0C-B624-EA6A-DF138C63B05D}"/>
              </a:ext>
            </a:extLst>
          </p:cNvPr>
          <p:cNvSpPr txBox="1">
            <a:spLocks noGrp="1"/>
          </p:cNvSpPr>
          <p:nvPr>
            <p:ph type="title"/>
          </p:nvPr>
        </p:nvSpPr>
        <p:spPr>
          <a:xfrm>
            <a:off x="528916" y="348408"/>
            <a:ext cx="11110633" cy="1008590"/>
          </a:xfrm>
          <a:prstGeom prst="snipRoundRect">
            <a:avLst/>
          </a:prstGeom>
          <a:solidFill>
            <a:schemeClr val="tx2"/>
          </a:solidFill>
          <a:ln w="111125">
            <a:gradFill flip="none" rotWithShape="1">
              <a:gsLst>
                <a:gs pos="100000">
                  <a:schemeClr val="tx1"/>
                </a:gs>
                <a:gs pos="0">
                  <a:schemeClr val="tx2"/>
                </a:gs>
                <a:gs pos="53000">
                  <a:schemeClr val="bg2"/>
                </a:gs>
              </a:gsLst>
              <a:path path="rect">
                <a:fillToRect l="50000" t="50000" r="50000" b="50000"/>
              </a:path>
              <a:tileRect/>
            </a:gradFill>
            <a:extLst>
              <a:ext uri="{C807C97D-BFC1-408E-A445-0C87EB9F89A2}">
                <ask:lineSketchStyleProps xmlns:ask="http://schemas.microsoft.com/office/drawing/2018/sketchyshapes" sd="1219033472">
                  <a:custGeom>
                    <a:avLst/>
                    <a:gdLst>
                      <a:gd name="connsiteX0" fmla="*/ 0 w 10588309"/>
                      <a:gd name="connsiteY0" fmla="*/ 0 h 953731"/>
                      <a:gd name="connsiteX1" fmla="*/ 266528 w 10588309"/>
                      <a:gd name="connsiteY1" fmla="*/ 0 h 953731"/>
                      <a:gd name="connsiteX2" fmla="*/ 845936 w 10588309"/>
                      <a:gd name="connsiteY2" fmla="*/ 0 h 953731"/>
                      <a:gd name="connsiteX3" fmla="*/ 1633932 w 10588309"/>
                      <a:gd name="connsiteY3" fmla="*/ 0 h 953731"/>
                      <a:gd name="connsiteX4" fmla="*/ 2317634 w 10588309"/>
                      <a:gd name="connsiteY4" fmla="*/ 0 h 953731"/>
                      <a:gd name="connsiteX5" fmla="*/ 2792748 w 10588309"/>
                      <a:gd name="connsiteY5" fmla="*/ 0 h 953731"/>
                      <a:gd name="connsiteX6" fmla="*/ 3476450 w 10588309"/>
                      <a:gd name="connsiteY6" fmla="*/ 0 h 953731"/>
                      <a:gd name="connsiteX7" fmla="*/ 3847272 w 10588309"/>
                      <a:gd name="connsiteY7" fmla="*/ 0 h 953731"/>
                      <a:gd name="connsiteX8" fmla="*/ 4426680 w 10588309"/>
                      <a:gd name="connsiteY8" fmla="*/ 0 h 953731"/>
                      <a:gd name="connsiteX9" fmla="*/ 4693208 w 10588309"/>
                      <a:gd name="connsiteY9" fmla="*/ 0 h 953731"/>
                      <a:gd name="connsiteX10" fmla="*/ 5481203 w 10588309"/>
                      <a:gd name="connsiteY10" fmla="*/ 0 h 953731"/>
                      <a:gd name="connsiteX11" fmla="*/ 6060612 w 10588309"/>
                      <a:gd name="connsiteY11" fmla="*/ 0 h 953731"/>
                      <a:gd name="connsiteX12" fmla="*/ 6848607 w 10588309"/>
                      <a:gd name="connsiteY12" fmla="*/ 0 h 953731"/>
                      <a:gd name="connsiteX13" fmla="*/ 7323722 w 10588309"/>
                      <a:gd name="connsiteY13" fmla="*/ 0 h 953731"/>
                      <a:gd name="connsiteX14" fmla="*/ 7694543 w 10588309"/>
                      <a:gd name="connsiteY14" fmla="*/ 0 h 953731"/>
                      <a:gd name="connsiteX15" fmla="*/ 8273952 w 10588309"/>
                      <a:gd name="connsiteY15" fmla="*/ 0 h 953731"/>
                      <a:gd name="connsiteX16" fmla="*/ 8957654 w 10588309"/>
                      <a:gd name="connsiteY16" fmla="*/ 0 h 953731"/>
                      <a:gd name="connsiteX17" fmla="*/ 9745649 w 10588309"/>
                      <a:gd name="connsiteY17" fmla="*/ 0 h 953731"/>
                      <a:gd name="connsiteX18" fmla="*/ 10429351 w 10588309"/>
                      <a:gd name="connsiteY18" fmla="*/ 0 h 953731"/>
                      <a:gd name="connsiteX19" fmla="*/ 10588309 w 10588309"/>
                      <a:gd name="connsiteY19" fmla="*/ 158958 h 953731"/>
                      <a:gd name="connsiteX20" fmla="*/ 10588309 w 10588309"/>
                      <a:gd name="connsiteY20" fmla="*/ 548397 h 953731"/>
                      <a:gd name="connsiteX21" fmla="*/ 10588309 w 10588309"/>
                      <a:gd name="connsiteY21" fmla="*/ 953731 h 953731"/>
                      <a:gd name="connsiteX22" fmla="*/ 9788303 w 10588309"/>
                      <a:gd name="connsiteY22" fmla="*/ 953731 h 953731"/>
                      <a:gd name="connsiteX23" fmla="*/ 9517713 w 10588309"/>
                      <a:gd name="connsiteY23" fmla="*/ 953731 h 953731"/>
                      <a:gd name="connsiteX24" fmla="*/ 9141240 w 10588309"/>
                      <a:gd name="connsiteY24" fmla="*/ 953731 h 953731"/>
                      <a:gd name="connsiteX25" fmla="*/ 8764767 w 10588309"/>
                      <a:gd name="connsiteY25" fmla="*/ 953731 h 953731"/>
                      <a:gd name="connsiteX26" fmla="*/ 8176528 w 10588309"/>
                      <a:gd name="connsiteY26" fmla="*/ 953731 h 953731"/>
                      <a:gd name="connsiteX27" fmla="*/ 7588288 w 10588309"/>
                      <a:gd name="connsiteY27" fmla="*/ 953731 h 953731"/>
                      <a:gd name="connsiteX28" fmla="*/ 7105932 w 10588309"/>
                      <a:gd name="connsiteY28" fmla="*/ 953731 h 953731"/>
                      <a:gd name="connsiteX29" fmla="*/ 6305926 w 10588309"/>
                      <a:gd name="connsiteY29" fmla="*/ 953731 h 953731"/>
                      <a:gd name="connsiteX30" fmla="*/ 5929453 w 10588309"/>
                      <a:gd name="connsiteY30" fmla="*/ 953731 h 953731"/>
                      <a:gd name="connsiteX31" fmla="*/ 5129447 w 10588309"/>
                      <a:gd name="connsiteY31" fmla="*/ 953731 h 953731"/>
                      <a:gd name="connsiteX32" fmla="*/ 4752974 w 10588309"/>
                      <a:gd name="connsiteY32" fmla="*/ 953731 h 953731"/>
                      <a:gd name="connsiteX33" fmla="*/ 4058852 w 10588309"/>
                      <a:gd name="connsiteY33" fmla="*/ 953731 h 953731"/>
                      <a:gd name="connsiteX34" fmla="*/ 3258846 w 10588309"/>
                      <a:gd name="connsiteY34" fmla="*/ 953731 h 953731"/>
                      <a:gd name="connsiteX35" fmla="*/ 2988256 w 10588309"/>
                      <a:gd name="connsiteY35" fmla="*/ 953731 h 953731"/>
                      <a:gd name="connsiteX36" fmla="*/ 2188251 w 10588309"/>
                      <a:gd name="connsiteY36" fmla="*/ 953731 h 953731"/>
                      <a:gd name="connsiteX37" fmla="*/ 1388245 w 10588309"/>
                      <a:gd name="connsiteY37" fmla="*/ 953731 h 953731"/>
                      <a:gd name="connsiteX38" fmla="*/ 1117655 w 10588309"/>
                      <a:gd name="connsiteY38" fmla="*/ 953731 h 953731"/>
                      <a:gd name="connsiteX39" fmla="*/ 529415 w 10588309"/>
                      <a:gd name="connsiteY39" fmla="*/ 953731 h 953731"/>
                      <a:gd name="connsiteX40" fmla="*/ 0 w 10588309"/>
                      <a:gd name="connsiteY40" fmla="*/ 953731 h 953731"/>
                      <a:gd name="connsiteX41" fmla="*/ 0 w 10588309"/>
                      <a:gd name="connsiteY41" fmla="*/ 486403 h 953731"/>
                      <a:gd name="connsiteX42" fmla="*/ 0 w 10588309"/>
                      <a:gd name="connsiteY42" fmla="*/ 0 h 95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588309" h="953731" fill="none" extrusionOk="0">
                        <a:moveTo>
                          <a:pt x="0" y="0"/>
                        </a:moveTo>
                        <a:cubicBezTo>
                          <a:pt x="132409" y="-26276"/>
                          <a:pt x="146352" y="7459"/>
                          <a:pt x="266528" y="0"/>
                        </a:cubicBezTo>
                        <a:cubicBezTo>
                          <a:pt x="386704" y="-7459"/>
                          <a:pt x="570121" y="5510"/>
                          <a:pt x="845936" y="0"/>
                        </a:cubicBezTo>
                        <a:cubicBezTo>
                          <a:pt x="1121751" y="-5510"/>
                          <a:pt x="1405329" y="89350"/>
                          <a:pt x="1633932" y="0"/>
                        </a:cubicBezTo>
                        <a:cubicBezTo>
                          <a:pt x="1862535" y="-89350"/>
                          <a:pt x="2010449" y="42572"/>
                          <a:pt x="2317634" y="0"/>
                        </a:cubicBezTo>
                        <a:cubicBezTo>
                          <a:pt x="2624819" y="-42572"/>
                          <a:pt x="2629415" y="4723"/>
                          <a:pt x="2792748" y="0"/>
                        </a:cubicBezTo>
                        <a:cubicBezTo>
                          <a:pt x="2956081" y="-4723"/>
                          <a:pt x="3298487" y="44081"/>
                          <a:pt x="3476450" y="0"/>
                        </a:cubicBezTo>
                        <a:cubicBezTo>
                          <a:pt x="3654413" y="-44081"/>
                          <a:pt x="3735206" y="42899"/>
                          <a:pt x="3847272" y="0"/>
                        </a:cubicBezTo>
                        <a:cubicBezTo>
                          <a:pt x="3959338" y="-42899"/>
                          <a:pt x="4284300" y="53565"/>
                          <a:pt x="4426680" y="0"/>
                        </a:cubicBezTo>
                        <a:cubicBezTo>
                          <a:pt x="4569060" y="-53565"/>
                          <a:pt x="4567062" y="4720"/>
                          <a:pt x="4693208" y="0"/>
                        </a:cubicBezTo>
                        <a:cubicBezTo>
                          <a:pt x="4819354" y="-4720"/>
                          <a:pt x="5172452" y="91419"/>
                          <a:pt x="5481203" y="0"/>
                        </a:cubicBezTo>
                        <a:cubicBezTo>
                          <a:pt x="5789955" y="-91419"/>
                          <a:pt x="5897761" y="60618"/>
                          <a:pt x="6060612" y="0"/>
                        </a:cubicBezTo>
                        <a:cubicBezTo>
                          <a:pt x="6223463" y="-60618"/>
                          <a:pt x="6679702" y="12106"/>
                          <a:pt x="6848607" y="0"/>
                        </a:cubicBezTo>
                        <a:cubicBezTo>
                          <a:pt x="7017512" y="-12106"/>
                          <a:pt x="7120998" y="28002"/>
                          <a:pt x="7323722" y="0"/>
                        </a:cubicBezTo>
                        <a:cubicBezTo>
                          <a:pt x="7526447" y="-28002"/>
                          <a:pt x="7577217" y="9217"/>
                          <a:pt x="7694543" y="0"/>
                        </a:cubicBezTo>
                        <a:cubicBezTo>
                          <a:pt x="7811869" y="-9217"/>
                          <a:pt x="8096909" y="44548"/>
                          <a:pt x="8273952" y="0"/>
                        </a:cubicBezTo>
                        <a:cubicBezTo>
                          <a:pt x="8450995" y="-44548"/>
                          <a:pt x="8778020" y="33463"/>
                          <a:pt x="8957654" y="0"/>
                        </a:cubicBezTo>
                        <a:cubicBezTo>
                          <a:pt x="9137288" y="-33463"/>
                          <a:pt x="9464295" y="7877"/>
                          <a:pt x="9745649" y="0"/>
                        </a:cubicBezTo>
                        <a:cubicBezTo>
                          <a:pt x="10027004" y="-7877"/>
                          <a:pt x="10276443" y="51697"/>
                          <a:pt x="10429351" y="0"/>
                        </a:cubicBezTo>
                        <a:cubicBezTo>
                          <a:pt x="10486853" y="48588"/>
                          <a:pt x="10500329" y="99902"/>
                          <a:pt x="10588309" y="158958"/>
                        </a:cubicBezTo>
                        <a:cubicBezTo>
                          <a:pt x="10605678" y="298971"/>
                          <a:pt x="10563351" y="436350"/>
                          <a:pt x="10588309" y="548397"/>
                        </a:cubicBezTo>
                        <a:cubicBezTo>
                          <a:pt x="10613267" y="660444"/>
                          <a:pt x="10571009" y="828917"/>
                          <a:pt x="10588309" y="953731"/>
                        </a:cubicBezTo>
                        <a:cubicBezTo>
                          <a:pt x="10286276" y="1011185"/>
                          <a:pt x="10170352" y="878763"/>
                          <a:pt x="9788303" y="953731"/>
                        </a:cubicBezTo>
                        <a:cubicBezTo>
                          <a:pt x="9406254" y="1028699"/>
                          <a:pt x="9632684" y="950246"/>
                          <a:pt x="9517713" y="953731"/>
                        </a:cubicBezTo>
                        <a:cubicBezTo>
                          <a:pt x="9402742" y="957216"/>
                          <a:pt x="9283579" y="923877"/>
                          <a:pt x="9141240" y="953731"/>
                        </a:cubicBezTo>
                        <a:cubicBezTo>
                          <a:pt x="8998901" y="983585"/>
                          <a:pt x="8939637" y="935328"/>
                          <a:pt x="8764767" y="953731"/>
                        </a:cubicBezTo>
                        <a:cubicBezTo>
                          <a:pt x="8589897" y="972134"/>
                          <a:pt x="8388881" y="898711"/>
                          <a:pt x="8176528" y="953731"/>
                        </a:cubicBezTo>
                        <a:cubicBezTo>
                          <a:pt x="7964175" y="1008751"/>
                          <a:pt x="7876242" y="892398"/>
                          <a:pt x="7588288" y="953731"/>
                        </a:cubicBezTo>
                        <a:cubicBezTo>
                          <a:pt x="7300334" y="1015064"/>
                          <a:pt x="7212583" y="938602"/>
                          <a:pt x="7105932" y="953731"/>
                        </a:cubicBezTo>
                        <a:cubicBezTo>
                          <a:pt x="6999281" y="968860"/>
                          <a:pt x="6607283" y="892043"/>
                          <a:pt x="6305926" y="953731"/>
                        </a:cubicBezTo>
                        <a:cubicBezTo>
                          <a:pt x="6004569" y="1015419"/>
                          <a:pt x="6020026" y="910918"/>
                          <a:pt x="5929453" y="953731"/>
                        </a:cubicBezTo>
                        <a:cubicBezTo>
                          <a:pt x="5838880" y="996544"/>
                          <a:pt x="5435070" y="869579"/>
                          <a:pt x="5129447" y="953731"/>
                        </a:cubicBezTo>
                        <a:cubicBezTo>
                          <a:pt x="4823824" y="1037883"/>
                          <a:pt x="4903626" y="951503"/>
                          <a:pt x="4752974" y="953731"/>
                        </a:cubicBezTo>
                        <a:cubicBezTo>
                          <a:pt x="4602322" y="955959"/>
                          <a:pt x="4296004" y="884563"/>
                          <a:pt x="4058852" y="953731"/>
                        </a:cubicBezTo>
                        <a:cubicBezTo>
                          <a:pt x="3821700" y="1022899"/>
                          <a:pt x="3593838" y="890512"/>
                          <a:pt x="3258846" y="953731"/>
                        </a:cubicBezTo>
                        <a:cubicBezTo>
                          <a:pt x="2923854" y="1016950"/>
                          <a:pt x="3109286" y="922980"/>
                          <a:pt x="2988256" y="953731"/>
                        </a:cubicBezTo>
                        <a:cubicBezTo>
                          <a:pt x="2867226" y="984482"/>
                          <a:pt x="2526395" y="868919"/>
                          <a:pt x="2188251" y="953731"/>
                        </a:cubicBezTo>
                        <a:cubicBezTo>
                          <a:pt x="1850108" y="1038543"/>
                          <a:pt x="1592424" y="899376"/>
                          <a:pt x="1388245" y="953731"/>
                        </a:cubicBezTo>
                        <a:cubicBezTo>
                          <a:pt x="1184066" y="1008086"/>
                          <a:pt x="1233027" y="947986"/>
                          <a:pt x="1117655" y="953731"/>
                        </a:cubicBezTo>
                        <a:cubicBezTo>
                          <a:pt x="1002283" y="959476"/>
                          <a:pt x="718861" y="943384"/>
                          <a:pt x="529415" y="953731"/>
                        </a:cubicBezTo>
                        <a:cubicBezTo>
                          <a:pt x="339969" y="964078"/>
                          <a:pt x="167600" y="908994"/>
                          <a:pt x="0" y="953731"/>
                        </a:cubicBezTo>
                        <a:cubicBezTo>
                          <a:pt x="-17113" y="779329"/>
                          <a:pt x="22819" y="652123"/>
                          <a:pt x="0" y="486403"/>
                        </a:cubicBezTo>
                        <a:cubicBezTo>
                          <a:pt x="-22819" y="320683"/>
                          <a:pt x="6492" y="136331"/>
                          <a:pt x="0" y="0"/>
                        </a:cubicBezTo>
                        <a:close/>
                      </a:path>
                      <a:path w="10588309" h="953731" stroke="0" extrusionOk="0">
                        <a:moveTo>
                          <a:pt x="0" y="0"/>
                        </a:moveTo>
                        <a:cubicBezTo>
                          <a:pt x="230437" y="-11771"/>
                          <a:pt x="378038" y="53012"/>
                          <a:pt x="475115" y="0"/>
                        </a:cubicBezTo>
                        <a:cubicBezTo>
                          <a:pt x="572192" y="-53012"/>
                          <a:pt x="617181" y="24976"/>
                          <a:pt x="741643" y="0"/>
                        </a:cubicBezTo>
                        <a:cubicBezTo>
                          <a:pt x="866105" y="-24976"/>
                          <a:pt x="1164278" y="88842"/>
                          <a:pt x="1529638" y="0"/>
                        </a:cubicBezTo>
                        <a:cubicBezTo>
                          <a:pt x="1894998" y="-88842"/>
                          <a:pt x="1832641" y="28232"/>
                          <a:pt x="2004753" y="0"/>
                        </a:cubicBezTo>
                        <a:cubicBezTo>
                          <a:pt x="2176866" y="-28232"/>
                          <a:pt x="2352973" y="44528"/>
                          <a:pt x="2479868" y="0"/>
                        </a:cubicBezTo>
                        <a:cubicBezTo>
                          <a:pt x="2606763" y="-44528"/>
                          <a:pt x="2938956" y="90726"/>
                          <a:pt x="3267863" y="0"/>
                        </a:cubicBezTo>
                        <a:cubicBezTo>
                          <a:pt x="3596770" y="-90726"/>
                          <a:pt x="3523669" y="29681"/>
                          <a:pt x="3638685" y="0"/>
                        </a:cubicBezTo>
                        <a:cubicBezTo>
                          <a:pt x="3753701" y="-29681"/>
                          <a:pt x="4214646" y="21827"/>
                          <a:pt x="4426680" y="0"/>
                        </a:cubicBezTo>
                        <a:cubicBezTo>
                          <a:pt x="4638714" y="-21827"/>
                          <a:pt x="5039405" y="84077"/>
                          <a:pt x="5214675" y="0"/>
                        </a:cubicBezTo>
                        <a:cubicBezTo>
                          <a:pt x="5389946" y="-84077"/>
                          <a:pt x="5634925" y="13074"/>
                          <a:pt x="5794084" y="0"/>
                        </a:cubicBezTo>
                        <a:cubicBezTo>
                          <a:pt x="5953243" y="-13074"/>
                          <a:pt x="6311717" y="90833"/>
                          <a:pt x="6582079" y="0"/>
                        </a:cubicBezTo>
                        <a:cubicBezTo>
                          <a:pt x="6852442" y="-90833"/>
                          <a:pt x="6911517" y="42527"/>
                          <a:pt x="7057194" y="0"/>
                        </a:cubicBezTo>
                        <a:cubicBezTo>
                          <a:pt x="7202871" y="-42527"/>
                          <a:pt x="7407730" y="12226"/>
                          <a:pt x="7532309" y="0"/>
                        </a:cubicBezTo>
                        <a:cubicBezTo>
                          <a:pt x="7656889" y="-12226"/>
                          <a:pt x="7950825" y="57231"/>
                          <a:pt x="8216011" y="0"/>
                        </a:cubicBezTo>
                        <a:cubicBezTo>
                          <a:pt x="8481197" y="-57231"/>
                          <a:pt x="8573204" y="37930"/>
                          <a:pt x="8691126" y="0"/>
                        </a:cubicBezTo>
                        <a:cubicBezTo>
                          <a:pt x="8809048" y="-37930"/>
                          <a:pt x="9155994" y="79937"/>
                          <a:pt x="9479121" y="0"/>
                        </a:cubicBezTo>
                        <a:cubicBezTo>
                          <a:pt x="9802249" y="-79937"/>
                          <a:pt x="10141235" y="15381"/>
                          <a:pt x="10429351" y="0"/>
                        </a:cubicBezTo>
                        <a:cubicBezTo>
                          <a:pt x="10496328" y="55506"/>
                          <a:pt x="10512655" y="111268"/>
                          <a:pt x="10588309" y="158958"/>
                        </a:cubicBezTo>
                        <a:cubicBezTo>
                          <a:pt x="10627320" y="341622"/>
                          <a:pt x="10546830" y="406602"/>
                          <a:pt x="10588309" y="564292"/>
                        </a:cubicBezTo>
                        <a:cubicBezTo>
                          <a:pt x="10629788" y="721982"/>
                          <a:pt x="10562532" y="851823"/>
                          <a:pt x="10588309" y="953731"/>
                        </a:cubicBezTo>
                        <a:cubicBezTo>
                          <a:pt x="10193715" y="982463"/>
                          <a:pt x="10011046" y="864625"/>
                          <a:pt x="9788303" y="953731"/>
                        </a:cubicBezTo>
                        <a:cubicBezTo>
                          <a:pt x="9565560" y="1042837"/>
                          <a:pt x="9178734" y="862799"/>
                          <a:pt x="8988298" y="953731"/>
                        </a:cubicBezTo>
                        <a:cubicBezTo>
                          <a:pt x="8797863" y="1044663"/>
                          <a:pt x="8640624" y="923929"/>
                          <a:pt x="8400058" y="953731"/>
                        </a:cubicBezTo>
                        <a:cubicBezTo>
                          <a:pt x="8159492" y="983533"/>
                          <a:pt x="8111060" y="925550"/>
                          <a:pt x="7917702" y="953731"/>
                        </a:cubicBezTo>
                        <a:cubicBezTo>
                          <a:pt x="7724344" y="981912"/>
                          <a:pt x="7738951" y="938115"/>
                          <a:pt x="7647112" y="953731"/>
                        </a:cubicBezTo>
                        <a:cubicBezTo>
                          <a:pt x="7555273" y="969347"/>
                          <a:pt x="7459014" y="938151"/>
                          <a:pt x="7376522" y="953731"/>
                        </a:cubicBezTo>
                        <a:cubicBezTo>
                          <a:pt x="7294030" y="969311"/>
                          <a:pt x="6972567" y="941605"/>
                          <a:pt x="6682399" y="953731"/>
                        </a:cubicBezTo>
                        <a:cubicBezTo>
                          <a:pt x="6392231" y="965857"/>
                          <a:pt x="6470281" y="942931"/>
                          <a:pt x="6305926" y="953731"/>
                        </a:cubicBezTo>
                        <a:cubicBezTo>
                          <a:pt x="6141571" y="964531"/>
                          <a:pt x="5726298" y="938304"/>
                          <a:pt x="5505921" y="953731"/>
                        </a:cubicBezTo>
                        <a:cubicBezTo>
                          <a:pt x="5285544" y="969158"/>
                          <a:pt x="5121610" y="950969"/>
                          <a:pt x="5023564" y="953731"/>
                        </a:cubicBezTo>
                        <a:cubicBezTo>
                          <a:pt x="4925518" y="956493"/>
                          <a:pt x="4817671" y="951723"/>
                          <a:pt x="4752974" y="953731"/>
                        </a:cubicBezTo>
                        <a:cubicBezTo>
                          <a:pt x="4688277" y="955739"/>
                          <a:pt x="4212450" y="883391"/>
                          <a:pt x="4058852" y="953731"/>
                        </a:cubicBezTo>
                        <a:cubicBezTo>
                          <a:pt x="3905254" y="1024071"/>
                          <a:pt x="3796650" y="916250"/>
                          <a:pt x="3682379" y="953731"/>
                        </a:cubicBezTo>
                        <a:cubicBezTo>
                          <a:pt x="3568108" y="991212"/>
                          <a:pt x="3272738" y="912205"/>
                          <a:pt x="2988256" y="953731"/>
                        </a:cubicBezTo>
                        <a:cubicBezTo>
                          <a:pt x="2703774" y="995257"/>
                          <a:pt x="2387882" y="875736"/>
                          <a:pt x="2188251" y="953731"/>
                        </a:cubicBezTo>
                        <a:cubicBezTo>
                          <a:pt x="1988620" y="1031726"/>
                          <a:pt x="1847855" y="929112"/>
                          <a:pt x="1705894" y="953731"/>
                        </a:cubicBezTo>
                        <a:cubicBezTo>
                          <a:pt x="1563933" y="978350"/>
                          <a:pt x="1204691" y="929519"/>
                          <a:pt x="905889" y="953731"/>
                        </a:cubicBezTo>
                        <a:cubicBezTo>
                          <a:pt x="607088" y="977943"/>
                          <a:pt x="628033" y="928064"/>
                          <a:pt x="529415" y="953731"/>
                        </a:cubicBezTo>
                        <a:cubicBezTo>
                          <a:pt x="430797" y="979398"/>
                          <a:pt x="120785" y="893274"/>
                          <a:pt x="0" y="953731"/>
                        </a:cubicBezTo>
                        <a:cubicBezTo>
                          <a:pt x="-10005" y="797949"/>
                          <a:pt x="15574" y="605947"/>
                          <a:pt x="0" y="505477"/>
                        </a:cubicBezTo>
                        <a:cubicBezTo>
                          <a:pt x="-15574" y="405007"/>
                          <a:pt x="15671" y="188696"/>
                          <a:pt x="0" y="0"/>
                        </a:cubicBezTo>
                        <a:close/>
                      </a:path>
                    </a:pathLst>
                  </a:custGeom>
                  <ask:type>
                    <ask:lineSketchNone/>
                  </ask:type>
                </ask:lineSketchStyleProps>
              </a:ext>
            </a:extLst>
          </a:ln>
        </p:spPr>
        <p:txBody>
          <a:bodyPr spcFirstLastPara="1" vert="horz" wrap="square" lIns="91425" tIns="91425" rIns="91425" bIns="91425" rtlCol="0" anchor="b" anchorCtr="0">
            <a:noAutofit/>
          </a:bodyPr>
          <a:lstStyle>
            <a:lvl1pPr>
              <a:defRPr lang="en-US" kern="0" dirty="0">
                <a:latin typeface="+mj-lt"/>
              </a:defRPr>
            </a:lvl1pPr>
          </a:lstStyle>
          <a:p>
            <a:pPr marL="0" lvl="0" algn="ctr" defTabSz="914400" latinLnBrk="0">
              <a:buSzPts val="1800"/>
              <a:buNone/>
            </a:pPr>
            <a:r>
              <a:rPr lang="en-US" dirty="0"/>
              <a:t>Click to edit Master title style</a:t>
            </a:r>
          </a:p>
        </p:txBody>
      </p:sp>
      <p:sp>
        <p:nvSpPr>
          <p:cNvPr id="9" name="Text Placeholder 8">
            <a:extLst>
              <a:ext uri="{FF2B5EF4-FFF2-40B4-BE49-F238E27FC236}">
                <a16:creationId xmlns:a16="http://schemas.microsoft.com/office/drawing/2014/main" id="{F5D113EA-2349-DD90-6151-BA6EC28E87A8}"/>
              </a:ext>
            </a:extLst>
          </p:cNvPr>
          <p:cNvSpPr>
            <a:spLocks noGrp="1"/>
          </p:cNvSpPr>
          <p:nvPr>
            <p:ph type="body" sz="quarter" idx="10"/>
          </p:nvPr>
        </p:nvSpPr>
        <p:spPr>
          <a:xfrm>
            <a:off x="628650" y="1638300"/>
            <a:ext cx="11010900" cy="487129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9059135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hapedef">
    <p:spTree>
      <p:nvGrpSpPr>
        <p:cNvPr id="1" name=""/>
        <p:cNvGrpSpPr/>
        <p:nvPr/>
      </p:nvGrpSpPr>
      <p:grpSpPr>
        <a:xfrm>
          <a:off x="0" y="0"/>
          <a:ext cx="0" cy="0"/>
          <a:chOff x="0" y="0"/>
          <a:chExt cx="0" cy="0"/>
        </a:xfrm>
      </p:grpSpPr>
      <p:sp>
        <p:nvSpPr>
          <p:cNvPr id="3" name="Plus Sign 2">
            <a:extLst>
              <a:ext uri="{FF2B5EF4-FFF2-40B4-BE49-F238E27FC236}">
                <a16:creationId xmlns:a16="http://schemas.microsoft.com/office/drawing/2014/main" id="{A105F21D-0E77-BE4C-FBC2-54C8904961C3}"/>
              </a:ext>
            </a:extLst>
          </p:cNvPr>
          <p:cNvSpPr/>
          <p:nvPr userDrawn="1"/>
        </p:nvSpPr>
        <p:spPr>
          <a:xfrm>
            <a:off x="5437632" y="2857500"/>
            <a:ext cx="1316736" cy="1143000"/>
          </a:xfrm>
          <a:prstGeom prst="mathPlus">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16434747"/>
      </p:ext>
    </p:extLst>
  </p:cSld>
  <p:clrMapOvr>
    <a:masterClrMapping/>
  </p:clrMapOvr>
  <p:transition>
    <p:fade thruBlk="1"/>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103C3F"/>
        </a:solidFill>
        <a:effectLst/>
      </p:bgPr>
    </p:bg>
    <p:spTree>
      <p:nvGrpSpPr>
        <p:cNvPr id="1" name="Shape 5"/>
        <p:cNvGrpSpPr/>
        <p:nvPr/>
      </p:nvGrpSpPr>
      <p:grpSpPr>
        <a:xfrm>
          <a:off x="0" y="0"/>
          <a:ext cx="0" cy="0"/>
          <a:chOff x="0" y="0"/>
          <a:chExt cx="0" cy="0"/>
        </a:xfrm>
      </p:grpSpPr>
      <p:grpSp>
        <p:nvGrpSpPr>
          <p:cNvPr id="6" name="Google Shape;6;p1"/>
          <p:cNvGrpSpPr/>
          <p:nvPr/>
        </p:nvGrpSpPr>
        <p:grpSpPr>
          <a:xfrm>
            <a:off x="-10" y="-31"/>
            <a:ext cx="12191731" cy="6857837"/>
            <a:chOff x="239949" y="872550"/>
            <a:chExt cx="7042901" cy="3961625"/>
          </a:xfrm>
        </p:grpSpPr>
        <p:sp>
          <p:nvSpPr>
            <p:cNvPr id="7" name="Google Shape;7;p1"/>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244C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 name="Google Shape;8;p1"/>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 name="Google Shape;9;p1"/>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 name="Google Shape;10;p1"/>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 name="Google Shape;11;p1"/>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 name="Google Shape;12;p1"/>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 name="Google Shape;13;p1"/>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 name="Google Shape;14;p1"/>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 name="Google Shape;15;p1"/>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6" name="Google Shape;16;p1"/>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7" name="Google Shape;17;p1"/>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8" name="Google Shape;18;p1"/>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9" name="Google Shape;19;p1"/>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0" name="Google Shape;20;p1"/>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1" name="Google Shape;21;p1"/>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2" name="Google Shape;22;p1"/>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3" name="Google Shape;23;p1"/>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4" name="Google Shape;24;p1"/>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5" name="Google Shape;25;p1"/>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6" name="Google Shape;26;p1"/>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7" name="Google Shape;27;p1"/>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8" name="Google Shape;28;p1"/>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29" name="Google Shape;29;p1"/>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0" name="Google Shape;30;p1"/>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1" name="Google Shape;31;p1"/>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2" name="Google Shape;32;p1"/>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3" name="Google Shape;33;p1"/>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4" name="Google Shape;34;p1"/>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5" name="Google Shape;35;p1"/>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6" name="Google Shape;36;p1"/>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7" name="Google Shape;37;p1"/>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8" name="Google Shape;38;p1"/>
            <p:cNvSpPr/>
            <p:nvPr/>
          </p:nvSpPr>
          <p:spPr>
            <a:xfrm>
              <a:off x="239949" y="2607769"/>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39" name="Google Shape;39;p1"/>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0" name="Google Shape;40;p1"/>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1" name="Google Shape;41;p1"/>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2" name="Google Shape;42;p1"/>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3" name="Google Shape;43;p1"/>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4" name="Google Shape;44;p1"/>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5" name="Google Shape;45;p1"/>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6" name="Google Shape;46;p1"/>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7" name="Google Shape;47;p1"/>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8" name="Google Shape;48;p1"/>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49" name="Google Shape;49;p1"/>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0" name="Google Shape;50;p1"/>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1" name="Google Shape;51;p1"/>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2" name="Google Shape;52;p1"/>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3" name="Google Shape;53;p1"/>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4" name="Google Shape;54;p1"/>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5" name="Google Shape;55;p1"/>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6" name="Google Shape;56;p1"/>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7" name="Google Shape;57;p1"/>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8" name="Google Shape;58;p1"/>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59" name="Google Shape;59;p1"/>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0" name="Google Shape;60;p1"/>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1" name="Google Shape;61;p1"/>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2" name="Google Shape;62;p1"/>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3" name="Google Shape;63;p1"/>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4" name="Google Shape;64;p1"/>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5" name="Google Shape;65;p1"/>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6" name="Google Shape;66;p1"/>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7" name="Google Shape;67;p1"/>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8" name="Google Shape;68;p1"/>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69" name="Google Shape;69;p1"/>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0" name="Google Shape;70;p1"/>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1" name="Google Shape;71;p1"/>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2" name="Google Shape;72;p1"/>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3" name="Google Shape;73;p1"/>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4" name="Google Shape;74;p1"/>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5" name="Google Shape;75;p1"/>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6" name="Google Shape;76;p1"/>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7" name="Google Shape;77;p1"/>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8" name="Google Shape;78;p1"/>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79" name="Google Shape;79;p1"/>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0" name="Google Shape;80;p1"/>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1" name="Google Shape;81;p1"/>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2" name="Google Shape;82;p1"/>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3" name="Google Shape;83;p1"/>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4" name="Google Shape;84;p1"/>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5" name="Google Shape;85;p1"/>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6" name="Google Shape;86;p1"/>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7" name="Google Shape;87;p1"/>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8" name="Google Shape;88;p1"/>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89" name="Google Shape;89;p1"/>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0" name="Google Shape;90;p1"/>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1" name="Google Shape;91;p1"/>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2" name="Google Shape;92;p1"/>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3" name="Google Shape;93;p1"/>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4" name="Google Shape;94;p1"/>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5" name="Google Shape;95;p1"/>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6" name="Google Shape;96;p1"/>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7" name="Google Shape;97;p1"/>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8" name="Google Shape;98;p1"/>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99" name="Google Shape;99;p1"/>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0" name="Google Shape;100;p1"/>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1" name="Google Shape;101;p1"/>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2" name="Google Shape;102;p1"/>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3" name="Google Shape;103;p1"/>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4" name="Google Shape;104;p1"/>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5" name="Google Shape;105;p1"/>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6" name="Google Shape;106;p1"/>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7" name="Google Shape;107;p1"/>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8" name="Google Shape;108;p1"/>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09" name="Google Shape;109;p1"/>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0" name="Google Shape;110;p1"/>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1" name="Google Shape;111;p1"/>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2" name="Google Shape;112;p1"/>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3" name="Google Shape;113;p1"/>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4" name="Google Shape;114;p1"/>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5" name="Google Shape;115;p1"/>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6" name="Google Shape;116;p1"/>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7" name="Google Shape;117;p1"/>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8" name="Google Shape;118;p1"/>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19" name="Google Shape;119;p1"/>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0" name="Google Shape;120;p1"/>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1" name="Google Shape;121;p1"/>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2" name="Google Shape;122;p1"/>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3" name="Google Shape;123;p1"/>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4" name="Google Shape;124;p1"/>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5" name="Google Shape;125;p1"/>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6" name="Google Shape;126;p1"/>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7" name="Google Shape;127;p1"/>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8" name="Google Shape;128;p1"/>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29" name="Google Shape;129;p1"/>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0" name="Google Shape;130;p1"/>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1" name="Google Shape;131;p1"/>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2" name="Google Shape;132;p1"/>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3" name="Google Shape;133;p1"/>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4" name="Google Shape;134;p1"/>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5" name="Google Shape;135;p1"/>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6" name="Google Shape;136;p1"/>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7" name="Google Shape;137;p1"/>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8" name="Google Shape;138;p1"/>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39" name="Google Shape;139;p1"/>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0" name="Google Shape;140;p1"/>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1" name="Google Shape;141;p1"/>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2" name="Google Shape;142;p1"/>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3" name="Google Shape;143;p1"/>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4" name="Google Shape;144;p1"/>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5" name="Google Shape;145;p1"/>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6" name="Google Shape;146;p1"/>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7" name="Google Shape;147;p1"/>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8" name="Google Shape;148;p1"/>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49" name="Google Shape;149;p1"/>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0" name="Google Shape;150;p1"/>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1" name="Google Shape;151;p1"/>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2" name="Google Shape;152;p1"/>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244C4E">
                  <a:alpha val="50000"/>
                </a:srgb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3" name="Google Shape;153;p1"/>
            <p:cNvSpPr/>
            <p:nvPr/>
          </p:nvSpPr>
          <p:spPr>
            <a:xfrm>
              <a:off x="603100" y="872550"/>
              <a:ext cx="25" cy="3961625"/>
            </a:xfrm>
            <a:custGeom>
              <a:avLst/>
              <a:gdLst/>
              <a:ahLst/>
              <a:cxnLst/>
              <a:rect l="l" t="t" r="r" b="b"/>
              <a:pathLst>
                <a:path w="1" h="158465" fill="none" extrusionOk="0">
                  <a:moveTo>
                    <a:pt x="0" y="0"/>
                  </a:moveTo>
                  <a:lnTo>
                    <a:pt x="0" y="158464"/>
                  </a:lnTo>
                </a:path>
              </a:pathLst>
            </a:custGeom>
            <a:ln>
              <a:solidFill>
                <a:srgbClr val="244C4E">
                  <a:alpha val="50000"/>
                </a:srgbClr>
              </a:solidFill>
              <a:headEnd type="none" w="sm" len="sm"/>
              <a:tailEnd type="none" w="sm" len="sm"/>
            </a:ln>
          </p:spPr>
          <p:style>
            <a:lnRef idx="1">
              <a:schemeClr val="accent1"/>
            </a:lnRef>
            <a:fillRef idx="0">
              <a:schemeClr val="accent1"/>
            </a:fillRef>
            <a:effectRef idx="0">
              <a:schemeClr val="accent1"/>
            </a:effectRef>
            <a:fontRef idx="minor">
              <a:schemeClr val="tx1"/>
            </a:fontRef>
          </p:style>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4" name="Google Shape;154;p1"/>
            <p:cNvSpPr/>
            <p:nvPr/>
          </p:nvSpPr>
          <p:spPr>
            <a:xfrm>
              <a:off x="530650" y="872550"/>
              <a:ext cx="25" cy="3961625"/>
            </a:xfrm>
            <a:custGeom>
              <a:avLst/>
              <a:gdLst/>
              <a:ahLst/>
              <a:cxnLst/>
              <a:rect l="l" t="t" r="r" b="b"/>
              <a:pathLst>
                <a:path w="1" h="158465" fill="none" extrusionOk="0">
                  <a:moveTo>
                    <a:pt x="0" y="0"/>
                  </a:moveTo>
                  <a:lnTo>
                    <a:pt x="0" y="158464"/>
                  </a:lnTo>
                </a:path>
              </a:pathLst>
            </a:custGeom>
            <a:ln>
              <a:solidFill>
                <a:srgbClr val="244C4E">
                  <a:alpha val="50000"/>
                </a:srgbClr>
              </a:solidFill>
              <a:headEnd type="none" w="sm" len="sm"/>
              <a:tailEnd type="none" w="sm" len="sm"/>
            </a:ln>
          </p:spPr>
          <p:style>
            <a:lnRef idx="1">
              <a:schemeClr val="accent1"/>
            </a:lnRef>
            <a:fillRef idx="0">
              <a:schemeClr val="accent1"/>
            </a:fillRef>
            <a:effectRef idx="0">
              <a:schemeClr val="accent1"/>
            </a:effectRef>
            <a:fontRef idx="minor">
              <a:schemeClr val="tx1"/>
            </a:fontRef>
          </p:style>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5" name="Google Shape;155;p1"/>
            <p:cNvSpPr/>
            <p:nvPr/>
          </p:nvSpPr>
          <p:spPr>
            <a:xfrm>
              <a:off x="458200" y="872550"/>
              <a:ext cx="25" cy="3961625"/>
            </a:xfrm>
            <a:custGeom>
              <a:avLst/>
              <a:gdLst/>
              <a:ahLst/>
              <a:cxnLst/>
              <a:rect l="l" t="t" r="r" b="b"/>
              <a:pathLst>
                <a:path w="1" h="158465" fill="none" extrusionOk="0">
                  <a:moveTo>
                    <a:pt x="1" y="0"/>
                  </a:moveTo>
                  <a:lnTo>
                    <a:pt x="1" y="158464"/>
                  </a:lnTo>
                </a:path>
              </a:pathLst>
            </a:custGeom>
            <a:ln>
              <a:solidFill>
                <a:srgbClr val="244C4E">
                  <a:alpha val="50000"/>
                </a:srgbClr>
              </a:solidFill>
              <a:headEnd type="none" w="sm" len="sm"/>
              <a:tailEnd type="none" w="sm" len="sm"/>
            </a:ln>
          </p:spPr>
          <p:style>
            <a:lnRef idx="1">
              <a:schemeClr val="accent1"/>
            </a:lnRef>
            <a:fillRef idx="0">
              <a:schemeClr val="accent1"/>
            </a:fillRef>
            <a:effectRef idx="0">
              <a:schemeClr val="accent1"/>
            </a:effectRef>
            <a:fontRef idx="minor">
              <a:schemeClr val="tx1"/>
            </a:fontRef>
          </p:style>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6" name="Google Shape;156;p1"/>
            <p:cNvSpPr/>
            <p:nvPr/>
          </p:nvSpPr>
          <p:spPr>
            <a:xfrm>
              <a:off x="384850" y="872550"/>
              <a:ext cx="25" cy="3961625"/>
            </a:xfrm>
            <a:custGeom>
              <a:avLst/>
              <a:gdLst/>
              <a:ahLst/>
              <a:cxnLst/>
              <a:rect l="l" t="t" r="r" b="b"/>
              <a:pathLst>
                <a:path w="1" h="158465" fill="none" extrusionOk="0">
                  <a:moveTo>
                    <a:pt x="0" y="0"/>
                  </a:moveTo>
                  <a:lnTo>
                    <a:pt x="0" y="158464"/>
                  </a:lnTo>
                </a:path>
              </a:pathLst>
            </a:custGeom>
            <a:ln>
              <a:solidFill>
                <a:srgbClr val="244C4E">
                  <a:alpha val="50000"/>
                </a:srgbClr>
              </a:solidFill>
              <a:headEnd type="none" w="sm" len="sm"/>
              <a:tailEnd type="none" w="sm" len="sm"/>
            </a:ln>
          </p:spPr>
          <p:style>
            <a:lnRef idx="1">
              <a:schemeClr val="accent1"/>
            </a:lnRef>
            <a:fillRef idx="0">
              <a:schemeClr val="accent1"/>
            </a:fillRef>
            <a:effectRef idx="0">
              <a:schemeClr val="accent1"/>
            </a:effectRef>
            <a:fontRef idx="minor">
              <a:schemeClr val="tx1"/>
            </a:fontRef>
          </p:style>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sp>
          <p:nvSpPr>
            <p:cNvPr id="157" name="Google Shape;157;p1"/>
            <p:cNvSpPr/>
            <p:nvPr/>
          </p:nvSpPr>
          <p:spPr>
            <a:xfrm>
              <a:off x="312400" y="872550"/>
              <a:ext cx="25" cy="3961625"/>
            </a:xfrm>
            <a:custGeom>
              <a:avLst/>
              <a:gdLst/>
              <a:ahLst/>
              <a:cxnLst/>
              <a:rect l="l" t="t" r="r" b="b"/>
              <a:pathLst>
                <a:path w="1" h="158465" fill="none" extrusionOk="0">
                  <a:moveTo>
                    <a:pt x="0" y="0"/>
                  </a:moveTo>
                  <a:lnTo>
                    <a:pt x="0" y="158464"/>
                  </a:lnTo>
                </a:path>
              </a:pathLst>
            </a:custGeom>
            <a:ln>
              <a:solidFill>
                <a:srgbClr val="244C4E">
                  <a:alpha val="50000"/>
                </a:srgbClr>
              </a:solidFill>
              <a:headEnd type="none" w="sm" len="sm"/>
              <a:tailEnd type="none" w="sm" len="sm"/>
            </a:ln>
          </p:spPr>
          <p:style>
            <a:lnRef idx="1">
              <a:schemeClr val="accent1"/>
            </a:lnRef>
            <a:fillRef idx="0">
              <a:schemeClr val="accent1"/>
            </a:fillRef>
            <a:effectRef idx="0">
              <a:schemeClr val="accent1"/>
            </a:effectRef>
            <a:fontRef idx="minor">
              <a:schemeClr val="tx1"/>
            </a:fontRef>
          </p:style>
          <p:txBody>
            <a:bodyPr spcFirstLastPara="1" wrap="square" lIns="91425" tIns="91425" rIns="91425" bIns="91425" anchor="ctr" anchorCtr="0">
              <a:noAutofit/>
            </a:bodyPr>
            <a:lstStyle/>
            <a:p>
              <a:pPr marL="0" lvl="0" indent="0" algn="l" rtl="0">
                <a:spcBef>
                  <a:spcPts val="0"/>
                </a:spcBef>
                <a:spcAft>
                  <a:spcPts val="0"/>
                </a:spcAft>
                <a:buNone/>
              </a:pPr>
              <a:endParaRPr sz="2400" dirty="0"/>
            </a:p>
          </p:txBody>
        </p:sp>
      </p:grpSp>
      <p:sp>
        <p:nvSpPr>
          <p:cNvPr id="5" name="Title Placeholder 4">
            <a:extLst>
              <a:ext uri="{FF2B5EF4-FFF2-40B4-BE49-F238E27FC236}">
                <a16:creationId xmlns:a16="http://schemas.microsoft.com/office/drawing/2014/main" id="{3ACD15CA-3EBF-4C8A-8FB2-98DA7FCDA8BF}"/>
              </a:ext>
            </a:extLst>
          </p:cNvPr>
          <p:cNvSpPr>
            <a:spLocks noGrp="1"/>
          </p:cNvSpPr>
          <p:nvPr>
            <p:ph type="title"/>
          </p:nvPr>
        </p:nvSpPr>
        <p:spPr>
          <a:xfrm>
            <a:off x="838200" y="366185"/>
            <a:ext cx="10515600" cy="1325033"/>
          </a:xfrm>
          <a:prstGeom prst="rect">
            <a:avLst/>
          </a:prstGeom>
        </p:spPr>
        <p:txBody>
          <a:bodyPr vert="horz" lIns="91440" tIns="45720" rIns="91440" bIns="45720" rtlCol="0" anchor="ctr">
            <a:normAutofit/>
          </a:bodyPr>
          <a:lstStyle/>
          <a:p>
            <a:r>
              <a:rPr lang="en-US" dirty="0"/>
              <a:t>Click to edit Master title style</a:t>
            </a:r>
          </a:p>
        </p:txBody>
      </p:sp>
      <p:sp>
        <p:nvSpPr>
          <p:cNvPr id="174" name="Text Placeholder 173">
            <a:extLst>
              <a:ext uri="{FF2B5EF4-FFF2-40B4-BE49-F238E27FC236}">
                <a16:creationId xmlns:a16="http://schemas.microsoft.com/office/drawing/2014/main" id="{256B5515-0DC8-4C22-B008-913BB1AA43BD}"/>
              </a:ext>
            </a:extLst>
          </p:cNvPr>
          <p:cNvSpPr>
            <a:spLocks noGrp="1"/>
          </p:cNvSpPr>
          <p:nvPr>
            <p:ph type="body" idx="1"/>
          </p:nvPr>
        </p:nvSpPr>
        <p:spPr>
          <a:xfrm>
            <a:off x="838200" y="1826684"/>
            <a:ext cx="10515600" cy="4349749"/>
          </a:xfrm>
          <a:prstGeom prst="rect">
            <a:avLst/>
          </a:prstGeom>
        </p:spPr>
        <p:txBody>
          <a:bodyPr vert="horz" lIns="91440" tIns="45720" rIns="91440" bIns="45720" rtlCol="0">
            <a:normAutofit/>
          </a:bodyPr>
          <a:lstStyle/>
          <a:p>
            <a:pPr lvl="0"/>
            <a:r>
              <a:rPr lang="en-US" dirty="0"/>
              <a:t>First Level</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577058798"/>
      </p:ext>
    </p:extLst>
  </p:cSld>
  <p:clrMap bg1="lt1" tx1="dk1" bg2="dk2" tx2="lt2" accent1="accent1" accent2="accent2" accent3="accent3" accent4="accent4" accent5="accent5" accent6="accent6" hlink="hlink" folHlink="folHlink"/>
  <p:sldLayoutIdLst>
    <p:sldLayoutId id="2147483665" r:id="rId1"/>
    <p:sldLayoutId id="2147483663" r:id="rId2"/>
    <p:sldLayoutId id="2147483662" r:id="rId3"/>
    <p:sldLayoutId id="2147483676" r:id="rId4"/>
    <p:sldLayoutId id="2147483666" r:id="rId5"/>
    <p:sldLayoutId id="2147483678" r:id="rId6"/>
    <p:sldLayoutId id="2147483679" r:id="rId7"/>
    <p:sldLayoutId id="2147483667" r:id="rId8"/>
    <p:sldLayoutId id="2147483674" r:id="rId9"/>
    <p:sldLayoutId id="2147483687" r:id="rId10"/>
    <p:sldLayoutId id="2147483669" r:id="rId11"/>
    <p:sldLayoutId id="2147483682" r:id="rId12"/>
    <p:sldLayoutId id="2147483686" r:id="rId13"/>
    <p:sldLayoutId id="2147483683" r:id="rId14"/>
    <p:sldLayoutId id="2147483684" r:id="rId15"/>
    <p:sldLayoutId id="2147483685" r:id="rId16"/>
    <p:sldLayoutId id="2147483670" r:id="rId17"/>
    <p:sldLayoutId id="2147483664" r:id="rId18"/>
    <p:sldLayoutId id="2147483671" r:id="rId19"/>
    <p:sldLayoutId id="2147483681" r:id="rId20"/>
    <p:sldLayoutId id="2147483677" r:id="rId21"/>
    <p:sldLayoutId id="2147483680" r:id="rId22"/>
    <p:sldLayoutId id="2147483673" r:id="rId23"/>
  </p:sldLayoutIdLst>
  <p:transition>
    <p:fade thruBlk="1"/>
  </p:transition>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5400" b="0" i="0" u="none" strike="noStrike" cap="none">
          <a:solidFill>
            <a:srgbClr val="FFD0A1"/>
          </a:solidFill>
          <a:latin typeface="Dosis" pitchFamily="2" charset="0"/>
          <a:ea typeface="Dosis" pitchFamily="2" charset="0"/>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800" b="0" i="0" u="none" strike="noStrike" cap="none">
          <a:solidFill>
            <a:schemeClr val="bg1">
              <a:lumMod val="95000"/>
            </a:schemeClr>
          </a:solidFill>
          <a:latin typeface="+mn-lt"/>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1.xml"/><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4.png"/><Relationship Id="rId7" Type="http://schemas.openxmlformats.org/officeDocument/2006/relationships/image" Target="../media/image8.png"/><Relationship Id="rId2" Type="http://schemas.openxmlformats.org/officeDocument/2006/relationships/notesSlide" Target="../notesSlides/notesSlide2.xml"/><Relationship Id="rId1" Type="http://schemas.openxmlformats.org/officeDocument/2006/relationships/slideLayout" Target="../slideLayouts/slideLayout1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10.png"/><Relationship Id="rId7" Type="http://schemas.openxmlformats.org/officeDocument/2006/relationships/image" Target="../media/image14.png"/><Relationship Id="rId2" Type="http://schemas.openxmlformats.org/officeDocument/2006/relationships/notesSlide" Target="../notesSlides/notesSlide3.xml"/><Relationship Id="rId1" Type="http://schemas.openxmlformats.org/officeDocument/2006/relationships/slideLayout" Target="../slideLayouts/slideLayout21.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s/_rels/slide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xml"/><Relationship Id="rId1" Type="http://schemas.openxmlformats.org/officeDocument/2006/relationships/slideLayout" Target="../slideLayouts/slideLayout7.xml"/><Relationship Id="rId6" Type="http://schemas.openxmlformats.org/officeDocument/2006/relationships/image" Target="../media/image1.png"/><Relationship Id="rId5" Type="http://schemas.openxmlformats.org/officeDocument/2006/relationships/image" Target="../media/image18.png"/><Relationship Id="rId4" Type="http://schemas.openxmlformats.org/officeDocument/2006/relationships/image" Target="../media/image17.png"/></Relationships>
</file>

<file path=ppt/slides/_rels/slide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xml"/><Relationship Id="rId1" Type="http://schemas.openxmlformats.org/officeDocument/2006/relationships/slideLayout" Target="../slideLayouts/slideLayout7.xml"/><Relationship Id="rId5" Type="http://schemas.openxmlformats.org/officeDocument/2006/relationships/image" Target="../media/image20.jpeg"/><Relationship Id="rId4" Type="http://schemas.openxmlformats.org/officeDocument/2006/relationships/image" Target="../media/image19.jpeg"/></Relationships>
</file>

<file path=ppt/slides/_rels/slide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6.xml"/><Relationship Id="rId1" Type="http://schemas.openxmlformats.org/officeDocument/2006/relationships/slideLayout" Target="../slideLayouts/slideLayout22.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1.png"/></Relationships>
</file>

<file path=ppt/slides/_rels/slide7.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image" Target="../media/image24.png"/><Relationship Id="rId7"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3.xml"/><Relationship Id="rId6" Type="http://schemas.microsoft.com/office/2007/relationships/hdphoto" Target="../media/hdphoto2.wdp"/><Relationship Id="rId11" Type="http://schemas.openxmlformats.org/officeDocument/2006/relationships/image" Target="../media/image29.png"/><Relationship Id="rId5" Type="http://schemas.openxmlformats.org/officeDocument/2006/relationships/image" Target="../media/image25.png"/><Relationship Id="rId10" Type="http://schemas.openxmlformats.org/officeDocument/2006/relationships/image" Target="../media/image28.png"/><Relationship Id="rId4" Type="http://schemas.microsoft.com/office/2007/relationships/hdphoto" Target="../media/hdphoto1.wdp"/><Relationship Id="rId9" Type="http://schemas.openxmlformats.org/officeDocument/2006/relationships/image" Target="../media/image27.png"/></Relationships>
</file>

<file path=ppt/slides/_rels/slide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8.xml"/><Relationship Id="rId1" Type="http://schemas.openxmlformats.org/officeDocument/2006/relationships/slideLayout" Target="../slideLayouts/slideLayout12.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xml"/><Relationship Id="rId1" Type="http://schemas.openxmlformats.org/officeDocument/2006/relationships/slideLayout" Target="../slideLayouts/slideLayout12.xml"/><Relationship Id="rId4" Type="http://schemas.openxmlformats.org/officeDocument/2006/relationships/image" Target="../media/image35.svg"/></Relationships>
</file>

<file path=ppt/slides/_rels/slide1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0.xml"/><Relationship Id="rId1" Type="http://schemas.openxmlformats.org/officeDocument/2006/relationships/slideLayout" Target="../slideLayouts/slideLayout12.xml"/><Relationship Id="rId5" Type="http://schemas.openxmlformats.org/officeDocument/2006/relationships/image" Target="../media/image37.png"/><Relationship Id="rId4" Type="http://schemas.openxmlformats.org/officeDocument/2006/relationships/image" Target="../media/image28.png"/></Relationships>
</file>

<file path=ppt/slides/_rels/slide12.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image" Target="../media/image38.png"/><Relationship Id="rId7" Type="http://schemas.openxmlformats.org/officeDocument/2006/relationships/image" Target="../media/image18.png"/><Relationship Id="rId2" Type="http://schemas.openxmlformats.org/officeDocument/2006/relationships/notesSlide" Target="../notesSlides/notesSlide11.xml"/><Relationship Id="rId1" Type="http://schemas.openxmlformats.org/officeDocument/2006/relationships/slideLayout" Target="../slideLayouts/slideLayout22.xml"/><Relationship Id="rId6" Type="http://schemas.openxmlformats.org/officeDocument/2006/relationships/image" Target="../media/image1.png"/><Relationship Id="rId5" Type="http://schemas.openxmlformats.org/officeDocument/2006/relationships/image" Target="../media/image40.svg"/><Relationship Id="rId10" Type="http://schemas.openxmlformats.org/officeDocument/2006/relationships/image" Target="../media/image43.png"/><Relationship Id="rId4" Type="http://schemas.openxmlformats.org/officeDocument/2006/relationships/image" Target="../media/image39.svg"/><Relationship Id="rId9" Type="http://schemas.openxmlformats.org/officeDocument/2006/relationships/image" Target="../media/image42.png"/></Relationships>
</file>

<file path=ppt/slides/_rels/slide1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2.xml"/><Relationship Id="rId1" Type="http://schemas.openxmlformats.org/officeDocument/2006/relationships/slideLayout" Target="../slideLayouts/slideLayout12.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14.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notesSlide" Target="../notesSlides/notesSlide13.xml"/><Relationship Id="rId1" Type="http://schemas.openxmlformats.org/officeDocument/2006/relationships/slideLayout" Target="../slideLayouts/slideLayout12.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14.xml"/><Relationship Id="rId1" Type="http://schemas.openxmlformats.org/officeDocument/2006/relationships/slideLayout" Target="../slideLayouts/slideLayout22.xml"/><Relationship Id="rId4" Type="http://schemas.openxmlformats.org/officeDocument/2006/relationships/image" Target="../media/image54.emf"/></Relationships>
</file>

<file path=ppt/slides/_rels/slide22.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image" Target="../media/image24.png"/><Relationship Id="rId7"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22.xml"/><Relationship Id="rId6" Type="http://schemas.microsoft.com/office/2007/relationships/hdphoto" Target="../media/hdphoto2.wdp"/><Relationship Id="rId11" Type="http://schemas.openxmlformats.org/officeDocument/2006/relationships/image" Target="../media/image29.png"/><Relationship Id="rId5" Type="http://schemas.openxmlformats.org/officeDocument/2006/relationships/image" Target="../media/image25.png"/><Relationship Id="rId10" Type="http://schemas.openxmlformats.org/officeDocument/2006/relationships/image" Target="../media/image28.png"/><Relationship Id="rId4" Type="http://schemas.microsoft.com/office/2007/relationships/hdphoto" Target="../media/hdphoto1.wdp"/><Relationship Id="rId9" Type="http://schemas.openxmlformats.org/officeDocument/2006/relationships/image" Target="../media/image2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0.xml.rels><?xml version="1.0" encoding="UTF-8" standalone="yes"?>
<Relationships xmlns="http://schemas.openxmlformats.org/package/2006/relationships"><Relationship Id="rId3" Type="http://schemas.openxmlformats.org/officeDocument/2006/relationships/image" Target="../media/image55.png"/><Relationship Id="rId7" Type="http://schemas.openxmlformats.org/officeDocument/2006/relationships/image" Target="../media/image59.gif"/><Relationship Id="rId2" Type="http://schemas.openxmlformats.org/officeDocument/2006/relationships/notesSlide" Target="../notesSlides/notesSlide16.xml"/><Relationship Id="rId1" Type="http://schemas.openxmlformats.org/officeDocument/2006/relationships/slideLayout" Target="../slideLayouts/slideLayout13.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31.xml.rels><?xml version="1.0" encoding="UTF-8" standalone="yes"?>
<Relationships xmlns="http://schemas.openxmlformats.org/package/2006/relationships"><Relationship Id="rId2" Type="http://schemas.openxmlformats.org/officeDocument/2006/relationships/image" Target="../media/image59.gif"/><Relationship Id="rId1" Type="http://schemas.openxmlformats.org/officeDocument/2006/relationships/slideLayout" Target="../slideLayouts/slideLayout14.xml"/></Relationships>
</file>

<file path=ppt/slides/_rels/slide3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15.xml"/></Relationships>
</file>

<file path=ppt/slides/_rels/slide33.xml.rels><?xml version="1.0" encoding="UTF-8" standalone="yes"?>
<Relationships xmlns="http://schemas.openxmlformats.org/package/2006/relationships"><Relationship Id="rId2" Type="http://schemas.microsoft.com/office/2018/10/relationships/comments" Target="../comments/modernComment_13D_887CE25A.xml"/><Relationship Id="rId1" Type="http://schemas.openxmlformats.org/officeDocument/2006/relationships/slideLayout" Target="../slideLayouts/slideLayout11.xml"/></Relationships>
</file>

<file path=ppt/slides/_rels/slide34.xml.rels><?xml version="1.0" encoding="UTF-8" standalone="yes"?>
<Relationships xmlns="http://schemas.openxmlformats.org/package/2006/relationships"><Relationship Id="rId2" Type="http://schemas.microsoft.com/office/2018/10/relationships/comments" Target="../comments/modernComment_13E_AEE9AB60.xml"/><Relationship Id="rId1" Type="http://schemas.openxmlformats.org/officeDocument/2006/relationships/slideLayout" Target="../slideLayouts/slideLayout11.xml"/></Relationships>
</file>

<file path=ppt/slides/_rels/slide35.xml.rels><?xml version="1.0" encoding="UTF-8" standalone="yes"?>
<Relationships xmlns="http://schemas.openxmlformats.org/package/2006/relationships"><Relationship Id="rId2" Type="http://schemas.microsoft.com/office/2018/10/relationships/comments" Target="../comments/modernComment_13F_81609E7F.xml"/><Relationship Id="rId1" Type="http://schemas.openxmlformats.org/officeDocument/2006/relationships/slideLayout" Target="../slideLayouts/slideLayout11.xml"/></Relationships>
</file>

<file path=ppt/slides/_rels/slide36.xml.rels><?xml version="1.0" encoding="UTF-8" standalone="yes"?>
<Relationships xmlns="http://schemas.openxmlformats.org/package/2006/relationships"><Relationship Id="rId2" Type="http://schemas.microsoft.com/office/2018/10/relationships/comments" Target="../comments/modernComment_140_DFDBD6A9.xml"/><Relationship Id="rId1" Type="http://schemas.openxmlformats.org/officeDocument/2006/relationships/slideLayout" Target="../slideLayouts/slideLayout11.xml"/></Relationships>
</file>

<file path=ppt/slides/_rels/slide37.xml.rels><?xml version="1.0" encoding="UTF-8" standalone="yes"?>
<Relationships xmlns="http://schemas.openxmlformats.org/package/2006/relationships"><Relationship Id="rId2" Type="http://schemas.microsoft.com/office/2018/10/relationships/comments" Target="../comments/modernComment_141_38633AFA.xml"/><Relationship Id="rId1" Type="http://schemas.openxmlformats.org/officeDocument/2006/relationships/slideLayout" Target="../slideLayouts/slideLayout11.xml"/></Relationships>
</file>

<file path=ppt/slides/_rels/slide38.xml.rels><?xml version="1.0" encoding="UTF-8" standalone="yes"?>
<Relationships xmlns="http://schemas.openxmlformats.org/package/2006/relationships"><Relationship Id="rId2" Type="http://schemas.microsoft.com/office/2018/10/relationships/comments" Target="../comments/modernComment_142_254AC7AA.xml"/><Relationship Id="rId1" Type="http://schemas.openxmlformats.org/officeDocument/2006/relationships/slideLayout" Target="../slideLayouts/slideLayout11.xml"/></Relationships>
</file>

<file path=ppt/slides/_rels/slide39.xml.rels><?xml version="1.0" encoding="UTF-8" standalone="yes"?>
<Relationships xmlns="http://schemas.openxmlformats.org/package/2006/relationships"><Relationship Id="rId2" Type="http://schemas.microsoft.com/office/2018/10/relationships/comments" Target="../comments/modernComment_143_BABAF0F2.xml"/><Relationship Id="rId1" Type="http://schemas.openxmlformats.org/officeDocument/2006/relationships/slideLayout" Target="../slideLayouts/slideLayout11.xml"/></Relationships>
</file>

<file path=ppt/slides/_rels/slide40.xml.rels><?xml version="1.0" encoding="UTF-8" standalone="yes"?>
<Relationships xmlns="http://schemas.openxmlformats.org/package/2006/relationships"><Relationship Id="rId2" Type="http://schemas.microsoft.com/office/2018/10/relationships/comments" Target="../comments/modernComment_144_5D5ADF2F.xml"/><Relationship Id="rId1" Type="http://schemas.openxmlformats.org/officeDocument/2006/relationships/slideLayout" Target="../slideLayouts/slideLayout11.xml"/></Relationships>
</file>

<file path=ppt/slides/_rels/slide41.xml.rels><?xml version="1.0" encoding="UTF-8" standalone="yes"?>
<Relationships xmlns="http://schemas.openxmlformats.org/package/2006/relationships"><Relationship Id="rId2" Type="http://schemas.microsoft.com/office/2018/10/relationships/comments" Target="../comments/modernComment_145_1E28180.xml"/><Relationship Id="rId1" Type="http://schemas.openxmlformats.org/officeDocument/2006/relationships/slideLayout" Target="../slideLayouts/slideLayout11.xml"/></Relationships>
</file>

<file path=ppt/slides/_rels/slide42.xml.rels><?xml version="1.0" encoding="UTF-8" standalone="yes"?>
<Relationships xmlns="http://schemas.openxmlformats.org/package/2006/relationships"><Relationship Id="rId2" Type="http://schemas.microsoft.com/office/2018/10/relationships/comments" Target="../comments/modernComment_146_36121EAA.xml"/><Relationship Id="rId1" Type="http://schemas.openxmlformats.org/officeDocument/2006/relationships/slideLayout" Target="../slideLayouts/slideLayout11.xml"/></Relationships>
</file>

<file path=ppt/slides/_rels/slide43.xml.rels><?xml version="1.0" encoding="UTF-8" standalone="yes"?>
<Relationships xmlns="http://schemas.openxmlformats.org/package/2006/relationships"><Relationship Id="rId2" Type="http://schemas.microsoft.com/office/2018/10/relationships/comments" Target="../comments/modernComment_147_F8CB264F.xml"/><Relationship Id="rId1" Type="http://schemas.openxmlformats.org/officeDocument/2006/relationships/slideLayout" Target="../slideLayouts/slideLayout1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BB7AAE-3780-A414-4D66-DE3FE5757821}"/>
              </a:ext>
            </a:extLst>
          </p:cNvPr>
          <p:cNvSpPr>
            <a:spLocks noGrp="1"/>
          </p:cNvSpPr>
          <p:nvPr>
            <p:ph type="title"/>
          </p:nvPr>
        </p:nvSpPr>
        <p:spPr>
          <a:xfrm>
            <a:off x="1370013" y="1558451"/>
            <a:ext cx="10821987" cy="1143000"/>
          </a:xfrm>
        </p:spPr>
        <p:txBody>
          <a:bodyPr>
            <a:normAutofit fontScale="90000"/>
          </a:bodyPr>
          <a:lstStyle/>
          <a:p>
            <a:pPr algn="l"/>
            <a:r>
              <a:rPr lang="en-US" sz="7300" b="1" dirty="0">
                <a:solidFill>
                  <a:srgbClr val="F0DB4F"/>
                </a:solidFill>
              </a:rPr>
              <a:t>JavaScript</a:t>
            </a:r>
            <a:r>
              <a:rPr lang="en-US" sz="7300" b="1" dirty="0"/>
              <a:t> Events</a:t>
            </a:r>
            <a:br>
              <a:rPr lang="en-US" b="1" dirty="0"/>
            </a:br>
            <a:r>
              <a:rPr lang="en-US" i="1" dirty="0"/>
              <a:t>Making Websites Interactive</a:t>
            </a:r>
            <a:endParaRPr lang="en-US" b="1" dirty="0"/>
          </a:p>
        </p:txBody>
      </p:sp>
      <p:pic>
        <p:nvPicPr>
          <p:cNvPr id="5" name="Picture 4" descr="A yellow and black logo&#10;&#10;AI-generated content may be incorrect.">
            <a:extLst>
              <a:ext uri="{FF2B5EF4-FFF2-40B4-BE49-F238E27FC236}">
                <a16:creationId xmlns:a16="http://schemas.microsoft.com/office/drawing/2014/main" id="{B82A6C45-8BA3-2B00-62E6-A036F0D3784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70013" y="2930652"/>
            <a:ext cx="2692908" cy="2692908"/>
          </a:xfrm>
          <a:prstGeom prst="rect">
            <a:avLst/>
          </a:prstGeom>
          <a:solidFill>
            <a:schemeClr val="tx2"/>
          </a:solidFill>
          <a:ln>
            <a:noFill/>
          </a:ln>
          <a:effectLst>
            <a:outerShdw blurRad="50800" dist="38100" dir="2700000" algn="tl" rotWithShape="0">
              <a:prstClr val="black">
                <a:alpha val="40000"/>
              </a:prstClr>
            </a:outerShdw>
          </a:effectLst>
        </p:spPr>
      </p:pic>
      <p:sp>
        <p:nvSpPr>
          <p:cNvPr id="8" name="Plus Sign 7">
            <a:extLst>
              <a:ext uri="{FF2B5EF4-FFF2-40B4-BE49-F238E27FC236}">
                <a16:creationId xmlns:a16="http://schemas.microsoft.com/office/drawing/2014/main" id="{A9424B69-749D-CFF2-A4AC-2B19B25045F8}"/>
              </a:ext>
            </a:extLst>
          </p:cNvPr>
          <p:cNvSpPr/>
          <p:nvPr/>
        </p:nvSpPr>
        <p:spPr>
          <a:xfrm>
            <a:off x="4186427" y="3705606"/>
            <a:ext cx="1316736" cy="1143000"/>
          </a:xfrm>
          <a:prstGeom prst="mathPlus">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a:extLst>
              <a:ext uri="{FF2B5EF4-FFF2-40B4-BE49-F238E27FC236}">
                <a16:creationId xmlns:a16="http://schemas.microsoft.com/office/drawing/2014/main" id="{E36A1AA1-9626-D049-2224-20992B18DBA4}"/>
              </a:ext>
            </a:extLst>
          </p:cNvPr>
          <p:cNvPicPr>
            <a:picLocks noChangeAspect="1"/>
          </p:cNvPicPr>
          <p:nvPr/>
        </p:nvPicPr>
        <p:blipFill>
          <a:blip r:embed="rId4"/>
          <a:stretch>
            <a:fillRect/>
          </a:stretch>
        </p:blipFill>
        <p:spPr>
          <a:xfrm>
            <a:off x="5626669" y="3444240"/>
            <a:ext cx="2136838" cy="2136838"/>
          </a:xfrm>
          <a:prstGeom prst="rect">
            <a:avLst/>
          </a:prstGeom>
        </p:spPr>
      </p:pic>
      <p:sp>
        <p:nvSpPr>
          <p:cNvPr id="15" name="Equals 14">
            <a:extLst>
              <a:ext uri="{FF2B5EF4-FFF2-40B4-BE49-F238E27FC236}">
                <a16:creationId xmlns:a16="http://schemas.microsoft.com/office/drawing/2014/main" id="{ACB86500-CF3B-7EC0-6DEC-5656C07CAC97}"/>
              </a:ext>
            </a:extLst>
          </p:cNvPr>
          <p:cNvSpPr/>
          <p:nvPr/>
        </p:nvSpPr>
        <p:spPr>
          <a:xfrm>
            <a:off x="7712004" y="3705606"/>
            <a:ext cx="1316736" cy="1143000"/>
          </a:xfrm>
          <a:prstGeom prst="mathEqual">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Picture 17">
            <a:extLst>
              <a:ext uri="{FF2B5EF4-FFF2-40B4-BE49-F238E27FC236}">
                <a16:creationId xmlns:a16="http://schemas.microsoft.com/office/drawing/2014/main" id="{B2CEDC28-35A9-4A3E-C853-3B50F234829D}"/>
              </a:ext>
            </a:extLst>
          </p:cNvPr>
          <p:cNvPicPr>
            <a:picLocks noChangeAspect="1"/>
          </p:cNvPicPr>
          <p:nvPr/>
        </p:nvPicPr>
        <p:blipFill>
          <a:blip r:embed="rId5"/>
          <a:stretch>
            <a:fillRect/>
          </a:stretch>
        </p:blipFill>
        <p:spPr>
          <a:xfrm>
            <a:off x="9149449" y="3294793"/>
            <a:ext cx="1964626" cy="1964626"/>
          </a:xfrm>
          <a:prstGeom prst="rect">
            <a:avLst/>
          </a:prstGeom>
        </p:spPr>
      </p:pic>
    </p:spTree>
    <p:extLst>
      <p:ext uri="{BB962C8B-B14F-4D97-AF65-F5344CB8AC3E}">
        <p14:creationId xmlns:p14="http://schemas.microsoft.com/office/powerpoint/2010/main" val="298899520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Content Placeholder 2">
            <a:extLst>
              <a:ext uri="{FF2B5EF4-FFF2-40B4-BE49-F238E27FC236}">
                <a16:creationId xmlns:a16="http://schemas.microsoft.com/office/drawing/2014/main" id="{3B2AFDAA-0FFC-2D11-2EBD-2143BD951018}"/>
              </a:ext>
            </a:extLst>
          </p:cNvPr>
          <p:cNvSpPr txBox="1">
            <a:spLocks/>
          </p:cNvSpPr>
          <p:nvPr/>
        </p:nvSpPr>
        <p:spPr>
          <a:xfrm>
            <a:off x="1065050" y="1773452"/>
            <a:ext cx="9278686" cy="4689348"/>
          </a:xfrm>
          <a:prstGeom prst="roundRect">
            <a:avLst/>
          </a:prstGeom>
          <a:solidFill>
            <a:schemeClr val="bg2"/>
          </a:solidFill>
          <a:effectLst>
            <a:outerShdw blurRad="50800" dist="38100" dir="5400000" algn="t" rotWithShape="0">
              <a:prstClr val="black">
                <a:alpha val="40000"/>
              </a:prstClr>
            </a:outerShdw>
          </a:effectLst>
        </p:spPr>
        <p:txBody>
          <a:bodyPr vert="horz" lIns="91440" tIns="45720" rIns="91440" bIns="45720" rtlCol="0" anchor="ctr">
            <a:norm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800" b="0" i="0" u="none" strike="noStrike" cap="none">
                <a:solidFill>
                  <a:schemeClr val="bg1">
                    <a:lumMod val="95000"/>
                  </a:schemeClr>
                </a:solidFill>
                <a:latin typeface="+mn-lt"/>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04793" lvl="1" indent="0" algn="ctr">
              <a:lnSpc>
                <a:spcPct val="150000"/>
              </a:lnSpc>
              <a:buNone/>
            </a:pPr>
            <a:r>
              <a:rPr lang="en-US" sz="4800" kern="0" dirty="0"/>
              <a:t>Today, we’ll look at</a:t>
            </a:r>
          </a:p>
          <a:p>
            <a:pPr marL="304793" lvl="1" indent="0" algn="ctr">
              <a:lnSpc>
                <a:spcPct val="150000"/>
              </a:lnSpc>
              <a:buNone/>
            </a:pPr>
            <a:r>
              <a:rPr lang="en-US" sz="4800" b="1" kern="0" dirty="0"/>
              <a:t>how JavaScript “listens” to users</a:t>
            </a:r>
            <a:endParaRPr lang="en-US" sz="4800" b="1" i="1" kern="0" dirty="0"/>
          </a:p>
        </p:txBody>
      </p:sp>
      <p:sp>
        <p:nvSpPr>
          <p:cNvPr id="3" name="Content Placeholder 2">
            <a:extLst>
              <a:ext uri="{FF2B5EF4-FFF2-40B4-BE49-F238E27FC236}">
                <a16:creationId xmlns:a16="http://schemas.microsoft.com/office/drawing/2014/main" id="{1BC81F22-5EF6-B956-F78A-845DD7716734}"/>
              </a:ext>
            </a:extLst>
          </p:cNvPr>
          <p:cNvSpPr>
            <a:spLocks noGrp="1"/>
          </p:cNvSpPr>
          <p:nvPr>
            <p:ph sz="quarter" idx="10"/>
          </p:nvPr>
        </p:nvSpPr>
        <p:spPr>
          <a:xfrm>
            <a:off x="1065050" y="1773452"/>
            <a:ext cx="9278686" cy="4689348"/>
          </a:xfrm>
          <a:prstGeom prst="roundRect">
            <a:avLst/>
          </a:prstGeom>
          <a:solidFill>
            <a:schemeClr val="bg2"/>
          </a:solidFill>
          <a:effectLst>
            <a:outerShdw blurRad="50800" dist="38100" dir="5400000" algn="t" rotWithShape="0">
              <a:prstClr val="black">
                <a:alpha val="40000"/>
              </a:prstClr>
            </a:outerShdw>
          </a:effectLst>
        </p:spPr>
        <p:txBody>
          <a:bodyPr>
            <a:normAutofit/>
          </a:bodyPr>
          <a:lstStyle/>
          <a:p>
            <a:pPr>
              <a:lnSpc>
                <a:spcPct val="150000"/>
              </a:lnSpc>
            </a:pPr>
            <a:r>
              <a:rPr lang="en-US" sz="3200" dirty="0"/>
              <a:t>We’ve already seen:</a:t>
            </a:r>
            <a:br>
              <a:rPr lang="en-US" sz="3200" dirty="0"/>
            </a:br>
            <a:endParaRPr lang="en-US" sz="3200" dirty="0"/>
          </a:p>
          <a:p>
            <a:pPr>
              <a:lnSpc>
                <a:spcPct val="150000"/>
              </a:lnSpc>
            </a:pPr>
            <a:endParaRPr lang="en-US" sz="3200" dirty="0"/>
          </a:p>
          <a:p>
            <a:pPr>
              <a:lnSpc>
                <a:spcPct val="150000"/>
              </a:lnSpc>
            </a:pPr>
            <a:r>
              <a:rPr lang="en-US" sz="3200" dirty="0"/>
              <a:t>Now, with </a:t>
            </a:r>
            <a:r>
              <a:rPr lang="en-US" sz="3200" b="1" dirty="0"/>
              <a:t>JavaScript</a:t>
            </a:r>
            <a:r>
              <a:rPr lang="en-US" sz="3200" dirty="0"/>
              <a:t>, we will see:</a:t>
            </a:r>
          </a:p>
        </p:txBody>
      </p:sp>
      <p:sp>
        <p:nvSpPr>
          <p:cNvPr id="19" name="Rectangle: Single Corner Snipped 18">
            <a:extLst>
              <a:ext uri="{FF2B5EF4-FFF2-40B4-BE49-F238E27FC236}">
                <a16:creationId xmlns:a16="http://schemas.microsoft.com/office/drawing/2014/main" id="{3A967300-9B50-3A0A-A1CF-E2243223D0F2}"/>
              </a:ext>
            </a:extLst>
          </p:cNvPr>
          <p:cNvSpPr/>
          <p:nvPr/>
        </p:nvSpPr>
        <p:spPr>
          <a:xfrm>
            <a:off x="1511100" y="2784319"/>
            <a:ext cx="2848856" cy="409896"/>
          </a:xfrm>
          <a:prstGeom prst="snip1Rect">
            <a:avLst/>
          </a:prstGeom>
          <a:solidFill>
            <a:schemeClr val="tx1"/>
          </a:solidFill>
          <a:ln>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304793" lvl="1" indent="0" algn="just">
              <a:lnSpc>
                <a:spcPct val="150000"/>
              </a:lnSpc>
              <a:buNone/>
            </a:pPr>
            <a:r>
              <a:rPr lang="en-US" sz="2000" dirty="0"/>
              <a:t>1. HTML (</a:t>
            </a:r>
            <a:r>
              <a:rPr lang="en-US" sz="2000" dirty="0">
                <a:solidFill>
                  <a:srgbClr val="FF6600"/>
                </a:solidFill>
              </a:rPr>
              <a:t>Structure</a:t>
            </a:r>
            <a:r>
              <a:rPr lang="en-US" sz="2000" dirty="0"/>
              <a:t>)</a:t>
            </a:r>
          </a:p>
        </p:txBody>
      </p:sp>
      <p:sp>
        <p:nvSpPr>
          <p:cNvPr id="2" name="Title 1">
            <a:extLst>
              <a:ext uri="{FF2B5EF4-FFF2-40B4-BE49-F238E27FC236}">
                <a16:creationId xmlns:a16="http://schemas.microsoft.com/office/drawing/2014/main" id="{7AE24CE2-8478-C524-E7E4-6CB108C57ECB}"/>
              </a:ext>
            </a:extLst>
          </p:cNvPr>
          <p:cNvSpPr>
            <a:spLocks noGrp="1"/>
          </p:cNvSpPr>
          <p:nvPr>
            <p:ph type="title"/>
          </p:nvPr>
        </p:nvSpPr>
        <p:spPr>
          <a:xfrm>
            <a:off x="2240333" y="673731"/>
            <a:ext cx="7711332" cy="1143200"/>
          </a:xfrm>
        </p:spPr>
        <p:txBody>
          <a:bodyPr/>
          <a:lstStyle/>
          <a:p>
            <a:pPr algn="ctr"/>
            <a:r>
              <a:rPr lang="en-US" b="1" dirty="0"/>
              <a:t>Quick Review</a:t>
            </a:r>
            <a:r>
              <a:rPr lang="en-US" dirty="0"/>
              <a:t>: What Makes Websites Dynamic?</a:t>
            </a:r>
          </a:p>
        </p:txBody>
      </p:sp>
      <p:sp>
        <p:nvSpPr>
          <p:cNvPr id="21" name="Rectangle: Single Corner Snipped 20">
            <a:extLst>
              <a:ext uri="{FF2B5EF4-FFF2-40B4-BE49-F238E27FC236}">
                <a16:creationId xmlns:a16="http://schemas.microsoft.com/office/drawing/2014/main" id="{6AB13A9E-97AB-1E28-3267-7A2A1ADE19DB}"/>
              </a:ext>
            </a:extLst>
          </p:cNvPr>
          <p:cNvSpPr/>
          <p:nvPr/>
        </p:nvSpPr>
        <p:spPr>
          <a:xfrm>
            <a:off x="1511100" y="3644224"/>
            <a:ext cx="3772400" cy="409896"/>
          </a:xfrm>
          <a:prstGeom prst="snip1Rect">
            <a:avLst/>
          </a:prstGeom>
          <a:solidFill>
            <a:schemeClr val="tx1"/>
          </a:solidFill>
          <a:ln>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304793" lvl="1" indent="0" algn="just">
              <a:lnSpc>
                <a:spcPct val="150000"/>
              </a:lnSpc>
              <a:buNone/>
            </a:pPr>
            <a:r>
              <a:rPr lang="en-US" sz="2000" dirty="0"/>
              <a:t>2. HTML + CSS (</a:t>
            </a:r>
            <a:r>
              <a:rPr lang="en-US" sz="2000" dirty="0">
                <a:solidFill>
                  <a:srgbClr val="0263D1"/>
                </a:solidFill>
              </a:rPr>
              <a:t>Pretty</a:t>
            </a:r>
            <a:r>
              <a:rPr lang="en-US" sz="2000" dirty="0"/>
              <a:t> </a:t>
            </a:r>
            <a:r>
              <a:rPr lang="en-US" sz="2000" dirty="0">
                <a:solidFill>
                  <a:srgbClr val="FF6600"/>
                </a:solidFill>
              </a:rPr>
              <a:t>Structure</a:t>
            </a:r>
            <a:r>
              <a:rPr lang="en-US" sz="2000" dirty="0"/>
              <a:t>)</a:t>
            </a:r>
          </a:p>
        </p:txBody>
      </p:sp>
      <p:pic>
        <p:nvPicPr>
          <p:cNvPr id="25" name="Picture 24">
            <a:extLst>
              <a:ext uri="{FF2B5EF4-FFF2-40B4-BE49-F238E27FC236}">
                <a16:creationId xmlns:a16="http://schemas.microsoft.com/office/drawing/2014/main" id="{891D5612-68E3-66BE-EAA0-47620084A15D}"/>
              </a:ext>
            </a:extLst>
          </p:cNvPr>
          <p:cNvPicPr>
            <a:picLocks noChangeAspect="1"/>
          </p:cNvPicPr>
          <p:nvPr/>
        </p:nvPicPr>
        <p:blipFill>
          <a:blip r:embed="rId3"/>
          <a:stretch>
            <a:fillRect/>
          </a:stretch>
        </p:blipFill>
        <p:spPr>
          <a:xfrm>
            <a:off x="7832046" y="2416874"/>
            <a:ext cx="774010" cy="774010"/>
          </a:xfrm>
          <a:prstGeom prst="rect">
            <a:avLst/>
          </a:prstGeom>
        </p:spPr>
      </p:pic>
      <p:sp>
        <p:nvSpPr>
          <p:cNvPr id="26" name="Plus Sign 25">
            <a:extLst>
              <a:ext uri="{FF2B5EF4-FFF2-40B4-BE49-F238E27FC236}">
                <a16:creationId xmlns:a16="http://schemas.microsoft.com/office/drawing/2014/main" id="{435FAA7B-BE1B-A674-DED1-9B3F35376023}"/>
              </a:ext>
            </a:extLst>
          </p:cNvPr>
          <p:cNvSpPr/>
          <p:nvPr/>
        </p:nvSpPr>
        <p:spPr>
          <a:xfrm>
            <a:off x="7216796" y="3411754"/>
            <a:ext cx="514411" cy="510718"/>
          </a:xfrm>
          <a:prstGeom prst="mathPlus">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F3743991-96E2-EB8D-02DC-B04AD45F0276}"/>
              </a:ext>
            </a:extLst>
          </p:cNvPr>
          <p:cNvPicPr>
            <a:picLocks noChangeAspect="1"/>
          </p:cNvPicPr>
          <p:nvPr/>
        </p:nvPicPr>
        <p:blipFill>
          <a:blip r:embed="rId3"/>
          <a:stretch>
            <a:fillRect/>
          </a:stretch>
        </p:blipFill>
        <p:spPr>
          <a:xfrm>
            <a:off x="6329521" y="3280108"/>
            <a:ext cx="774010" cy="774010"/>
          </a:xfrm>
          <a:prstGeom prst="rect">
            <a:avLst/>
          </a:prstGeom>
        </p:spPr>
      </p:pic>
      <p:pic>
        <p:nvPicPr>
          <p:cNvPr id="29" name="Picture 28">
            <a:extLst>
              <a:ext uri="{FF2B5EF4-FFF2-40B4-BE49-F238E27FC236}">
                <a16:creationId xmlns:a16="http://schemas.microsoft.com/office/drawing/2014/main" id="{2DDCC63B-7626-E559-CC68-CEF9FA636E88}"/>
              </a:ext>
            </a:extLst>
          </p:cNvPr>
          <p:cNvPicPr>
            <a:picLocks noChangeAspect="1"/>
          </p:cNvPicPr>
          <p:nvPr/>
        </p:nvPicPr>
        <p:blipFill>
          <a:blip r:embed="rId4"/>
          <a:stretch>
            <a:fillRect/>
          </a:stretch>
        </p:blipFill>
        <p:spPr>
          <a:xfrm>
            <a:off x="7832046" y="3280109"/>
            <a:ext cx="774009" cy="774009"/>
          </a:xfrm>
          <a:prstGeom prst="rect">
            <a:avLst/>
          </a:prstGeom>
        </p:spPr>
      </p:pic>
      <p:pic>
        <p:nvPicPr>
          <p:cNvPr id="37" name="Picture 36">
            <a:extLst>
              <a:ext uri="{FF2B5EF4-FFF2-40B4-BE49-F238E27FC236}">
                <a16:creationId xmlns:a16="http://schemas.microsoft.com/office/drawing/2014/main" id="{B2A2D903-9801-61B5-73DA-8E3B41480A51}"/>
              </a:ext>
            </a:extLst>
          </p:cNvPr>
          <p:cNvPicPr>
            <a:picLocks noChangeAspect="1"/>
          </p:cNvPicPr>
          <p:nvPr/>
        </p:nvPicPr>
        <p:blipFill>
          <a:blip r:embed="rId5"/>
          <a:stretch>
            <a:fillRect/>
          </a:stretch>
        </p:blipFill>
        <p:spPr>
          <a:xfrm>
            <a:off x="9345812" y="2416874"/>
            <a:ext cx="774009" cy="774009"/>
          </a:xfrm>
          <a:prstGeom prst="rect">
            <a:avLst/>
          </a:prstGeom>
        </p:spPr>
      </p:pic>
      <p:pic>
        <p:nvPicPr>
          <p:cNvPr id="39" name="Picture 38">
            <a:extLst>
              <a:ext uri="{FF2B5EF4-FFF2-40B4-BE49-F238E27FC236}">
                <a16:creationId xmlns:a16="http://schemas.microsoft.com/office/drawing/2014/main" id="{8DB2B3C4-E902-A5CF-9B0A-0E53D43619F4}"/>
              </a:ext>
            </a:extLst>
          </p:cNvPr>
          <p:cNvPicPr>
            <a:picLocks noChangeAspect="1"/>
          </p:cNvPicPr>
          <p:nvPr/>
        </p:nvPicPr>
        <p:blipFill>
          <a:blip r:embed="rId6"/>
          <a:stretch>
            <a:fillRect/>
          </a:stretch>
        </p:blipFill>
        <p:spPr>
          <a:xfrm>
            <a:off x="9345811" y="3280110"/>
            <a:ext cx="774010" cy="774010"/>
          </a:xfrm>
          <a:prstGeom prst="rect">
            <a:avLst/>
          </a:prstGeom>
        </p:spPr>
      </p:pic>
      <p:pic>
        <p:nvPicPr>
          <p:cNvPr id="41" name="Picture 40">
            <a:extLst>
              <a:ext uri="{FF2B5EF4-FFF2-40B4-BE49-F238E27FC236}">
                <a16:creationId xmlns:a16="http://schemas.microsoft.com/office/drawing/2014/main" id="{316653D6-4292-36C5-D0A5-F3F58F28929B}"/>
              </a:ext>
            </a:extLst>
          </p:cNvPr>
          <p:cNvPicPr>
            <a:picLocks noChangeAspect="1"/>
          </p:cNvPicPr>
          <p:nvPr/>
        </p:nvPicPr>
        <p:blipFill>
          <a:blip r:embed="rId7"/>
          <a:stretch>
            <a:fillRect/>
          </a:stretch>
        </p:blipFill>
        <p:spPr>
          <a:xfrm>
            <a:off x="9345811" y="5205561"/>
            <a:ext cx="774010" cy="774010"/>
          </a:xfrm>
          <a:prstGeom prst="rect">
            <a:avLst/>
          </a:prstGeom>
        </p:spPr>
      </p:pic>
      <p:sp>
        <p:nvSpPr>
          <p:cNvPr id="42" name="Rectangle: Single Corner Snipped 41">
            <a:extLst>
              <a:ext uri="{FF2B5EF4-FFF2-40B4-BE49-F238E27FC236}">
                <a16:creationId xmlns:a16="http://schemas.microsoft.com/office/drawing/2014/main" id="{A6BCAA83-DC04-FA76-148E-D47A42AEA684}"/>
              </a:ext>
            </a:extLst>
          </p:cNvPr>
          <p:cNvSpPr/>
          <p:nvPr/>
        </p:nvSpPr>
        <p:spPr>
          <a:xfrm>
            <a:off x="1511100" y="5122321"/>
            <a:ext cx="3424893" cy="857250"/>
          </a:xfrm>
          <a:prstGeom prst="snip1Rect">
            <a:avLst/>
          </a:prstGeom>
          <a:solidFill>
            <a:schemeClr val="tx1"/>
          </a:solidFill>
          <a:ln>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304793" lvl="1" indent="0">
              <a:lnSpc>
                <a:spcPct val="150000"/>
              </a:lnSpc>
              <a:buNone/>
            </a:pPr>
            <a:r>
              <a:rPr lang="en-US" sz="2000" dirty="0"/>
              <a:t>3. HTML + CSS + </a:t>
            </a:r>
            <a:r>
              <a:rPr lang="en-US" sz="2000" b="1" dirty="0"/>
              <a:t>JavaScript</a:t>
            </a:r>
            <a:br>
              <a:rPr lang="en-US" sz="2000" b="1" dirty="0"/>
            </a:br>
            <a:r>
              <a:rPr lang="en-US" sz="2000" dirty="0"/>
              <a:t>(</a:t>
            </a:r>
            <a:r>
              <a:rPr lang="en-US" sz="2000" dirty="0">
                <a:solidFill>
                  <a:srgbClr val="0263D1"/>
                </a:solidFill>
              </a:rPr>
              <a:t>Pretty</a:t>
            </a:r>
            <a:r>
              <a:rPr lang="en-US" sz="2000" dirty="0"/>
              <a:t> </a:t>
            </a:r>
            <a:r>
              <a:rPr lang="en-US" sz="2000" dirty="0">
                <a:solidFill>
                  <a:srgbClr val="FF6600"/>
                </a:solidFill>
              </a:rPr>
              <a:t>Structure</a:t>
            </a:r>
            <a:r>
              <a:rPr lang="en-US" sz="2000" dirty="0"/>
              <a:t>, </a:t>
            </a:r>
            <a:r>
              <a:rPr lang="en-US" sz="2000" dirty="0">
                <a:solidFill>
                  <a:srgbClr val="E0C600"/>
                </a:solidFill>
              </a:rPr>
              <a:t>Interactive</a:t>
            </a:r>
            <a:r>
              <a:rPr lang="en-US" sz="2000" dirty="0"/>
              <a:t>)</a:t>
            </a:r>
          </a:p>
        </p:txBody>
      </p:sp>
      <p:pic>
        <p:nvPicPr>
          <p:cNvPr id="44" name="Picture 43">
            <a:extLst>
              <a:ext uri="{FF2B5EF4-FFF2-40B4-BE49-F238E27FC236}">
                <a16:creationId xmlns:a16="http://schemas.microsoft.com/office/drawing/2014/main" id="{38F49793-859E-C8FB-C2A7-AA42FC2C9396}"/>
              </a:ext>
            </a:extLst>
          </p:cNvPr>
          <p:cNvPicPr>
            <a:picLocks noChangeAspect="1"/>
          </p:cNvPicPr>
          <p:nvPr/>
        </p:nvPicPr>
        <p:blipFill>
          <a:blip r:embed="rId8"/>
          <a:stretch>
            <a:fillRect/>
          </a:stretch>
        </p:blipFill>
        <p:spPr>
          <a:xfrm>
            <a:off x="4935993" y="5208865"/>
            <a:ext cx="774010" cy="774010"/>
          </a:xfrm>
          <a:prstGeom prst="rect">
            <a:avLst/>
          </a:prstGeom>
        </p:spPr>
      </p:pic>
      <p:sp>
        <p:nvSpPr>
          <p:cNvPr id="51" name="Equals 50">
            <a:extLst>
              <a:ext uri="{FF2B5EF4-FFF2-40B4-BE49-F238E27FC236}">
                <a16:creationId xmlns:a16="http://schemas.microsoft.com/office/drawing/2014/main" id="{AE94E6AF-5721-4CBB-034D-FF5E02EF22DB}"/>
              </a:ext>
            </a:extLst>
          </p:cNvPr>
          <p:cNvSpPr/>
          <p:nvPr/>
        </p:nvSpPr>
        <p:spPr>
          <a:xfrm>
            <a:off x="8722393" y="3388865"/>
            <a:ext cx="514411" cy="510718"/>
          </a:xfrm>
          <a:prstGeom prst="mathEqual">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Plus Sign 51">
            <a:extLst>
              <a:ext uri="{FF2B5EF4-FFF2-40B4-BE49-F238E27FC236}">
                <a16:creationId xmlns:a16="http://schemas.microsoft.com/office/drawing/2014/main" id="{DED595CD-DBF3-20E0-5280-2CAE6CFCAEF7}"/>
              </a:ext>
            </a:extLst>
          </p:cNvPr>
          <p:cNvSpPr/>
          <p:nvPr/>
        </p:nvSpPr>
        <p:spPr>
          <a:xfrm>
            <a:off x="7216796" y="5337206"/>
            <a:ext cx="514411" cy="510718"/>
          </a:xfrm>
          <a:prstGeom prst="mathPlus">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53" name="Picture 52">
            <a:extLst>
              <a:ext uri="{FF2B5EF4-FFF2-40B4-BE49-F238E27FC236}">
                <a16:creationId xmlns:a16="http://schemas.microsoft.com/office/drawing/2014/main" id="{0F0B0C2E-B7B3-D84D-3698-1F554C5C8B2C}"/>
              </a:ext>
            </a:extLst>
          </p:cNvPr>
          <p:cNvPicPr>
            <a:picLocks noChangeAspect="1"/>
          </p:cNvPicPr>
          <p:nvPr/>
        </p:nvPicPr>
        <p:blipFill>
          <a:blip r:embed="rId3"/>
          <a:stretch>
            <a:fillRect/>
          </a:stretch>
        </p:blipFill>
        <p:spPr>
          <a:xfrm>
            <a:off x="6329521" y="5205560"/>
            <a:ext cx="774010" cy="774010"/>
          </a:xfrm>
          <a:prstGeom prst="rect">
            <a:avLst/>
          </a:prstGeom>
        </p:spPr>
      </p:pic>
      <p:pic>
        <p:nvPicPr>
          <p:cNvPr id="54" name="Picture 53">
            <a:extLst>
              <a:ext uri="{FF2B5EF4-FFF2-40B4-BE49-F238E27FC236}">
                <a16:creationId xmlns:a16="http://schemas.microsoft.com/office/drawing/2014/main" id="{CB06712D-AD17-FD1F-1954-AF8613A36C0C}"/>
              </a:ext>
            </a:extLst>
          </p:cNvPr>
          <p:cNvPicPr>
            <a:picLocks noChangeAspect="1"/>
          </p:cNvPicPr>
          <p:nvPr/>
        </p:nvPicPr>
        <p:blipFill>
          <a:blip r:embed="rId4"/>
          <a:stretch>
            <a:fillRect/>
          </a:stretch>
        </p:blipFill>
        <p:spPr>
          <a:xfrm>
            <a:off x="7839377" y="5205561"/>
            <a:ext cx="774009" cy="774009"/>
          </a:xfrm>
          <a:prstGeom prst="rect">
            <a:avLst/>
          </a:prstGeom>
        </p:spPr>
      </p:pic>
      <p:sp>
        <p:nvSpPr>
          <p:cNvPr id="55" name="Equals 54">
            <a:extLst>
              <a:ext uri="{FF2B5EF4-FFF2-40B4-BE49-F238E27FC236}">
                <a16:creationId xmlns:a16="http://schemas.microsoft.com/office/drawing/2014/main" id="{1D9E6D92-31DC-CB43-186F-1A19E417E75A}"/>
              </a:ext>
            </a:extLst>
          </p:cNvPr>
          <p:cNvSpPr/>
          <p:nvPr/>
        </p:nvSpPr>
        <p:spPr>
          <a:xfrm>
            <a:off x="8722393" y="5314317"/>
            <a:ext cx="514411" cy="510718"/>
          </a:xfrm>
          <a:prstGeom prst="mathEqual">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Plus Sign 55">
            <a:extLst>
              <a:ext uri="{FF2B5EF4-FFF2-40B4-BE49-F238E27FC236}">
                <a16:creationId xmlns:a16="http://schemas.microsoft.com/office/drawing/2014/main" id="{2B46B207-5469-6011-5C4E-C313551A954E}"/>
              </a:ext>
            </a:extLst>
          </p:cNvPr>
          <p:cNvSpPr/>
          <p:nvPr/>
        </p:nvSpPr>
        <p:spPr>
          <a:xfrm>
            <a:off x="5704393" y="5337206"/>
            <a:ext cx="514411" cy="510718"/>
          </a:xfrm>
          <a:prstGeom prst="mathPlus">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quals 57">
            <a:extLst>
              <a:ext uri="{FF2B5EF4-FFF2-40B4-BE49-F238E27FC236}">
                <a16:creationId xmlns:a16="http://schemas.microsoft.com/office/drawing/2014/main" id="{F1FA81F4-5741-2007-002D-4D9DB9C34D67}"/>
              </a:ext>
            </a:extLst>
          </p:cNvPr>
          <p:cNvSpPr/>
          <p:nvPr/>
        </p:nvSpPr>
        <p:spPr>
          <a:xfrm>
            <a:off x="8722393" y="2548519"/>
            <a:ext cx="514411" cy="510718"/>
          </a:xfrm>
          <a:prstGeom prst="mathEqual">
            <a:avLst/>
          </a:prstGeom>
          <a:solidFill>
            <a:schemeClr val="tx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9731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330"/>
                                        <p:tgtEl>
                                          <p:spTgt spid="19"/>
                                        </p:tgtEl>
                                      </p:cBhvr>
                                    </p:animEffect>
                                  </p:childTnLst>
                                </p:cTn>
                              </p:par>
                            </p:childTnLst>
                          </p:cTn>
                        </p:par>
                        <p:par>
                          <p:cTn id="8" fill="hold">
                            <p:stCondLst>
                              <p:cond delay="330"/>
                            </p:stCondLst>
                            <p:childTnLst>
                              <p:par>
                                <p:cTn id="9" presetID="10" presetClass="entr" presetSubtype="0" fill="hold"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330"/>
                                        <p:tgtEl>
                                          <p:spTgt spid="25"/>
                                        </p:tgtEl>
                                      </p:cBhvr>
                                    </p:animEffect>
                                  </p:childTnLst>
                                </p:cTn>
                              </p:par>
                            </p:childTnLst>
                          </p:cTn>
                        </p:par>
                        <p:par>
                          <p:cTn id="12" fill="hold">
                            <p:stCondLst>
                              <p:cond delay="660"/>
                            </p:stCondLst>
                            <p:childTnLst>
                              <p:par>
                                <p:cTn id="13" presetID="10" presetClass="entr" presetSubtype="0" fill="hold" grpId="0" nodeType="after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fade">
                                      <p:cBhvr>
                                        <p:cTn id="15" dur="330"/>
                                        <p:tgtEl>
                                          <p:spTgt spid="58"/>
                                        </p:tgtEl>
                                      </p:cBhvr>
                                    </p:animEffect>
                                  </p:childTnLst>
                                </p:cTn>
                              </p:par>
                            </p:childTnLst>
                          </p:cTn>
                        </p:par>
                        <p:par>
                          <p:cTn id="16" fill="hold">
                            <p:stCondLst>
                              <p:cond delay="990"/>
                            </p:stCondLst>
                            <p:childTnLst>
                              <p:par>
                                <p:cTn id="17" presetID="10" presetClass="entr" presetSubtype="0" fill="hold" nodeType="after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fade">
                                      <p:cBhvr>
                                        <p:cTn id="19" dur="330"/>
                                        <p:tgtEl>
                                          <p:spTgt spid="37"/>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330"/>
                                        <p:tgtEl>
                                          <p:spTgt spid="21"/>
                                        </p:tgtEl>
                                      </p:cBhvr>
                                    </p:animEffect>
                                  </p:childTnLst>
                                </p:cTn>
                              </p:par>
                            </p:childTnLst>
                          </p:cTn>
                        </p:par>
                        <p:par>
                          <p:cTn id="25" fill="hold">
                            <p:stCondLst>
                              <p:cond delay="330"/>
                            </p:stCondLst>
                            <p:childTnLst>
                              <p:par>
                                <p:cTn id="26" presetID="10" presetClass="entr" presetSubtype="0" fill="hold" nodeType="afterEffect">
                                  <p:stCondLst>
                                    <p:cond delay="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330"/>
                                        <p:tgtEl>
                                          <p:spTgt spid="27"/>
                                        </p:tgtEl>
                                      </p:cBhvr>
                                    </p:animEffect>
                                  </p:childTnLst>
                                </p:cTn>
                              </p:par>
                            </p:childTnLst>
                          </p:cTn>
                        </p:par>
                        <p:par>
                          <p:cTn id="29" fill="hold">
                            <p:stCondLst>
                              <p:cond delay="660"/>
                            </p:stCondLst>
                            <p:childTnLst>
                              <p:par>
                                <p:cTn id="30" presetID="10" presetClass="entr" presetSubtype="0" fill="hold" grpId="0" nodeType="after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330"/>
                                        <p:tgtEl>
                                          <p:spTgt spid="26"/>
                                        </p:tgtEl>
                                      </p:cBhvr>
                                    </p:animEffect>
                                  </p:childTnLst>
                                </p:cTn>
                              </p:par>
                            </p:childTnLst>
                          </p:cTn>
                        </p:par>
                        <p:par>
                          <p:cTn id="33" fill="hold">
                            <p:stCondLst>
                              <p:cond delay="990"/>
                            </p:stCondLst>
                            <p:childTnLst>
                              <p:par>
                                <p:cTn id="34" presetID="10" presetClass="entr" presetSubtype="0" fill="hold" nodeType="after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330"/>
                                        <p:tgtEl>
                                          <p:spTgt spid="29"/>
                                        </p:tgtEl>
                                      </p:cBhvr>
                                    </p:animEffect>
                                  </p:childTnLst>
                                </p:cTn>
                              </p:par>
                            </p:childTnLst>
                          </p:cTn>
                        </p:par>
                        <p:par>
                          <p:cTn id="37" fill="hold">
                            <p:stCondLst>
                              <p:cond delay="1320"/>
                            </p:stCondLst>
                            <p:childTnLst>
                              <p:par>
                                <p:cTn id="38" presetID="10" presetClass="entr" presetSubtype="0" fill="hold" grpId="0" nodeType="afterEffect">
                                  <p:stCondLst>
                                    <p:cond delay="0"/>
                                  </p:stCondLst>
                                  <p:childTnLst>
                                    <p:set>
                                      <p:cBhvr>
                                        <p:cTn id="39" dur="1" fill="hold">
                                          <p:stCondLst>
                                            <p:cond delay="0"/>
                                          </p:stCondLst>
                                        </p:cTn>
                                        <p:tgtEl>
                                          <p:spTgt spid="51"/>
                                        </p:tgtEl>
                                        <p:attrNameLst>
                                          <p:attrName>style.visibility</p:attrName>
                                        </p:attrNameLst>
                                      </p:cBhvr>
                                      <p:to>
                                        <p:strVal val="visible"/>
                                      </p:to>
                                    </p:set>
                                    <p:animEffect transition="in" filter="fade">
                                      <p:cBhvr>
                                        <p:cTn id="40" dur="330"/>
                                        <p:tgtEl>
                                          <p:spTgt spid="51"/>
                                        </p:tgtEl>
                                      </p:cBhvr>
                                    </p:animEffect>
                                  </p:childTnLst>
                                </p:cTn>
                              </p:par>
                            </p:childTnLst>
                          </p:cTn>
                        </p:par>
                        <p:par>
                          <p:cTn id="41" fill="hold">
                            <p:stCondLst>
                              <p:cond delay="1650"/>
                            </p:stCondLst>
                            <p:childTnLst>
                              <p:par>
                                <p:cTn id="42" presetID="10" presetClass="entr" presetSubtype="0" fill="hold" nodeType="after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330"/>
                                        <p:tgtEl>
                                          <p:spTgt spid="3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fade">
                                      <p:cBhvr>
                                        <p:cTn id="49" dur="330"/>
                                        <p:tgtEl>
                                          <p:spTgt spid="42"/>
                                        </p:tgtEl>
                                      </p:cBhvr>
                                    </p:animEffect>
                                  </p:childTnLst>
                                </p:cTn>
                              </p:par>
                            </p:childTnLst>
                          </p:cTn>
                        </p:par>
                        <p:par>
                          <p:cTn id="50" fill="hold">
                            <p:stCondLst>
                              <p:cond delay="330"/>
                            </p:stCondLst>
                            <p:childTnLst>
                              <p:par>
                                <p:cTn id="51" presetID="10" presetClass="entr" presetSubtype="0" fill="hold" nodeType="afterEffect">
                                  <p:stCondLst>
                                    <p:cond delay="0"/>
                                  </p:stCondLst>
                                  <p:childTnLst>
                                    <p:set>
                                      <p:cBhvr>
                                        <p:cTn id="52" dur="1" fill="hold">
                                          <p:stCondLst>
                                            <p:cond delay="0"/>
                                          </p:stCondLst>
                                        </p:cTn>
                                        <p:tgtEl>
                                          <p:spTgt spid="44"/>
                                        </p:tgtEl>
                                        <p:attrNameLst>
                                          <p:attrName>style.visibility</p:attrName>
                                        </p:attrNameLst>
                                      </p:cBhvr>
                                      <p:to>
                                        <p:strVal val="visible"/>
                                      </p:to>
                                    </p:set>
                                    <p:animEffect transition="in" filter="fade">
                                      <p:cBhvr>
                                        <p:cTn id="53" dur="330"/>
                                        <p:tgtEl>
                                          <p:spTgt spid="44"/>
                                        </p:tgtEl>
                                      </p:cBhvr>
                                    </p:animEffect>
                                  </p:childTnLst>
                                </p:cTn>
                              </p:par>
                            </p:childTnLst>
                          </p:cTn>
                        </p:par>
                        <p:par>
                          <p:cTn id="54" fill="hold">
                            <p:stCondLst>
                              <p:cond delay="660"/>
                            </p:stCondLst>
                            <p:childTnLst>
                              <p:par>
                                <p:cTn id="55" presetID="10" presetClass="entr" presetSubtype="0" fill="hold" grpId="0" nodeType="afterEffect">
                                  <p:stCondLst>
                                    <p:cond delay="0"/>
                                  </p:stCondLst>
                                  <p:childTnLst>
                                    <p:set>
                                      <p:cBhvr>
                                        <p:cTn id="56" dur="1" fill="hold">
                                          <p:stCondLst>
                                            <p:cond delay="0"/>
                                          </p:stCondLst>
                                        </p:cTn>
                                        <p:tgtEl>
                                          <p:spTgt spid="56"/>
                                        </p:tgtEl>
                                        <p:attrNameLst>
                                          <p:attrName>style.visibility</p:attrName>
                                        </p:attrNameLst>
                                      </p:cBhvr>
                                      <p:to>
                                        <p:strVal val="visible"/>
                                      </p:to>
                                    </p:set>
                                    <p:animEffect transition="in" filter="fade">
                                      <p:cBhvr>
                                        <p:cTn id="57" dur="330"/>
                                        <p:tgtEl>
                                          <p:spTgt spid="56"/>
                                        </p:tgtEl>
                                      </p:cBhvr>
                                    </p:animEffect>
                                  </p:childTnLst>
                                </p:cTn>
                              </p:par>
                            </p:childTnLst>
                          </p:cTn>
                        </p:par>
                        <p:par>
                          <p:cTn id="58" fill="hold">
                            <p:stCondLst>
                              <p:cond delay="990"/>
                            </p:stCondLst>
                            <p:childTnLst>
                              <p:par>
                                <p:cTn id="59" presetID="10" presetClass="entr" presetSubtype="0" fill="hold" nodeType="afterEffect">
                                  <p:stCondLst>
                                    <p:cond delay="0"/>
                                  </p:stCondLst>
                                  <p:childTnLst>
                                    <p:set>
                                      <p:cBhvr>
                                        <p:cTn id="60" dur="1" fill="hold">
                                          <p:stCondLst>
                                            <p:cond delay="0"/>
                                          </p:stCondLst>
                                        </p:cTn>
                                        <p:tgtEl>
                                          <p:spTgt spid="53"/>
                                        </p:tgtEl>
                                        <p:attrNameLst>
                                          <p:attrName>style.visibility</p:attrName>
                                        </p:attrNameLst>
                                      </p:cBhvr>
                                      <p:to>
                                        <p:strVal val="visible"/>
                                      </p:to>
                                    </p:set>
                                    <p:animEffect transition="in" filter="fade">
                                      <p:cBhvr>
                                        <p:cTn id="61" dur="330"/>
                                        <p:tgtEl>
                                          <p:spTgt spid="53"/>
                                        </p:tgtEl>
                                      </p:cBhvr>
                                    </p:animEffect>
                                  </p:childTnLst>
                                </p:cTn>
                              </p:par>
                            </p:childTnLst>
                          </p:cTn>
                        </p:par>
                        <p:par>
                          <p:cTn id="62" fill="hold">
                            <p:stCondLst>
                              <p:cond delay="1320"/>
                            </p:stCondLst>
                            <p:childTnLst>
                              <p:par>
                                <p:cTn id="63" presetID="10" presetClass="entr" presetSubtype="0" fill="hold" grpId="0" nodeType="afterEffect">
                                  <p:stCondLst>
                                    <p:cond delay="0"/>
                                  </p:stCondLst>
                                  <p:childTnLst>
                                    <p:set>
                                      <p:cBhvr>
                                        <p:cTn id="64" dur="1" fill="hold">
                                          <p:stCondLst>
                                            <p:cond delay="0"/>
                                          </p:stCondLst>
                                        </p:cTn>
                                        <p:tgtEl>
                                          <p:spTgt spid="52"/>
                                        </p:tgtEl>
                                        <p:attrNameLst>
                                          <p:attrName>style.visibility</p:attrName>
                                        </p:attrNameLst>
                                      </p:cBhvr>
                                      <p:to>
                                        <p:strVal val="visible"/>
                                      </p:to>
                                    </p:set>
                                    <p:animEffect transition="in" filter="fade">
                                      <p:cBhvr>
                                        <p:cTn id="65" dur="330"/>
                                        <p:tgtEl>
                                          <p:spTgt spid="52"/>
                                        </p:tgtEl>
                                      </p:cBhvr>
                                    </p:animEffect>
                                  </p:childTnLst>
                                </p:cTn>
                              </p:par>
                            </p:childTnLst>
                          </p:cTn>
                        </p:par>
                        <p:par>
                          <p:cTn id="66" fill="hold">
                            <p:stCondLst>
                              <p:cond delay="1650"/>
                            </p:stCondLst>
                            <p:childTnLst>
                              <p:par>
                                <p:cTn id="67" presetID="10" presetClass="entr" presetSubtype="0" fill="hold" nodeType="afterEffect">
                                  <p:stCondLst>
                                    <p:cond delay="0"/>
                                  </p:stCondLst>
                                  <p:childTnLst>
                                    <p:set>
                                      <p:cBhvr>
                                        <p:cTn id="68" dur="1" fill="hold">
                                          <p:stCondLst>
                                            <p:cond delay="0"/>
                                          </p:stCondLst>
                                        </p:cTn>
                                        <p:tgtEl>
                                          <p:spTgt spid="54"/>
                                        </p:tgtEl>
                                        <p:attrNameLst>
                                          <p:attrName>style.visibility</p:attrName>
                                        </p:attrNameLst>
                                      </p:cBhvr>
                                      <p:to>
                                        <p:strVal val="visible"/>
                                      </p:to>
                                    </p:set>
                                    <p:animEffect transition="in" filter="fade">
                                      <p:cBhvr>
                                        <p:cTn id="69" dur="330"/>
                                        <p:tgtEl>
                                          <p:spTgt spid="54"/>
                                        </p:tgtEl>
                                      </p:cBhvr>
                                    </p:animEffect>
                                  </p:childTnLst>
                                </p:cTn>
                              </p:par>
                            </p:childTnLst>
                          </p:cTn>
                        </p:par>
                        <p:par>
                          <p:cTn id="70" fill="hold">
                            <p:stCondLst>
                              <p:cond delay="1980"/>
                            </p:stCondLst>
                            <p:childTnLst>
                              <p:par>
                                <p:cTn id="71" presetID="10" presetClass="entr" presetSubtype="0" fill="hold" grpId="0" nodeType="afterEffect">
                                  <p:stCondLst>
                                    <p:cond delay="0"/>
                                  </p:stCondLst>
                                  <p:childTnLst>
                                    <p:set>
                                      <p:cBhvr>
                                        <p:cTn id="72" dur="1" fill="hold">
                                          <p:stCondLst>
                                            <p:cond delay="0"/>
                                          </p:stCondLst>
                                        </p:cTn>
                                        <p:tgtEl>
                                          <p:spTgt spid="55"/>
                                        </p:tgtEl>
                                        <p:attrNameLst>
                                          <p:attrName>style.visibility</p:attrName>
                                        </p:attrNameLst>
                                      </p:cBhvr>
                                      <p:to>
                                        <p:strVal val="visible"/>
                                      </p:to>
                                    </p:set>
                                    <p:animEffect transition="in" filter="fade">
                                      <p:cBhvr>
                                        <p:cTn id="73" dur="330"/>
                                        <p:tgtEl>
                                          <p:spTgt spid="55"/>
                                        </p:tgtEl>
                                      </p:cBhvr>
                                    </p:animEffect>
                                  </p:childTnLst>
                                </p:cTn>
                              </p:par>
                            </p:childTnLst>
                          </p:cTn>
                        </p:par>
                        <p:par>
                          <p:cTn id="74" fill="hold">
                            <p:stCondLst>
                              <p:cond delay="2310"/>
                            </p:stCondLst>
                            <p:childTnLst>
                              <p:par>
                                <p:cTn id="75" presetID="10" presetClass="entr" presetSubtype="0" fill="hold" nodeType="afterEffect">
                                  <p:stCondLst>
                                    <p:cond delay="0"/>
                                  </p:stCondLst>
                                  <p:childTnLst>
                                    <p:set>
                                      <p:cBhvr>
                                        <p:cTn id="76" dur="1" fill="hold">
                                          <p:stCondLst>
                                            <p:cond delay="0"/>
                                          </p:stCondLst>
                                        </p:cTn>
                                        <p:tgtEl>
                                          <p:spTgt spid="41"/>
                                        </p:tgtEl>
                                        <p:attrNameLst>
                                          <p:attrName>style.visibility</p:attrName>
                                        </p:attrNameLst>
                                      </p:cBhvr>
                                      <p:to>
                                        <p:strVal val="visible"/>
                                      </p:to>
                                    </p:set>
                                    <p:animEffect transition="in" filter="fade">
                                      <p:cBhvr>
                                        <p:cTn id="77" dur="330"/>
                                        <p:tgtEl>
                                          <p:spTgt spid="41"/>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xit" presetSubtype="4" fill="hold" grpId="1" nodeType="clickEffect">
                                  <p:stCondLst>
                                    <p:cond delay="0"/>
                                  </p:stCondLst>
                                  <p:childTnLst>
                                    <p:animEffect transition="out" filter="wipe(down)">
                                      <p:cBhvr>
                                        <p:cTn id="81" dur="500"/>
                                        <p:tgtEl>
                                          <p:spTgt spid="19"/>
                                        </p:tgtEl>
                                      </p:cBhvr>
                                    </p:animEffect>
                                    <p:set>
                                      <p:cBhvr>
                                        <p:cTn id="82" dur="1" fill="hold">
                                          <p:stCondLst>
                                            <p:cond delay="499"/>
                                          </p:stCondLst>
                                        </p:cTn>
                                        <p:tgtEl>
                                          <p:spTgt spid="19"/>
                                        </p:tgtEl>
                                        <p:attrNameLst>
                                          <p:attrName>style.visibility</p:attrName>
                                        </p:attrNameLst>
                                      </p:cBhvr>
                                      <p:to>
                                        <p:strVal val="hidden"/>
                                      </p:to>
                                    </p:set>
                                  </p:childTnLst>
                                </p:cTn>
                              </p:par>
                              <p:par>
                                <p:cTn id="83" presetID="22" presetClass="exit" presetSubtype="4" fill="hold" nodeType="withEffect">
                                  <p:stCondLst>
                                    <p:cond delay="0"/>
                                  </p:stCondLst>
                                  <p:childTnLst>
                                    <p:animEffect transition="out" filter="wipe(down)">
                                      <p:cBhvr>
                                        <p:cTn id="84" dur="500"/>
                                        <p:tgtEl>
                                          <p:spTgt spid="25"/>
                                        </p:tgtEl>
                                      </p:cBhvr>
                                    </p:animEffect>
                                    <p:set>
                                      <p:cBhvr>
                                        <p:cTn id="85" dur="1" fill="hold">
                                          <p:stCondLst>
                                            <p:cond delay="499"/>
                                          </p:stCondLst>
                                        </p:cTn>
                                        <p:tgtEl>
                                          <p:spTgt spid="25"/>
                                        </p:tgtEl>
                                        <p:attrNameLst>
                                          <p:attrName>style.visibility</p:attrName>
                                        </p:attrNameLst>
                                      </p:cBhvr>
                                      <p:to>
                                        <p:strVal val="hidden"/>
                                      </p:to>
                                    </p:set>
                                  </p:childTnLst>
                                </p:cTn>
                              </p:par>
                              <p:par>
                                <p:cTn id="86" presetID="22" presetClass="exit" presetSubtype="4" fill="hold" grpId="1" nodeType="withEffect">
                                  <p:stCondLst>
                                    <p:cond delay="0"/>
                                  </p:stCondLst>
                                  <p:childTnLst>
                                    <p:animEffect transition="out" filter="wipe(down)">
                                      <p:cBhvr>
                                        <p:cTn id="87" dur="500"/>
                                        <p:tgtEl>
                                          <p:spTgt spid="58"/>
                                        </p:tgtEl>
                                      </p:cBhvr>
                                    </p:animEffect>
                                    <p:set>
                                      <p:cBhvr>
                                        <p:cTn id="88" dur="1" fill="hold">
                                          <p:stCondLst>
                                            <p:cond delay="499"/>
                                          </p:stCondLst>
                                        </p:cTn>
                                        <p:tgtEl>
                                          <p:spTgt spid="58"/>
                                        </p:tgtEl>
                                        <p:attrNameLst>
                                          <p:attrName>style.visibility</p:attrName>
                                        </p:attrNameLst>
                                      </p:cBhvr>
                                      <p:to>
                                        <p:strVal val="hidden"/>
                                      </p:to>
                                    </p:set>
                                  </p:childTnLst>
                                </p:cTn>
                              </p:par>
                              <p:par>
                                <p:cTn id="89" presetID="22" presetClass="exit" presetSubtype="4" fill="hold" nodeType="withEffect">
                                  <p:stCondLst>
                                    <p:cond delay="0"/>
                                  </p:stCondLst>
                                  <p:childTnLst>
                                    <p:animEffect transition="out" filter="wipe(down)">
                                      <p:cBhvr>
                                        <p:cTn id="90" dur="500"/>
                                        <p:tgtEl>
                                          <p:spTgt spid="37"/>
                                        </p:tgtEl>
                                      </p:cBhvr>
                                    </p:animEffect>
                                    <p:set>
                                      <p:cBhvr>
                                        <p:cTn id="91" dur="1" fill="hold">
                                          <p:stCondLst>
                                            <p:cond delay="499"/>
                                          </p:stCondLst>
                                        </p:cTn>
                                        <p:tgtEl>
                                          <p:spTgt spid="37"/>
                                        </p:tgtEl>
                                        <p:attrNameLst>
                                          <p:attrName>style.visibility</p:attrName>
                                        </p:attrNameLst>
                                      </p:cBhvr>
                                      <p:to>
                                        <p:strVal val="hidden"/>
                                      </p:to>
                                    </p:set>
                                  </p:childTnLst>
                                </p:cTn>
                              </p:par>
                              <p:par>
                                <p:cTn id="92" presetID="22" presetClass="exit" presetSubtype="4" fill="hold" grpId="1" nodeType="withEffect">
                                  <p:stCondLst>
                                    <p:cond delay="0"/>
                                  </p:stCondLst>
                                  <p:childTnLst>
                                    <p:animEffect transition="out" filter="wipe(down)">
                                      <p:cBhvr>
                                        <p:cTn id="93" dur="500"/>
                                        <p:tgtEl>
                                          <p:spTgt spid="21"/>
                                        </p:tgtEl>
                                      </p:cBhvr>
                                    </p:animEffect>
                                    <p:set>
                                      <p:cBhvr>
                                        <p:cTn id="94" dur="1" fill="hold">
                                          <p:stCondLst>
                                            <p:cond delay="499"/>
                                          </p:stCondLst>
                                        </p:cTn>
                                        <p:tgtEl>
                                          <p:spTgt spid="21"/>
                                        </p:tgtEl>
                                        <p:attrNameLst>
                                          <p:attrName>style.visibility</p:attrName>
                                        </p:attrNameLst>
                                      </p:cBhvr>
                                      <p:to>
                                        <p:strVal val="hidden"/>
                                      </p:to>
                                    </p:set>
                                  </p:childTnLst>
                                </p:cTn>
                              </p:par>
                              <p:par>
                                <p:cTn id="95" presetID="22" presetClass="exit" presetSubtype="4" fill="hold" nodeType="withEffect">
                                  <p:stCondLst>
                                    <p:cond delay="0"/>
                                  </p:stCondLst>
                                  <p:childTnLst>
                                    <p:animEffect transition="out" filter="wipe(down)">
                                      <p:cBhvr>
                                        <p:cTn id="96" dur="500"/>
                                        <p:tgtEl>
                                          <p:spTgt spid="27"/>
                                        </p:tgtEl>
                                      </p:cBhvr>
                                    </p:animEffect>
                                    <p:set>
                                      <p:cBhvr>
                                        <p:cTn id="97" dur="1" fill="hold">
                                          <p:stCondLst>
                                            <p:cond delay="499"/>
                                          </p:stCondLst>
                                        </p:cTn>
                                        <p:tgtEl>
                                          <p:spTgt spid="27"/>
                                        </p:tgtEl>
                                        <p:attrNameLst>
                                          <p:attrName>style.visibility</p:attrName>
                                        </p:attrNameLst>
                                      </p:cBhvr>
                                      <p:to>
                                        <p:strVal val="hidden"/>
                                      </p:to>
                                    </p:set>
                                  </p:childTnLst>
                                </p:cTn>
                              </p:par>
                              <p:par>
                                <p:cTn id="98" presetID="22" presetClass="exit" presetSubtype="4" fill="hold" grpId="1" nodeType="withEffect">
                                  <p:stCondLst>
                                    <p:cond delay="0"/>
                                  </p:stCondLst>
                                  <p:childTnLst>
                                    <p:animEffect transition="out" filter="wipe(down)">
                                      <p:cBhvr>
                                        <p:cTn id="99" dur="500"/>
                                        <p:tgtEl>
                                          <p:spTgt spid="26"/>
                                        </p:tgtEl>
                                      </p:cBhvr>
                                    </p:animEffect>
                                    <p:set>
                                      <p:cBhvr>
                                        <p:cTn id="100" dur="1" fill="hold">
                                          <p:stCondLst>
                                            <p:cond delay="499"/>
                                          </p:stCondLst>
                                        </p:cTn>
                                        <p:tgtEl>
                                          <p:spTgt spid="26"/>
                                        </p:tgtEl>
                                        <p:attrNameLst>
                                          <p:attrName>style.visibility</p:attrName>
                                        </p:attrNameLst>
                                      </p:cBhvr>
                                      <p:to>
                                        <p:strVal val="hidden"/>
                                      </p:to>
                                    </p:set>
                                  </p:childTnLst>
                                </p:cTn>
                              </p:par>
                              <p:par>
                                <p:cTn id="101" presetID="22" presetClass="exit" presetSubtype="4" fill="hold" nodeType="withEffect">
                                  <p:stCondLst>
                                    <p:cond delay="0"/>
                                  </p:stCondLst>
                                  <p:childTnLst>
                                    <p:animEffect transition="out" filter="wipe(down)">
                                      <p:cBhvr>
                                        <p:cTn id="102" dur="500"/>
                                        <p:tgtEl>
                                          <p:spTgt spid="29"/>
                                        </p:tgtEl>
                                      </p:cBhvr>
                                    </p:animEffect>
                                    <p:set>
                                      <p:cBhvr>
                                        <p:cTn id="103" dur="1" fill="hold">
                                          <p:stCondLst>
                                            <p:cond delay="499"/>
                                          </p:stCondLst>
                                        </p:cTn>
                                        <p:tgtEl>
                                          <p:spTgt spid="29"/>
                                        </p:tgtEl>
                                        <p:attrNameLst>
                                          <p:attrName>style.visibility</p:attrName>
                                        </p:attrNameLst>
                                      </p:cBhvr>
                                      <p:to>
                                        <p:strVal val="hidden"/>
                                      </p:to>
                                    </p:set>
                                  </p:childTnLst>
                                </p:cTn>
                              </p:par>
                              <p:par>
                                <p:cTn id="104" presetID="22" presetClass="exit" presetSubtype="4" fill="hold" grpId="1" nodeType="withEffect">
                                  <p:stCondLst>
                                    <p:cond delay="0"/>
                                  </p:stCondLst>
                                  <p:childTnLst>
                                    <p:animEffect transition="out" filter="wipe(down)">
                                      <p:cBhvr>
                                        <p:cTn id="105" dur="500"/>
                                        <p:tgtEl>
                                          <p:spTgt spid="51"/>
                                        </p:tgtEl>
                                      </p:cBhvr>
                                    </p:animEffect>
                                    <p:set>
                                      <p:cBhvr>
                                        <p:cTn id="106" dur="1" fill="hold">
                                          <p:stCondLst>
                                            <p:cond delay="499"/>
                                          </p:stCondLst>
                                        </p:cTn>
                                        <p:tgtEl>
                                          <p:spTgt spid="51"/>
                                        </p:tgtEl>
                                        <p:attrNameLst>
                                          <p:attrName>style.visibility</p:attrName>
                                        </p:attrNameLst>
                                      </p:cBhvr>
                                      <p:to>
                                        <p:strVal val="hidden"/>
                                      </p:to>
                                    </p:set>
                                  </p:childTnLst>
                                </p:cTn>
                              </p:par>
                              <p:par>
                                <p:cTn id="107" presetID="22" presetClass="exit" presetSubtype="4" fill="hold" nodeType="withEffect">
                                  <p:stCondLst>
                                    <p:cond delay="0"/>
                                  </p:stCondLst>
                                  <p:childTnLst>
                                    <p:animEffect transition="out" filter="wipe(down)">
                                      <p:cBhvr>
                                        <p:cTn id="108" dur="500"/>
                                        <p:tgtEl>
                                          <p:spTgt spid="39"/>
                                        </p:tgtEl>
                                      </p:cBhvr>
                                    </p:animEffect>
                                    <p:set>
                                      <p:cBhvr>
                                        <p:cTn id="109" dur="1" fill="hold">
                                          <p:stCondLst>
                                            <p:cond delay="499"/>
                                          </p:stCondLst>
                                        </p:cTn>
                                        <p:tgtEl>
                                          <p:spTgt spid="39"/>
                                        </p:tgtEl>
                                        <p:attrNameLst>
                                          <p:attrName>style.visibility</p:attrName>
                                        </p:attrNameLst>
                                      </p:cBhvr>
                                      <p:to>
                                        <p:strVal val="hidden"/>
                                      </p:to>
                                    </p:set>
                                  </p:childTnLst>
                                </p:cTn>
                              </p:par>
                              <p:par>
                                <p:cTn id="110" presetID="22" presetClass="exit" presetSubtype="4" fill="hold" nodeType="withEffect">
                                  <p:stCondLst>
                                    <p:cond delay="0"/>
                                  </p:stCondLst>
                                  <p:childTnLst>
                                    <p:animEffect transition="out" filter="wipe(down)">
                                      <p:cBhvr>
                                        <p:cTn id="111" dur="500"/>
                                        <p:tgtEl>
                                          <p:spTgt spid="41"/>
                                        </p:tgtEl>
                                      </p:cBhvr>
                                    </p:animEffect>
                                    <p:set>
                                      <p:cBhvr>
                                        <p:cTn id="112" dur="1" fill="hold">
                                          <p:stCondLst>
                                            <p:cond delay="499"/>
                                          </p:stCondLst>
                                        </p:cTn>
                                        <p:tgtEl>
                                          <p:spTgt spid="41"/>
                                        </p:tgtEl>
                                        <p:attrNameLst>
                                          <p:attrName>style.visibility</p:attrName>
                                        </p:attrNameLst>
                                      </p:cBhvr>
                                      <p:to>
                                        <p:strVal val="hidden"/>
                                      </p:to>
                                    </p:set>
                                  </p:childTnLst>
                                </p:cTn>
                              </p:par>
                              <p:par>
                                <p:cTn id="113" presetID="22" presetClass="exit" presetSubtype="4" fill="hold" grpId="1" nodeType="withEffect">
                                  <p:stCondLst>
                                    <p:cond delay="0"/>
                                  </p:stCondLst>
                                  <p:childTnLst>
                                    <p:animEffect transition="out" filter="wipe(down)">
                                      <p:cBhvr>
                                        <p:cTn id="114" dur="500"/>
                                        <p:tgtEl>
                                          <p:spTgt spid="42"/>
                                        </p:tgtEl>
                                      </p:cBhvr>
                                    </p:animEffect>
                                    <p:set>
                                      <p:cBhvr>
                                        <p:cTn id="115" dur="1" fill="hold">
                                          <p:stCondLst>
                                            <p:cond delay="499"/>
                                          </p:stCondLst>
                                        </p:cTn>
                                        <p:tgtEl>
                                          <p:spTgt spid="42"/>
                                        </p:tgtEl>
                                        <p:attrNameLst>
                                          <p:attrName>style.visibility</p:attrName>
                                        </p:attrNameLst>
                                      </p:cBhvr>
                                      <p:to>
                                        <p:strVal val="hidden"/>
                                      </p:to>
                                    </p:set>
                                  </p:childTnLst>
                                </p:cTn>
                              </p:par>
                              <p:par>
                                <p:cTn id="116" presetID="22" presetClass="exit" presetSubtype="4" fill="hold" nodeType="withEffect">
                                  <p:stCondLst>
                                    <p:cond delay="0"/>
                                  </p:stCondLst>
                                  <p:childTnLst>
                                    <p:animEffect transition="out" filter="wipe(down)">
                                      <p:cBhvr>
                                        <p:cTn id="117" dur="500"/>
                                        <p:tgtEl>
                                          <p:spTgt spid="44"/>
                                        </p:tgtEl>
                                      </p:cBhvr>
                                    </p:animEffect>
                                    <p:set>
                                      <p:cBhvr>
                                        <p:cTn id="118" dur="1" fill="hold">
                                          <p:stCondLst>
                                            <p:cond delay="499"/>
                                          </p:stCondLst>
                                        </p:cTn>
                                        <p:tgtEl>
                                          <p:spTgt spid="44"/>
                                        </p:tgtEl>
                                        <p:attrNameLst>
                                          <p:attrName>style.visibility</p:attrName>
                                        </p:attrNameLst>
                                      </p:cBhvr>
                                      <p:to>
                                        <p:strVal val="hidden"/>
                                      </p:to>
                                    </p:set>
                                  </p:childTnLst>
                                </p:cTn>
                              </p:par>
                              <p:par>
                                <p:cTn id="119" presetID="22" presetClass="exit" presetSubtype="4" fill="hold" grpId="1" nodeType="withEffect">
                                  <p:stCondLst>
                                    <p:cond delay="0"/>
                                  </p:stCondLst>
                                  <p:childTnLst>
                                    <p:animEffect transition="out" filter="wipe(down)">
                                      <p:cBhvr>
                                        <p:cTn id="120" dur="500"/>
                                        <p:tgtEl>
                                          <p:spTgt spid="52"/>
                                        </p:tgtEl>
                                      </p:cBhvr>
                                    </p:animEffect>
                                    <p:set>
                                      <p:cBhvr>
                                        <p:cTn id="121" dur="1" fill="hold">
                                          <p:stCondLst>
                                            <p:cond delay="499"/>
                                          </p:stCondLst>
                                        </p:cTn>
                                        <p:tgtEl>
                                          <p:spTgt spid="52"/>
                                        </p:tgtEl>
                                        <p:attrNameLst>
                                          <p:attrName>style.visibility</p:attrName>
                                        </p:attrNameLst>
                                      </p:cBhvr>
                                      <p:to>
                                        <p:strVal val="hidden"/>
                                      </p:to>
                                    </p:set>
                                  </p:childTnLst>
                                </p:cTn>
                              </p:par>
                              <p:par>
                                <p:cTn id="122" presetID="22" presetClass="exit" presetSubtype="4" fill="hold" nodeType="withEffect">
                                  <p:stCondLst>
                                    <p:cond delay="0"/>
                                  </p:stCondLst>
                                  <p:childTnLst>
                                    <p:animEffect transition="out" filter="wipe(down)">
                                      <p:cBhvr>
                                        <p:cTn id="123" dur="500"/>
                                        <p:tgtEl>
                                          <p:spTgt spid="53"/>
                                        </p:tgtEl>
                                      </p:cBhvr>
                                    </p:animEffect>
                                    <p:set>
                                      <p:cBhvr>
                                        <p:cTn id="124" dur="1" fill="hold">
                                          <p:stCondLst>
                                            <p:cond delay="499"/>
                                          </p:stCondLst>
                                        </p:cTn>
                                        <p:tgtEl>
                                          <p:spTgt spid="53"/>
                                        </p:tgtEl>
                                        <p:attrNameLst>
                                          <p:attrName>style.visibility</p:attrName>
                                        </p:attrNameLst>
                                      </p:cBhvr>
                                      <p:to>
                                        <p:strVal val="hidden"/>
                                      </p:to>
                                    </p:set>
                                  </p:childTnLst>
                                </p:cTn>
                              </p:par>
                              <p:par>
                                <p:cTn id="125" presetID="22" presetClass="exit" presetSubtype="4" fill="hold" nodeType="withEffect">
                                  <p:stCondLst>
                                    <p:cond delay="0"/>
                                  </p:stCondLst>
                                  <p:childTnLst>
                                    <p:animEffect transition="out" filter="wipe(down)">
                                      <p:cBhvr>
                                        <p:cTn id="126" dur="500"/>
                                        <p:tgtEl>
                                          <p:spTgt spid="54"/>
                                        </p:tgtEl>
                                      </p:cBhvr>
                                    </p:animEffect>
                                    <p:set>
                                      <p:cBhvr>
                                        <p:cTn id="127" dur="1" fill="hold">
                                          <p:stCondLst>
                                            <p:cond delay="499"/>
                                          </p:stCondLst>
                                        </p:cTn>
                                        <p:tgtEl>
                                          <p:spTgt spid="54"/>
                                        </p:tgtEl>
                                        <p:attrNameLst>
                                          <p:attrName>style.visibility</p:attrName>
                                        </p:attrNameLst>
                                      </p:cBhvr>
                                      <p:to>
                                        <p:strVal val="hidden"/>
                                      </p:to>
                                    </p:set>
                                  </p:childTnLst>
                                </p:cTn>
                              </p:par>
                              <p:par>
                                <p:cTn id="128" presetID="22" presetClass="exit" presetSubtype="4" fill="hold" grpId="1" nodeType="withEffect">
                                  <p:stCondLst>
                                    <p:cond delay="0"/>
                                  </p:stCondLst>
                                  <p:childTnLst>
                                    <p:animEffect transition="out" filter="wipe(down)">
                                      <p:cBhvr>
                                        <p:cTn id="129" dur="500"/>
                                        <p:tgtEl>
                                          <p:spTgt spid="55"/>
                                        </p:tgtEl>
                                      </p:cBhvr>
                                    </p:animEffect>
                                    <p:set>
                                      <p:cBhvr>
                                        <p:cTn id="130" dur="1" fill="hold">
                                          <p:stCondLst>
                                            <p:cond delay="499"/>
                                          </p:stCondLst>
                                        </p:cTn>
                                        <p:tgtEl>
                                          <p:spTgt spid="55"/>
                                        </p:tgtEl>
                                        <p:attrNameLst>
                                          <p:attrName>style.visibility</p:attrName>
                                        </p:attrNameLst>
                                      </p:cBhvr>
                                      <p:to>
                                        <p:strVal val="hidden"/>
                                      </p:to>
                                    </p:set>
                                  </p:childTnLst>
                                </p:cTn>
                              </p:par>
                              <p:par>
                                <p:cTn id="131" presetID="22" presetClass="exit" presetSubtype="4" fill="hold" grpId="1" nodeType="withEffect">
                                  <p:stCondLst>
                                    <p:cond delay="0"/>
                                  </p:stCondLst>
                                  <p:childTnLst>
                                    <p:animEffect transition="out" filter="wipe(down)">
                                      <p:cBhvr>
                                        <p:cTn id="132" dur="500"/>
                                        <p:tgtEl>
                                          <p:spTgt spid="56"/>
                                        </p:tgtEl>
                                      </p:cBhvr>
                                    </p:animEffect>
                                    <p:set>
                                      <p:cBhvr>
                                        <p:cTn id="133" dur="1" fill="hold">
                                          <p:stCondLst>
                                            <p:cond delay="499"/>
                                          </p:stCondLst>
                                        </p:cTn>
                                        <p:tgtEl>
                                          <p:spTgt spid="56"/>
                                        </p:tgtEl>
                                        <p:attrNameLst>
                                          <p:attrName>style.visibility</p:attrName>
                                        </p:attrNameLst>
                                      </p:cBhvr>
                                      <p:to>
                                        <p:strVal val="hidden"/>
                                      </p:to>
                                    </p:set>
                                  </p:childTnLst>
                                </p:cTn>
                              </p:par>
                              <p:par>
                                <p:cTn id="134" presetID="22" presetClass="exit" presetSubtype="4" fill="hold" grpId="0" nodeType="withEffect">
                                  <p:stCondLst>
                                    <p:cond delay="0"/>
                                  </p:stCondLst>
                                  <p:childTnLst>
                                    <p:animEffect transition="out" filter="wipe(down)">
                                      <p:cBhvr>
                                        <p:cTn id="135" dur="500"/>
                                        <p:tgtEl>
                                          <p:spTgt spid="3">
                                            <p:txEl>
                                              <p:pRg st="0" end="0"/>
                                            </p:txEl>
                                          </p:spTgt>
                                        </p:tgtEl>
                                      </p:cBhvr>
                                    </p:animEffect>
                                    <p:set>
                                      <p:cBhvr>
                                        <p:cTn id="136" dur="1" fill="hold">
                                          <p:stCondLst>
                                            <p:cond delay="499"/>
                                          </p:stCondLst>
                                        </p:cTn>
                                        <p:tgtEl>
                                          <p:spTgt spid="3">
                                            <p:txEl>
                                              <p:pRg st="0" end="0"/>
                                            </p:txEl>
                                          </p:spTgt>
                                        </p:tgtEl>
                                        <p:attrNameLst>
                                          <p:attrName>style.visibility</p:attrName>
                                        </p:attrNameLst>
                                      </p:cBhvr>
                                      <p:to>
                                        <p:strVal val="hidden"/>
                                      </p:to>
                                    </p:set>
                                  </p:childTnLst>
                                </p:cTn>
                              </p:par>
                              <p:par>
                                <p:cTn id="137" presetID="22" presetClass="exit" presetSubtype="4" fill="hold" grpId="0" nodeType="withEffect">
                                  <p:stCondLst>
                                    <p:cond delay="0"/>
                                  </p:stCondLst>
                                  <p:childTnLst>
                                    <p:animEffect transition="out" filter="wipe(down)">
                                      <p:cBhvr>
                                        <p:cTn id="138" dur="500"/>
                                        <p:tgtEl>
                                          <p:spTgt spid="3">
                                            <p:txEl>
                                              <p:pRg st="2" end="2"/>
                                            </p:txEl>
                                          </p:spTgt>
                                        </p:tgtEl>
                                      </p:cBhvr>
                                    </p:animEffect>
                                    <p:set>
                                      <p:cBhvr>
                                        <p:cTn id="139" dur="1" fill="hold">
                                          <p:stCondLst>
                                            <p:cond delay="499"/>
                                          </p:stCondLst>
                                        </p:cTn>
                                        <p:tgtEl>
                                          <p:spTgt spid="3">
                                            <p:txEl>
                                              <p:pRg st="2" end="2"/>
                                            </p:txEl>
                                          </p:spTgt>
                                        </p:tgtEl>
                                        <p:attrNameLst>
                                          <p:attrName>style.visibility</p:attrName>
                                        </p:attrNameLst>
                                      </p:cBhvr>
                                      <p:to>
                                        <p:strVal val="hidden"/>
                                      </p:to>
                                    </p:set>
                                  </p:childTnLst>
                                </p:cTn>
                              </p:par>
                              <p:par>
                                <p:cTn id="140" presetID="22" presetClass="exit" presetSubtype="4" fill="hold" grpId="0" nodeType="withEffect">
                                  <p:stCondLst>
                                    <p:cond delay="0"/>
                                  </p:stCondLst>
                                  <p:childTnLst>
                                    <p:animEffect transition="out" filter="wipe(down)">
                                      <p:cBhvr>
                                        <p:cTn id="141" dur="500"/>
                                        <p:tgtEl>
                                          <p:spTgt spid="3">
                                            <p:bg/>
                                          </p:spTgt>
                                        </p:tgtEl>
                                      </p:cBhvr>
                                    </p:animEffect>
                                    <p:set>
                                      <p:cBhvr>
                                        <p:cTn id="142" dur="1" fill="hold">
                                          <p:stCondLst>
                                            <p:cond delay="499"/>
                                          </p:stCondLst>
                                        </p:cTn>
                                        <p:tgtEl>
                                          <p:spTgt spid="3">
                                            <p:bg/>
                                          </p:spTgt>
                                        </p:tgtEl>
                                        <p:attrNameLst>
                                          <p:attrName>style.visibility</p:attrName>
                                        </p:attrNameLst>
                                      </p:cBhvr>
                                      <p:to>
                                        <p:strVal val="hidden"/>
                                      </p:to>
                                    </p:set>
                                  </p:childTnLst>
                                </p:cTn>
                              </p:par>
                              <p:par>
                                <p:cTn id="143" presetID="10" presetClass="entr" presetSubtype="0" fill="hold" grpId="0" nodeType="withEffect">
                                  <p:stCondLst>
                                    <p:cond delay="0"/>
                                  </p:stCondLst>
                                  <p:childTnLst>
                                    <p:set>
                                      <p:cBhvr>
                                        <p:cTn id="144" dur="1" fill="hold">
                                          <p:stCondLst>
                                            <p:cond delay="0"/>
                                          </p:stCondLst>
                                        </p:cTn>
                                        <p:tgtEl>
                                          <p:spTgt spid="65"/>
                                        </p:tgtEl>
                                        <p:attrNameLst>
                                          <p:attrName>style.visibility</p:attrName>
                                        </p:attrNameLst>
                                      </p:cBhvr>
                                      <p:to>
                                        <p:strVal val="visible"/>
                                      </p:to>
                                    </p:set>
                                    <p:animEffect transition="in" filter="fade">
                                      <p:cBhvr>
                                        <p:cTn id="145"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3" grpId="0" uiExpand="1" build="p" animBg="1"/>
      <p:bldP spid="19" grpId="0" animBg="1"/>
      <p:bldP spid="19" grpId="1" animBg="1"/>
      <p:bldP spid="21" grpId="0" animBg="1"/>
      <p:bldP spid="21" grpId="1" animBg="1"/>
      <p:bldP spid="26" grpId="0" animBg="1"/>
      <p:bldP spid="26" grpId="1" animBg="1"/>
      <p:bldP spid="42" grpId="0" animBg="1"/>
      <p:bldP spid="42" grpId="1" animBg="1"/>
      <p:bldP spid="51" grpId="0" animBg="1"/>
      <p:bldP spid="51" grpId="1" animBg="1"/>
      <p:bldP spid="52" grpId="0" animBg="1"/>
      <p:bldP spid="52" grpId="1" animBg="1"/>
      <p:bldP spid="55" grpId="0" animBg="1"/>
      <p:bldP spid="55" grpId="1" animBg="1"/>
      <p:bldP spid="56" grpId="0" animBg="1"/>
      <p:bldP spid="56" grpId="1" animBg="1"/>
      <p:bldP spid="58" grpId="0" animBg="1"/>
      <p:bldP spid="58" grpId="1"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extBox 39">
            <a:extLst>
              <a:ext uri="{FF2B5EF4-FFF2-40B4-BE49-F238E27FC236}">
                <a16:creationId xmlns:a16="http://schemas.microsoft.com/office/drawing/2014/main" id="{4A0AE941-46D9-2F0F-7F64-E8FC515185FA}"/>
              </a:ext>
            </a:extLst>
          </p:cNvPr>
          <p:cNvSpPr txBox="1"/>
          <p:nvPr/>
        </p:nvSpPr>
        <p:spPr>
          <a:xfrm>
            <a:off x="2851074" y="443147"/>
            <a:ext cx="6536737" cy="646331"/>
          </a:xfrm>
          <a:prstGeom prst="rect">
            <a:avLst/>
          </a:prstGeom>
          <a:noFill/>
        </p:spPr>
        <p:txBody>
          <a:bodyPr wrap="square" rtlCol="0">
            <a:spAutoFit/>
          </a:bodyPr>
          <a:lstStyle/>
          <a:p>
            <a:r>
              <a:rPr lang="en-US" sz="3600" i="1" dirty="0">
                <a:solidFill>
                  <a:schemeClr val="accent6"/>
                </a:solidFill>
              </a:rPr>
              <a:t>What if websites could “listen” too?</a:t>
            </a:r>
          </a:p>
        </p:txBody>
      </p:sp>
      <p:sp>
        <p:nvSpPr>
          <p:cNvPr id="2" name="Title 1">
            <a:extLst>
              <a:ext uri="{FF2B5EF4-FFF2-40B4-BE49-F238E27FC236}">
                <a16:creationId xmlns:a16="http://schemas.microsoft.com/office/drawing/2014/main" id="{E2D17DB9-B97C-4020-F54E-67B69D09426D}"/>
              </a:ext>
            </a:extLst>
          </p:cNvPr>
          <p:cNvSpPr>
            <a:spLocks noGrp="1"/>
          </p:cNvSpPr>
          <p:nvPr>
            <p:ph type="title"/>
          </p:nvPr>
        </p:nvSpPr>
        <p:spPr>
          <a:xfrm>
            <a:off x="572668" y="339351"/>
            <a:ext cx="11046664" cy="953731"/>
          </a:xfrm>
          <a:prstGeom prst="snip1Rect">
            <a:avLst/>
          </a:prstGeom>
          <a:solidFill>
            <a:schemeClr val="tx2"/>
          </a:solidFill>
          <a:ln w="111125">
            <a:gradFill flip="none" rotWithShape="1">
              <a:gsLst>
                <a:gs pos="100000">
                  <a:schemeClr val="tx1"/>
                </a:gs>
                <a:gs pos="0">
                  <a:schemeClr val="tx2"/>
                </a:gs>
                <a:gs pos="53000">
                  <a:schemeClr val="bg2"/>
                </a:gs>
              </a:gsLst>
              <a:path path="rect">
                <a:fillToRect l="50000" t="50000" r="50000" b="50000"/>
              </a:path>
              <a:tileRect/>
            </a:gradFill>
            <a:extLst>
              <a:ext uri="{C807C97D-BFC1-408E-A445-0C87EB9F89A2}">
                <ask:lineSketchStyleProps xmlns:ask="http://schemas.microsoft.com/office/drawing/2018/sketchyshapes" sd="1219033472">
                  <a:custGeom>
                    <a:avLst/>
                    <a:gdLst>
                      <a:gd name="connsiteX0" fmla="*/ 0 w 10588309"/>
                      <a:gd name="connsiteY0" fmla="*/ 0 h 953731"/>
                      <a:gd name="connsiteX1" fmla="*/ 266528 w 10588309"/>
                      <a:gd name="connsiteY1" fmla="*/ 0 h 953731"/>
                      <a:gd name="connsiteX2" fmla="*/ 845936 w 10588309"/>
                      <a:gd name="connsiteY2" fmla="*/ 0 h 953731"/>
                      <a:gd name="connsiteX3" fmla="*/ 1633932 w 10588309"/>
                      <a:gd name="connsiteY3" fmla="*/ 0 h 953731"/>
                      <a:gd name="connsiteX4" fmla="*/ 2317634 w 10588309"/>
                      <a:gd name="connsiteY4" fmla="*/ 0 h 953731"/>
                      <a:gd name="connsiteX5" fmla="*/ 2792748 w 10588309"/>
                      <a:gd name="connsiteY5" fmla="*/ 0 h 953731"/>
                      <a:gd name="connsiteX6" fmla="*/ 3476450 w 10588309"/>
                      <a:gd name="connsiteY6" fmla="*/ 0 h 953731"/>
                      <a:gd name="connsiteX7" fmla="*/ 3847272 w 10588309"/>
                      <a:gd name="connsiteY7" fmla="*/ 0 h 953731"/>
                      <a:gd name="connsiteX8" fmla="*/ 4426680 w 10588309"/>
                      <a:gd name="connsiteY8" fmla="*/ 0 h 953731"/>
                      <a:gd name="connsiteX9" fmla="*/ 4693208 w 10588309"/>
                      <a:gd name="connsiteY9" fmla="*/ 0 h 953731"/>
                      <a:gd name="connsiteX10" fmla="*/ 5481203 w 10588309"/>
                      <a:gd name="connsiteY10" fmla="*/ 0 h 953731"/>
                      <a:gd name="connsiteX11" fmla="*/ 6060612 w 10588309"/>
                      <a:gd name="connsiteY11" fmla="*/ 0 h 953731"/>
                      <a:gd name="connsiteX12" fmla="*/ 6848607 w 10588309"/>
                      <a:gd name="connsiteY12" fmla="*/ 0 h 953731"/>
                      <a:gd name="connsiteX13" fmla="*/ 7323722 w 10588309"/>
                      <a:gd name="connsiteY13" fmla="*/ 0 h 953731"/>
                      <a:gd name="connsiteX14" fmla="*/ 7694543 w 10588309"/>
                      <a:gd name="connsiteY14" fmla="*/ 0 h 953731"/>
                      <a:gd name="connsiteX15" fmla="*/ 8273952 w 10588309"/>
                      <a:gd name="connsiteY15" fmla="*/ 0 h 953731"/>
                      <a:gd name="connsiteX16" fmla="*/ 8957654 w 10588309"/>
                      <a:gd name="connsiteY16" fmla="*/ 0 h 953731"/>
                      <a:gd name="connsiteX17" fmla="*/ 9745649 w 10588309"/>
                      <a:gd name="connsiteY17" fmla="*/ 0 h 953731"/>
                      <a:gd name="connsiteX18" fmla="*/ 10429351 w 10588309"/>
                      <a:gd name="connsiteY18" fmla="*/ 0 h 953731"/>
                      <a:gd name="connsiteX19" fmla="*/ 10588309 w 10588309"/>
                      <a:gd name="connsiteY19" fmla="*/ 158958 h 953731"/>
                      <a:gd name="connsiteX20" fmla="*/ 10588309 w 10588309"/>
                      <a:gd name="connsiteY20" fmla="*/ 548397 h 953731"/>
                      <a:gd name="connsiteX21" fmla="*/ 10588309 w 10588309"/>
                      <a:gd name="connsiteY21" fmla="*/ 953731 h 953731"/>
                      <a:gd name="connsiteX22" fmla="*/ 9788303 w 10588309"/>
                      <a:gd name="connsiteY22" fmla="*/ 953731 h 953731"/>
                      <a:gd name="connsiteX23" fmla="*/ 9517713 w 10588309"/>
                      <a:gd name="connsiteY23" fmla="*/ 953731 h 953731"/>
                      <a:gd name="connsiteX24" fmla="*/ 9141240 w 10588309"/>
                      <a:gd name="connsiteY24" fmla="*/ 953731 h 953731"/>
                      <a:gd name="connsiteX25" fmla="*/ 8764767 w 10588309"/>
                      <a:gd name="connsiteY25" fmla="*/ 953731 h 953731"/>
                      <a:gd name="connsiteX26" fmla="*/ 8176528 w 10588309"/>
                      <a:gd name="connsiteY26" fmla="*/ 953731 h 953731"/>
                      <a:gd name="connsiteX27" fmla="*/ 7588288 w 10588309"/>
                      <a:gd name="connsiteY27" fmla="*/ 953731 h 953731"/>
                      <a:gd name="connsiteX28" fmla="*/ 7105932 w 10588309"/>
                      <a:gd name="connsiteY28" fmla="*/ 953731 h 953731"/>
                      <a:gd name="connsiteX29" fmla="*/ 6305926 w 10588309"/>
                      <a:gd name="connsiteY29" fmla="*/ 953731 h 953731"/>
                      <a:gd name="connsiteX30" fmla="*/ 5929453 w 10588309"/>
                      <a:gd name="connsiteY30" fmla="*/ 953731 h 953731"/>
                      <a:gd name="connsiteX31" fmla="*/ 5129447 w 10588309"/>
                      <a:gd name="connsiteY31" fmla="*/ 953731 h 953731"/>
                      <a:gd name="connsiteX32" fmla="*/ 4752974 w 10588309"/>
                      <a:gd name="connsiteY32" fmla="*/ 953731 h 953731"/>
                      <a:gd name="connsiteX33" fmla="*/ 4058852 w 10588309"/>
                      <a:gd name="connsiteY33" fmla="*/ 953731 h 953731"/>
                      <a:gd name="connsiteX34" fmla="*/ 3258846 w 10588309"/>
                      <a:gd name="connsiteY34" fmla="*/ 953731 h 953731"/>
                      <a:gd name="connsiteX35" fmla="*/ 2988256 w 10588309"/>
                      <a:gd name="connsiteY35" fmla="*/ 953731 h 953731"/>
                      <a:gd name="connsiteX36" fmla="*/ 2188251 w 10588309"/>
                      <a:gd name="connsiteY36" fmla="*/ 953731 h 953731"/>
                      <a:gd name="connsiteX37" fmla="*/ 1388245 w 10588309"/>
                      <a:gd name="connsiteY37" fmla="*/ 953731 h 953731"/>
                      <a:gd name="connsiteX38" fmla="*/ 1117655 w 10588309"/>
                      <a:gd name="connsiteY38" fmla="*/ 953731 h 953731"/>
                      <a:gd name="connsiteX39" fmla="*/ 529415 w 10588309"/>
                      <a:gd name="connsiteY39" fmla="*/ 953731 h 953731"/>
                      <a:gd name="connsiteX40" fmla="*/ 0 w 10588309"/>
                      <a:gd name="connsiteY40" fmla="*/ 953731 h 953731"/>
                      <a:gd name="connsiteX41" fmla="*/ 0 w 10588309"/>
                      <a:gd name="connsiteY41" fmla="*/ 486403 h 953731"/>
                      <a:gd name="connsiteX42" fmla="*/ 0 w 10588309"/>
                      <a:gd name="connsiteY42" fmla="*/ 0 h 95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588309" h="953731" fill="none" extrusionOk="0">
                        <a:moveTo>
                          <a:pt x="0" y="0"/>
                        </a:moveTo>
                        <a:cubicBezTo>
                          <a:pt x="132409" y="-26276"/>
                          <a:pt x="146352" y="7459"/>
                          <a:pt x="266528" y="0"/>
                        </a:cubicBezTo>
                        <a:cubicBezTo>
                          <a:pt x="386704" y="-7459"/>
                          <a:pt x="570121" y="5510"/>
                          <a:pt x="845936" y="0"/>
                        </a:cubicBezTo>
                        <a:cubicBezTo>
                          <a:pt x="1121751" y="-5510"/>
                          <a:pt x="1405329" y="89350"/>
                          <a:pt x="1633932" y="0"/>
                        </a:cubicBezTo>
                        <a:cubicBezTo>
                          <a:pt x="1862535" y="-89350"/>
                          <a:pt x="2010449" y="42572"/>
                          <a:pt x="2317634" y="0"/>
                        </a:cubicBezTo>
                        <a:cubicBezTo>
                          <a:pt x="2624819" y="-42572"/>
                          <a:pt x="2629415" y="4723"/>
                          <a:pt x="2792748" y="0"/>
                        </a:cubicBezTo>
                        <a:cubicBezTo>
                          <a:pt x="2956081" y="-4723"/>
                          <a:pt x="3298487" y="44081"/>
                          <a:pt x="3476450" y="0"/>
                        </a:cubicBezTo>
                        <a:cubicBezTo>
                          <a:pt x="3654413" y="-44081"/>
                          <a:pt x="3735206" y="42899"/>
                          <a:pt x="3847272" y="0"/>
                        </a:cubicBezTo>
                        <a:cubicBezTo>
                          <a:pt x="3959338" y="-42899"/>
                          <a:pt x="4284300" y="53565"/>
                          <a:pt x="4426680" y="0"/>
                        </a:cubicBezTo>
                        <a:cubicBezTo>
                          <a:pt x="4569060" y="-53565"/>
                          <a:pt x="4567062" y="4720"/>
                          <a:pt x="4693208" y="0"/>
                        </a:cubicBezTo>
                        <a:cubicBezTo>
                          <a:pt x="4819354" y="-4720"/>
                          <a:pt x="5172452" y="91419"/>
                          <a:pt x="5481203" y="0"/>
                        </a:cubicBezTo>
                        <a:cubicBezTo>
                          <a:pt x="5789955" y="-91419"/>
                          <a:pt x="5897761" y="60618"/>
                          <a:pt x="6060612" y="0"/>
                        </a:cubicBezTo>
                        <a:cubicBezTo>
                          <a:pt x="6223463" y="-60618"/>
                          <a:pt x="6679702" y="12106"/>
                          <a:pt x="6848607" y="0"/>
                        </a:cubicBezTo>
                        <a:cubicBezTo>
                          <a:pt x="7017512" y="-12106"/>
                          <a:pt x="7120998" y="28002"/>
                          <a:pt x="7323722" y="0"/>
                        </a:cubicBezTo>
                        <a:cubicBezTo>
                          <a:pt x="7526447" y="-28002"/>
                          <a:pt x="7577217" y="9217"/>
                          <a:pt x="7694543" y="0"/>
                        </a:cubicBezTo>
                        <a:cubicBezTo>
                          <a:pt x="7811869" y="-9217"/>
                          <a:pt x="8096909" y="44548"/>
                          <a:pt x="8273952" y="0"/>
                        </a:cubicBezTo>
                        <a:cubicBezTo>
                          <a:pt x="8450995" y="-44548"/>
                          <a:pt x="8778020" y="33463"/>
                          <a:pt x="8957654" y="0"/>
                        </a:cubicBezTo>
                        <a:cubicBezTo>
                          <a:pt x="9137288" y="-33463"/>
                          <a:pt x="9464295" y="7877"/>
                          <a:pt x="9745649" y="0"/>
                        </a:cubicBezTo>
                        <a:cubicBezTo>
                          <a:pt x="10027004" y="-7877"/>
                          <a:pt x="10276443" y="51697"/>
                          <a:pt x="10429351" y="0"/>
                        </a:cubicBezTo>
                        <a:cubicBezTo>
                          <a:pt x="10486853" y="48588"/>
                          <a:pt x="10500329" y="99902"/>
                          <a:pt x="10588309" y="158958"/>
                        </a:cubicBezTo>
                        <a:cubicBezTo>
                          <a:pt x="10605678" y="298971"/>
                          <a:pt x="10563351" y="436350"/>
                          <a:pt x="10588309" y="548397"/>
                        </a:cubicBezTo>
                        <a:cubicBezTo>
                          <a:pt x="10613267" y="660444"/>
                          <a:pt x="10571009" y="828917"/>
                          <a:pt x="10588309" y="953731"/>
                        </a:cubicBezTo>
                        <a:cubicBezTo>
                          <a:pt x="10286276" y="1011185"/>
                          <a:pt x="10170352" y="878763"/>
                          <a:pt x="9788303" y="953731"/>
                        </a:cubicBezTo>
                        <a:cubicBezTo>
                          <a:pt x="9406254" y="1028699"/>
                          <a:pt x="9632684" y="950246"/>
                          <a:pt x="9517713" y="953731"/>
                        </a:cubicBezTo>
                        <a:cubicBezTo>
                          <a:pt x="9402742" y="957216"/>
                          <a:pt x="9283579" y="923877"/>
                          <a:pt x="9141240" y="953731"/>
                        </a:cubicBezTo>
                        <a:cubicBezTo>
                          <a:pt x="8998901" y="983585"/>
                          <a:pt x="8939637" y="935328"/>
                          <a:pt x="8764767" y="953731"/>
                        </a:cubicBezTo>
                        <a:cubicBezTo>
                          <a:pt x="8589897" y="972134"/>
                          <a:pt x="8388881" y="898711"/>
                          <a:pt x="8176528" y="953731"/>
                        </a:cubicBezTo>
                        <a:cubicBezTo>
                          <a:pt x="7964175" y="1008751"/>
                          <a:pt x="7876242" y="892398"/>
                          <a:pt x="7588288" y="953731"/>
                        </a:cubicBezTo>
                        <a:cubicBezTo>
                          <a:pt x="7300334" y="1015064"/>
                          <a:pt x="7212583" y="938602"/>
                          <a:pt x="7105932" y="953731"/>
                        </a:cubicBezTo>
                        <a:cubicBezTo>
                          <a:pt x="6999281" y="968860"/>
                          <a:pt x="6607283" y="892043"/>
                          <a:pt x="6305926" y="953731"/>
                        </a:cubicBezTo>
                        <a:cubicBezTo>
                          <a:pt x="6004569" y="1015419"/>
                          <a:pt x="6020026" y="910918"/>
                          <a:pt x="5929453" y="953731"/>
                        </a:cubicBezTo>
                        <a:cubicBezTo>
                          <a:pt x="5838880" y="996544"/>
                          <a:pt x="5435070" y="869579"/>
                          <a:pt x="5129447" y="953731"/>
                        </a:cubicBezTo>
                        <a:cubicBezTo>
                          <a:pt x="4823824" y="1037883"/>
                          <a:pt x="4903626" y="951503"/>
                          <a:pt x="4752974" y="953731"/>
                        </a:cubicBezTo>
                        <a:cubicBezTo>
                          <a:pt x="4602322" y="955959"/>
                          <a:pt x="4296004" y="884563"/>
                          <a:pt x="4058852" y="953731"/>
                        </a:cubicBezTo>
                        <a:cubicBezTo>
                          <a:pt x="3821700" y="1022899"/>
                          <a:pt x="3593838" y="890512"/>
                          <a:pt x="3258846" y="953731"/>
                        </a:cubicBezTo>
                        <a:cubicBezTo>
                          <a:pt x="2923854" y="1016950"/>
                          <a:pt x="3109286" y="922980"/>
                          <a:pt x="2988256" y="953731"/>
                        </a:cubicBezTo>
                        <a:cubicBezTo>
                          <a:pt x="2867226" y="984482"/>
                          <a:pt x="2526395" y="868919"/>
                          <a:pt x="2188251" y="953731"/>
                        </a:cubicBezTo>
                        <a:cubicBezTo>
                          <a:pt x="1850108" y="1038543"/>
                          <a:pt x="1592424" y="899376"/>
                          <a:pt x="1388245" y="953731"/>
                        </a:cubicBezTo>
                        <a:cubicBezTo>
                          <a:pt x="1184066" y="1008086"/>
                          <a:pt x="1233027" y="947986"/>
                          <a:pt x="1117655" y="953731"/>
                        </a:cubicBezTo>
                        <a:cubicBezTo>
                          <a:pt x="1002283" y="959476"/>
                          <a:pt x="718861" y="943384"/>
                          <a:pt x="529415" y="953731"/>
                        </a:cubicBezTo>
                        <a:cubicBezTo>
                          <a:pt x="339969" y="964078"/>
                          <a:pt x="167600" y="908994"/>
                          <a:pt x="0" y="953731"/>
                        </a:cubicBezTo>
                        <a:cubicBezTo>
                          <a:pt x="-17113" y="779329"/>
                          <a:pt x="22819" y="652123"/>
                          <a:pt x="0" y="486403"/>
                        </a:cubicBezTo>
                        <a:cubicBezTo>
                          <a:pt x="-22819" y="320683"/>
                          <a:pt x="6492" y="136331"/>
                          <a:pt x="0" y="0"/>
                        </a:cubicBezTo>
                        <a:close/>
                      </a:path>
                      <a:path w="10588309" h="953731" stroke="0" extrusionOk="0">
                        <a:moveTo>
                          <a:pt x="0" y="0"/>
                        </a:moveTo>
                        <a:cubicBezTo>
                          <a:pt x="230437" y="-11771"/>
                          <a:pt x="378038" y="53012"/>
                          <a:pt x="475115" y="0"/>
                        </a:cubicBezTo>
                        <a:cubicBezTo>
                          <a:pt x="572192" y="-53012"/>
                          <a:pt x="617181" y="24976"/>
                          <a:pt x="741643" y="0"/>
                        </a:cubicBezTo>
                        <a:cubicBezTo>
                          <a:pt x="866105" y="-24976"/>
                          <a:pt x="1164278" y="88842"/>
                          <a:pt x="1529638" y="0"/>
                        </a:cubicBezTo>
                        <a:cubicBezTo>
                          <a:pt x="1894998" y="-88842"/>
                          <a:pt x="1832641" y="28232"/>
                          <a:pt x="2004753" y="0"/>
                        </a:cubicBezTo>
                        <a:cubicBezTo>
                          <a:pt x="2176866" y="-28232"/>
                          <a:pt x="2352973" y="44528"/>
                          <a:pt x="2479868" y="0"/>
                        </a:cubicBezTo>
                        <a:cubicBezTo>
                          <a:pt x="2606763" y="-44528"/>
                          <a:pt x="2938956" y="90726"/>
                          <a:pt x="3267863" y="0"/>
                        </a:cubicBezTo>
                        <a:cubicBezTo>
                          <a:pt x="3596770" y="-90726"/>
                          <a:pt x="3523669" y="29681"/>
                          <a:pt x="3638685" y="0"/>
                        </a:cubicBezTo>
                        <a:cubicBezTo>
                          <a:pt x="3753701" y="-29681"/>
                          <a:pt x="4214646" y="21827"/>
                          <a:pt x="4426680" y="0"/>
                        </a:cubicBezTo>
                        <a:cubicBezTo>
                          <a:pt x="4638714" y="-21827"/>
                          <a:pt x="5039405" y="84077"/>
                          <a:pt x="5214675" y="0"/>
                        </a:cubicBezTo>
                        <a:cubicBezTo>
                          <a:pt x="5389946" y="-84077"/>
                          <a:pt x="5634925" y="13074"/>
                          <a:pt x="5794084" y="0"/>
                        </a:cubicBezTo>
                        <a:cubicBezTo>
                          <a:pt x="5953243" y="-13074"/>
                          <a:pt x="6311717" y="90833"/>
                          <a:pt x="6582079" y="0"/>
                        </a:cubicBezTo>
                        <a:cubicBezTo>
                          <a:pt x="6852442" y="-90833"/>
                          <a:pt x="6911517" y="42527"/>
                          <a:pt x="7057194" y="0"/>
                        </a:cubicBezTo>
                        <a:cubicBezTo>
                          <a:pt x="7202871" y="-42527"/>
                          <a:pt x="7407730" y="12226"/>
                          <a:pt x="7532309" y="0"/>
                        </a:cubicBezTo>
                        <a:cubicBezTo>
                          <a:pt x="7656889" y="-12226"/>
                          <a:pt x="7950825" y="57231"/>
                          <a:pt x="8216011" y="0"/>
                        </a:cubicBezTo>
                        <a:cubicBezTo>
                          <a:pt x="8481197" y="-57231"/>
                          <a:pt x="8573204" y="37930"/>
                          <a:pt x="8691126" y="0"/>
                        </a:cubicBezTo>
                        <a:cubicBezTo>
                          <a:pt x="8809048" y="-37930"/>
                          <a:pt x="9155994" y="79937"/>
                          <a:pt x="9479121" y="0"/>
                        </a:cubicBezTo>
                        <a:cubicBezTo>
                          <a:pt x="9802249" y="-79937"/>
                          <a:pt x="10141235" y="15381"/>
                          <a:pt x="10429351" y="0"/>
                        </a:cubicBezTo>
                        <a:cubicBezTo>
                          <a:pt x="10496328" y="55506"/>
                          <a:pt x="10512655" y="111268"/>
                          <a:pt x="10588309" y="158958"/>
                        </a:cubicBezTo>
                        <a:cubicBezTo>
                          <a:pt x="10627320" y="341622"/>
                          <a:pt x="10546830" y="406602"/>
                          <a:pt x="10588309" y="564292"/>
                        </a:cubicBezTo>
                        <a:cubicBezTo>
                          <a:pt x="10629788" y="721982"/>
                          <a:pt x="10562532" y="851823"/>
                          <a:pt x="10588309" y="953731"/>
                        </a:cubicBezTo>
                        <a:cubicBezTo>
                          <a:pt x="10193715" y="982463"/>
                          <a:pt x="10011046" y="864625"/>
                          <a:pt x="9788303" y="953731"/>
                        </a:cubicBezTo>
                        <a:cubicBezTo>
                          <a:pt x="9565560" y="1042837"/>
                          <a:pt x="9178734" y="862799"/>
                          <a:pt x="8988298" y="953731"/>
                        </a:cubicBezTo>
                        <a:cubicBezTo>
                          <a:pt x="8797863" y="1044663"/>
                          <a:pt x="8640624" y="923929"/>
                          <a:pt x="8400058" y="953731"/>
                        </a:cubicBezTo>
                        <a:cubicBezTo>
                          <a:pt x="8159492" y="983533"/>
                          <a:pt x="8111060" y="925550"/>
                          <a:pt x="7917702" y="953731"/>
                        </a:cubicBezTo>
                        <a:cubicBezTo>
                          <a:pt x="7724344" y="981912"/>
                          <a:pt x="7738951" y="938115"/>
                          <a:pt x="7647112" y="953731"/>
                        </a:cubicBezTo>
                        <a:cubicBezTo>
                          <a:pt x="7555273" y="969347"/>
                          <a:pt x="7459014" y="938151"/>
                          <a:pt x="7376522" y="953731"/>
                        </a:cubicBezTo>
                        <a:cubicBezTo>
                          <a:pt x="7294030" y="969311"/>
                          <a:pt x="6972567" y="941605"/>
                          <a:pt x="6682399" y="953731"/>
                        </a:cubicBezTo>
                        <a:cubicBezTo>
                          <a:pt x="6392231" y="965857"/>
                          <a:pt x="6470281" y="942931"/>
                          <a:pt x="6305926" y="953731"/>
                        </a:cubicBezTo>
                        <a:cubicBezTo>
                          <a:pt x="6141571" y="964531"/>
                          <a:pt x="5726298" y="938304"/>
                          <a:pt x="5505921" y="953731"/>
                        </a:cubicBezTo>
                        <a:cubicBezTo>
                          <a:pt x="5285544" y="969158"/>
                          <a:pt x="5121610" y="950969"/>
                          <a:pt x="5023564" y="953731"/>
                        </a:cubicBezTo>
                        <a:cubicBezTo>
                          <a:pt x="4925518" y="956493"/>
                          <a:pt x="4817671" y="951723"/>
                          <a:pt x="4752974" y="953731"/>
                        </a:cubicBezTo>
                        <a:cubicBezTo>
                          <a:pt x="4688277" y="955739"/>
                          <a:pt x="4212450" y="883391"/>
                          <a:pt x="4058852" y="953731"/>
                        </a:cubicBezTo>
                        <a:cubicBezTo>
                          <a:pt x="3905254" y="1024071"/>
                          <a:pt x="3796650" y="916250"/>
                          <a:pt x="3682379" y="953731"/>
                        </a:cubicBezTo>
                        <a:cubicBezTo>
                          <a:pt x="3568108" y="991212"/>
                          <a:pt x="3272738" y="912205"/>
                          <a:pt x="2988256" y="953731"/>
                        </a:cubicBezTo>
                        <a:cubicBezTo>
                          <a:pt x="2703774" y="995257"/>
                          <a:pt x="2387882" y="875736"/>
                          <a:pt x="2188251" y="953731"/>
                        </a:cubicBezTo>
                        <a:cubicBezTo>
                          <a:pt x="1988620" y="1031726"/>
                          <a:pt x="1847855" y="929112"/>
                          <a:pt x="1705894" y="953731"/>
                        </a:cubicBezTo>
                        <a:cubicBezTo>
                          <a:pt x="1563933" y="978350"/>
                          <a:pt x="1204691" y="929519"/>
                          <a:pt x="905889" y="953731"/>
                        </a:cubicBezTo>
                        <a:cubicBezTo>
                          <a:pt x="607088" y="977943"/>
                          <a:pt x="628033" y="928064"/>
                          <a:pt x="529415" y="953731"/>
                        </a:cubicBezTo>
                        <a:cubicBezTo>
                          <a:pt x="430797" y="979398"/>
                          <a:pt x="120785" y="893274"/>
                          <a:pt x="0" y="953731"/>
                        </a:cubicBezTo>
                        <a:cubicBezTo>
                          <a:pt x="-10005" y="797949"/>
                          <a:pt x="15574" y="605947"/>
                          <a:pt x="0" y="505477"/>
                        </a:cubicBezTo>
                        <a:cubicBezTo>
                          <a:pt x="-15574" y="405007"/>
                          <a:pt x="15671" y="188696"/>
                          <a:pt x="0" y="0"/>
                        </a:cubicBezTo>
                        <a:close/>
                      </a:path>
                    </a:pathLst>
                  </a:custGeom>
                  <ask:type>
                    <ask:lineSketchNone/>
                  </ask:type>
                </ask:lineSketchStyleProps>
              </a:ext>
            </a:extLst>
          </a:ln>
        </p:spPr>
        <p:txBody>
          <a:bodyPr/>
          <a:lstStyle/>
          <a:p>
            <a:pPr algn="ctr"/>
            <a:r>
              <a:rPr lang="en-US" b="1" dirty="0"/>
              <a:t>Events Everywhere</a:t>
            </a:r>
            <a:r>
              <a:rPr lang="en-US" dirty="0"/>
              <a:t>: The Phone Analogy</a:t>
            </a:r>
          </a:p>
        </p:txBody>
      </p:sp>
      <p:sp>
        <p:nvSpPr>
          <p:cNvPr id="4" name="TextBox 3">
            <a:extLst>
              <a:ext uri="{FF2B5EF4-FFF2-40B4-BE49-F238E27FC236}">
                <a16:creationId xmlns:a16="http://schemas.microsoft.com/office/drawing/2014/main" id="{34D1888C-8013-A28D-3CFA-B95524D646D5}"/>
              </a:ext>
            </a:extLst>
          </p:cNvPr>
          <p:cNvSpPr txBox="1"/>
          <p:nvPr/>
        </p:nvSpPr>
        <p:spPr>
          <a:xfrm>
            <a:off x="1025514" y="1444752"/>
            <a:ext cx="5708904" cy="400110"/>
          </a:xfrm>
          <a:prstGeom prst="rect">
            <a:avLst/>
          </a:prstGeom>
          <a:noFill/>
        </p:spPr>
        <p:txBody>
          <a:bodyPr wrap="square" rtlCol="0">
            <a:spAutoFit/>
          </a:bodyPr>
          <a:lstStyle/>
          <a:p>
            <a:r>
              <a:rPr lang="en-US" sz="2000" b="1" dirty="0">
                <a:solidFill>
                  <a:schemeClr val="accent6"/>
                </a:solidFill>
              </a:rPr>
              <a:t>Did you know? </a:t>
            </a:r>
            <a:r>
              <a:rPr lang="en-US" sz="2000" dirty="0">
                <a:solidFill>
                  <a:schemeClr val="accent6"/>
                </a:solidFill>
              </a:rPr>
              <a:t>Your cell phone is always listening…</a:t>
            </a:r>
            <a:endParaRPr lang="en-US" sz="2000" b="1" dirty="0">
              <a:solidFill>
                <a:schemeClr val="accent6"/>
              </a:solidFill>
            </a:endParaRPr>
          </a:p>
        </p:txBody>
      </p:sp>
      <p:sp>
        <p:nvSpPr>
          <p:cNvPr id="5" name="TextBox 4">
            <a:extLst>
              <a:ext uri="{FF2B5EF4-FFF2-40B4-BE49-F238E27FC236}">
                <a16:creationId xmlns:a16="http://schemas.microsoft.com/office/drawing/2014/main" id="{B3C0D93E-9CFD-879A-3F21-0C61325C7958}"/>
              </a:ext>
            </a:extLst>
          </p:cNvPr>
          <p:cNvSpPr txBox="1"/>
          <p:nvPr/>
        </p:nvSpPr>
        <p:spPr>
          <a:xfrm>
            <a:off x="6119443" y="1444752"/>
            <a:ext cx="5494380" cy="400110"/>
          </a:xfrm>
          <a:prstGeom prst="rect">
            <a:avLst/>
          </a:prstGeom>
          <a:noFill/>
        </p:spPr>
        <p:txBody>
          <a:bodyPr wrap="square" rtlCol="0">
            <a:spAutoFit/>
          </a:bodyPr>
          <a:lstStyle/>
          <a:p>
            <a:r>
              <a:rPr lang="en-US" sz="2000" u="sng" dirty="0">
                <a:solidFill>
                  <a:schemeClr val="accent6"/>
                </a:solidFill>
              </a:rPr>
              <a:t>Not like a person does, though!</a:t>
            </a:r>
            <a:r>
              <a:rPr lang="en-US" sz="2000" dirty="0">
                <a:solidFill>
                  <a:schemeClr val="accent6"/>
                </a:solidFill>
              </a:rPr>
              <a:t> It’s listening differently.</a:t>
            </a:r>
            <a:endParaRPr lang="en-US" sz="2000" u="sng" dirty="0">
              <a:solidFill>
                <a:schemeClr val="accent6"/>
              </a:solidFill>
            </a:endParaRPr>
          </a:p>
        </p:txBody>
      </p:sp>
      <p:pic>
        <p:nvPicPr>
          <p:cNvPr id="7" name="Picture 6">
            <a:extLst>
              <a:ext uri="{FF2B5EF4-FFF2-40B4-BE49-F238E27FC236}">
                <a16:creationId xmlns:a16="http://schemas.microsoft.com/office/drawing/2014/main" id="{3ADD10FB-209B-2542-EC53-956D6A4A24F6}"/>
              </a:ext>
            </a:extLst>
          </p:cNvPr>
          <p:cNvPicPr>
            <a:picLocks noChangeAspect="1"/>
          </p:cNvPicPr>
          <p:nvPr/>
        </p:nvPicPr>
        <p:blipFill>
          <a:blip r:embed="rId3"/>
          <a:stretch>
            <a:fillRect/>
          </a:stretch>
        </p:blipFill>
        <p:spPr>
          <a:xfrm>
            <a:off x="887840" y="2115832"/>
            <a:ext cx="2542032" cy="2542032"/>
          </a:xfrm>
          <a:prstGeom prst="rect">
            <a:avLst/>
          </a:prstGeom>
        </p:spPr>
      </p:pic>
      <p:pic>
        <p:nvPicPr>
          <p:cNvPr id="12" name="Picture 11">
            <a:extLst>
              <a:ext uri="{FF2B5EF4-FFF2-40B4-BE49-F238E27FC236}">
                <a16:creationId xmlns:a16="http://schemas.microsoft.com/office/drawing/2014/main" id="{AFEB2C6A-DED8-995C-E326-AAC2E0299D9D}"/>
              </a:ext>
            </a:extLst>
          </p:cNvPr>
          <p:cNvPicPr>
            <a:picLocks noChangeAspect="1"/>
          </p:cNvPicPr>
          <p:nvPr/>
        </p:nvPicPr>
        <p:blipFill>
          <a:blip r:embed="rId4"/>
          <a:stretch>
            <a:fillRect/>
          </a:stretch>
        </p:blipFill>
        <p:spPr>
          <a:xfrm>
            <a:off x="1369870" y="2115832"/>
            <a:ext cx="2542032" cy="2542032"/>
          </a:xfrm>
          <a:prstGeom prst="rect">
            <a:avLst/>
          </a:prstGeom>
        </p:spPr>
      </p:pic>
      <p:sp>
        <p:nvSpPr>
          <p:cNvPr id="13" name="TextBox 12">
            <a:extLst>
              <a:ext uri="{FF2B5EF4-FFF2-40B4-BE49-F238E27FC236}">
                <a16:creationId xmlns:a16="http://schemas.microsoft.com/office/drawing/2014/main" id="{914C1EBB-756E-FA52-B0B1-81E10006BB03}"/>
              </a:ext>
            </a:extLst>
          </p:cNvPr>
          <p:cNvSpPr txBox="1"/>
          <p:nvPr/>
        </p:nvSpPr>
        <p:spPr>
          <a:xfrm>
            <a:off x="1662996" y="3969385"/>
            <a:ext cx="1008264" cy="276999"/>
          </a:xfrm>
          <a:prstGeom prst="rect">
            <a:avLst/>
          </a:prstGeom>
          <a:noFill/>
        </p:spPr>
        <p:txBody>
          <a:bodyPr wrap="square" rtlCol="0">
            <a:spAutoFit/>
          </a:bodyPr>
          <a:lstStyle/>
          <a:p>
            <a:pPr algn="ctr"/>
            <a:r>
              <a:rPr lang="en-US" sz="1200" b="1" dirty="0">
                <a:solidFill>
                  <a:schemeClr val="bg1">
                    <a:lumMod val="10000"/>
                  </a:schemeClr>
                </a:solidFill>
                <a:latin typeface="Cascadia Mono" panose="020B0609020000020004" pitchFamily="49" charset="0"/>
                <a:cs typeface="Cascadia Mono" panose="020B0609020000020004" pitchFamily="49" charset="0"/>
              </a:rPr>
              <a:t>7:59 AM</a:t>
            </a:r>
          </a:p>
        </p:txBody>
      </p:sp>
      <p:pic>
        <p:nvPicPr>
          <p:cNvPr id="14" name="Picture 13">
            <a:extLst>
              <a:ext uri="{FF2B5EF4-FFF2-40B4-BE49-F238E27FC236}">
                <a16:creationId xmlns:a16="http://schemas.microsoft.com/office/drawing/2014/main" id="{853EE61B-D888-0E58-5AE6-24627D253B13}"/>
              </a:ext>
            </a:extLst>
          </p:cNvPr>
          <p:cNvPicPr>
            <a:picLocks noChangeAspect="1"/>
          </p:cNvPicPr>
          <p:nvPr/>
        </p:nvPicPr>
        <p:blipFill>
          <a:blip r:embed="rId3"/>
          <a:stretch>
            <a:fillRect/>
          </a:stretch>
        </p:blipFill>
        <p:spPr>
          <a:xfrm>
            <a:off x="4824984" y="2115832"/>
            <a:ext cx="2542032" cy="2542032"/>
          </a:xfrm>
          <a:prstGeom prst="rect">
            <a:avLst/>
          </a:prstGeom>
        </p:spPr>
      </p:pic>
      <p:pic>
        <p:nvPicPr>
          <p:cNvPr id="15" name="Picture 14">
            <a:extLst>
              <a:ext uri="{FF2B5EF4-FFF2-40B4-BE49-F238E27FC236}">
                <a16:creationId xmlns:a16="http://schemas.microsoft.com/office/drawing/2014/main" id="{D3527A30-F7D4-5CDC-78C9-5096A5C60E8F}"/>
              </a:ext>
            </a:extLst>
          </p:cNvPr>
          <p:cNvPicPr>
            <a:picLocks noChangeAspect="1"/>
          </p:cNvPicPr>
          <p:nvPr/>
        </p:nvPicPr>
        <p:blipFill>
          <a:blip r:embed="rId3"/>
          <a:stretch>
            <a:fillRect/>
          </a:stretch>
        </p:blipFill>
        <p:spPr>
          <a:xfrm>
            <a:off x="8765630" y="2115832"/>
            <a:ext cx="2542032" cy="2542032"/>
          </a:xfrm>
          <a:prstGeom prst="rect">
            <a:avLst/>
          </a:prstGeom>
        </p:spPr>
      </p:pic>
      <p:sp>
        <p:nvSpPr>
          <p:cNvPr id="16" name="TextBox 15">
            <a:extLst>
              <a:ext uri="{FF2B5EF4-FFF2-40B4-BE49-F238E27FC236}">
                <a16:creationId xmlns:a16="http://schemas.microsoft.com/office/drawing/2014/main" id="{27AD0034-5BF9-BDD0-CB44-D758FCC0EA63}"/>
              </a:ext>
            </a:extLst>
          </p:cNvPr>
          <p:cNvSpPr txBox="1"/>
          <p:nvPr/>
        </p:nvSpPr>
        <p:spPr>
          <a:xfrm>
            <a:off x="1662996" y="3969385"/>
            <a:ext cx="1008264" cy="276999"/>
          </a:xfrm>
          <a:prstGeom prst="rect">
            <a:avLst/>
          </a:prstGeom>
          <a:noFill/>
        </p:spPr>
        <p:txBody>
          <a:bodyPr wrap="square" rtlCol="0">
            <a:spAutoFit/>
          </a:bodyPr>
          <a:lstStyle/>
          <a:p>
            <a:pPr algn="ctr"/>
            <a:r>
              <a:rPr lang="en-US" sz="1200" b="1" dirty="0">
                <a:solidFill>
                  <a:srgbClr val="FF0000"/>
                </a:solidFill>
                <a:latin typeface="Cascadia Mono" panose="020B0609020000020004" pitchFamily="49" charset="0"/>
                <a:cs typeface="Cascadia Mono" panose="020B0609020000020004" pitchFamily="49" charset="0"/>
              </a:rPr>
              <a:t>8:00 AM</a:t>
            </a:r>
          </a:p>
        </p:txBody>
      </p:sp>
      <p:sp>
        <p:nvSpPr>
          <p:cNvPr id="17" name="Moon 16">
            <a:extLst>
              <a:ext uri="{FF2B5EF4-FFF2-40B4-BE49-F238E27FC236}">
                <a16:creationId xmlns:a16="http://schemas.microsoft.com/office/drawing/2014/main" id="{8127A00D-FC38-FDCA-9947-003FA979E532}"/>
              </a:ext>
            </a:extLst>
          </p:cNvPr>
          <p:cNvSpPr/>
          <p:nvPr/>
        </p:nvSpPr>
        <p:spPr>
          <a:xfrm flipH="1">
            <a:off x="3989502" y="3000121"/>
            <a:ext cx="262752" cy="969264"/>
          </a:xfrm>
          <a:prstGeom prst="mo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Moon 17">
            <a:extLst>
              <a:ext uri="{FF2B5EF4-FFF2-40B4-BE49-F238E27FC236}">
                <a16:creationId xmlns:a16="http://schemas.microsoft.com/office/drawing/2014/main" id="{E2A57F7F-E253-2C6A-2F60-2D257D8A8BEF}"/>
              </a:ext>
            </a:extLst>
          </p:cNvPr>
          <p:cNvSpPr/>
          <p:nvPr/>
        </p:nvSpPr>
        <p:spPr>
          <a:xfrm flipH="1">
            <a:off x="4275867" y="2807017"/>
            <a:ext cx="262752" cy="1355471"/>
          </a:xfrm>
          <a:prstGeom prst="mo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Moon 18">
            <a:extLst>
              <a:ext uri="{FF2B5EF4-FFF2-40B4-BE49-F238E27FC236}">
                <a16:creationId xmlns:a16="http://schemas.microsoft.com/office/drawing/2014/main" id="{DBEBED28-0C82-28EC-7038-928068C76813}"/>
              </a:ext>
            </a:extLst>
          </p:cNvPr>
          <p:cNvSpPr/>
          <p:nvPr/>
        </p:nvSpPr>
        <p:spPr>
          <a:xfrm flipH="1">
            <a:off x="4609458" y="2626740"/>
            <a:ext cx="262752" cy="1716023"/>
          </a:xfrm>
          <a:prstGeom prst="mo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extBox 19">
            <a:extLst>
              <a:ext uri="{FF2B5EF4-FFF2-40B4-BE49-F238E27FC236}">
                <a16:creationId xmlns:a16="http://schemas.microsoft.com/office/drawing/2014/main" id="{9300106C-05B6-DDE3-274B-726AE7BADFF1}"/>
              </a:ext>
            </a:extLst>
          </p:cNvPr>
          <p:cNvSpPr txBox="1"/>
          <p:nvPr/>
        </p:nvSpPr>
        <p:spPr>
          <a:xfrm>
            <a:off x="1461495" y="4657864"/>
            <a:ext cx="1337007" cy="400110"/>
          </a:xfrm>
          <a:prstGeom prst="rect">
            <a:avLst/>
          </a:prstGeom>
          <a:noFill/>
        </p:spPr>
        <p:txBody>
          <a:bodyPr wrap="square" rtlCol="0">
            <a:spAutoFit/>
          </a:bodyPr>
          <a:lstStyle/>
          <a:p>
            <a:pPr algn="ctr"/>
            <a:r>
              <a:rPr lang="en-US" sz="2000" b="1" dirty="0">
                <a:solidFill>
                  <a:schemeClr val="accent6"/>
                </a:solidFill>
              </a:rPr>
              <a:t>Clock</a:t>
            </a:r>
          </a:p>
        </p:txBody>
      </p:sp>
      <p:sp>
        <p:nvSpPr>
          <p:cNvPr id="21" name="TextBox 20">
            <a:extLst>
              <a:ext uri="{FF2B5EF4-FFF2-40B4-BE49-F238E27FC236}">
                <a16:creationId xmlns:a16="http://schemas.microsoft.com/office/drawing/2014/main" id="{D92A8085-677E-CC99-FC05-59EA9342E293}"/>
              </a:ext>
            </a:extLst>
          </p:cNvPr>
          <p:cNvSpPr txBox="1"/>
          <p:nvPr/>
        </p:nvSpPr>
        <p:spPr>
          <a:xfrm>
            <a:off x="851069" y="5057974"/>
            <a:ext cx="2615570" cy="1631216"/>
          </a:xfrm>
          <a:prstGeom prst="rect">
            <a:avLst/>
          </a:prstGeom>
          <a:noFill/>
        </p:spPr>
        <p:txBody>
          <a:bodyPr wrap="square" rtlCol="0">
            <a:spAutoFit/>
          </a:bodyPr>
          <a:lstStyle/>
          <a:p>
            <a:pPr marL="342900" indent="-342900">
              <a:buFont typeface="Arial" panose="020B0604020202020204" pitchFamily="34" charset="0"/>
              <a:buChar char="•"/>
            </a:pPr>
            <a:r>
              <a:rPr lang="en-US" sz="2000" dirty="0">
                <a:solidFill>
                  <a:schemeClr val="accent6"/>
                </a:solidFill>
              </a:rPr>
              <a:t>A minute passes by...</a:t>
            </a:r>
          </a:p>
          <a:p>
            <a:pPr marL="342900" indent="-342900">
              <a:buFont typeface="Arial" panose="020B0604020202020204" pitchFamily="34" charset="0"/>
              <a:buChar char="•"/>
            </a:pPr>
            <a:r>
              <a:rPr lang="en-US" sz="2000" dirty="0">
                <a:solidFill>
                  <a:schemeClr val="accent6"/>
                </a:solidFill>
              </a:rPr>
              <a:t>An </a:t>
            </a:r>
            <a:r>
              <a:rPr lang="en-US" sz="2000" b="1" dirty="0">
                <a:solidFill>
                  <a:schemeClr val="accent6"/>
                </a:solidFill>
              </a:rPr>
              <a:t>alarm event </a:t>
            </a:r>
            <a:r>
              <a:rPr lang="en-US" sz="2000" dirty="0">
                <a:solidFill>
                  <a:schemeClr val="accent6"/>
                </a:solidFill>
              </a:rPr>
              <a:t>was set for eight o’ clock, which told you that it’s </a:t>
            </a:r>
            <a:r>
              <a:rPr lang="en-US" sz="2000" b="1" dirty="0">
                <a:solidFill>
                  <a:schemeClr val="accent6"/>
                </a:solidFill>
              </a:rPr>
              <a:t>time to get up!</a:t>
            </a:r>
          </a:p>
        </p:txBody>
      </p:sp>
      <p:sp>
        <p:nvSpPr>
          <p:cNvPr id="28" name="TextBox 27">
            <a:extLst>
              <a:ext uri="{FF2B5EF4-FFF2-40B4-BE49-F238E27FC236}">
                <a16:creationId xmlns:a16="http://schemas.microsoft.com/office/drawing/2014/main" id="{9D374C37-F054-F6AE-6FFA-4FD9B28CB4A7}"/>
              </a:ext>
            </a:extLst>
          </p:cNvPr>
          <p:cNvSpPr txBox="1"/>
          <p:nvPr/>
        </p:nvSpPr>
        <p:spPr>
          <a:xfrm>
            <a:off x="5308032" y="4657864"/>
            <a:ext cx="1571653" cy="400110"/>
          </a:xfrm>
          <a:prstGeom prst="rect">
            <a:avLst/>
          </a:prstGeom>
          <a:noFill/>
        </p:spPr>
        <p:txBody>
          <a:bodyPr wrap="square" rtlCol="0">
            <a:spAutoFit/>
          </a:bodyPr>
          <a:lstStyle/>
          <a:p>
            <a:pPr algn="ctr"/>
            <a:r>
              <a:rPr lang="en-US" sz="2000" b="1" dirty="0">
                <a:solidFill>
                  <a:schemeClr val="accent6"/>
                </a:solidFill>
              </a:rPr>
              <a:t>Apps</a:t>
            </a:r>
          </a:p>
        </p:txBody>
      </p:sp>
      <p:sp>
        <p:nvSpPr>
          <p:cNvPr id="29" name="TextBox 28">
            <a:extLst>
              <a:ext uri="{FF2B5EF4-FFF2-40B4-BE49-F238E27FC236}">
                <a16:creationId xmlns:a16="http://schemas.microsoft.com/office/drawing/2014/main" id="{7C402507-2C45-2E0B-B770-7E816989A864}"/>
              </a:ext>
            </a:extLst>
          </p:cNvPr>
          <p:cNvSpPr txBox="1"/>
          <p:nvPr/>
        </p:nvSpPr>
        <p:spPr>
          <a:xfrm>
            <a:off x="4649627" y="5013139"/>
            <a:ext cx="2892745" cy="1631216"/>
          </a:xfrm>
          <a:prstGeom prst="rect">
            <a:avLst/>
          </a:prstGeom>
          <a:noFill/>
        </p:spPr>
        <p:txBody>
          <a:bodyPr wrap="square" rtlCol="0">
            <a:spAutoFit/>
          </a:bodyPr>
          <a:lstStyle/>
          <a:p>
            <a:pPr marL="342900" indent="-342900">
              <a:buFont typeface="Arial" panose="020B0604020202020204" pitchFamily="34" charset="0"/>
              <a:buChar char="•"/>
            </a:pPr>
            <a:r>
              <a:rPr lang="en-US" sz="2000" dirty="0">
                <a:solidFill>
                  <a:schemeClr val="accent6"/>
                </a:solidFill>
              </a:rPr>
              <a:t>Your friend just sent you something cool…</a:t>
            </a:r>
          </a:p>
          <a:p>
            <a:pPr marL="342900" indent="-342900">
              <a:buFont typeface="Arial" panose="020B0604020202020204" pitchFamily="34" charset="0"/>
              <a:buChar char="•"/>
            </a:pPr>
            <a:r>
              <a:rPr lang="en-US" sz="2000" b="1" dirty="0">
                <a:solidFill>
                  <a:schemeClr val="accent6"/>
                </a:solidFill>
              </a:rPr>
              <a:t>Now you know</a:t>
            </a:r>
            <a:r>
              <a:rPr lang="en-US" sz="2000" dirty="0">
                <a:solidFill>
                  <a:schemeClr val="accent6"/>
                </a:solidFill>
              </a:rPr>
              <a:t>, thanks to a</a:t>
            </a:r>
            <a:r>
              <a:rPr lang="en-US" sz="2000" b="1" dirty="0">
                <a:solidFill>
                  <a:schemeClr val="accent6"/>
                </a:solidFill>
              </a:rPr>
              <a:t> notification event</a:t>
            </a:r>
            <a:r>
              <a:rPr lang="en-US" sz="2000" dirty="0">
                <a:solidFill>
                  <a:schemeClr val="accent6"/>
                </a:solidFill>
              </a:rPr>
              <a:t> lighting up your screen!</a:t>
            </a:r>
          </a:p>
        </p:txBody>
      </p:sp>
      <p:pic>
        <p:nvPicPr>
          <p:cNvPr id="6" name="Picture 5">
            <a:extLst>
              <a:ext uri="{FF2B5EF4-FFF2-40B4-BE49-F238E27FC236}">
                <a16:creationId xmlns:a16="http://schemas.microsoft.com/office/drawing/2014/main" id="{165B03EA-84C4-D2E3-E699-0AC518D3CEB3}"/>
              </a:ext>
            </a:extLst>
          </p:cNvPr>
          <p:cNvPicPr>
            <a:picLocks noChangeAspect="1"/>
          </p:cNvPicPr>
          <p:nvPr/>
        </p:nvPicPr>
        <p:blipFill>
          <a:blip r:embed="rId5"/>
          <a:stretch>
            <a:fillRect/>
          </a:stretch>
        </p:blipFill>
        <p:spPr>
          <a:xfrm>
            <a:off x="4824983" y="2115832"/>
            <a:ext cx="2542033" cy="2542033"/>
          </a:xfrm>
          <a:prstGeom prst="rect">
            <a:avLst/>
          </a:prstGeom>
        </p:spPr>
      </p:pic>
      <p:pic>
        <p:nvPicPr>
          <p:cNvPr id="11" name="Picture 10">
            <a:extLst>
              <a:ext uri="{FF2B5EF4-FFF2-40B4-BE49-F238E27FC236}">
                <a16:creationId xmlns:a16="http://schemas.microsoft.com/office/drawing/2014/main" id="{1432D90E-5A12-35C2-E8D1-731E99F47AD8}"/>
              </a:ext>
            </a:extLst>
          </p:cNvPr>
          <p:cNvPicPr>
            <a:picLocks noChangeAspect="1"/>
          </p:cNvPicPr>
          <p:nvPr/>
        </p:nvPicPr>
        <p:blipFill>
          <a:blip r:embed="rId6"/>
          <a:stretch>
            <a:fillRect/>
          </a:stretch>
        </p:blipFill>
        <p:spPr>
          <a:xfrm>
            <a:off x="4824984" y="2117943"/>
            <a:ext cx="2542032" cy="2542032"/>
          </a:xfrm>
          <a:prstGeom prst="rect">
            <a:avLst/>
          </a:prstGeom>
        </p:spPr>
      </p:pic>
      <p:pic>
        <p:nvPicPr>
          <p:cNvPr id="23" name="Picture 22">
            <a:extLst>
              <a:ext uri="{FF2B5EF4-FFF2-40B4-BE49-F238E27FC236}">
                <a16:creationId xmlns:a16="http://schemas.microsoft.com/office/drawing/2014/main" id="{862BEE91-C37C-E117-DBDA-5765CCDDA2A8}"/>
              </a:ext>
            </a:extLst>
          </p:cNvPr>
          <p:cNvPicPr>
            <a:picLocks noChangeAspect="1"/>
          </p:cNvPicPr>
          <p:nvPr/>
        </p:nvPicPr>
        <p:blipFill>
          <a:blip r:embed="rId7"/>
          <a:stretch>
            <a:fillRect/>
          </a:stretch>
        </p:blipFill>
        <p:spPr>
          <a:xfrm>
            <a:off x="7435709" y="3101934"/>
            <a:ext cx="1155712" cy="1155712"/>
          </a:xfrm>
          <a:prstGeom prst="rect">
            <a:avLst/>
          </a:prstGeom>
        </p:spPr>
      </p:pic>
      <p:sp>
        <p:nvSpPr>
          <p:cNvPr id="26" name="Moon 25">
            <a:extLst>
              <a:ext uri="{FF2B5EF4-FFF2-40B4-BE49-F238E27FC236}">
                <a16:creationId xmlns:a16="http://schemas.microsoft.com/office/drawing/2014/main" id="{0587E56C-7723-C913-BBEB-6489EB629BED}"/>
              </a:ext>
            </a:extLst>
          </p:cNvPr>
          <p:cNvSpPr/>
          <p:nvPr/>
        </p:nvSpPr>
        <p:spPr>
          <a:xfrm flipH="1">
            <a:off x="8537026" y="3144461"/>
            <a:ext cx="81905" cy="450845"/>
          </a:xfrm>
          <a:prstGeom prst="moon">
            <a:avLst/>
          </a:prstGeom>
          <a:solidFill>
            <a:schemeClr val="bg1">
              <a:lumMod val="90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Moon 26">
            <a:extLst>
              <a:ext uri="{FF2B5EF4-FFF2-40B4-BE49-F238E27FC236}">
                <a16:creationId xmlns:a16="http://schemas.microsoft.com/office/drawing/2014/main" id="{9928748F-021B-6D6A-F064-801EDE3C8A9E}"/>
              </a:ext>
            </a:extLst>
          </p:cNvPr>
          <p:cNvSpPr/>
          <p:nvPr/>
        </p:nvSpPr>
        <p:spPr>
          <a:xfrm flipH="1">
            <a:off x="8813765" y="3093878"/>
            <a:ext cx="81905" cy="583474"/>
          </a:xfrm>
          <a:prstGeom prst="moon">
            <a:avLst/>
          </a:prstGeom>
          <a:solidFill>
            <a:schemeClr val="bg1">
              <a:lumMod val="90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Moon 29">
            <a:extLst>
              <a:ext uri="{FF2B5EF4-FFF2-40B4-BE49-F238E27FC236}">
                <a16:creationId xmlns:a16="http://schemas.microsoft.com/office/drawing/2014/main" id="{8300AF11-45E7-9C59-400B-B6B3760A5A7F}"/>
              </a:ext>
            </a:extLst>
          </p:cNvPr>
          <p:cNvSpPr/>
          <p:nvPr/>
        </p:nvSpPr>
        <p:spPr>
          <a:xfrm flipH="1">
            <a:off x="9090503" y="3050407"/>
            <a:ext cx="81904" cy="709119"/>
          </a:xfrm>
          <a:prstGeom prst="moon">
            <a:avLst/>
          </a:prstGeom>
          <a:solidFill>
            <a:schemeClr val="bg1">
              <a:lumMod val="90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2" name="Picture 31">
            <a:extLst>
              <a:ext uri="{FF2B5EF4-FFF2-40B4-BE49-F238E27FC236}">
                <a16:creationId xmlns:a16="http://schemas.microsoft.com/office/drawing/2014/main" id="{50A3EABA-51DA-0AA2-B3DE-632ACF3ECA5C}"/>
              </a:ext>
            </a:extLst>
          </p:cNvPr>
          <p:cNvPicPr>
            <a:picLocks noChangeAspect="1"/>
          </p:cNvPicPr>
          <p:nvPr/>
        </p:nvPicPr>
        <p:blipFill>
          <a:blip r:embed="rId8"/>
          <a:stretch>
            <a:fillRect/>
          </a:stretch>
        </p:blipFill>
        <p:spPr>
          <a:xfrm>
            <a:off x="9223295" y="2115831"/>
            <a:ext cx="2542033" cy="2542033"/>
          </a:xfrm>
          <a:prstGeom prst="rect">
            <a:avLst/>
          </a:prstGeom>
        </p:spPr>
      </p:pic>
      <p:sp>
        <p:nvSpPr>
          <p:cNvPr id="35" name="TextBox 34">
            <a:extLst>
              <a:ext uri="{FF2B5EF4-FFF2-40B4-BE49-F238E27FC236}">
                <a16:creationId xmlns:a16="http://schemas.microsoft.com/office/drawing/2014/main" id="{B028F250-49D1-3373-9A39-E3B04B2C11F7}"/>
              </a:ext>
            </a:extLst>
          </p:cNvPr>
          <p:cNvSpPr txBox="1"/>
          <p:nvPr/>
        </p:nvSpPr>
        <p:spPr>
          <a:xfrm>
            <a:off x="8721078" y="5057974"/>
            <a:ext cx="2892745" cy="1631216"/>
          </a:xfrm>
          <a:prstGeom prst="rect">
            <a:avLst/>
          </a:prstGeom>
          <a:noFill/>
        </p:spPr>
        <p:txBody>
          <a:bodyPr wrap="square" rtlCol="0">
            <a:spAutoFit/>
          </a:bodyPr>
          <a:lstStyle/>
          <a:p>
            <a:pPr marL="342900" indent="-342900">
              <a:buFont typeface="Arial" panose="020B0604020202020204" pitchFamily="34" charset="0"/>
              <a:buChar char="•"/>
            </a:pPr>
            <a:r>
              <a:rPr lang="en-US" sz="2000" dirty="0">
                <a:solidFill>
                  <a:schemeClr val="accent6"/>
                </a:solidFill>
              </a:rPr>
              <a:t>Someone’s dialing your cell phone…</a:t>
            </a:r>
          </a:p>
          <a:p>
            <a:pPr marL="342900" indent="-342900">
              <a:buFont typeface="Arial" panose="020B0604020202020204" pitchFamily="34" charset="0"/>
              <a:buChar char="•"/>
            </a:pPr>
            <a:r>
              <a:rPr lang="en-US" sz="2000" dirty="0">
                <a:solidFill>
                  <a:schemeClr val="accent6"/>
                </a:solidFill>
              </a:rPr>
              <a:t>You pick it up right away, because the </a:t>
            </a:r>
            <a:r>
              <a:rPr lang="en-US" sz="2000" b="1" dirty="0">
                <a:solidFill>
                  <a:schemeClr val="accent6"/>
                </a:solidFill>
              </a:rPr>
              <a:t>call event </a:t>
            </a:r>
            <a:r>
              <a:rPr lang="en-US" sz="2000" dirty="0">
                <a:solidFill>
                  <a:schemeClr val="accent6"/>
                </a:solidFill>
              </a:rPr>
              <a:t>set the buzzer off.</a:t>
            </a:r>
            <a:endParaRPr lang="en-US" sz="2000" b="1" dirty="0">
              <a:solidFill>
                <a:schemeClr val="accent6"/>
              </a:solidFill>
            </a:endParaRPr>
          </a:p>
        </p:txBody>
      </p:sp>
      <p:sp>
        <p:nvSpPr>
          <p:cNvPr id="39" name="TextBox 38">
            <a:extLst>
              <a:ext uri="{FF2B5EF4-FFF2-40B4-BE49-F238E27FC236}">
                <a16:creationId xmlns:a16="http://schemas.microsoft.com/office/drawing/2014/main" id="{394BBB37-5883-CF36-BF0F-AA5805B06874}"/>
              </a:ext>
            </a:extLst>
          </p:cNvPr>
          <p:cNvSpPr txBox="1"/>
          <p:nvPr/>
        </p:nvSpPr>
        <p:spPr>
          <a:xfrm>
            <a:off x="9245176" y="4637474"/>
            <a:ext cx="1571653" cy="400110"/>
          </a:xfrm>
          <a:prstGeom prst="rect">
            <a:avLst/>
          </a:prstGeom>
          <a:noFill/>
        </p:spPr>
        <p:txBody>
          <a:bodyPr wrap="square" rtlCol="0">
            <a:spAutoFit/>
          </a:bodyPr>
          <a:lstStyle/>
          <a:p>
            <a:pPr algn="ctr"/>
            <a:r>
              <a:rPr lang="en-US" sz="2000" b="1" dirty="0">
                <a:solidFill>
                  <a:schemeClr val="accent6"/>
                </a:solidFill>
              </a:rPr>
              <a:t>Calls</a:t>
            </a:r>
          </a:p>
        </p:txBody>
      </p:sp>
      <p:sp>
        <p:nvSpPr>
          <p:cNvPr id="43" name="TextBox 42">
            <a:extLst>
              <a:ext uri="{FF2B5EF4-FFF2-40B4-BE49-F238E27FC236}">
                <a16:creationId xmlns:a16="http://schemas.microsoft.com/office/drawing/2014/main" id="{2E3EC40E-56F2-488B-16DC-2C2850E4D75F}"/>
              </a:ext>
            </a:extLst>
          </p:cNvPr>
          <p:cNvSpPr txBox="1"/>
          <p:nvPr/>
        </p:nvSpPr>
        <p:spPr>
          <a:xfrm>
            <a:off x="2825489" y="7076682"/>
            <a:ext cx="6536737" cy="954107"/>
          </a:xfrm>
          <a:prstGeom prst="rect">
            <a:avLst/>
          </a:prstGeom>
          <a:noFill/>
        </p:spPr>
        <p:txBody>
          <a:bodyPr wrap="square" rtlCol="0">
            <a:spAutoFit/>
          </a:bodyPr>
          <a:lstStyle/>
          <a:p>
            <a:pPr algn="ctr"/>
            <a:r>
              <a:rPr lang="en-US" sz="2800" dirty="0">
                <a:solidFill>
                  <a:schemeClr val="accent6"/>
                </a:solidFill>
              </a:rPr>
              <a:t>What would it do for us, if </a:t>
            </a:r>
            <a:r>
              <a:rPr lang="en-US" sz="2800" b="1" dirty="0">
                <a:solidFill>
                  <a:schemeClr val="accent6"/>
                </a:solidFill>
              </a:rPr>
              <a:t>webpages </a:t>
            </a:r>
            <a:r>
              <a:rPr lang="en-US" sz="2800" dirty="0">
                <a:solidFill>
                  <a:schemeClr val="accent6"/>
                </a:solidFill>
              </a:rPr>
              <a:t>could also listen for </a:t>
            </a:r>
            <a:r>
              <a:rPr lang="en-US" sz="2800" b="1" u="sng" dirty="0">
                <a:solidFill>
                  <a:schemeClr val="accent6"/>
                </a:solidFill>
              </a:rPr>
              <a:t>events</a:t>
            </a:r>
            <a:r>
              <a:rPr lang="en-US" sz="2800" dirty="0">
                <a:solidFill>
                  <a:schemeClr val="accent6"/>
                </a:solidFill>
              </a:rPr>
              <a:t>?</a:t>
            </a:r>
            <a:r>
              <a:rPr lang="en-US" sz="2800" b="1" dirty="0">
                <a:solidFill>
                  <a:schemeClr val="accent6"/>
                </a:solidFill>
              </a:rPr>
              <a:t> </a:t>
            </a:r>
            <a:r>
              <a:rPr lang="en-US" sz="2800" dirty="0">
                <a:solidFill>
                  <a:schemeClr val="accent6"/>
                </a:solidFill>
              </a:rPr>
              <a:t>Let’s take a deeper look…</a:t>
            </a:r>
          </a:p>
        </p:txBody>
      </p:sp>
    </p:spTree>
    <p:extLst>
      <p:ext uri="{BB962C8B-B14F-4D97-AF65-F5344CB8AC3E}">
        <p14:creationId xmlns:p14="http://schemas.microsoft.com/office/powerpoint/2010/main" val="3309481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1">
                                            <p:txEl>
                                              <p:pRg st="0" end="0"/>
                                            </p:txEl>
                                          </p:spTgt>
                                        </p:tgtEl>
                                        <p:attrNameLst>
                                          <p:attrName>style.visibility</p:attrName>
                                        </p:attrNameLst>
                                      </p:cBhvr>
                                      <p:to>
                                        <p:strVal val="visible"/>
                                      </p:to>
                                    </p:set>
                                    <p:animEffect transition="in" filter="fade">
                                      <p:cBhvr>
                                        <p:cTn id="15" dur="500"/>
                                        <p:tgtEl>
                                          <p:spTgt spid="21">
                                            <p:txEl>
                                              <p:pRg st="0" end="0"/>
                                            </p:txEl>
                                          </p:spTgt>
                                        </p:tgtEl>
                                      </p:cBhvr>
                                    </p:animEffect>
                                  </p:childTnLst>
                                </p:cTn>
                              </p:par>
                            </p:childTnLst>
                          </p:cTn>
                        </p:par>
                        <p:par>
                          <p:cTn id="16" fill="hold">
                            <p:stCondLst>
                              <p:cond delay="1500"/>
                            </p:stCondLst>
                            <p:childTnLst>
                              <p:par>
                                <p:cTn id="17" presetID="6" presetClass="entr" presetSubtype="16"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circle(in)">
                                      <p:cBhvr>
                                        <p:cTn id="19" dur="2000"/>
                                        <p:tgtEl>
                                          <p:spTgt spid="12"/>
                                        </p:tgtEl>
                                      </p:cBhvr>
                                    </p:animEffect>
                                  </p:childTnLst>
                                </p:cTn>
                              </p:par>
                            </p:childTnLst>
                          </p:cTn>
                        </p:par>
                        <p:par>
                          <p:cTn id="20" fill="hold">
                            <p:stCondLst>
                              <p:cond delay="3500"/>
                            </p:stCondLst>
                            <p:childTnLst>
                              <p:par>
                                <p:cTn id="21" presetID="53" presetClass="entr" presetSubtype="16"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p:cTn id="23" dur="500" fill="hold"/>
                                        <p:tgtEl>
                                          <p:spTgt spid="17"/>
                                        </p:tgtEl>
                                        <p:attrNameLst>
                                          <p:attrName>ppt_w</p:attrName>
                                        </p:attrNameLst>
                                      </p:cBhvr>
                                      <p:tavLst>
                                        <p:tav tm="0">
                                          <p:val>
                                            <p:fltVal val="0"/>
                                          </p:val>
                                        </p:tav>
                                        <p:tav tm="100000">
                                          <p:val>
                                            <p:strVal val="#ppt_w"/>
                                          </p:val>
                                        </p:tav>
                                      </p:tavLst>
                                    </p:anim>
                                    <p:anim calcmode="lin" valueType="num">
                                      <p:cBhvr>
                                        <p:cTn id="24" dur="500" fill="hold"/>
                                        <p:tgtEl>
                                          <p:spTgt spid="17"/>
                                        </p:tgtEl>
                                        <p:attrNameLst>
                                          <p:attrName>ppt_h</p:attrName>
                                        </p:attrNameLst>
                                      </p:cBhvr>
                                      <p:tavLst>
                                        <p:tav tm="0">
                                          <p:val>
                                            <p:fltVal val="0"/>
                                          </p:val>
                                        </p:tav>
                                        <p:tav tm="100000">
                                          <p:val>
                                            <p:strVal val="#ppt_h"/>
                                          </p:val>
                                        </p:tav>
                                      </p:tavLst>
                                    </p:anim>
                                    <p:animEffect transition="in" filter="fade">
                                      <p:cBhvr>
                                        <p:cTn id="25" dur="500"/>
                                        <p:tgtEl>
                                          <p:spTgt spid="17"/>
                                        </p:tgtEl>
                                      </p:cBhvr>
                                    </p:animEffect>
                                  </p:childTnLst>
                                </p:cTn>
                              </p:par>
                            </p:childTnLst>
                          </p:cTn>
                        </p:par>
                        <p:par>
                          <p:cTn id="26" fill="hold">
                            <p:stCondLst>
                              <p:cond delay="40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4500"/>
                            </p:stCondLst>
                            <p:childTnLst>
                              <p:par>
                                <p:cTn id="33" presetID="53" presetClass="entr" presetSubtype="16" fill="hold" grpId="0" nodeType="after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p:cTn id="35" dur="500" fill="hold"/>
                                        <p:tgtEl>
                                          <p:spTgt spid="19"/>
                                        </p:tgtEl>
                                        <p:attrNameLst>
                                          <p:attrName>ppt_w</p:attrName>
                                        </p:attrNameLst>
                                      </p:cBhvr>
                                      <p:tavLst>
                                        <p:tav tm="0">
                                          <p:val>
                                            <p:fltVal val="0"/>
                                          </p:val>
                                        </p:tav>
                                        <p:tav tm="100000">
                                          <p:val>
                                            <p:strVal val="#ppt_w"/>
                                          </p:val>
                                        </p:tav>
                                      </p:tavLst>
                                    </p:anim>
                                    <p:anim calcmode="lin" valueType="num">
                                      <p:cBhvr>
                                        <p:cTn id="36" dur="500" fill="hold"/>
                                        <p:tgtEl>
                                          <p:spTgt spid="19"/>
                                        </p:tgtEl>
                                        <p:attrNameLst>
                                          <p:attrName>ppt_h</p:attrName>
                                        </p:attrNameLst>
                                      </p:cBhvr>
                                      <p:tavLst>
                                        <p:tav tm="0">
                                          <p:val>
                                            <p:fltVal val="0"/>
                                          </p:val>
                                        </p:tav>
                                        <p:tav tm="100000">
                                          <p:val>
                                            <p:strVal val="#ppt_h"/>
                                          </p:val>
                                        </p:tav>
                                      </p:tavLst>
                                    </p:anim>
                                    <p:animEffect transition="in" filter="fade">
                                      <p:cBhvr>
                                        <p:cTn id="37" dur="500"/>
                                        <p:tgtEl>
                                          <p:spTgt spid="19"/>
                                        </p:tgtEl>
                                      </p:cBhvr>
                                    </p:animEffect>
                                  </p:childTnLst>
                                </p:cTn>
                              </p:par>
                              <p:par>
                                <p:cTn id="38" presetID="10" presetClass="entr" presetSubtype="0" fill="hold" nodeType="withEffect">
                                  <p:stCondLst>
                                    <p:cond delay="0"/>
                                  </p:stCondLst>
                                  <p:childTnLst>
                                    <p:set>
                                      <p:cBhvr>
                                        <p:cTn id="39" dur="1" fill="hold">
                                          <p:stCondLst>
                                            <p:cond delay="0"/>
                                          </p:stCondLst>
                                        </p:cTn>
                                        <p:tgtEl>
                                          <p:spTgt spid="21">
                                            <p:txEl>
                                              <p:pRg st="1" end="1"/>
                                            </p:txEl>
                                          </p:spTgt>
                                        </p:tgtEl>
                                        <p:attrNameLst>
                                          <p:attrName>style.visibility</p:attrName>
                                        </p:attrNameLst>
                                      </p:cBhvr>
                                      <p:to>
                                        <p:strVal val="visible"/>
                                      </p:to>
                                    </p:set>
                                    <p:animEffect transition="in" filter="fade">
                                      <p:cBhvr>
                                        <p:cTn id="40" dur="500"/>
                                        <p:tgtEl>
                                          <p:spTgt spid="21">
                                            <p:txEl>
                                              <p:pRg st="1" end="1"/>
                                            </p:txEl>
                                          </p:spTgt>
                                        </p:tgtEl>
                                      </p:cBhvr>
                                    </p:animEffect>
                                  </p:childTnLst>
                                </p:cTn>
                              </p:par>
                            </p:childTnLst>
                          </p:cTn>
                        </p:par>
                        <p:par>
                          <p:cTn id="41" fill="hold">
                            <p:stCondLst>
                              <p:cond delay="5000"/>
                            </p:stCondLst>
                            <p:childTnLst>
                              <p:par>
                                <p:cTn id="42" presetID="10" presetClass="exit" presetSubtype="0" fill="hold" grpId="1" nodeType="afterEffect">
                                  <p:stCondLst>
                                    <p:cond delay="0"/>
                                  </p:stCondLst>
                                  <p:childTnLst>
                                    <p:animEffect transition="out" filter="fade">
                                      <p:cBhvr>
                                        <p:cTn id="43" dur="500"/>
                                        <p:tgtEl>
                                          <p:spTgt spid="17"/>
                                        </p:tgtEl>
                                      </p:cBhvr>
                                    </p:animEffect>
                                    <p:set>
                                      <p:cBhvr>
                                        <p:cTn id="44" dur="1" fill="hold">
                                          <p:stCondLst>
                                            <p:cond delay="499"/>
                                          </p:stCondLst>
                                        </p:cTn>
                                        <p:tgtEl>
                                          <p:spTgt spid="17"/>
                                        </p:tgtEl>
                                        <p:attrNameLst>
                                          <p:attrName>style.visibility</p:attrName>
                                        </p:attrNameLst>
                                      </p:cBhvr>
                                      <p:to>
                                        <p:strVal val="hidden"/>
                                      </p:to>
                                    </p:set>
                                  </p:childTnLst>
                                </p:cTn>
                              </p:par>
                            </p:childTnLst>
                          </p:cTn>
                        </p:par>
                        <p:par>
                          <p:cTn id="45" fill="hold">
                            <p:stCondLst>
                              <p:cond delay="5500"/>
                            </p:stCondLst>
                            <p:childTnLst>
                              <p:par>
                                <p:cTn id="46" presetID="10" presetClass="exit" presetSubtype="0" fill="hold" grpId="1" nodeType="afterEffect">
                                  <p:stCondLst>
                                    <p:cond delay="0"/>
                                  </p:stCondLst>
                                  <p:childTnLst>
                                    <p:animEffect transition="out" filter="fade">
                                      <p:cBhvr>
                                        <p:cTn id="47" dur="500"/>
                                        <p:tgtEl>
                                          <p:spTgt spid="18"/>
                                        </p:tgtEl>
                                      </p:cBhvr>
                                    </p:animEffect>
                                    <p:set>
                                      <p:cBhvr>
                                        <p:cTn id="48" dur="1" fill="hold">
                                          <p:stCondLst>
                                            <p:cond delay="499"/>
                                          </p:stCondLst>
                                        </p:cTn>
                                        <p:tgtEl>
                                          <p:spTgt spid="18"/>
                                        </p:tgtEl>
                                        <p:attrNameLst>
                                          <p:attrName>style.visibility</p:attrName>
                                        </p:attrNameLst>
                                      </p:cBhvr>
                                      <p:to>
                                        <p:strVal val="hidden"/>
                                      </p:to>
                                    </p:set>
                                  </p:childTnLst>
                                </p:cTn>
                              </p:par>
                            </p:childTnLst>
                          </p:cTn>
                        </p:par>
                        <p:par>
                          <p:cTn id="49" fill="hold">
                            <p:stCondLst>
                              <p:cond delay="6000"/>
                            </p:stCondLst>
                            <p:childTnLst>
                              <p:par>
                                <p:cTn id="50" presetID="10" presetClass="exit" presetSubtype="0" fill="hold" grpId="1" nodeType="afterEffect">
                                  <p:stCondLst>
                                    <p:cond delay="0"/>
                                  </p:stCondLst>
                                  <p:childTnLst>
                                    <p:animEffect transition="out" filter="fade">
                                      <p:cBhvr>
                                        <p:cTn id="51" dur="500"/>
                                        <p:tgtEl>
                                          <p:spTgt spid="19"/>
                                        </p:tgtEl>
                                      </p:cBhvr>
                                    </p:animEffect>
                                    <p:set>
                                      <p:cBhvr>
                                        <p:cTn id="52" dur="1" fill="hold">
                                          <p:stCondLst>
                                            <p:cond delay="499"/>
                                          </p:stCondLst>
                                        </p:cTn>
                                        <p:tgtEl>
                                          <p:spTgt spid="19"/>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fade">
                                      <p:cBhvr>
                                        <p:cTn id="57" dur="2000"/>
                                        <p:tgtEl>
                                          <p:spTgt spid="6"/>
                                        </p:tgtEl>
                                      </p:cBhvr>
                                    </p:animEffect>
                                  </p:childTnLst>
                                </p:cTn>
                              </p:par>
                              <p:par>
                                <p:cTn id="58" presetID="10" presetClass="exit" presetSubtype="0" fill="hold" nodeType="withEffect">
                                  <p:stCondLst>
                                    <p:cond delay="0"/>
                                  </p:stCondLst>
                                  <p:childTnLst>
                                    <p:animEffect transition="out" filter="fade">
                                      <p:cBhvr>
                                        <p:cTn id="59" dur="500"/>
                                        <p:tgtEl>
                                          <p:spTgt spid="12"/>
                                        </p:tgtEl>
                                      </p:cBhvr>
                                    </p:animEffect>
                                    <p:set>
                                      <p:cBhvr>
                                        <p:cTn id="60" dur="1" fill="hold">
                                          <p:stCondLst>
                                            <p:cond delay="499"/>
                                          </p:stCondLst>
                                        </p:cTn>
                                        <p:tgtEl>
                                          <p:spTgt spid="12"/>
                                        </p:tgtEl>
                                        <p:attrNameLst>
                                          <p:attrName>style.visibility</p:attrName>
                                        </p:attrNameLst>
                                      </p:cBhvr>
                                      <p:to>
                                        <p:strVal val="hidden"/>
                                      </p:to>
                                    </p:set>
                                  </p:childTnLst>
                                </p:cTn>
                              </p:par>
                            </p:childTnLst>
                          </p:cTn>
                        </p:par>
                        <p:par>
                          <p:cTn id="61" fill="hold">
                            <p:stCondLst>
                              <p:cond delay="2000"/>
                            </p:stCondLst>
                            <p:childTnLst>
                              <p:par>
                                <p:cTn id="62" presetID="1" presetClass="entr" presetSubtype="0" fill="hold" nodeType="afterEffect">
                                  <p:stCondLst>
                                    <p:cond delay="0"/>
                                  </p:stCondLst>
                                  <p:childTnLst>
                                    <p:set>
                                      <p:cBhvr>
                                        <p:cTn id="63" dur="1" fill="hold">
                                          <p:stCondLst>
                                            <p:cond delay="0"/>
                                          </p:stCondLst>
                                        </p:cTn>
                                        <p:tgtEl>
                                          <p:spTgt spid="29">
                                            <p:txEl>
                                              <p:pRg st="0" end="0"/>
                                            </p:txEl>
                                          </p:spTgt>
                                        </p:tgtEl>
                                        <p:attrNameLst>
                                          <p:attrName>style.visibility</p:attrName>
                                        </p:attrNameLst>
                                      </p:cBhvr>
                                      <p:to>
                                        <p:strVal val="visible"/>
                                      </p:to>
                                    </p:set>
                                  </p:childTnLst>
                                </p:cTn>
                              </p:par>
                            </p:childTnLst>
                          </p:cTn>
                        </p:par>
                        <p:par>
                          <p:cTn id="64" fill="hold">
                            <p:stCondLst>
                              <p:cond delay="2000"/>
                            </p:stCondLst>
                            <p:childTnLst>
                              <p:par>
                                <p:cTn id="65" presetID="16" presetClass="exit" presetSubtype="21" fill="hold" nodeType="afterEffect">
                                  <p:stCondLst>
                                    <p:cond delay="250"/>
                                  </p:stCondLst>
                                  <p:childTnLst>
                                    <p:animEffect transition="out" filter="barn(inVertical)">
                                      <p:cBhvr>
                                        <p:cTn id="66" dur="2000"/>
                                        <p:tgtEl>
                                          <p:spTgt spid="6"/>
                                        </p:tgtEl>
                                      </p:cBhvr>
                                    </p:animEffect>
                                    <p:set>
                                      <p:cBhvr>
                                        <p:cTn id="67" dur="1" fill="hold">
                                          <p:stCondLst>
                                            <p:cond delay="1999"/>
                                          </p:stCondLst>
                                        </p:cTn>
                                        <p:tgtEl>
                                          <p:spTgt spid="6"/>
                                        </p:tgtEl>
                                        <p:attrNameLst>
                                          <p:attrName>style.visibility</p:attrName>
                                        </p:attrNameLst>
                                      </p:cBhvr>
                                      <p:to>
                                        <p:strVal val="hidden"/>
                                      </p:to>
                                    </p:set>
                                  </p:childTnLst>
                                </p:cTn>
                              </p:par>
                            </p:childTnLst>
                          </p:cTn>
                        </p:par>
                        <p:par>
                          <p:cTn id="68" fill="hold">
                            <p:stCondLst>
                              <p:cond delay="4250"/>
                            </p:stCondLst>
                            <p:childTnLst>
                              <p:par>
                                <p:cTn id="69" presetID="10" presetClass="entr" presetSubtype="0" fill="hold" nodeType="afterEffect">
                                  <p:stCondLst>
                                    <p:cond delay="0"/>
                                  </p:stCondLst>
                                  <p:childTnLst>
                                    <p:set>
                                      <p:cBhvr>
                                        <p:cTn id="70" dur="1" fill="hold">
                                          <p:stCondLst>
                                            <p:cond delay="0"/>
                                          </p:stCondLst>
                                        </p:cTn>
                                        <p:tgtEl>
                                          <p:spTgt spid="11"/>
                                        </p:tgtEl>
                                        <p:attrNameLst>
                                          <p:attrName>style.visibility</p:attrName>
                                        </p:attrNameLst>
                                      </p:cBhvr>
                                      <p:to>
                                        <p:strVal val="visible"/>
                                      </p:to>
                                    </p:set>
                                    <p:animEffect transition="in" filter="fade">
                                      <p:cBhvr>
                                        <p:cTn id="71" dur="500"/>
                                        <p:tgtEl>
                                          <p:spTgt spid="11"/>
                                        </p:tgtEl>
                                      </p:cBhvr>
                                    </p:animEffect>
                                  </p:childTnLst>
                                </p:cTn>
                              </p:par>
                            </p:childTnLst>
                          </p:cTn>
                        </p:par>
                        <p:par>
                          <p:cTn id="72" fill="hold">
                            <p:stCondLst>
                              <p:cond delay="4750"/>
                            </p:stCondLst>
                            <p:childTnLst>
                              <p:par>
                                <p:cTn id="73" presetID="10" presetClass="entr" presetSubtype="0" fill="hold" nodeType="afterEffect">
                                  <p:stCondLst>
                                    <p:cond delay="0"/>
                                  </p:stCondLst>
                                  <p:childTnLst>
                                    <p:set>
                                      <p:cBhvr>
                                        <p:cTn id="74" dur="1" fill="hold">
                                          <p:stCondLst>
                                            <p:cond delay="0"/>
                                          </p:stCondLst>
                                        </p:cTn>
                                        <p:tgtEl>
                                          <p:spTgt spid="29">
                                            <p:txEl>
                                              <p:pRg st="1" end="1"/>
                                            </p:txEl>
                                          </p:spTgt>
                                        </p:tgtEl>
                                        <p:attrNameLst>
                                          <p:attrName>style.visibility</p:attrName>
                                        </p:attrNameLst>
                                      </p:cBhvr>
                                      <p:to>
                                        <p:strVal val="visible"/>
                                      </p:to>
                                    </p:set>
                                    <p:animEffect transition="in" filter="fade">
                                      <p:cBhvr>
                                        <p:cTn id="75" dur="500"/>
                                        <p:tgtEl>
                                          <p:spTgt spid="29">
                                            <p:txEl>
                                              <p:pRg st="1" end="1"/>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par>
                                <p:cTn id="81" presetID="10" presetClass="entr" presetSubtype="0" fill="hold" nodeType="withEffect">
                                  <p:stCondLst>
                                    <p:cond delay="0"/>
                                  </p:stCondLst>
                                  <p:childTnLst>
                                    <p:set>
                                      <p:cBhvr>
                                        <p:cTn id="82" dur="1" fill="hold">
                                          <p:stCondLst>
                                            <p:cond delay="0"/>
                                          </p:stCondLst>
                                        </p:cTn>
                                        <p:tgtEl>
                                          <p:spTgt spid="35">
                                            <p:txEl>
                                              <p:pRg st="0" end="0"/>
                                            </p:txEl>
                                          </p:spTgt>
                                        </p:tgtEl>
                                        <p:attrNameLst>
                                          <p:attrName>style.visibility</p:attrName>
                                        </p:attrNameLst>
                                      </p:cBhvr>
                                      <p:to>
                                        <p:strVal val="visible"/>
                                      </p:to>
                                    </p:set>
                                    <p:animEffect transition="in" filter="fade">
                                      <p:cBhvr>
                                        <p:cTn id="83" dur="1000"/>
                                        <p:tgtEl>
                                          <p:spTgt spid="35">
                                            <p:txEl>
                                              <p:pRg st="0" end="0"/>
                                            </p:txEl>
                                          </p:spTgt>
                                        </p:tgtEl>
                                      </p:cBhvr>
                                    </p:animEffect>
                                  </p:childTnLst>
                                </p:cTn>
                              </p:par>
                              <p:par>
                                <p:cTn id="84" presetID="22" presetClass="exit" presetSubtype="4" fill="hold" nodeType="withEffect">
                                  <p:stCondLst>
                                    <p:cond delay="0"/>
                                  </p:stCondLst>
                                  <p:childTnLst>
                                    <p:animEffect transition="out" filter="wipe(down)">
                                      <p:cBhvr>
                                        <p:cTn id="85" dur="500"/>
                                        <p:tgtEl>
                                          <p:spTgt spid="11"/>
                                        </p:tgtEl>
                                      </p:cBhvr>
                                    </p:animEffect>
                                    <p:set>
                                      <p:cBhvr>
                                        <p:cTn id="86" dur="1" fill="hold">
                                          <p:stCondLst>
                                            <p:cond delay="499"/>
                                          </p:stCondLst>
                                        </p:cTn>
                                        <p:tgtEl>
                                          <p:spTgt spid="11"/>
                                        </p:tgtEl>
                                        <p:attrNameLst>
                                          <p:attrName>style.visibility</p:attrName>
                                        </p:attrNameLst>
                                      </p:cBhvr>
                                      <p:to>
                                        <p:strVal val="hidden"/>
                                      </p:to>
                                    </p:set>
                                  </p:childTnLst>
                                </p:cTn>
                              </p:par>
                            </p:childTnLst>
                          </p:cTn>
                        </p:par>
                        <p:par>
                          <p:cTn id="87" fill="hold">
                            <p:stCondLst>
                              <p:cond delay="1000"/>
                            </p:stCondLst>
                            <p:childTnLst>
                              <p:par>
                                <p:cTn id="88" presetID="10" presetClass="entr" presetSubtype="0" fill="hold" grpId="0" nodeType="afterEffect">
                                  <p:stCondLst>
                                    <p:cond delay="0"/>
                                  </p:stCondLst>
                                  <p:childTnLst>
                                    <p:set>
                                      <p:cBhvr>
                                        <p:cTn id="89" dur="1" fill="hold">
                                          <p:stCondLst>
                                            <p:cond delay="0"/>
                                          </p:stCondLst>
                                        </p:cTn>
                                        <p:tgtEl>
                                          <p:spTgt spid="26"/>
                                        </p:tgtEl>
                                        <p:attrNameLst>
                                          <p:attrName>style.visibility</p:attrName>
                                        </p:attrNameLst>
                                      </p:cBhvr>
                                      <p:to>
                                        <p:strVal val="visible"/>
                                      </p:to>
                                    </p:set>
                                    <p:animEffect transition="in" filter="fade">
                                      <p:cBhvr>
                                        <p:cTn id="90" dur="250"/>
                                        <p:tgtEl>
                                          <p:spTgt spid="26"/>
                                        </p:tgtEl>
                                      </p:cBhvr>
                                    </p:animEffect>
                                  </p:childTnLst>
                                </p:cTn>
                              </p:par>
                            </p:childTnLst>
                          </p:cTn>
                        </p:par>
                        <p:par>
                          <p:cTn id="91" fill="hold">
                            <p:stCondLst>
                              <p:cond delay="1250"/>
                            </p:stCondLst>
                            <p:childTnLst>
                              <p:par>
                                <p:cTn id="92" presetID="10" presetClass="entr" presetSubtype="0" fill="hold" grpId="0" nodeType="afterEffect">
                                  <p:stCondLst>
                                    <p:cond delay="0"/>
                                  </p:stCondLst>
                                  <p:childTnLst>
                                    <p:set>
                                      <p:cBhvr>
                                        <p:cTn id="93" dur="1" fill="hold">
                                          <p:stCondLst>
                                            <p:cond delay="0"/>
                                          </p:stCondLst>
                                        </p:cTn>
                                        <p:tgtEl>
                                          <p:spTgt spid="27"/>
                                        </p:tgtEl>
                                        <p:attrNameLst>
                                          <p:attrName>style.visibility</p:attrName>
                                        </p:attrNameLst>
                                      </p:cBhvr>
                                      <p:to>
                                        <p:strVal val="visible"/>
                                      </p:to>
                                    </p:set>
                                    <p:animEffect transition="in" filter="fade">
                                      <p:cBhvr>
                                        <p:cTn id="94" dur="250"/>
                                        <p:tgtEl>
                                          <p:spTgt spid="27"/>
                                        </p:tgtEl>
                                      </p:cBhvr>
                                    </p:animEffect>
                                  </p:childTnLst>
                                </p:cTn>
                              </p:par>
                            </p:childTnLst>
                          </p:cTn>
                        </p:par>
                        <p:par>
                          <p:cTn id="95" fill="hold">
                            <p:stCondLst>
                              <p:cond delay="1500"/>
                            </p:stCondLst>
                            <p:childTnLst>
                              <p:par>
                                <p:cTn id="96" presetID="10" presetClass="entr" presetSubtype="0" fill="hold" grpId="0" nodeType="afterEffect">
                                  <p:stCondLst>
                                    <p:cond delay="0"/>
                                  </p:stCondLst>
                                  <p:childTnLst>
                                    <p:set>
                                      <p:cBhvr>
                                        <p:cTn id="97" dur="1" fill="hold">
                                          <p:stCondLst>
                                            <p:cond delay="0"/>
                                          </p:stCondLst>
                                        </p:cTn>
                                        <p:tgtEl>
                                          <p:spTgt spid="30"/>
                                        </p:tgtEl>
                                        <p:attrNameLst>
                                          <p:attrName>style.visibility</p:attrName>
                                        </p:attrNameLst>
                                      </p:cBhvr>
                                      <p:to>
                                        <p:strVal val="visible"/>
                                      </p:to>
                                    </p:set>
                                    <p:animEffect transition="in" filter="fade">
                                      <p:cBhvr>
                                        <p:cTn id="98" dur="250"/>
                                        <p:tgtEl>
                                          <p:spTgt spid="30"/>
                                        </p:tgtEl>
                                      </p:cBhvr>
                                    </p:animEffect>
                                  </p:childTnLst>
                                </p:cTn>
                              </p:par>
                            </p:childTnLst>
                          </p:cTn>
                        </p:par>
                        <p:par>
                          <p:cTn id="99" fill="hold">
                            <p:stCondLst>
                              <p:cond delay="1750"/>
                            </p:stCondLst>
                            <p:childTnLst>
                              <p:par>
                                <p:cTn id="100" presetID="10" presetClass="exit" presetSubtype="0" fill="hold" grpId="1" nodeType="afterEffect">
                                  <p:stCondLst>
                                    <p:cond delay="0"/>
                                  </p:stCondLst>
                                  <p:childTnLst>
                                    <p:animEffect transition="out" filter="fade">
                                      <p:cBhvr>
                                        <p:cTn id="101" dur="250"/>
                                        <p:tgtEl>
                                          <p:spTgt spid="26"/>
                                        </p:tgtEl>
                                      </p:cBhvr>
                                    </p:animEffect>
                                    <p:set>
                                      <p:cBhvr>
                                        <p:cTn id="102" dur="1" fill="hold">
                                          <p:stCondLst>
                                            <p:cond delay="249"/>
                                          </p:stCondLst>
                                        </p:cTn>
                                        <p:tgtEl>
                                          <p:spTgt spid="26"/>
                                        </p:tgtEl>
                                        <p:attrNameLst>
                                          <p:attrName>style.visibility</p:attrName>
                                        </p:attrNameLst>
                                      </p:cBhvr>
                                      <p:to>
                                        <p:strVal val="hidden"/>
                                      </p:to>
                                    </p:set>
                                  </p:childTnLst>
                                </p:cTn>
                              </p:par>
                            </p:childTnLst>
                          </p:cTn>
                        </p:par>
                        <p:par>
                          <p:cTn id="103" fill="hold">
                            <p:stCondLst>
                              <p:cond delay="2000"/>
                            </p:stCondLst>
                            <p:childTnLst>
                              <p:par>
                                <p:cTn id="104" presetID="10" presetClass="exit" presetSubtype="0" fill="hold" grpId="1" nodeType="afterEffect">
                                  <p:stCondLst>
                                    <p:cond delay="0"/>
                                  </p:stCondLst>
                                  <p:childTnLst>
                                    <p:animEffect transition="out" filter="fade">
                                      <p:cBhvr>
                                        <p:cTn id="105" dur="250"/>
                                        <p:tgtEl>
                                          <p:spTgt spid="27"/>
                                        </p:tgtEl>
                                      </p:cBhvr>
                                    </p:animEffect>
                                    <p:set>
                                      <p:cBhvr>
                                        <p:cTn id="106" dur="1" fill="hold">
                                          <p:stCondLst>
                                            <p:cond delay="249"/>
                                          </p:stCondLst>
                                        </p:cTn>
                                        <p:tgtEl>
                                          <p:spTgt spid="27"/>
                                        </p:tgtEl>
                                        <p:attrNameLst>
                                          <p:attrName>style.visibility</p:attrName>
                                        </p:attrNameLst>
                                      </p:cBhvr>
                                      <p:to>
                                        <p:strVal val="hidden"/>
                                      </p:to>
                                    </p:set>
                                  </p:childTnLst>
                                </p:cTn>
                              </p:par>
                            </p:childTnLst>
                          </p:cTn>
                        </p:par>
                        <p:par>
                          <p:cTn id="107" fill="hold">
                            <p:stCondLst>
                              <p:cond delay="2250"/>
                            </p:stCondLst>
                            <p:childTnLst>
                              <p:par>
                                <p:cTn id="108" presetID="10" presetClass="exit" presetSubtype="0" fill="hold" grpId="1" nodeType="afterEffect">
                                  <p:stCondLst>
                                    <p:cond delay="0"/>
                                  </p:stCondLst>
                                  <p:childTnLst>
                                    <p:animEffect transition="out" filter="fade">
                                      <p:cBhvr>
                                        <p:cTn id="109" dur="250"/>
                                        <p:tgtEl>
                                          <p:spTgt spid="30"/>
                                        </p:tgtEl>
                                      </p:cBhvr>
                                    </p:animEffect>
                                    <p:set>
                                      <p:cBhvr>
                                        <p:cTn id="110" dur="1" fill="hold">
                                          <p:stCondLst>
                                            <p:cond delay="249"/>
                                          </p:stCondLst>
                                        </p:cTn>
                                        <p:tgtEl>
                                          <p:spTgt spid="30"/>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2" nodeType="afterEffect">
                                  <p:stCondLst>
                                    <p:cond delay="0"/>
                                  </p:stCondLst>
                                  <p:childTnLst>
                                    <p:set>
                                      <p:cBhvr>
                                        <p:cTn id="113" dur="1" fill="hold">
                                          <p:stCondLst>
                                            <p:cond delay="0"/>
                                          </p:stCondLst>
                                        </p:cTn>
                                        <p:tgtEl>
                                          <p:spTgt spid="26"/>
                                        </p:tgtEl>
                                        <p:attrNameLst>
                                          <p:attrName>style.visibility</p:attrName>
                                        </p:attrNameLst>
                                      </p:cBhvr>
                                      <p:to>
                                        <p:strVal val="visible"/>
                                      </p:to>
                                    </p:set>
                                    <p:animEffect transition="in" filter="fade">
                                      <p:cBhvr>
                                        <p:cTn id="114" dur="250"/>
                                        <p:tgtEl>
                                          <p:spTgt spid="26"/>
                                        </p:tgtEl>
                                      </p:cBhvr>
                                    </p:animEffect>
                                  </p:childTnLst>
                                </p:cTn>
                              </p:par>
                            </p:childTnLst>
                          </p:cTn>
                        </p:par>
                        <p:par>
                          <p:cTn id="115" fill="hold">
                            <p:stCondLst>
                              <p:cond delay="2750"/>
                            </p:stCondLst>
                            <p:childTnLst>
                              <p:par>
                                <p:cTn id="116" presetID="10" presetClass="entr" presetSubtype="0" fill="hold" grpId="2" nodeType="afterEffect">
                                  <p:stCondLst>
                                    <p:cond delay="0"/>
                                  </p:stCondLst>
                                  <p:childTnLst>
                                    <p:set>
                                      <p:cBhvr>
                                        <p:cTn id="117" dur="1" fill="hold">
                                          <p:stCondLst>
                                            <p:cond delay="0"/>
                                          </p:stCondLst>
                                        </p:cTn>
                                        <p:tgtEl>
                                          <p:spTgt spid="27"/>
                                        </p:tgtEl>
                                        <p:attrNameLst>
                                          <p:attrName>style.visibility</p:attrName>
                                        </p:attrNameLst>
                                      </p:cBhvr>
                                      <p:to>
                                        <p:strVal val="visible"/>
                                      </p:to>
                                    </p:set>
                                    <p:animEffect transition="in" filter="fade">
                                      <p:cBhvr>
                                        <p:cTn id="118" dur="250"/>
                                        <p:tgtEl>
                                          <p:spTgt spid="27"/>
                                        </p:tgtEl>
                                      </p:cBhvr>
                                    </p:animEffect>
                                  </p:childTnLst>
                                </p:cTn>
                              </p:par>
                            </p:childTnLst>
                          </p:cTn>
                        </p:par>
                        <p:par>
                          <p:cTn id="119" fill="hold">
                            <p:stCondLst>
                              <p:cond delay="3000"/>
                            </p:stCondLst>
                            <p:childTnLst>
                              <p:par>
                                <p:cTn id="120" presetID="10" presetClass="entr" presetSubtype="0" fill="hold" grpId="2" nodeType="afterEffect">
                                  <p:stCondLst>
                                    <p:cond delay="0"/>
                                  </p:stCondLst>
                                  <p:childTnLst>
                                    <p:set>
                                      <p:cBhvr>
                                        <p:cTn id="121" dur="1" fill="hold">
                                          <p:stCondLst>
                                            <p:cond delay="0"/>
                                          </p:stCondLst>
                                        </p:cTn>
                                        <p:tgtEl>
                                          <p:spTgt spid="30"/>
                                        </p:tgtEl>
                                        <p:attrNameLst>
                                          <p:attrName>style.visibility</p:attrName>
                                        </p:attrNameLst>
                                      </p:cBhvr>
                                      <p:to>
                                        <p:strVal val="visible"/>
                                      </p:to>
                                    </p:set>
                                    <p:animEffect transition="in" filter="fade">
                                      <p:cBhvr>
                                        <p:cTn id="122" dur="250"/>
                                        <p:tgtEl>
                                          <p:spTgt spid="30"/>
                                        </p:tgtEl>
                                      </p:cBhvr>
                                    </p:animEffect>
                                  </p:childTnLst>
                                </p:cTn>
                              </p:par>
                            </p:childTnLst>
                          </p:cTn>
                        </p:par>
                        <p:par>
                          <p:cTn id="123" fill="hold">
                            <p:stCondLst>
                              <p:cond delay="3250"/>
                            </p:stCondLst>
                            <p:childTnLst>
                              <p:par>
                                <p:cTn id="124" presetID="10" presetClass="exit" presetSubtype="0" fill="hold" grpId="3" nodeType="afterEffect">
                                  <p:stCondLst>
                                    <p:cond delay="0"/>
                                  </p:stCondLst>
                                  <p:childTnLst>
                                    <p:animEffect transition="out" filter="fade">
                                      <p:cBhvr>
                                        <p:cTn id="125" dur="250"/>
                                        <p:tgtEl>
                                          <p:spTgt spid="26"/>
                                        </p:tgtEl>
                                      </p:cBhvr>
                                    </p:animEffect>
                                    <p:set>
                                      <p:cBhvr>
                                        <p:cTn id="126" dur="1" fill="hold">
                                          <p:stCondLst>
                                            <p:cond delay="249"/>
                                          </p:stCondLst>
                                        </p:cTn>
                                        <p:tgtEl>
                                          <p:spTgt spid="26"/>
                                        </p:tgtEl>
                                        <p:attrNameLst>
                                          <p:attrName>style.visibility</p:attrName>
                                        </p:attrNameLst>
                                      </p:cBhvr>
                                      <p:to>
                                        <p:strVal val="hidden"/>
                                      </p:to>
                                    </p:set>
                                  </p:childTnLst>
                                </p:cTn>
                              </p:par>
                            </p:childTnLst>
                          </p:cTn>
                        </p:par>
                        <p:par>
                          <p:cTn id="127" fill="hold">
                            <p:stCondLst>
                              <p:cond delay="3500"/>
                            </p:stCondLst>
                            <p:childTnLst>
                              <p:par>
                                <p:cTn id="128" presetID="10" presetClass="exit" presetSubtype="0" fill="hold" grpId="3" nodeType="afterEffect">
                                  <p:stCondLst>
                                    <p:cond delay="0"/>
                                  </p:stCondLst>
                                  <p:childTnLst>
                                    <p:animEffect transition="out" filter="fade">
                                      <p:cBhvr>
                                        <p:cTn id="129" dur="250"/>
                                        <p:tgtEl>
                                          <p:spTgt spid="27"/>
                                        </p:tgtEl>
                                      </p:cBhvr>
                                    </p:animEffect>
                                    <p:set>
                                      <p:cBhvr>
                                        <p:cTn id="130" dur="1" fill="hold">
                                          <p:stCondLst>
                                            <p:cond delay="249"/>
                                          </p:stCondLst>
                                        </p:cTn>
                                        <p:tgtEl>
                                          <p:spTgt spid="27"/>
                                        </p:tgtEl>
                                        <p:attrNameLst>
                                          <p:attrName>style.visibility</p:attrName>
                                        </p:attrNameLst>
                                      </p:cBhvr>
                                      <p:to>
                                        <p:strVal val="hidden"/>
                                      </p:to>
                                    </p:set>
                                  </p:childTnLst>
                                </p:cTn>
                              </p:par>
                            </p:childTnLst>
                          </p:cTn>
                        </p:par>
                        <p:par>
                          <p:cTn id="131" fill="hold">
                            <p:stCondLst>
                              <p:cond delay="3750"/>
                            </p:stCondLst>
                            <p:childTnLst>
                              <p:par>
                                <p:cTn id="132" presetID="10" presetClass="exit" presetSubtype="0" fill="hold" grpId="3" nodeType="afterEffect">
                                  <p:stCondLst>
                                    <p:cond delay="0"/>
                                  </p:stCondLst>
                                  <p:childTnLst>
                                    <p:animEffect transition="out" filter="fade">
                                      <p:cBhvr>
                                        <p:cTn id="133" dur="250"/>
                                        <p:tgtEl>
                                          <p:spTgt spid="30"/>
                                        </p:tgtEl>
                                      </p:cBhvr>
                                    </p:animEffect>
                                    <p:set>
                                      <p:cBhvr>
                                        <p:cTn id="134" dur="1" fill="hold">
                                          <p:stCondLst>
                                            <p:cond delay="249"/>
                                          </p:stCondLst>
                                        </p:cTn>
                                        <p:tgtEl>
                                          <p:spTgt spid="30"/>
                                        </p:tgtEl>
                                        <p:attrNameLst>
                                          <p:attrName>style.visibility</p:attrName>
                                        </p:attrNameLst>
                                      </p:cBhvr>
                                      <p:to>
                                        <p:strVal val="hidden"/>
                                      </p:to>
                                    </p:set>
                                  </p:childTnLst>
                                </p:cTn>
                              </p:par>
                            </p:childTnLst>
                          </p:cTn>
                        </p:par>
                        <p:par>
                          <p:cTn id="135" fill="hold">
                            <p:stCondLst>
                              <p:cond delay="4000"/>
                            </p:stCondLst>
                            <p:childTnLst>
                              <p:par>
                                <p:cTn id="136" presetID="10" presetClass="entr" presetSubtype="0" fill="hold" nodeType="afterEffect">
                                  <p:stCondLst>
                                    <p:cond delay="0"/>
                                  </p:stCondLst>
                                  <p:childTnLst>
                                    <p:set>
                                      <p:cBhvr>
                                        <p:cTn id="137" dur="1" fill="hold">
                                          <p:stCondLst>
                                            <p:cond delay="0"/>
                                          </p:stCondLst>
                                        </p:cTn>
                                        <p:tgtEl>
                                          <p:spTgt spid="32"/>
                                        </p:tgtEl>
                                        <p:attrNameLst>
                                          <p:attrName>style.visibility</p:attrName>
                                        </p:attrNameLst>
                                      </p:cBhvr>
                                      <p:to>
                                        <p:strVal val="visible"/>
                                      </p:to>
                                    </p:set>
                                    <p:animEffect transition="in" filter="fade">
                                      <p:cBhvr>
                                        <p:cTn id="138" dur="1000"/>
                                        <p:tgtEl>
                                          <p:spTgt spid="32"/>
                                        </p:tgtEl>
                                      </p:cBhvr>
                                    </p:animEffect>
                                  </p:childTnLst>
                                </p:cTn>
                              </p:par>
                              <p:par>
                                <p:cTn id="139" presetID="10" presetClass="exit" presetSubtype="0" fill="hold" nodeType="withEffect">
                                  <p:stCondLst>
                                    <p:cond delay="0"/>
                                  </p:stCondLst>
                                  <p:childTnLst>
                                    <p:animEffect transition="out" filter="fade">
                                      <p:cBhvr>
                                        <p:cTn id="140" dur="750"/>
                                        <p:tgtEl>
                                          <p:spTgt spid="15"/>
                                        </p:tgtEl>
                                      </p:cBhvr>
                                    </p:animEffect>
                                    <p:set>
                                      <p:cBhvr>
                                        <p:cTn id="141" dur="1" fill="hold">
                                          <p:stCondLst>
                                            <p:cond delay="749"/>
                                          </p:stCondLst>
                                        </p:cTn>
                                        <p:tgtEl>
                                          <p:spTgt spid="15"/>
                                        </p:tgtEl>
                                        <p:attrNameLst>
                                          <p:attrName>style.visibility</p:attrName>
                                        </p:attrNameLst>
                                      </p:cBhvr>
                                      <p:to>
                                        <p:strVal val="hidden"/>
                                      </p:to>
                                    </p:set>
                                  </p:childTnLst>
                                </p:cTn>
                              </p:par>
                            </p:childTnLst>
                          </p:cTn>
                        </p:par>
                        <p:par>
                          <p:cTn id="142" fill="hold">
                            <p:stCondLst>
                              <p:cond delay="5000"/>
                            </p:stCondLst>
                            <p:childTnLst>
                              <p:par>
                                <p:cTn id="143" presetID="8" presetClass="emph" presetSubtype="0" repeatCount="20000" autoRev="1" fill="hold" nodeType="afterEffect">
                                  <p:stCondLst>
                                    <p:cond delay="500"/>
                                  </p:stCondLst>
                                  <p:childTnLst>
                                    <p:animRot by="480000">
                                      <p:cBhvr>
                                        <p:cTn id="144" dur="50" fill="hold"/>
                                        <p:tgtEl>
                                          <p:spTgt spid="32"/>
                                        </p:tgtEl>
                                        <p:attrNameLst>
                                          <p:attrName>r</p:attrName>
                                        </p:attrNameLst>
                                      </p:cBhvr>
                                    </p:animRot>
                                  </p:childTnLst>
                                </p:cTn>
                              </p:par>
                              <p:par>
                                <p:cTn id="145" presetID="10" presetClass="entr" presetSubtype="0" fill="hold" nodeType="withEffect">
                                  <p:stCondLst>
                                    <p:cond delay="1000"/>
                                  </p:stCondLst>
                                  <p:childTnLst>
                                    <p:set>
                                      <p:cBhvr>
                                        <p:cTn id="146" dur="1" fill="hold">
                                          <p:stCondLst>
                                            <p:cond delay="0"/>
                                          </p:stCondLst>
                                        </p:cTn>
                                        <p:tgtEl>
                                          <p:spTgt spid="35">
                                            <p:txEl>
                                              <p:pRg st="1" end="1"/>
                                            </p:txEl>
                                          </p:spTgt>
                                        </p:tgtEl>
                                        <p:attrNameLst>
                                          <p:attrName>style.visibility</p:attrName>
                                        </p:attrNameLst>
                                      </p:cBhvr>
                                      <p:to>
                                        <p:strVal val="visible"/>
                                      </p:to>
                                    </p:set>
                                    <p:animEffect transition="in" filter="fade">
                                      <p:cBhvr>
                                        <p:cTn id="147" dur="1500"/>
                                        <p:tgtEl>
                                          <p:spTgt spid="35">
                                            <p:txEl>
                                              <p:pRg st="1" end="1"/>
                                            </p:txEl>
                                          </p:spTgt>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nodeType="clickEffect">
                                  <p:stCondLst>
                                    <p:cond delay="0"/>
                                  </p:stCondLst>
                                  <p:childTnLst>
                                    <p:set>
                                      <p:cBhvr>
                                        <p:cTn id="151" dur="1" fill="hold">
                                          <p:stCondLst>
                                            <p:cond delay="0"/>
                                          </p:stCondLst>
                                        </p:cTn>
                                        <p:tgtEl>
                                          <p:spTgt spid="15"/>
                                        </p:tgtEl>
                                        <p:attrNameLst>
                                          <p:attrName>style.visibility</p:attrName>
                                        </p:attrNameLst>
                                      </p:cBhvr>
                                      <p:to>
                                        <p:strVal val="visible"/>
                                      </p:to>
                                    </p:set>
                                    <p:animEffect transition="in" filter="fade">
                                      <p:cBhvr>
                                        <p:cTn id="152" dur="500"/>
                                        <p:tgtEl>
                                          <p:spTgt spid="15"/>
                                        </p:tgtEl>
                                      </p:cBhvr>
                                    </p:animEffect>
                                  </p:childTnLst>
                                </p:cTn>
                              </p:par>
                              <p:par>
                                <p:cTn id="153" presetID="10" presetClass="exit" presetSubtype="0" fill="hold" nodeType="withEffect">
                                  <p:stCondLst>
                                    <p:cond delay="0"/>
                                  </p:stCondLst>
                                  <p:childTnLst>
                                    <p:animEffect transition="out" filter="fade">
                                      <p:cBhvr>
                                        <p:cTn id="154" dur="750"/>
                                        <p:tgtEl>
                                          <p:spTgt spid="32"/>
                                        </p:tgtEl>
                                      </p:cBhvr>
                                    </p:animEffect>
                                    <p:set>
                                      <p:cBhvr>
                                        <p:cTn id="155" dur="1" fill="hold">
                                          <p:stCondLst>
                                            <p:cond delay="749"/>
                                          </p:stCondLst>
                                        </p:cTn>
                                        <p:tgtEl>
                                          <p:spTgt spid="32"/>
                                        </p:tgtEl>
                                        <p:attrNameLst>
                                          <p:attrName>style.visibility</p:attrName>
                                        </p:attrNameLst>
                                      </p:cBhvr>
                                      <p:to>
                                        <p:strVal val="hidden"/>
                                      </p:to>
                                    </p:set>
                                  </p:childTnLst>
                                </p:cTn>
                              </p:par>
                              <p:par>
                                <p:cTn id="156" presetID="53" presetClass="exit" presetSubtype="32" fill="hold" grpId="0" nodeType="withEffect">
                                  <p:stCondLst>
                                    <p:cond delay="0"/>
                                  </p:stCondLst>
                                  <p:childTnLst>
                                    <p:anim calcmode="lin" valueType="num">
                                      <p:cBhvr>
                                        <p:cTn id="157" dur="1000"/>
                                        <p:tgtEl>
                                          <p:spTgt spid="21">
                                            <p:txEl>
                                              <p:pRg st="0" end="0"/>
                                            </p:txEl>
                                          </p:spTgt>
                                        </p:tgtEl>
                                        <p:attrNameLst>
                                          <p:attrName>ppt_w</p:attrName>
                                        </p:attrNameLst>
                                      </p:cBhvr>
                                      <p:tavLst>
                                        <p:tav tm="0">
                                          <p:val>
                                            <p:strVal val="ppt_w"/>
                                          </p:val>
                                        </p:tav>
                                        <p:tav tm="100000">
                                          <p:val>
                                            <p:fltVal val="0"/>
                                          </p:val>
                                        </p:tav>
                                      </p:tavLst>
                                    </p:anim>
                                    <p:anim calcmode="lin" valueType="num">
                                      <p:cBhvr>
                                        <p:cTn id="158" dur="1000"/>
                                        <p:tgtEl>
                                          <p:spTgt spid="21">
                                            <p:txEl>
                                              <p:pRg st="0" end="0"/>
                                            </p:txEl>
                                          </p:spTgt>
                                        </p:tgtEl>
                                        <p:attrNameLst>
                                          <p:attrName>ppt_h</p:attrName>
                                        </p:attrNameLst>
                                      </p:cBhvr>
                                      <p:tavLst>
                                        <p:tav tm="0">
                                          <p:val>
                                            <p:strVal val="ppt_h"/>
                                          </p:val>
                                        </p:tav>
                                        <p:tav tm="100000">
                                          <p:val>
                                            <p:fltVal val="0"/>
                                          </p:val>
                                        </p:tav>
                                      </p:tavLst>
                                    </p:anim>
                                    <p:animEffect transition="out" filter="fade">
                                      <p:cBhvr>
                                        <p:cTn id="159" dur="1000"/>
                                        <p:tgtEl>
                                          <p:spTgt spid="21">
                                            <p:txEl>
                                              <p:pRg st="0" end="0"/>
                                            </p:txEl>
                                          </p:spTgt>
                                        </p:tgtEl>
                                      </p:cBhvr>
                                    </p:animEffect>
                                    <p:set>
                                      <p:cBhvr>
                                        <p:cTn id="160" dur="1" fill="hold">
                                          <p:stCondLst>
                                            <p:cond delay="999"/>
                                          </p:stCondLst>
                                        </p:cTn>
                                        <p:tgtEl>
                                          <p:spTgt spid="21">
                                            <p:txEl>
                                              <p:pRg st="0" end="0"/>
                                            </p:txEl>
                                          </p:spTgt>
                                        </p:tgtEl>
                                        <p:attrNameLst>
                                          <p:attrName>style.visibility</p:attrName>
                                        </p:attrNameLst>
                                      </p:cBhvr>
                                      <p:to>
                                        <p:strVal val="hidden"/>
                                      </p:to>
                                    </p:set>
                                  </p:childTnLst>
                                </p:cTn>
                              </p:par>
                              <p:par>
                                <p:cTn id="161" presetID="53" presetClass="exit" presetSubtype="32" fill="hold" grpId="0" nodeType="withEffect">
                                  <p:stCondLst>
                                    <p:cond delay="0"/>
                                  </p:stCondLst>
                                  <p:childTnLst>
                                    <p:anim calcmode="lin" valueType="num">
                                      <p:cBhvr>
                                        <p:cTn id="162" dur="1000"/>
                                        <p:tgtEl>
                                          <p:spTgt spid="21">
                                            <p:txEl>
                                              <p:pRg st="1" end="1"/>
                                            </p:txEl>
                                          </p:spTgt>
                                        </p:tgtEl>
                                        <p:attrNameLst>
                                          <p:attrName>ppt_w</p:attrName>
                                        </p:attrNameLst>
                                      </p:cBhvr>
                                      <p:tavLst>
                                        <p:tav tm="0">
                                          <p:val>
                                            <p:strVal val="ppt_w"/>
                                          </p:val>
                                        </p:tav>
                                        <p:tav tm="100000">
                                          <p:val>
                                            <p:fltVal val="0"/>
                                          </p:val>
                                        </p:tav>
                                      </p:tavLst>
                                    </p:anim>
                                    <p:anim calcmode="lin" valueType="num">
                                      <p:cBhvr>
                                        <p:cTn id="163" dur="1000"/>
                                        <p:tgtEl>
                                          <p:spTgt spid="21">
                                            <p:txEl>
                                              <p:pRg st="1" end="1"/>
                                            </p:txEl>
                                          </p:spTgt>
                                        </p:tgtEl>
                                        <p:attrNameLst>
                                          <p:attrName>ppt_h</p:attrName>
                                        </p:attrNameLst>
                                      </p:cBhvr>
                                      <p:tavLst>
                                        <p:tav tm="0">
                                          <p:val>
                                            <p:strVal val="ppt_h"/>
                                          </p:val>
                                        </p:tav>
                                        <p:tav tm="100000">
                                          <p:val>
                                            <p:fltVal val="0"/>
                                          </p:val>
                                        </p:tav>
                                      </p:tavLst>
                                    </p:anim>
                                    <p:animEffect transition="out" filter="fade">
                                      <p:cBhvr>
                                        <p:cTn id="164" dur="1000"/>
                                        <p:tgtEl>
                                          <p:spTgt spid="21">
                                            <p:txEl>
                                              <p:pRg st="1" end="1"/>
                                            </p:txEl>
                                          </p:spTgt>
                                        </p:tgtEl>
                                      </p:cBhvr>
                                    </p:animEffect>
                                    <p:set>
                                      <p:cBhvr>
                                        <p:cTn id="165" dur="1" fill="hold">
                                          <p:stCondLst>
                                            <p:cond delay="999"/>
                                          </p:stCondLst>
                                        </p:cTn>
                                        <p:tgtEl>
                                          <p:spTgt spid="21">
                                            <p:txEl>
                                              <p:pRg st="1" end="1"/>
                                            </p:txEl>
                                          </p:spTgt>
                                        </p:tgtEl>
                                        <p:attrNameLst>
                                          <p:attrName>style.visibility</p:attrName>
                                        </p:attrNameLst>
                                      </p:cBhvr>
                                      <p:to>
                                        <p:strVal val="hidden"/>
                                      </p:to>
                                    </p:set>
                                  </p:childTnLst>
                                </p:cTn>
                              </p:par>
                              <p:par>
                                <p:cTn id="166" presetID="53" presetClass="exit" presetSubtype="32" fill="hold" grpId="0" nodeType="withEffect">
                                  <p:stCondLst>
                                    <p:cond delay="0"/>
                                  </p:stCondLst>
                                  <p:childTnLst>
                                    <p:anim calcmode="lin" valueType="num">
                                      <p:cBhvr>
                                        <p:cTn id="167" dur="500"/>
                                        <p:tgtEl>
                                          <p:spTgt spid="29">
                                            <p:txEl>
                                              <p:pRg st="0" end="0"/>
                                            </p:txEl>
                                          </p:spTgt>
                                        </p:tgtEl>
                                        <p:attrNameLst>
                                          <p:attrName>ppt_w</p:attrName>
                                        </p:attrNameLst>
                                      </p:cBhvr>
                                      <p:tavLst>
                                        <p:tav tm="0">
                                          <p:val>
                                            <p:strVal val="ppt_w"/>
                                          </p:val>
                                        </p:tav>
                                        <p:tav tm="100000">
                                          <p:val>
                                            <p:fltVal val="0"/>
                                          </p:val>
                                        </p:tav>
                                      </p:tavLst>
                                    </p:anim>
                                    <p:anim calcmode="lin" valueType="num">
                                      <p:cBhvr>
                                        <p:cTn id="168" dur="500"/>
                                        <p:tgtEl>
                                          <p:spTgt spid="29">
                                            <p:txEl>
                                              <p:pRg st="0" end="0"/>
                                            </p:txEl>
                                          </p:spTgt>
                                        </p:tgtEl>
                                        <p:attrNameLst>
                                          <p:attrName>ppt_h</p:attrName>
                                        </p:attrNameLst>
                                      </p:cBhvr>
                                      <p:tavLst>
                                        <p:tav tm="0">
                                          <p:val>
                                            <p:strVal val="ppt_h"/>
                                          </p:val>
                                        </p:tav>
                                        <p:tav tm="100000">
                                          <p:val>
                                            <p:fltVal val="0"/>
                                          </p:val>
                                        </p:tav>
                                      </p:tavLst>
                                    </p:anim>
                                    <p:animEffect transition="out" filter="fade">
                                      <p:cBhvr>
                                        <p:cTn id="169" dur="500"/>
                                        <p:tgtEl>
                                          <p:spTgt spid="29">
                                            <p:txEl>
                                              <p:pRg st="0" end="0"/>
                                            </p:txEl>
                                          </p:spTgt>
                                        </p:tgtEl>
                                      </p:cBhvr>
                                    </p:animEffect>
                                    <p:set>
                                      <p:cBhvr>
                                        <p:cTn id="170" dur="1" fill="hold">
                                          <p:stCondLst>
                                            <p:cond delay="499"/>
                                          </p:stCondLst>
                                        </p:cTn>
                                        <p:tgtEl>
                                          <p:spTgt spid="29">
                                            <p:txEl>
                                              <p:pRg st="0" end="0"/>
                                            </p:txEl>
                                          </p:spTgt>
                                        </p:tgtEl>
                                        <p:attrNameLst>
                                          <p:attrName>style.visibility</p:attrName>
                                        </p:attrNameLst>
                                      </p:cBhvr>
                                      <p:to>
                                        <p:strVal val="hidden"/>
                                      </p:to>
                                    </p:set>
                                  </p:childTnLst>
                                </p:cTn>
                              </p:par>
                              <p:par>
                                <p:cTn id="171" presetID="53" presetClass="exit" presetSubtype="32" fill="hold" grpId="0" nodeType="withEffect">
                                  <p:stCondLst>
                                    <p:cond delay="0"/>
                                  </p:stCondLst>
                                  <p:childTnLst>
                                    <p:anim calcmode="lin" valueType="num">
                                      <p:cBhvr>
                                        <p:cTn id="172" dur="500"/>
                                        <p:tgtEl>
                                          <p:spTgt spid="29">
                                            <p:txEl>
                                              <p:pRg st="1" end="1"/>
                                            </p:txEl>
                                          </p:spTgt>
                                        </p:tgtEl>
                                        <p:attrNameLst>
                                          <p:attrName>ppt_w</p:attrName>
                                        </p:attrNameLst>
                                      </p:cBhvr>
                                      <p:tavLst>
                                        <p:tav tm="0">
                                          <p:val>
                                            <p:strVal val="ppt_w"/>
                                          </p:val>
                                        </p:tav>
                                        <p:tav tm="100000">
                                          <p:val>
                                            <p:fltVal val="0"/>
                                          </p:val>
                                        </p:tav>
                                      </p:tavLst>
                                    </p:anim>
                                    <p:anim calcmode="lin" valueType="num">
                                      <p:cBhvr>
                                        <p:cTn id="173" dur="500"/>
                                        <p:tgtEl>
                                          <p:spTgt spid="29">
                                            <p:txEl>
                                              <p:pRg st="1" end="1"/>
                                            </p:txEl>
                                          </p:spTgt>
                                        </p:tgtEl>
                                        <p:attrNameLst>
                                          <p:attrName>ppt_h</p:attrName>
                                        </p:attrNameLst>
                                      </p:cBhvr>
                                      <p:tavLst>
                                        <p:tav tm="0">
                                          <p:val>
                                            <p:strVal val="ppt_h"/>
                                          </p:val>
                                        </p:tav>
                                        <p:tav tm="100000">
                                          <p:val>
                                            <p:fltVal val="0"/>
                                          </p:val>
                                        </p:tav>
                                      </p:tavLst>
                                    </p:anim>
                                    <p:animEffect transition="out" filter="fade">
                                      <p:cBhvr>
                                        <p:cTn id="174" dur="500"/>
                                        <p:tgtEl>
                                          <p:spTgt spid="29">
                                            <p:txEl>
                                              <p:pRg st="1" end="1"/>
                                            </p:txEl>
                                          </p:spTgt>
                                        </p:tgtEl>
                                      </p:cBhvr>
                                    </p:animEffect>
                                    <p:set>
                                      <p:cBhvr>
                                        <p:cTn id="175" dur="1" fill="hold">
                                          <p:stCondLst>
                                            <p:cond delay="499"/>
                                          </p:stCondLst>
                                        </p:cTn>
                                        <p:tgtEl>
                                          <p:spTgt spid="29">
                                            <p:txEl>
                                              <p:pRg st="1" end="1"/>
                                            </p:txEl>
                                          </p:spTgt>
                                        </p:tgtEl>
                                        <p:attrNameLst>
                                          <p:attrName>style.visibility</p:attrName>
                                        </p:attrNameLst>
                                      </p:cBhvr>
                                      <p:to>
                                        <p:strVal val="hidden"/>
                                      </p:to>
                                    </p:set>
                                  </p:childTnLst>
                                </p:cTn>
                              </p:par>
                              <p:par>
                                <p:cTn id="176" presetID="53" presetClass="exit" presetSubtype="32" fill="hold" grpId="0" nodeType="withEffect">
                                  <p:stCondLst>
                                    <p:cond delay="0"/>
                                  </p:stCondLst>
                                  <p:childTnLst>
                                    <p:anim calcmode="lin" valueType="num">
                                      <p:cBhvr>
                                        <p:cTn id="177" dur="500"/>
                                        <p:tgtEl>
                                          <p:spTgt spid="35">
                                            <p:txEl>
                                              <p:pRg st="0" end="0"/>
                                            </p:txEl>
                                          </p:spTgt>
                                        </p:tgtEl>
                                        <p:attrNameLst>
                                          <p:attrName>ppt_w</p:attrName>
                                        </p:attrNameLst>
                                      </p:cBhvr>
                                      <p:tavLst>
                                        <p:tav tm="0">
                                          <p:val>
                                            <p:strVal val="ppt_w"/>
                                          </p:val>
                                        </p:tav>
                                        <p:tav tm="100000">
                                          <p:val>
                                            <p:fltVal val="0"/>
                                          </p:val>
                                        </p:tav>
                                      </p:tavLst>
                                    </p:anim>
                                    <p:anim calcmode="lin" valueType="num">
                                      <p:cBhvr>
                                        <p:cTn id="178" dur="500"/>
                                        <p:tgtEl>
                                          <p:spTgt spid="35">
                                            <p:txEl>
                                              <p:pRg st="0" end="0"/>
                                            </p:txEl>
                                          </p:spTgt>
                                        </p:tgtEl>
                                        <p:attrNameLst>
                                          <p:attrName>ppt_h</p:attrName>
                                        </p:attrNameLst>
                                      </p:cBhvr>
                                      <p:tavLst>
                                        <p:tav tm="0">
                                          <p:val>
                                            <p:strVal val="ppt_h"/>
                                          </p:val>
                                        </p:tav>
                                        <p:tav tm="100000">
                                          <p:val>
                                            <p:fltVal val="0"/>
                                          </p:val>
                                        </p:tav>
                                      </p:tavLst>
                                    </p:anim>
                                    <p:animEffect transition="out" filter="fade">
                                      <p:cBhvr>
                                        <p:cTn id="179" dur="500"/>
                                        <p:tgtEl>
                                          <p:spTgt spid="35">
                                            <p:txEl>
                                              <p:pRg st="0" end="0"/>
                                            </p:txEl>
                                          </p:spTgt>
                                        </p:tgtEl>
                                      </p:cBhvr>
                                    </p:animEffect>
                                    <p:set>
                                      <p:cBhvr>
                                        <p:cTn id="180" dur="1" fill="hold">
                                          <p:stCondLst>
                                            <p:cond delay="499"/>
                                          </p:stCondLst>
                                        </p:cTn>
                                        <p:tgtEl>
                                          <p:spTgt spid="35">
                                            <p:txEl>
                                              <p:pRg st="0" end="0"/>
                                            </p:txEl>
                                          </p:spTgt>
                                        </p:tgtEl>
                                        <p:attrNameLst>
                                          <p:attrName>style.visibility</p:attrName>
                                        </p:attrNameLst>
                                      </p:cBhvr>
                                      <p:to>
                                        <p:strVal val="hidden"/>
                                      </p:to>
                                    </p:set>
                                  </p:childTnLst>
                                </p:cTn>
                              </p:par>
                              <p:par>
                                <p:cTn id="181" presetID="53" presetClass="exit" presetSubtype="32" fill="hold" grpId="0" nodeType="withEffect">
                                  <p:stCondLst>
                                    <p:cond delay="0"/>
                                  </p:stCondLst>
                                  <p:childTnLst>
                                    <p:anim calcmode="lin" valueType="num">
                                      <p:cBhvr>
                                        <p:cTn id="182" dur="500"/>
                                        <p:tgtEl>
                                          <p:spTgt spid="35">
                                            <p:txEl>
                                              <p:pRg st="1" end="1"/>
                                            </p:txEl>
                                          </p:spTgt>
                                        </p:tgtEl>
                                        <p:attrNameLst>
                                          <p:attrName>ppt_w</p:attrName>
                                        </p:attrNameLst>
                                      </p:cBhvr>
                                      <p:tavLst>
                                        <p:tav tm="0">
                                          <p:val>
                                            <p:strVal val="ppt_w"/>
                                          </p:val>
                                        </p:tav>
                                        <p:tav tm="100000">
                                          <p:val>
                                            <p:fltVal val="0"/>
                                          </p:val>
                                        </p:tav>
                                      </p:tavLst>
                                    </p:anim>
                                    <p:anim calcmode="lin" valueType="num">
                                      <p:cBhvr>
                                        <p:cTn id="183" dur="500"/>
                                        <p:tgtEl>
                                          <p:spTgt spid="35">
                                            <p:txEl>
                                              <p:pRg st="1" end="1"/>
                                            </p:txEl>
                                          </p:spTgt>
                                        </p:tgtEl>
                                        <p:attrNameLst>
                                          <p:attrName>ppt_h</p:attrName>
                                        </p:attrNameLst>
                                      </p:cBhvr>
                                      <p:tavLst>
                                        <p:tav tm="0">
                                          <p:val>
                                            <p:strVal val="ppt_h"/>
                                          </p:val>
                                        </p:tav>
                                        <p:tav tm="100000">
                                          <p:val>
                                            <p:fltVal val="0"/>
                                          </p:val>
                                        </p:tav>
                                      </p:tavLst>
                                    </p:anim>
                                    <p:animEffect transition="out" filter="fade">
                                      <p:cBhvr>
                                        <p:cTn id="184" dur="500"/>
                                        <p:tgtEl>
                                          <p:spTgt spid="35">
                                            <p:txEl>
                                              <p:pRg st="1" end="1"/>
                                            </p:txEl>
                                          </p:spTgt>
                                        </p:tgtEl>
                                      </p:cBhvr>
                                    </p:animEffect>
                                    <p:set>
                                      <p:cBhvr>
                                        <p:cTn id="185" dur="1" fill="hold">
                                          <p:stCondLst>
                                            <p:cond delay="499"/>
                                          </p:stCondLst>
                                        </p:cTn>
                                        <p:tgtEl>
                                          <p:spTgt spid="35">
                                            <p:txEl>
                                              <p:pRg st="1" end="1"/>
                                            </p:txEl>
                                          </p:spTgt>
                                        </p:tgtEl>
                                        <p:attrNameLst>
                                          <p:attrName>style.visibility</p:attrName>
                                        </p:attrNameLst>
                                      </p:cBhvr>
                                      <p:to>
                                        <p:strVal val="hidden"/>
                                      </p:to>
                                    </p:set>
                                  </p:childTnLst>
                                </p:cTn>
                              </p:par>
                              <p:par>
                                <p:cTn id="186" presetID="53" presetClass="exit" presetSubtype="32" fill="hold" grpId="0" nodeType="withEffect">
                                  <p:stCondLst>
                                    <p:cond delay="0"/>
                                  </p:stCondLst>
                                  <p:childTnLst>
                                    <p:anim calcmode="lin" valueType="num">
                                      <p:cBhvr>
                                        <p:cTn id="187" dur="500"/>
                                        <p:tgtEl>
                                          <p:spTgt spid="39"/>
                                        </p:tgtEl>
                                        <p:attrNameLst>
                                          <p:attrName>ppt_w</p:attrName>
                                        </p:attrNameLst>
                                      </p:cBhvr>
                                      <p:tavLst>
                                        <p:tav tm="0">
                                          <p:val>
                                            <p:strVal val="ppt_w"/>
                                          </p:val>
                                        </p:tav>
                                        <p:tav tm="100000">
                                          <p:val>
                                            <p:fltVal val="0"/>
                                          </p:val>
                                        </p:tav>
                                      </p:tavLst>
                                    </p:anim>
                                    <p:anim calcmode="lin" valueType="num">
                                      <p:cBhvr>
                                        <p:cTn id="188" dur="500"/>
                                        <p:tgtEl>
                                          <p:spTgt spid="39"/>
                                        </p:tgtEl>
                                        <p:attrNameLst>
                                          <p:attrName>ppt_h</p:attrName>
                                        </p:attrNameLst>
                                      </p:cBhvr>
                                      <p:tavLst>
                                        <p:tav tm="0">
                                          <p:val>
                                            <p:strVal val="ppt_h"/>
                                          </p:val>
                                        </p:tav>
                                        <p:tav tm="100000">
                                          <p:val>
                                            <p:fltVal val="0"/>
                                          </p:val>
                                        </p:tav>
                                      </p:tavLst>
                                    </p:anim>
                                    <p:animEffect transition="out" filter="fade">
                                      <p:cBhvr>
                                        <p:cTn id="189" dur="500"/>
                                        <p:tgtEl>
                                          <p:spTgt spid="39"/>
                                        </p:tgtEl>
                                      </p:cBhvr>
                                    </p:animEffect>
                                    <p:set>
                                      <p:cBhvr>
                                        <p:cTn id="190" dur="1" fill="hold">
                                          <p:stCondLst>
                                            <p:cond delay="499"/>
                                          </p:stCondLst>
                                        </p:cTn>
                                        <p:tgtEl>
                                          <p:spTgt spid="39"/>
                                        </p:tgtEl>
                                        <p:attrNameLst>
                                          <p:attrName>style.visibility</p:attrName>
                                        </p:attrNameLst>
                                      </p:cBhvr>
                                      <p:to>
                                        <p:strVal val="hidden"/>
                                      </p:to>
                                    </p:set>
                                  </p:childTnLst>
                                </p:cTn>
                              </p:par>
                              <p:par>
                                <p:cTn id="191" presetID="53" presetClass="exit" presetSubtype="32" fill="hold" grpId="0" nodeType="withEffect">
                                  <p:stCondLst>
                                    <p:cond delay="0"/>
                                  </p:stCondLst>
                                  <p:childTnLst>
                                    <p:anim calcmode="lin" valueType="num">
                                      <p:cBhvr>
                                        <p:cTn id="192" dur="500"/>
                                        <p:tgtEl>
                                          <p:spTgt spid="28"/>
                                        </p:tgtEl>
                                        <p:attrNameLst>
                                          <p:attrName>ppt_w</p:attrName>
                                        </p:attrNameLst>
                                      </p:cBhvr>
                                      <p:tavLst>
                                        <p:tav tm="0">
                                          <p:val>
                                            <p:strVal val="ppt_w"/>
                                          </p:val>
                                        </p:tav>
                                        <p:tav tm="100000">
                                          <p:val>
                                            <p:fltVal val="0"/>
                                          </p:val>
                                        </p:tav>
                                      </p:tavLst>
                                    </p:anim>
                                    <p:anim calcmode="lin" valueType="num">
                                      <p:cBhvr>
                                        <p:cTn id="193" dur="500"/>
                                        <p:tgtEl>
                                          <p:spTgt spid="28"/>
                                        </p:tgtEl>
                                        <p:attrNameLst>
                                          <p:attrName>ppt_h</p:attrName>
                                        </p:attrNameLst>
                                      </p:cBhvr>
                                      <p:tavLst>
                                        <p:tav tm="0">
                                          <p:val>
                                            <p:strVal val="ppt_h"/>
                                          </p:val>
                                        </p:tav>
                                        <p:tav tm="100000">
                                          <p:val>
                                            <p:fltVal val="0"/>
                                          </p:val>
                                        </p:tav>
                                      </p:tavLst>
                                    </p:anim>
                                    <p:animEffect transition="out" filter="fade">
                                      <p:cBhvr>
                                        <p:cTn id="194" dur="500"/>
                                        <p:tgtEl>
                                          <p:spTgt spid="28"/>
                                        </p:tgtEl>
                                      </p:cBhvr>
                                    </p:animEffect>
                                    <p:set>
                                      <p:cBhvr>
                                        <p:cTn id="195" dur="1" fill="hold">
                                          <p:stCondLst>
                                            <p:cond delay="499"/>
                                          </p:stCondLst>
                                        </p:cTn>
                                        <p:tgtEl>
                                          <p:spTgt spid="28"/>
                                        </p:tgtEl>
                                        <p:attrNameLst>
                                          <p:attrName>style.visibility</p:attrName>
                                        </p:attrNameLst>
                                      </p:cBhvr>
                                      <p:to>
                                        <p:strVal val="hidden"/>
                                      </p:to>
                                    </p:set>
                                  </p:childTnLst>
                                </p:cTn>
                              </p:par>
                              <p:par>
                                <p:cTn id="196" presetID="53" presetClass="exit" presetSubtype="32" fill="hold" grpId="0" nodeType="withEffect">
                                  <p:stCondLst>
                                    <p:cond delay="0"/>
                                  </p:stCondLst>
                                  <p:childTnLst>
                                    <p:anim calcmode="lin" valueType="num">
                                      <p:cBhvr>
                                        <p:cTn id="197" dur="500"/>
                                        <p:tgtEl>
                                          <p:spTgt spid="20"/>
                                        </p:tgtEl>
                                        <p:attrNameLst>
                                          <p:attrName>ppt_w</p:attrName>
                                        </p:attrNameLst>
                                      </p:cBhvr>
                                      <p:tavLst>
                                        <p:tav tm="0">
                                          <p:val>
                                            <p:strVal val="ppt_w"/>
                                          </p:val>
                                        </p:tav>
                                        <p:tav tm="100000">
                                          <p:val>
                                            <p:fltVal val="0"/>
                                          </p:val>
                                        </p:tav>
                                      </p:tavLst>
                                    </p:anim>
                                    <p:anim calcmode="lin" valueType="num">
                                      <p:cBhvr>
                                        <p:cTn id="198" dur="500"/>
                                        <p:tgtEl>
                                          <p:spTgt spid="20"/>
                                        </p:tgtEl>
                                        <p:attrNameLst>
                                          <p:attrName>ppt_h</p:attrName>
                                        </p:attrNameLst>
                                      </p:cBhvr>
                                      <p:tavLst>
                                        <p:tav tm="0">
                                          <p:val>
                                            <p:strVal val="ppt_h"/>
                                          </p:val>
                                        </p:tav>
                                        <p:tav tm="100000">
                                          <p:val>
                                            <p:fltVal val="0"/>
                                          </p:val>
                                        </p:tav>
                                      </p:tavLst>
                                    </p:anim>
                                    <p:animEffect transition="out" filter="fade">
                                      <p:cBhvr>
                                        <p:cTn id="199" dur="500"/>
                                        <p:tgtEl>
                                          <p:spTgt spid="20"/>
                                        </p:tgtEl>
                                      </p:cBhvr>
                                    </p:animEffect>
                                    <p:set>
                                      <p:cBhvr>
                                        <p:cTn id="200" dur="1" fill="hold">
                                          <p:stCondLst>
                                            <p:cond delay="499"/>
                                          </p:stCondLst>
                                        </p:cTn>
                                        <p:tgtEl>
                                          <p:spTgt spid="20"/>
                                        </p:tgtEl>
                                        <p:attrNameLst>
                                          <p:attrName>style.visibility</p:attrName>
                                        </p:attrNameLst>
                                      </p:cBhvr>
                                      <p:to>
                                        <p:strVal val="hidden"/>
                                      </p:to>
                                    </p:set>
                                  </p:childTnLst>
                                </p:cTn>
                              </p:par>
                              <p:par>
                                <p:cTn id="201" presetID="31" presetClass="exit" presetSubtype="0" fill="hold" grpId="1" nodeType="withEffect">
                                  <p:stCondLst>
                                    <p:cond delay="0"/>
                                  </p:stCondLst>
                                  <p:childTnLst>
                                    <p:anim calcmode="lin" valueType="num">
                                      <p:cBhvr>
                                        <p:cTn id="202" dur="1000"/>
                                        <p:tgtEl>
                                          <p:spTgt spid="13"/>
                                        </p:tgtEl>
                                        <p:attrNameLst>
                                          <p:attrName>ppt_w</p:attrName>
                                        </p:attrNameLst>
                                      </p:cBhvr>
                                      <p:tavLst>
                                        <p:tav tm="0">
                                          <p:val>
                                            <p:strVal val="ppt_w"/>
                                          </p:val>
                                        </p:tav>
                                        <p:tav tm="100000">
                                          <p:val>
                                            <p:fltVal val="0"/>
                                          </p:val>
                                        </p:tav>
                                      </p:tavLst>
                                    </p:anim>
                                    <p:anim calcmode="lin" valueType="num">
                                      <p:cBhvr>
                                        <p:cTn id="203" dur="1000"/>
                                        <p:tgtEl>
                                          <p:spTgt spid="13"/>
                                        </p:tgtEl>
                                        <p:attrNameLst>
                                          <p:attrName>ppt_h</p:attrName>
                                        </p:attrNameLst>
                                      </p:cBhvr>
                                      <p:tavLst>
                                        <p:tav tm="0">
                                          <p:val>
                                            <p:strVal val="ppt_h"/>
                                          </p:val>
                                        </p:tav>
                                        <p:tav tm="100000">
                                          <p:val>
                                            <p:fltVal val="0"/>
                                          </p:val>
                                        </p:tav>
                                      </p:tavLst>
                                    </p:anim>
                                    <p:anim calcmode="lin" valueType="num">
                                      <p:cBhvr>
                                        <p:cTn id="204" dur="1000"/>
                                        <p:tgtEl>
                                          <p:spTgt spid="13"/>
                                        </p:tgtEl>
                                        <p:attrNameLst>
                                          <p:attrName>style.rotation</p:attrName>
                                        </p:attrNameLst>
                                      </p:cBhvr>
                                      <p:tavLst>
                                        <p:tav tm="0">
                                          <p:val>
                                            <p:fltVal val="0"/>
                                          </p:val>
                                        </p:tav>
                                        <p:tav tm="100000">
                                          <p:val>
                                            <p:fltVal val="90"/>
                                          </p:val>
                                        </p:tav>
                                      </p:tavLst>
                                    </p:anim>
                                    <p:animEffect transition="out" filter="fade">
                                      <p:cBhvr>
                                        <p:cTn id="205" dur="1000"/>
                                        <p:tgtEl>
                                          <p:spTgt spid="13"/>
                                        </p:tgtEl>
                                      </p:cBhvr>
                                    </p:animEffect>
                                    <p:set>
                                      <p:cBhvr>
                                        <p:cTn id="206" dur="1" fill="hold">
                                          <p:stCondLst>
                                            <p:cond delay="999"/>
                                          </p:stCondLst>
                                        </p:cTn>
                                        <p:tgtEl>
                                          <p:spTgt spid="13"/>
                                        </p:tgtEl>
                                        <p:attrNameLst>
                                          <p:attrName>style.visibility</p:attrName>
                                        </p:attrNameLst>
                                      </p:cBhvr>
                                      <p:to>
                                        <p:strVal val="hidden"/>
                                      </p:to>
                                    </p:set>
                                  </p:childTnLst>
                                </p:cTn>
                              </p:par>
                              <p:par>
                                <p:cTn id="207" presetID="31" presetClass="exit" presetSubtype="0" fill="hold" grpId="1" nodeType="withEffect">
                                  <p:stCondLst>
                                    <p:cond delay="0"/>
                                  </p:stCondLst>
                                  <p:childTnLst>
                                    <p:anim calcmode="lin" valueType="num">
                                      <p:cBhvr>
                                        <p:cTn id="208" dur="1000"/>
                                        <p:tgtEl>
                                          <p:spTgt spid="16"/>
                                        </p:tgtEl>
                                        <p:attrNameLst>
                                          <p:attrName>ppt_w</p:attrName>
                                        </p:attrNameLst>
                                      </p:cBhvr>
                                      <p:tavLst>
                                        <p:tav tm="0">
                                          <p:val>
                                            <p:strVal val="ppt_w"/>
                                          </p:val>
                                        </p:tav>
                                        <p:tav tm="100000">
                                          <p:val>
                                            <p:fltVal val="0"/>
                                          </p:val>
                                        </p:tav>
                                      </p:tavLst>
                                    </p:anim>
                                    <p:anim calcmode="lin" valueType="num">
                                      <p:cBhvr>
                                        <p:cTn id="209" dur="1000"/>
                                        <p:tgtEl>
                                          <p:spTgt spid="16"/>
                                        </p:tgtEl>
                                        <p:attrNameLst>
                                          <p:attrName>ppt_h</p:attrName>
                                        </p:attrNameLst>
                                      </p:cBhvr>
                                      <p:tavLst>
                                        <p:tav tm="0">
                                          <p:val>
                                            <p:strVal val="ppt_h"/>
                                          </p:val>
                                        </p:tav>
                                        <p:tav tm="100000">
                                          <p:val>
                                            <p:fltVal val="0"/>
                                          </p:val>
                                        </p:tav>
                                      </p:tavLst>
                                    </p:anim>
                                    <p:anim calcmode="lin" valueType="num">
                                      <p:cBhvr>
                                        <p:cTn id="210" dur="1000"/>
                                        <p:tgtEl>
                                          <p:spTgt spid="16"/>
                                        </p:tgtEl>
                                        <p:attrNameLst>
                                          <p:attrName>style.rotation</p:attrName>
                                        </p:attrNameLst>
                                      </p:cBhvr>
                                      <p:tavLst>
                                        <p:tav tm="0">
                                          <p:val>
                                            <p:fltVal val="0"/>
                                          </p:val>
                                        </p:tav>
                                        <p:tav tm="100000">
                                          <p:val>
                                            <p:fltVal val="90"/>
                                          </p:val>
                                        </p:tav>
                                      </p:tavLst>
                                    </p:anim>
                                    <p:animEffect transition="out" filter="fade">
                                      <p:cBhvr>
                                        <p:cTn id="211" dur="1000"/>
                                        <p:tgtEl>
                                          <p:spTgt spid="16"/>
                                        </p:tgtEl>
                                      </p:cBhvr>
                                    </p:animEffect>
                                    <p:set>
                                      <p:cBhvr>
                                        <p:cTn id="212" dur="1" fill="hold">
                                          <p:stCondLst>
                                            <p:cond delay="999"/>
                                          </p:stCondLst>
                                        </p:cTn>
                                        <p:tgtEl>
                                          <p:spTgt spid="16"/>
                                        </p:tgtEl>
                                        <p:attrNameLst>
                                          <p:attrName>style.visibility</p:attrName>
                                        </p:attrNameLst>
                                      </p:cBhvr>
                                      <p:to>
                                        <p:strVal val="hidden"/>
                                      </p:to>
                                    </p:set>
                                  </p:childTnLst>
                                </p:cTn>
                              </p:par>
                              <p:par>
                                <p:cTn id="213" presetID="31" presetClass="exit" presetSubtype="0" fill="hold" nodeType="withEffect">
                                  <p:stCondLst>
                                    <p:cond delay="0"/>
                                  </p:stCondLst>
                                  <p:childTnLst>
                                    <p:anim calcmode="lin" valueType="num">
                                      <p:cBhvr>
                                        <p:cTn id="214" dur="1000"/>
                                        <p:tgtEl>
                                          <p:spTgt spid="12"/>
                                        </p:tgtEl>
                                        <p:attrNameLst>
                                          <p:attrName>ppt_w</p:attrName>
                                        </p:attrNameLst>
                                      </p:cBhvr>
                                      <p:tavLst>
                                        <p:tav tm="0">
                                          <p:val>
                                            <p:strVal val="ppt_w"/>
                                          </p:val>
                                        </p:tav>
                                        <p:tav tm="100000">
                                          <p:val>
                                            <p:fltVal val="0"/>
                                          </p:val>
                                        </p:tav>
                                      </p:tavLst>
                                    </p:anim>
                                    <p:anim calcmode="lin" valueType="num">
                                      <p:cBhvr>
                                        <p:cTn id="215" dur="1000"/>
                                        <p:tgtEl>
                                          <p:spTgt spid="12"/>
                                        </p:tgtEl>
                                        <p:attrNameLst>
                                          <p:attrName>ppt_h</p:attrName>
                                        </p:attrNameLst>
                                      </p:cBhvr>
                                      <p:tavLst>
                                        <p:tav tm="0">
                                          <p:val>
                                            <p:strVal val="ppt_h"/>
                                          </p:val>
                                        </p:tav>
                                        <p:tav tm="100000">
                                          <p:val>
                                            <p:fltVal val="0"/>
                                          </p:val>
                                        </p:tav>
                                      </p:tavLst>
                                    </p:anim>
                                    <p:anim calcmode="lin" valueType="num">
                                      <p:cBhvr>
                                        <p:cTn id="216" dur="1000"/>
                                        <p:tgtEl>
                                          <p:spTgt spid="12"/>
                                        </p:tgtEl>
                                        <p:attrNameLst>
                                          <p:attrName>style.rotation</p:attrName>
                                        </p:attrNameLst>
                                      </p:cBhvr>
                                      <p:tavLst>
                                        <p:tav tm="0">
                                          <p:val>
                                            <p:fltVal val="0"/>
                                          </p:val>
                                        </p:tav>
                                        <p:tav tm="100000">
                                          <p:val>
                                            <p:fltVal val="90"/>
                                          </p:val>
                                        </p:tav>
                                      </p:tavLst>
                                    </p:anim>
                                    <p:animEffect transition="out" filter="fade">
                                      <p:cBhvr>
                                        <p:cTn id="217" dur="1000"/>
                                        <p:tgtEl>
                                          <p:spTgt spid="12"/>
                                        </p:tgtEl>
                                      </p:cBhvr>
                                    </p:animEffect>
                                    <p:set>
                                      <p:cBhvr>
                                        <p:cTn id="218" dur="1" fill="hold">
                                          <p:stCondLst>
                                            <p:cond delay="999"/>
                                          </p:stCondLst>
                                        </p:cTn>
                                        <p:tgtEl>
                                          <p:spTgt spid="12"/>
                                        </p:tgtEl>
                                        <p:attrNameLst>
                                          <p:attrName>style.visibility</p:attrName>
                                        </p:attrNameLst>
                                      </p:cBhvr>
                                      <p:to>
                                        <p:strVal val="hidden"/>
                                      </p:to>
                                    </p:set>
                                  </p:childTnLst>
                                </p:cTn>
                              </p:par>
                              <p:par>
                                <p:cTn id="219" presetID="31" presetClass="exit" presetSubtype="0" fill="hold" grpId="2" nodeType="withEffect">
                                  <p:stCondLst>
                                    <p:cond delay="0"/>
                                  </p:stCondLst>
                                  <p:childTnLst>
                                    <p:anim calcmode="lin" valueType="num">
                                      <p:cBhvr>
                                        <p:cTn id="220" dur="1000"/>
                                        <p:tgtEl>
                                          <p:spTgt spid="17"/>
                                        </p:tgtEl>
                                        <p:attrNameLst>
                                          <p:attrName>ppt_w</p:attrName>
                                        </p:attrNameLst>
                                      </p:cBhvr>
                                      <p:tavLst>
                                        <p:tav tm="0">
                                          <p:val>
                                            <p:strVal val="ppt_w"/>
                                          </p:val>
                                        </p:tav>
                                        <p:tav tm="100000">
                                          <p:val>
                                            <p:fltVal val="0"/>
                                          </p:val>
                                        </p:tav>
                                      </p:tavLst>
                                    </p:anim>
                                    <p:anim calcmode="lin" valueType="num">
                                      <p:cBhvr>
                                        <p:cTn id="221" dur="1000"/>
                                        <p:tgtEl>
                                          <p:spTgt spid="17"/>
                                        </p:tgtEl>
                                        <p:attrNameLst>
                                          <p:attrName>ppt_h</p:attrName>
                                        </p:attrNameLst>
                                      </p:cBhvr>
                                      <p:tavLst>
                                        <p:tav tm="0">
                                          <p:val>
                                            <p:strVal val="ppt_h"/>
                                          </p:val>
                                        </p:tav>
                                        <p:tav tm="100000">
                                          <p:val>
                                            <p:fltVal val="0"/>
                                          </p:val>
                                        </p:tav>
                                      </p:tavLst>
                                    </p:anim>
                                    <p:anim calcmode="lin" valueType="num">
                                      <p:cBhvr>
                                        <p:cTn id="222" dur="1000"/>
                                        <p:tgtEl>
                                          <p:spTgt spid="17"/>
                                        </p:tgtEl>
                                        <p:attrNameLst>
                                          <p:attrName>style.rotation</p:attrName>
                                        </p:attrNameLst>
                                      </p:cBhvr>
                                      <p:tavLst>
                                        <p:tav tm="0">
                                          <p:val>
                                            <p:fltVal val="0"/>
                                          </p:val>
                                        </p:tav>
                                        <p:tav tm="100000">
                                          <p:val>
                                            <p:fltVal val="90"/>
                                          </p:val>
                                        </p:tav>
                                      </p:tavLst>
                                    </p:anim>
                                    <p:animEffect transition="out" filter="fade">
                                      <p:cBhvr>
                                        <p:cTn id="223" dur="1000"/>
                                        <p:tgtEl>
                                          <p:spTgt spid="17"/>
                                        </p:tgtEl>
                                      </p:cBhvr>
                                    </p:animEffect>
                                    <p:set>
                                      <p:cBhvr>
                                        <p:cTn id="224" dur="1" fill="hold">
                                          <p:stCondLst>
                                            <p:cond delay="999"/>
                                          </p:stCondLst>
                                        </p:cTn>
                                        <p:tgtEl>
                                          <p:spTgt spid="17"/>
                                        </p:tgtEl>
                                        <p:attrNameLst>
                                          <p:attrName>style.visibility</p:attrName>
                                        </p:attrNameLst>
                                      </p:cBhvr>
                                      <p:to>
                                        <p:strVal val="hidden"/>
                                      </p:to>
                                    </p:set>
                                  </p:childTnLst>
                                </p:cTn>
                              </p:par>
                              <p:par>
                                <p:cTn id="225" presetID="31" presetClass="exit" presetSubtype="0" fill="hold" grpId="2" nodeType="withEffect">
                                  <p:stCondLst>
                                    <p:cond delay="0"/>
                                  </p:stCondLst>
                                  <p:childTnLst>
                                    <p:anim calcmode="lin" valueType="num">
                                      <p:cBhvr>
                                        <p:cTn id="226" dur="1000"/>
                                        <p:tgtEl>
                                          <p:spTgt spid="18"/>
                                        </p:tgtEl>
                                        <p:attrNameLst>
                                          <p:attrName>ppt_w</p:attrName>
                                        </p:attrNameLst>
                                      </p:cBhvr>
                                      <p:tavLst>
                                        <p:tav tm="0">
                                          <p:val>
                                            <p:strVal val="ppt_w"/>
                                          </p:val>
                                        </p:tav>
                                        <p:tav tm="100000">
                                          <p:val>
                                            <p:fltVal val="0"/>
                                          </p:val>
                                        </p:tav>
                                      </p:tavLst>
                                    </p:anim>
                                    <p:anim calcmode="lin" valueType="num">
                                      <p:cBhvr>
                                        <p:cTn id="227" dur="1000"/>
                                        <p:tgtEl>
                                          <p:spTgt spid="18"/>
                                        </p:tgtEl>
                                        <p:attrNameLst>
                                          <p:attrName>ppt_h</p:attrName>
                                        </p:attrNameLst>
                                      </p:cBhvr>
                                      <p:tavLst>
                                        <p:tav tm="0">
                                          <p:val>
                                            <p:strVal val="ppt_h"/>
                                          </p:val>
                                        </p:tav>
                                        <p:tav tm="100000">
                                          <p:val>
                                            <p:fltVal val="0"/>
                                          </p:val>
                                        </p:tav>
                                      </p:tavLst>
                                    </p:anim>
                                    <p:anim calcmode="lin" valueType="num">
                                      <p:cBhvr>
                                        <p:cTn id="228" dur="1000"/>
                                        <p:tgtEl>
                                          <p:spTgt spid="18"/>
                                        </p:tgtEl>
                                        <p:attrNameLst>
                                          <p:attrName>style.rotation</p:attrName>
                                        </p:attrNameLst>
                                      </p:cBhvr>
                                      <p:tavLst>
                                        <p:tav tm="0">
                                          <p:val>
                                            <p:fltVal val="0"/>
                                          </p:val>
                                        </p:tav>
                                        <p:tav tm="100000">
                                          <p:val>
                                            <p:fltVal val="90"/>
                                          </p:val>
                                        </p:tav>
                                      </p:tavLst>
                                    </p:anim>
                                    <p:animEffect transition="out" filter="fade">
                                      <p:cBhvr>
                                        <p:cTn id="229" dur="1000"/>
                                        <p:tgtEl>
                                          <p:spTgt spid="18"/>
                                        </p:tgtEl>
                                      </p:cBhvr>
                                    </p:animEffect>
                                    <p:set>
                                      <p:cBhvr>
                                        <p:cTn id="230" dur="1" fill="hold">
                                          <p:stCondLst>
                                            <p:cond delay="999"/>
                                          </p:stCondLst>
                                        </p:cTn>
                                        <p:tgtEl>
                                          <p:spTgt spid="18"/>
                                        </p:tgtEl>
                                        <p:attrNameLst>
                                          <p:attrName>style.visibility</p:attrName>
                                        </p:attrNameLst>
                                      </p:cBhvr>
                                      <p:to>
                                        <p:strVal val="hidden"/>
                                      </p:to>
                                    </p:set>
                                  </p:childTnLst>
                                </p:cTn>
                              </p:par>
                              <p:par>
                                <p:cTn id="231" presetID="31" presetClass="exit" presetSubtype="0" fill="hold" grpId="2" nodeType="withEffect">
                                  <p:stCondLst>
                                    <p:cond delay="0"/>
                                  </p:stCondLst>
                                  <p:childTnLst>
                                    <p:anim calcmode="lin" valueType="num">
                                      <p:cBhvr>
                                        <p:cTn id="232" dur="1000"/>
                                        <p:tgtEl>
                                          <p:spTgt spid="19"/>
                                        </p:tgtEl>
                                        <p:attrNameLst>
                                          <p:attrName>ppt_w</p:attrName>
                                        </p:attrNameLst>
                                      </p:cBhvr>
                                      <p:tavLst>
                                        <p:tav tm="0">
                                          <p:val>
                                            <p:strVal val="ppt_w"/>
                                          </p:val>
                                        </p:tav>
                                        <p:tav tm="100000">
                                          <p:val>
                                            <p:fltVal val="0"/>
                                          </p:val>
                                        </p:tav>
                                      </p:tavLst>
                                    </p:anim>
                                    <p:anim calcmode="lin" valueType="num">
                                      <p:cBhvr>
                                        <p:cTn id="233" dur="1000"/>
                                        <p:tgtEl>
                                          <p:spTgt spid="19"/>
                                        </p:tgtEl>
                                        <p:attrNameLst>
                                          <p:attrName>ppt_h</p:attrName>
                                        </p:attrNameLst>
                                      </p:cBhvr>
                                      <p:tavLst>
                                        <p:tav tm="0">
                                          <p:val>
                                            <p:strVal val="ppt_h"/>
                                          </p:val>
                                        </p:tav>
                                        <p:tav tm="100000">
                                          <p:val>
                                            <p:fltVal val="0"/>
                                          </p:val>
                                        </p:tav>
                                      </p:tavLst>
                                    </p:anim>
                                    <p:anim calcmode="lin" valueType="num">
                                      <p:cBhvr>
                                        <p:cTn id="234" dur="1000"/>
                                        <p:tgtEl>
                                          <p:spTgt spid="19"/>
                                        </p:tgtEl>
                                        <p:attrNameLst>
                                          <p:attrName>style.rotation</p:attrName>
                                        </p:attrNameLst>
                                      </p:cBhvr>
                                      <p:tavLst>
                                        <p:tav tm="0">
                                          <p:val>
                                            <p:fltVal val="0"/>
                                          </p:val>
                                        </p:tav>
                                        <p:tav tm="100000">
                                          <p:val>
                                            <p:fltVal val="90"/>
                                          </p:val>
                                        </p:tav>
                                      </p:tavLst>
                                    </p:anim>
                                    <p:animEffect transition="out" filter="fade">
                                      <p:cBhvr>
                                        <p:cTn id="235" dur="1000"/>
                                        <p:tgtEl>
                                          <p:spTgt spid="19"/>
                                        </p:tgtEl>
                                      </p:cBhvr>
                                    </p:animEffect>
                                    <p:set>
                                      <p:cBhvr>
                                        <p:cTn id="236" dur="1" fill="hold">
                                          <p:stCondLst>
                                            <p:cond delay="999"/>
                                          </p:stCondLst>
                                        </p:cTn>
                                        <p:tgtEl>
                                          <p:spTgt spid="19"/>
                                        </p:tgtEl>
                                        <p:attrNameLst>
                                          <p:attrName>style.visibility</p:attrName>
                                        </p:attrNameLst>
                                      </p:cBhvr>
                                      <p:to>
                                        <p:strVal val="hidden"/>
                                      </p:to>
                                    </p:set>
                                  </p:childTnLst>
                                </p:cTn>
                              </p:par>
                              <p:par>
                                <p:cTn id="237" presetID="31" presetClass="exit" presetSubtype="0" fill="hold" nodeType="withEffect">
                                  <p:stCondLst>
                                    <p:cond delay="0"/>
                                  </p:stCondLst>
                                  <p:childTnLst>
                                    <p:anim calcmode="lin" valueType="num">
                                      <p:cBhvr>
                                        <p:cTn id="238" dur="1000"/>
                                        <p:tgtEl>
                                          <p:spTgt spid="6"/>
                                        </p:tgtEl>
                                        <p:attrNameLst>
                                          <p:attrName>ppt_w</p:attrName>
                                        </p:attrNameLst>
                                      </p:cBhvr>
                                      <p:tavLst>
                                        <p:tav tm="0">
                                          <p:val>
                                            <p:strVal val="ppt_w"/>
                                          </p:val>
                                        </p:tav>
                                        <p:tav tm="100000">
                                          <p:val>
                                            <p:fltVal val="0"/>
                                          </p:val>
                                        </p:tav>
                                      </p:tavLst>
                                    </p:anim>
                                    <p:anim calcmode="lin" valueType="num">
                                      <p:cBhvr>
                                        <p:cTn id="239" dur="1000"/>
                                        <p:tgtEl>
                                          <p:spTgt spid="6"/>
                                        </p:tgtEl>
                                        <p:attrNameLst>
                                          <p:attrName>ppt_h</p:attrName>
                                        </p:attrNameLst>
                                      </p:cBhvr>
                                      <p:tavLst>
                                        <p:tav tm="0">
                                          <p:val>
                                            <p:strVal val="ppt_h"/>
                                          </p:val>
                                        </p:tav>
                                        <p:tav tm="100000">
                                          <p:val>
                                            <p:fltVal val="0"/>
                                          </p:val>
                                        </p:tav>
                                      </p:tavLst>
                                    </p:anim>
                                    <p:anim calcmode="lin" valueType="num">
                                      <p:cBhvr>
                                        <p:cTn id="240" dur="1000"/>
                                        <p:tgtEl>
                                          <p:spTgt spid="6"/>
                                        </p:tgtEl>
                                        <p:attrNameLst>
                                          <p:attrName>style.rotation</p:attrName>
                                        </p:attrNameLst>
                                      </p:cBhvr>
                                      <p:tavLst>
                                        <p:tav tm="0">
                                          <p:val>
                                            <p:fltVal val="0"/>
                                          </p:val>
                                        </p:tav>
                                        <p:tav tm="100000">
                                          <p:val>
                                            <p:fltVal val="90"/>
                                          </p:val>
                                        </p:tav>
                                      </p:tavLst>
                                    </p:anim>
                                    <p:animEffect transition="out" filter="fade">
                                      <p:cBhvr>
                                        <p:cTn id="241" dur="1000"/>
                                        <p:tgtEl>
                                          <p:spTgt spid="6"/>
                                        </p:tgtEl>
                                      </p:cBhvr>
                                    </p:animEffect>
                                    <p:set>
                                      <p:cBhvr>
                                        <p:cTn id="242" dur="1" fill="hold">
                                          <p:stCondLst>
                                            <p:cond delay="999"/>
                                          </p:stCondLst>
                                        </p:cTn>
                                        <p:tgtEl>
                                          <p:spTgt spid="6"/>
                                        </p:tgtEl>
                                        <p:attrNameLst>
                                          <p:attrName>style.visibility</p:attrName>
                                        </p:attrNameLst>
                                      </p:cBhvr>
                                      <p:to>
                                        <p:strVal val="hidden"/>
                                      </p:to>
                                    </p:set>
                                  </p:childTnLst>
                                </p:cTn>
                              </p:par>
                              <p:par>
                                <p:cTn id="243" presetID="31" presetClass="exit" presetSubtype="0" fill="hold" nodeType="withEffect">
                                  <p:stCondLst>
                                    <p:cond delay="0"/>
                                  </p:stCondLst>
                                  <p:childTnLst>
                                    <p:anim calcmode="lin" valueType="num">
                                      <p:cBhvr>
                                        <p:cTn id="244" dur="1000"/>
                                        <p:tgtEl>
                                          <p:spTgt spid="11"/>
                                        </p:tgtEl>
                                        <p:attrNameLst>
                                          <p:attrName>ppt_w</p:attrName>
                                        </p:attrNameLst>
                                      </p:cBhvr>
                                      <p:tavLst>
                                        <p:tav tm="0">
                                          <p:val>
                                            <p:strVal val="ppt_w"/>
                                          </p:val>
                                        </p:tav>
                                        <p:tav tm="100000">
                                          <p:val>
                                            <p:fltVal val="0"/>
                                          </p:val>
                                        </p:tav>
                                      </p:tavLst>
                                    </p:anim>
                                    <p:anim calcmode="lin" valueType="num">
                                      <p:cBhvr>
                                        <p:cTn id="245" dur="1000"/>
                                        <p:tgtEl>
                                          <p:spTgt spid="11"/>
                                        </p:tgtEl>
                                        <p:attrNameLst>
                                          <p:attrName>ppt_h</p:attrName>
                                        </p:attrNameLst>
                                      </p:cBhvr>
                                      <p:tavLst>
                                        <p:tav tm="0">
                                          <p:val>
                                            <p:strVal val="ppt_h"/>
                                          </p:val>
                                        </p:tav>
                                        <p:tav tm="100000">
                                          <p:val>
                                            <p:fltVal val="0"/>
                                          </p:val>
                                        </p:tav>
                                      </p:tavLst>
                                    </p:anim>
                                    <p:anim calcmode="lin" valueType="num">
                                      <p:cBhvr>
                                        <p:cTn id="246" dur="1000"/>
                                        <p:tgtEl>
                                          <p:spTgt spid="11"/>
                                        </p:tgtEl>
                                        <p:attrNameLst>
                                          <p:attrName>style.rotation</p:attrName>
                                        </p:attrNameLst>
                                      </p:cBhvr>
                                      <p:tavLst>
                                        <p:tav tm="0">
                                          <p:val>
                                            <p:fltVal val="0"/>
                                          </p:val>
                                        </p:tav>
                                        <p:tav tm="100000">
                                          <p:val>
                                            <p:fltVal val="90"/>
                                          </p:val>
                                        </p:tav>
                                      </p:tavLst>
                                    </p:anim>
                                    <p:animEffect transition="out" filter="fade">
                                      <p:cBhvr>
                                        <p:cTn id="247" dur="1000"/>
                                        <p:tgtEl>
                                          <p:spTgt spid="11"/>
                                        </p:tgtEl>
                                      </p:cBhvr>
                                    </p:animEffect>
                                    <p:set>
                                      <p:cBhvr>
                                        <p:cTn id="248" dur="1" fill="hold">
                                          <p:stCondLst>
                                            <p:cond delay="999"/>
                                          </p:stCondLst>
                                        </p:cTn>
                                        <p:tgtEl>
                                          <p:spTgt spid="11"/>
                                        </p:tgtEl>
                                        <p:attrNameLst>
                                          <p:attrName>style.visibility</p:attrName>
                                        </p:attrNameLst>
                                      </p:cBhvr>
                                      <p:to>
                                        <p:strVal val="hidden"/>
                                      </p:to>
                                    </p:set>
                                  </p:childTnLst>
                                </p:cTn>
                              </p:par>
                              <p:par>
                                <p:cTn id="249" presetID="31" presetClass="exit" presetSubtype="0" fill="hold" nodeType="withEffect">
                                  <p:stCondLst>
                                    <p:cond delay="0"/>
                                  </p:stCondLst>
                                  <p:childTnLst>
                                    <p:anim calcmode="lin" valueType="num">
                                      <p:cBhvr>
                                        <p:cTn id="250" dur="1000"/>
                                        <p:tgtEl>
                                          <p:spTgt spid="23"/>
                                        </p:tgtEl>
                                        <p:attrNameLst>
                                          <p:attrName>ppt_w</p:attrName>
                                        </p:attrNameLst>
                                      </p:cBhvr>
                                      <p:tavLst>
                                        <p:tav tm="0">
                                          <p:val>
                                            <p:strVal val="ppt_w"/>
                                          </p:val>
                                        </p:tav>
                                        <p:tav tm="100000">
                                          <p:val>
                                            <p:fltVal val="0"/>
                                          </p:val>
                                        </p:tav>
                                      </p:tavLst>
                                    </p:anim>
                                    <p:anim calcmode="lin" valueType="num">
                                      <p:cBhvr>
                                        <p:cTn id="251" dur="1000"/>
                                        <p:tgtEl>
                                          <p:spTgt spid="23"/>
                                        </p:tgtEl>
                                        <p:attrNameLst>
                                          <p:attrName>ppt_h</p:attrName>
                                        </p:attrNameLst>
                                      </p:cBhvr>
                                      <p:tavLst>
                                        <p:tav tm="0">
                                          <p:val>
                                            <p:strVal val="ppt_h"/>
                                          </p:val>
                                        </p:tav>
                                        <p:tav tm="100000">
                                          <p:val>
                                            <p:fltVal val="0"/>
                                          </p:val>
                                        </p:tav>
                                      </p:tavLst>
                                    </p:anim>
                                    <p:anim calcmode="lin" valueType="num">
                                      <p:cBhvr>
                                        <p:cTn id="252" dur="1000"/>
                                        <p:tgtEl>
                                          <p:spTgt spid="23"/>
                                        </p:tgtEl>
                                        <p:attrNameLst>
                                          <p:attrName>style.rotation</p:attrName>
                                        </p:attrNameLst>
                                      </p:cBhvr>
                                      <p:tavLst>
                                        <p:tav tm="0">
                                          <p:val>
                                            <p:fltVal val="0"/>
                                          </p:val>
                                        </p:tav>
                                        <p:tav tm="100000">
                                          <p:val>
                                            <p:fltVal val="90"/>
                                          </p:val>
                                        </p:tav>
                                      </p:tavLst>
                                    </p:anim>
                                    <p:animEffect transition="out" filter="fade">
                                      <p:cBhvr>
                                        <p:cTn id="253" dur="1000"/>
                                        <p:tgtEl>
                                          <p:spTgt spid="23"/>
                                        </p:tgtEl>
                                      </p:cBhvr>
                                    </p:animEffect>
                                    <p:set>
                                      <p:cBhvr>
                                        <p:cTn id="254" dur="1" fill="hold">
                                          <p:stCondLst>
                                            <p:cond delay="999"/>
                                          </p:stCondLst>
                                        </p:cTn>
                                        <p:tgtEl>
                                          <p:spTgt spid="23"/>
                                        </p:tgtEl>
                                        <p:attrNameLst>
                                          <p:attrName>style.visibility</p:attrName>
                                        </p:attrNameLst>
                                      </p:cBhvr>
                                      <p:to>
                                        <p:strVal val="hidden"/>
                                      </p:to>
                                    </p:set>
                                  </p:childTnLst>
                                </p:cTn>
                              </p:par>
                              <p:par>
                                <p:cTn id="255" presetID="31" presetClass="exit" presetSubtype="0" fill="hold" grpId="4" nodeType="withEffect">
                                  <p:stCondLst>
                                    <p:cond delay="0"/>
                                  </p:stCondLst>
                                  <p:childTnLst>
                                    <p:anim calcmode="lin" valueType="num">
                                      <p:cBhvr>
                                        <p:cTn id="256" dur="1000"/>
                                        <p:tgtEl>
                                          <p:spTgt spid="26"/>
                                        </p:tgtEl>
                                        <p:attrNameLst>
                                          <p:attrName>ppt_w</p:attrName>
                                        </p:attrNameLst>
                                      </p:cBhvr>
                                      <p:tavLst>
                                        <p:tav tm="0">
                                          <p:val>
                                            <p:strVal val="ppt_w"/>
                                          </p:val>
                                        </p:tav>
                                        <p:tav tm="100000">
                                          <p:val>
                                            <p:fltVal val="0"/>
                                          </p:val>
                                        </p:tav>
                                      </p:tavLst>
                                    </p:anim>
                                    <p:anim calcmode="lin" valueType="num">
                                      <p:cBhvr>
                                        <p:cTn id="257" dur="1000"/>
                                        <p:tgtEl>
                                          <p:spTgt spid="26"/>
                                        </p:tgtEl>
                                        <p:attrNameLst>
                                          <p:attrName>ppt_h</p:attrName>
                                        </p:attrNameLst>
                                      </p:cBhvr>
                                      <p:tavLst>
                                        <p:tav tm="0">
                                          <p:val>
                                            <p:strVal val="ppt_h"/>
                                          </p:val>
                                        </p:tav>
                                        <p:tav tm="100000">
                                          <p:val>
                                            <p:fltVal val="0"/>
                                          </p:val>
                                        </p:tav>
                                      </p:tavLst>
                                    </p:anim>
                                    <p:anim calcmode="lin" valueType="num">
                                      <p:cBhvr>
                                        <p:cTn id="258" dur="1000"/>
                                        <p:tgtEl>
                                          <p:spTgt spid="26"/>
                                        </p:tgtEl>
                                        <p:attrNameLst>
                                          <p:attrName>style.rotation</p:attrName>
                                        </p:attrNameLst>
                                      </p:cBhvr>
                                      <p:tavLst>
                                        <p:tav tm="0">
                                          <p:val>
                                            <p:fltVal val="0"/>
                                          </p:val>
                                        </p:tav>
                                        <p:tav tm="100000">
                                          <p:val>
                                            <p:fltVal val="90"/>
                                          </p:val>
                                        </p:tav>
                                      </p:tavLst>
                                    </p:anim>
                                    <p:animEffect transition="out" filter="fade">
                                      <p:cBhvr>
                                        <p:cTn id="259" dur="1000"/>
                                        <p:tgtEl>
                                          <p:spTgt spid="26"/>
                                        </p:tgtEl>
                                      </p:cBhvr>
                                    </p:animEffect>
                                    <p:set>
                                      <p:cBhvr>
                                        <p:cTn id="260" dur="1" fill="hold">
                                          <p:stCondLst>
                                            <p:cond delay="999"/>
                                          </p:stCondLst>
                                        </p:cTn>
                                        <p:tgtEl>
                                          <p:spTgt spid="26"/>
                                        </p:tgtEl>
                                        <p:attrNameLst>
                                          <p:attrName>style.visibility</p:attrName>
                                        </p:attrNameLst>
                                      </p:cBhvr>
                                      <p:to>
                                        <p:strVal val="hidden"/>
                                      </p:to>
                                    </p:set>
                                  </p:childTnLst>
                                </p:cTn>
                              </p:par>
                              <p:par>
                                <p:cTn id="261" presetID="31" presetClass="exit" presetSubtype="0" fill="hold" grpId="4" nodeType="withEffect">
                                  <p:stCondLst>
                                    <p:cond delay="0"/>
                                  </p:stCondLst>
                                  <p:childTnLst>
                                    <p:anim calcmode="lin" valueType="num">
                                      <p:cBhvr>
                                        <p:cTn id="262" dur="1000"/>
                                        <p:tgtEl>
                                          <p:spTgt spid="27"/>
                                        </p:tgtEl>
                                        <p:attrNameLst>
                                          <p:attrName>ppt_w</p:attrName>
                                        </p:attrNameLst>
                                      </p:cBhvr>
                                      <p:tavLst>
                                        <p:tav tm="0">
                                          <p:val>
                                            <p:strVal val="ppt_w"/>
                                          </p:val>
                                        </p:tav>
                                        <p:tav tm="100000">
                                          <p:val>
                                            <p:fltVal val="0"/>
                                          </p:val>
                                        </p:tav>
                                      </p:tavLst>
                                    </p:anim>
                                    <p:anim calcmode="lin" valueType="num">
                                      <p:cBhvr>
                                        <p:cTn id="263" dur="1000"/>
                                        <p:tgtEl>
                                          <p:spTgt spid="27"/>
                                        </p:tgtEl>
                                        <p:attrNameLst>
                                          <p:attrName>ppt_h</p:attrName>
                                        </p:attrNameLst>
                                      </p:cBhvr>
                                      <p:tavLst>
                                        <p:tav tm="0">
                                          <p:val>
                                            <p:strVal val="ppt_h"/>
                                          </p:val>
                                        </p:tav>
                                        <p:tav tm="100000">
                                          <p:val>
                                            <p:fltVal val="0"/>
                                          </p:val>
                                        </p:tav>
                                      </p:tavLst>
                                    </p:anim>
                                    <p:anim calcmode="lin" valueType="num">
                                      <p:cBhvr>
                                        <p:cTn id="264" dur="1000"/>
                                        <p:tgtEl>
                                          <p:spTgt spid="27"/>
                                        </p:tgtEl>
                                        <p:attrNameLst>
                                          <p:attrName>style.rotation</p:attrName>
                                        </p:attrNameLst>
                                      </p:cBhvr>
                                      <p:tavLst>
                                        <p:tav tm="0">
                                          <p:val>
                                            <p:fltVal val="0"/>
                                          </p:val>
                                        </p:tav>
                                        <p:tav tm="100000">
                                          <p:val>
                                            <p:fltVal val="90"/>
                                          </p:val>
                                        </p:tav>
                                      </p:tavLst>
                                    </p:anim>
                                    <p:animEffect transition="out" filter="fade">
                                      <p:cBhvr>
                                        <p:cTn id="265" dur="1000"/>
                                        <p:tgtEl>
                                          <p:spTgt spid="27"/>
                                        </p:tgtEl>
                                      </p:cBhvr>
                                    </p:animEffect>
                                    <p:set>
                                      <p:cBhvr>
                                        <p:cTn id="266" dur="1" fill="hold">
                                          <p:stCondLst>
                                            <p:cond delay="999"/>
                                          </p:stCondLst>
                                        </p:cTn>
                                        <p:tgtEl>
                                          <p:spTgt spid="27"/>
                                        </p:tgtEl>
                                        <p:attrNameLst>
                                          <p:attrName>style.visibility</p:attrName>
                                        </p:attrNameLst>
                                      </p:cBhvr>
                                      <p:to>
                                        <p:strVal val="hidden"/>
                                      </p:to>
                                    </p:set>
                                  </p:childTnLst>
                                </p:cTn>
                              </p:par>
                              <p:par>
                                <p:cTn id="267" presetID="31" presetClass="exit" presetSubtype="0" fill="hold" grpId="4" nodeType="withEffect">
                                  <p:stCondLst>
                                    <p:cond delay="0"/>
                                  </p:stCondLst>
                                  <p:childTnLst>
                                    <p:anim calcmode="lin" valueType="num">
                                      <p:cBhvr>
                                        <p:cTn id="268" dur="1000"/>
                                        <p:tgtEl>
                                          <p:spTgt spid="30"/>
                                        </p:tgtEl>
                                        <p:attrNameLst>
                                          <p:attrName>ppt_w</p:attrName>
                                        </p:attrNameLst>
                                      </p:cBhvr>
                                      <p:tavLst>
                                        <p:tav tm="0">
                                          <p:val>
                                            <p:strVal val="ppt_w"/>
                                          </p:val>
                                        </p:tav>
                                        <p:tav tm="100000">
                                          <p:val>
                                            <p:fltVal val="0"/>
                                          </p:val>
                                        </p:tav>
                                      </p:tavLst>
                                    </p:anim>
                                    <p:anim calcmode="lin" valueType="num">
                                      <p:cBhvr>
                                        <p:cTn id="269" dur="1000"/>
                                        <p:tgtEl>
                                          <p:spTgt spid="30"/>
                                        </p:tgtEl>
                                        <p:attrNameLst>
                                          <p:attrName>ppt_h</p:attrName>
                                        </p:attrNameLst>
                                      </p:cBhvr>
                                      <p:tavLst>
                                        <p:tav tm="0">
                                          <p:val>
                                            <p:strVal val="ppt_h"/>
                                          </p:val>
                                        </p:tav>
                                        <p:tav tm="100000">
                                          <p:val>
                                            <p:fltVal val="0"/>
                                          </p:val>
                                        </p:tav>
                                      </p:tavLst>
                                    </p:anim>
                                    <p:anim calcmode="lin" valueType="num">
                                      <p:cBhvr>
                                        <p:cTn id="270" dur="1000"/>
                                        <p:tgtEl>
                                          <p:spTgt spid="30"/>
                                        </p:tgtEl>
                                        <p:attrNameLst>
                                          <p:attrName>style.rotation</p:attrName>
                                        </p:attrNameLst>
                                      </p:cBhvr>
                                      <p:tavLst>
                                        <p:tav tm="0">
                                          <p:val>
                                            <p:fltVal val="0"/>
                                          </p:val>
                                        </p:tav>
                                        <p:tav tm="100000">
                                          <p:val>
                                            <p:fltVal val="90"/>
                                          </p:val>
                                        </p:tav>
                                      </p:tavLst>
                                    </p:anim>
                                    <p:animEffect transition="out" filter="fade">
                                      <p:cBhvr>
                                        <p:cTn id="271" dur="1000"/>
                                        <p:tgtEl>
                                          <p:spTgt spid="30"/>
                                        </p:tgtEl>
                                      </p:cBhvr>
                                    </p:animEffect>
                                    <p:set>
                                      <p:cBhvr>
                                        <p:cTn id="272" dur="1" fill="hold">
                                          <p:stCondLst>
                                            <p:cond delay="999"/>
                                          </p:stCondLst>
                                        </p:cTn>
                                        <p:tgtEl>
                                          <p:spTgt spid="30"/>
                                        </p:tgtEl>
                                        <p:attrNameLst>
                                          <p:attrName>style.visibility</p:attrName>
                                        </p:attrNameLst>
                                      </p:cBhvr>
                                      <p:to>
                                        <p:strVal val="hidden"/>
                                      </p:to>
                                    </p:set>
                                  </p:childTnLst>
                                </p:cTn>
                              </p:par>
                              <p:par>
                                <p:cTn id="273" presetID="31" presetClass="exit" presetSubtype="0" fill="hold" nodeType="withEffect">
                                  <p:stCondLst>
                                    <p:cond delay="0"/>
                                  </p:stCondLst>
                                  <p:childTnLst>
                                    <p:anim calcmode="lin" valueType="num">
                                      <p:cBhvr>
                                        <p:cTn id="274" dur="1000"/>
                                        <p:tgtEl>
                                          <p:spTgt spid="32"/>
                                        </p:tgtEl>
                                        <p:attrNameLst>
                                          <p:attrName>ppt_w</p:attrName>
                                        </p:attrNameLst>
                                      </p:cBhvr>
                                      <p:tavLst>
                                        <p:tav tm="0">
                                          <p:val>
                                            <p:strVal val="ppt_w"/>
                                          </p:val>
                                        </p:tav>
                                        <p:tav tm="100000">
                                          <p:val>
                                            <p:fltVal val="0"/>
                                          </p:val>
                                        </p:tav>
                                      </p:tavLst>
                                    </p:anim>
                                    <p:anim calcmode="lin" valueType="num">
                                      <p:cBhvr>
                                        <p:cTn id="275" dur="1000"/>
                                        <p:tgtEl>
                                          <p:spTgt spid="32"/>
                                        </p:tgtEl>
                                        <p:attrNameLst>
                                          <p:attrName>ppt_h</p:attrName>
                                        </p:attrNameLst>
                                      </p:cBhvr>
                                      <p:tavLst>
                                        <p:tav tm="0">
                                          <p:val>
                                            <p:strVal val="ppt_h"/>
                                          </p:val>
                                        </p:tav>
                                        <p:tav tm="100000">
                                          <p:val>
                                            <p:fltVal val="0"/>
                                          </p:val>
                                        </p:tav>
                                      </p:tavLst>
                                    </p:anim>
                                    <p:anim calcmode="lin" valueType="num">
                                      <p:cBhvr>
                                        <p:cTn id="276" dur="1000"/>
                                        <p:tgtEl>
                                          <p:spTgt spid="32"/>
                                        </p:tgtEl>
                                        <p:attrNameLst>
                                          <p:attrName>style.rotation</p:attrName>
                                        </p:attrNameLst>
                                      </p:cBhvr>
                                      <p:tavLst>
                                        <p:tav tm="0">
                                          <p:val>
                                            <p:fltVal val="0"/>
                                          </p:val>
                                        </p:tav>
                                        <p:tav tm="100000">
                                          <p:val>
                                            <p:fltVal val="90"/>
                                          </p:val>
                                        </p:tav>
                                      </p:tavLst>
                                    </p:anim>
                                    <p:animEffect transition="out" filter="fade">
                                      <p:cBhvr>
                                        <p:cTn id="277" dur="1000"/>
                                        <p:tgtEl>
                                          <p:spTgt spid="32"/>
                                        </p:tgtEl>
                                      </p:cBhvr>
                                    </p:animEffect>
                                    <p:set>
                                      <p:cBhvr>
                                        <p:cTn id="278" dur="1" fill="hold">
                                          <p:stCondLst>
                                            <p:cond delay="999"/>
                                          </p:stCondLst>
                                        </p:cTn>
                                        <p:tgtEl>
                                          <p:spTgt spid="32"/>
                                        </p:tgtEl>
                                        <p:attrNameLst>
                                          <p:attrName>style.visibility</p:attrName>
                                        </p:attrNameLst>
                                      </p:cBhvr>
                                      <p:to>
                                        <p:strVal val="hidden"/>
                                      </p:to>
                                    </p:set>
                                  </p:childTnLst>
                                </p:cTn>
                              </p:par>
                              <p:par>
                                <p:cTn id="279" presetID="1" presetClass="exit" presetSubtype="0" fill="hold" nodeType="withEffect">
                                  <p:stCondLst>
                                    <p:cond delay="0"/>
                                  </p:stCondLst>
                                  <p:childTnLst>
                                    <p:set>
                                      <p:cBhvr>
                                        <p:cTn id="280" dur="1" fill="hold">
                                          <p:stCondLst>
                                            <p:cond delay="0"/>
                                          </p:stCondLst>
                                        </p:cTn>
                                        <p:tgtEl>
                                          <p:spTgt spid="15"/>
                                        </p:tgtEl>
                                        <p:attrNameLst>
                                          <p:attrName>style.visibility</p:attrName>
                                        </p:attrNameLst>
                                      </p:cBhvr>
                                      <p:to>
                                        <p:strVal val="hidden"/>
                                      </p:to>
                                    </p:set>
                                  </p:childTnLst>
                                </p:cTn>
                              </p:par>
                              <p:par>
                                <p:cTn id="281" presetID="31" presetClass="exit" presetSubtype="0" fill="hold" nodeType="withEffect">
                                  <p:stCondLst>
                                    <p:cond delay="0"/>
                                  </p:stCondLst>
                                  <p:childTnLst>
                                    <p:anim calcmode="lin" valueType="num">
                                      <p:cBhvr>
                                        <p:cTn id="282" dur="1000"/>
                                        <p:tgtEl>
                                          <p:spTgt spid="7"/>
                                        </p:tgtEl>
                                        <p:attrNameLst>
                                          <p:attrName>ppt_w</p:attrName>
                                        </p:attrNameLst>
                                      </p:cBhvr>
                                      <p:tavLst>
                                        <p:tav tm="0">
                                          <p:val>
                                            <p:strVal val="ppt_w"/>
                                          </p:val>
                                        </p:tav>
                                        <p:tav tm="100000">
                                          <p:val>
                                            <p:fltVal val="0"/>
                                          </p:val>
                                        </p:tav>
                                      </p:tavLst>
                                    </p:anim>
                                    <p:anim calcmode="lin" valueType="num">
                                      <p:cBhvr>
                                        <p:cTn id="283" dur="1000"/>
                                        <p:tgtEl>
                                          <p:spTgt spid="7"/>
                                        </p:tgtEl>
                                        <p:attrNameLst>
                                          <p:attrName>ppt_h</p:attrName>
                                        </p:attrNameLst>
                                      </p:cBhvr>
                                      <p:tavLst>
                                        <p:tav tm="0">
                                          <p:val>
                                            <p:strVal val="ppt_h"/>
                                          </p:val>
                                        </p:tav>
                                        <p:tav tm="100000">
                                          <p:val>
                                            <p:fltVal val="0"/>
                                          </p:val>
                                        </p:tav>
                                      </p:tavLst>
                                    </p:anim>
                                    <p:anim calcmode="lin" valueType="num">
                                      <p:cBhvr>
                                        <p:cTn id="284" dur="1000"/>
                                        <p:tgtEl>
                                          <p:spTgt spid="7"/>
                                        </p:tgtEl>
                                        <p:attrNameLst>
                                          <p:attrName>style.rotation</p:attrName>
                                        </p:attrNameLst>
                                      </p:cBhvr>
                                      <p:tavLst>
                                        <p:tav tm="0">
                                          <p:val>
                                            <p:fltVal val="0"/>
                                          </p:val>
                                        </p:tav>
                                        <p:tav tm="100000">
                                          <p:val>
                                            <p:fltVal val="90"/>
                                          </p:val>
                                        </p:tav>
                                      </p:tavLst>
                                    </p:anim>
                                    <p:animEffect transition="out" filter="fade">
                                      <p:cBhvr>
                                        <p:cTn id="285" dur="1000"/>
                                        <p:tgtEl>
                                          <p:spTgt spid="7"/>
                                        </p:tgtEl>
                                      </p:cBhvr>
                                    </p:animEffect>
                                    <p:set>
                                      <p:cBhvr>
                                        <p:cTn id="286" dur="1" fill="hold">
                                          <p:stCondLst>
                                            <p:cond delay="999"/>
                                          </p:stCondLst>
                                        </p:cTn>
                                        <p:tgtEl>
                                          <p:spTgt spid="7"/>
                                        </p:tgtEl>
                                        <p:attrNameLst>
                                          <p:attrName>style.visibility</p:attrName>
                                        </p:attrNameLst>
                                      </p:cBhvr>
                                      <p:to>
                                        <p:strVal val="hidden"/>
                                      </p:to>
                                    </p:set>
                                  </p:childTnLst>
                                </p:cTn>
                              </p:par>
                              <p:par>
                                <p:cTn id="287" presetID="31" presetClass="exit" presetSubtype="0" fill="hold" nodeType="withEffect">
                                  <p:stCondLst>
                                    <p:cond delay="0"/>
                                  </p:stCondLst>
                                  <p:childTnLst>
                                    <p:anim calcmode="lin" valueType="num">
                                      <p:cBhvr>
                                        <p:cTn id="288" dur="1000"/>
                                        <p:tgtEl>
                                          <p:spTgt spid="14"/>
                                        </p:tgtEl>
                                        <p:attrNameLst>
                                          <p:attrName>ppt_w</p:attrName>
                                        </p:attrNameLst>
                                      </p:cBhvr>
                                      <p:tavLst>
                                        <p:tav tm="0">
                                          <p:val>
                                            <p:strVal val="ppt_w"/>
                                          </p:val>
                                        </p:tav>
                                        <p:tav tm="100000">
                                          <p:val>
                                            <p:fltVal val="0"/>
                                          </p:val>
                                        </p:tav>
                                      </p:tavLst>
                                    </p:anim>
                                    <p:anim calcmode="lin" valueType="num">
                                      <p:cBhvr>
                                        <p:cTn id="289" dur="1000"/>
                                        <p:tgtEl>
                                          <p:spTgt spid="14"/>
                                        </p:tgtEl>
                                        <p:attrNameLst>
                                          <p:attrName>ppt_h</p:attrName>
                                        </p:attrNameLst>
                                      </p:cBhvr>
                                      <p:tavLst>
                                        <p:tav tm="0">
                                          <p:val>
                                            <p:strVal val="ppt_h"/>
                                          </p:val>
                                        </p:tav>
                                        <p:tav tm="100000">
                                          <p:val>
                                            <p:fltVal val="0"/>
                                          </p:val>
                                        </p:tav>
                                      </p:tavLst>
                                    </p:anim>
                                    <p:anim calcmode="lin" valueType="num">
                                      <p:cBhvr>
                                        <p:cTn id="290" dur="1000"/>
                                        <p:tgtEl>
                                          <p:spTgt spid="14"/>
                                        </p:tgtEl>
                                        <p:attrNameLst>
                                          <p:attrName>style.rotation</p:attrName>
                                        </p:attrNameLst>
                                      </p:cBhvr>
                                      <p:tavLst>
                                        <p:tav tm="0">
                                          <p:val>
                                            <p:fltVal val="0"/>
                                          </p:val>
                                        </p:tav>
                                        <p:tav tm="100000">
                                          <p:val>
                                            <p:fltVal val="90"/>
                                          </p:val>
                                        </p:tav>
                                      </p:tavLst>
                                    </p:anim>
                                    <p:animEffect transition="out" filter="fade">
                                      <p:cBhvr>
                                        <p:cTn id="291" dur="1000"/>
                                        <p:tgtEl>
                                          <p:spTgt spid="14"/>
                                        </p:tgtEl>
                                      </p:cBhvr>
                                    </p:animEffect>
                                    <p:set>
                                      <p:cBhvr>
                                        <p:cTn id="292" dur="1" fill="hold">
                                          <p:stCondLst>
                                            <p:cond delay="999"/>
                                          </p:stCondLst>
                                        </p:cTn>
                                        <p:tgtEl>
                                          <p:spTgt spid="14"/>
                                        </p:tgtEl>
                                        <p:attrNameLst>
                                          <p:attrName>style.visibility</p:attrName>
                                        </p:attrNameLst>
                                      </p:cBhvr>
                                      <p:to>
                                        <p:strVal val="hidden"/>
                                      </p:to>
                                    </p:set>
                                  </p:childTnLst>
                                </p:cTn>
                              </p:par>
                            </p:childTnLst>
                          </p:cTn>
                        </p:par>
                        <p:par>
                          <p:cTn id="293" fill="hold">
                            <p:stCondLst>
                              <p:cond delay="1000"/>
                            </p:stCondLst>
                            <p:childTnLst>
                              <p:par>
                                <p:cTn id="294" presetID="42" presetClass="path" presetSubtype="0" accel="50000" decel="50000" fill="hold" grpId="0" nodeType="afterEffect">
                                  <p:stCondLst>
                                    <p:cond delay="0"/>
                                  </p:stCondLst>
                                  <p:childTnLst>
                                    <p:animMotion origin="layout" path="M -3.125E-6 -4.07407E-6 L -3.125E-6 0.29769 " pathEditMode="relative" rAng="0" ptsTypes="AA">
                                      <p:cBhvr>
                                        <p:cTn id="295" dur="1000" fill="hold"/>
                                        <p:tgtEl>
                                          <p:spTgt spid="40"/>
                                        </p:tgtEl>
                                        <p:attrNameLst>
                                          <p:attrName>ppt_x</p:attrName>
                                          <p:attrName>ppt_y</p:attrName>
                                        </p:attrNameLst>
                                      </p:cBhvr>
                                      <p:rCtr x="0" y="14884"/>
                                    </p:animMotion>
                                  </p:childTnLst>
                                </p:cTn>
                              </p:par>
                            </p:childTnLst>
                          </p:cTn>
                        </p:par>
                      </p:childTnLst>
                    </p:cTn>
                  </p:par>
                  <p:par>
                    <p:cTn id="296" fill="hold">
                      <p:stCondLst>
                        <p:cond delay="indefinite"/>
                      </p:stCondLst>
                      <p:childTnLst>
                        <p:par>
                          <p:cTn id="297" fill="hold">
                            <p:stCondLst>
                              <p:cond delay="0"/>
                            </p:stCondLst>
                            <p:childTnLst>
                              <p:par>
                                <p:cTn id="298" presetID="42" presetClass="path" presetSubtype="0" accel="50000" decel="50000" fill="hold" grpId="0" nodeType="clickEffect">
                                  <p:stCondLst>
                                    <p:cond delay="0"/>
                                  </p:stCondLst>
                                  <p:childTnLst>
                                    <p:animMotion origin="layout" path="M 4.16667E-7 1.11111E-6 L 0.00221 -0.54283 " pathEditMode="relative" rAng="0" ptsTypes="AA">
                                      <p:cBhvr>
                                        <p:cTn id="299" dur="1000" fill="hold"/>
                                        <p:tgtEl>
                                          <p:spTgt spid="43"/>
                                        </p:tgtEl>
                                        <p:attrNameLst>
                                          <p:attrName>ppt_x</p:attrName>
                                          <p:attrName>ppt_y</p:attrName>
                                        </p:attrNameLst>
                                      </p:cBhvr>
                                      <p:rCtr x="104" y="-271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13" grpId="0"/>
      <p:bldP spid="13" grpId="1"/>
      <p:bldP spid="16" grpId="0"/>
      <p:bldP spid="16" grpId="1"/>
      <p:bldP spid="17" grpId="0" animBg="1"/>
      <p:bldP spid="17" grpId="1" animBg="1"/>
      <p:bldP spid="17" grpId="2" animBg="1"/>
      <p:bldP spid="18" grpId="0" animBg="1"/>
      <p:bldP spid="18" grpId="1" animBg="1"/>
      <p:bldP spid="18" grpId="2" animBg="1"/>
      <p:bldP spid="19" grpId="0" animBg="1"/>
      <p:bldP spid="19" grpId="1" animBg="1"/>
      <p:bldP spid="19" grpId="2" animBg="1"/>
      <p:bldP spid="20" grpId="0"/>
      <p:bldP spid="21" grpId="0" build="allAtOnce"/>
      <p:bldP spid="28" grpId="0"/>
      <p:bldP spid="29" grpId="0" build="allAtOnce"/>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30" grpId="0" animBg="1"/>
      <p:bldP spid="30" grpId="1" animBg="1"/>
      <p:bldP spid="30" grpId="2" animBg="1"/>
      <p:bldP spid="30" grpId="3" animBg="1"/>
      <p:bldP spid="30" grpId="4" animBg="1"/>
      <p:bldP spid="35" grpId="0" build="allAtOnce"/>
      <p:bldP spid="39" grpId="0"/>
      <p:bldP spid="4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Cube 28">
            <a:extLst>
              <a:ext uri="{FF2B5EF4-FFF2-40B4-BE49-F238E27FC236}">
                <a16:creationId xmlns:a16="http://schemas.microsoft.com/office/drawing/2014/main" id="{F9B42412-32F8-10A3-FBAE-440DFCA958D8}"/>
              </a:ext>
            </a:extLst>
          </p:cNvPr>
          <p:cNvSpPr/>
          <p:nvPr/>
        </p:nvSpPr>
        <p:spPr>
          <a:xfrm>
            <a:off x="10742885" y="4392258"/>
            <a:ext cx="268472" cy="1166255"/>
          </a:xfrm>
          <a:prstGeom prst="cube">
            <a:avLst/>
          </a:prstGeom>
          <a:solidFill>
            <a:srgbClr val="6F4507"/>
          </a:solidFill>
          <a:ln>
            <a:solidFill>
              <a:schemeClr val="accent6">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Cube 27">
            <a:extLst>
              <a:ext uri="{FF2B5EF4-FFF2-40B4-BE49-F238E27FC236}">
                <a16:creationId xmlns:a16="http://schemas.microsoft.com/office/drawing/2014/main" id="{BCD0DFEA-547F-27BD-4883-37FD72FBE9F1}"/>
              </a:ext>
            </a:extLst>
          </p:cNvPr>
          <p:cNvSpPr/>
          <p:nvPr/>
        </p:nvSpPr>
        <p:spPr>
          <a:xfrm>
            <a:off x="8320754" y="3963996"/>
            <a:ext cx="268472" cy="1588175"/>
          </a:xfrm>
          <a:prstGeom prst="cube">
            <a:avLst/>
          </a:prstGeom>
          <a:solidFill>
            <a:srgbClr val="6F4507"/>
          </a:solidFill>
          <a:ln>
            <a:solidFill>
              <a:schemeClr val="accent6">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Cube 25">
            <a:extLst>
              <a:ext uri="{FF2B5EF4-FFF2-40B4-BE49-F238E27FC236}">
                <a16:creationId xmlns:a16="http://schemas.microsoft.com/office/drawing/2014/main" id="{93245E50-559B-44EF-8453-6649D7780C03}"/>
              </a:ext>
            </a:extLst>
          </p:cNvPr>
          <p:cNvSpPr/>
          <p:nvPr/>
        </p:nvSpPr>
        <p:spPr>
          <a:xfrm>
            <a:off x="10877121" y="4574389"/>
            <a:ext cx="268472" cy="1955563"/>
          </a:xfrm>
          <a:prstGeom prst="cube">
            <a:avLst/>
          </a:prstGeom>
          <a:solidFill>
            <a:srgbClr val="6F4507"/>
          </a:solidFill>
          <a:ln>
            <a:solidFill>
              <a:schemeClr val="accent6">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Cube 24">
            <a:extLst>
              <a:ext uri="{FF2B5EF4-FFF2-40B4-BE49-F238E27FC236}">
                <a16:creationId xmlns:a16="http://schemas.microsoft.com/office/drawing/2014/main" id="{F2B19B7A-2853-D287-4ADE-0E3BEF7A50A7}"/>
              </a:ext>
            </a:extLst>
          </p:cNvPr>
          <p:cNvSpPr/>
          <p:nvPr/>
        </p:nvSpPr>
        <p:spPr>
          <a:xfrm>
            <a:off x="8081582" y="4141854"/>
            <a:ext cx="268472" cy="2376703"/>
          </a:xfrm>
          <a:prstGeom prst="cube">
            <a:avLst/>
          </a:prstGeom>
          <a:solidFill>
            <a:srgbClr val="6F4507"/>
          </a:solidFill>
          <a:ln>
            <a:solidFill>
              <a:schemeClr val="accent6">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Trapezoid 23">
            <a:extLst>
              <a:ext uri="{FF2B5EF4-FFF2-40B4-BE49-F238E27FC236}">
                <a16:creationId xmlns:a16="http://schemas.microsoft.com/office/drawing/2014/main" id="{A8092CC9-C01D-3C3A-0D63-D1EEC6A28AB6}"/>
              </a:ext>
            </a:extLst>
          </p:cNvPr>
          <p:cNvSpPr/>
          <p:nvPr/>
        </p:nvSpPr>
        <p:spPr>
          <a:xfrm>
            <a:off x="7239787" y="3909853"/>
            <a:ext cx="4807670" cy="1008590"/>
          </a:xfrm>
          <a:prstGeom prst="trapezoid">
            <a:avLst>
              <a:gd name="adj" fmla="val 94455"/>
            </a:avLst>
          </a:prstGeom>
          <a:solidFill>
            <a:srgbClr val="6F4507"/>
          </a:solidFill>
          <a:ln>
            <a:solidFill>
              <a:schemeClr val="accent6">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itle 3">
            <a:extLst>
              <a:ext uri="{FF2B5EF4-FFF2-40B4-BE49-F238E27FC236}">
                <a16:creationId xmlns:a16="http://schemas.microsoft.com/office/drawing/2014/main" id="{8C33D52A-52D6-1470-8BA4-0052AC88C0B5}"/>
              </a:ext>
            </a:extLst>
          </p:cNvPr>
          <p:cNvSpPr>
            <a:spLocks noGrp="1"/>
          </p:cNvSpPr>
          <p:nvPr>
            <p:ph type="title"/>
          </p:nvPr>
        </p:nvSpPr>
        <p:spPr/>
        <p:txBody>
          <a:bodyPr/>
          <a:lstStyle/>
          <a:p>
            <a:pPr algn="ctr"/>
            <a:r>
              <a:rPr lang="en-US" b="1" dirty="0"/>
              <a:t>What Are </a:t>
            </a:r>
            <a:r>
              <a:rPr lang="en-US" b="1" dirty="0">
                <a:solidFill>
                  <a:srgbClr val="F0DB4F"/>
                </a:solidFill>
              </a:rPr>
              <a:t>JavaScript</a:t>
            </a:r>
            <a:r>
              <a:rPr lang="en-US" b="1" dirty="0"/>
              <a:t> Events?</a:t>
            </a:r>
          </a:p>
        </p:txBody>
      </p:sp>
      <p:sp>
        <p:nvSpPr>
          <p:cNvPr id="11" name="Title 3">
            <a:extLst>
              <a:ext uri="{FF2B5EF4-FFF2-40B4-BE49-F238E27FC236}">
                <a16:creationId xmlns:a16="http://schemas.microsoft.com/office/drawing/2014/main" id="{A5D6C5AF-C20A-01FC-5C43-23C3ADDFE046}"/>
              </a:ext>
            </a:extLst>
          </p:cNvPr>
          <p:cNvSpPr txBox="1">
            <a:spLocks/>
          </p:cNvSpPr>
          <p:nvPr/>
        </p:nvSpPr>
        <p:spPr>
          <a:xfrm>
            <a:off x="499690" y="1575349"/>
            <a:ext cx="6495470" cy="587149"/>
          </a:xfrm>
          <a:prstGeom prst="snipRoundRect">
            <a:avLst/>
          </a:prstGeom>
          <a:solidFill>
            <a:schemeClr val="tx2"/>
          </a:solidFill>
          <a:ln w="111125">
            <a:gradFill flip="none" rotWithShape="1">
              <a:gsLst>
                <a:gs pos="100000">
                  <a:schemeClr val="tx1"/>
                </a:gs>
                <a:gs pos="0">
                  <a:schemeClr val="tx2"/>
                </a:gs>
                <a:gs pos="53000">
                  <a:schemeClr val="bg2"/>
                </a:gs>
              </a:gsLst>
              <a:path path="rect">
                <a:fillToRect l="50000" t="50000" r="50000" b="50000"/>
              </a:path>
              <a:tileRect/>
            </a:gradFill>
            <a:extLst>
              <a:ext uri="{C807C97D-BFC1-408E-A445-0C87EB9F89A2}">
                <ask:lineSketchStyleProps xmlns:ask="http://schemas.microsoft.com/office/drawing/2018/sketchyshapes" sd="1219033472">
                  <a:custGeom>
                    <a:avLst/>
                    <a:gdLst>
                      <a:gd name="connsiteX0" fmla="*/ 0 w 10588309"/>
                      <a:gd name="connsiteY0" fmla="*/ 0 h 953731"/>
                      <a:gd name="connsiteX1" fmla="*/ 266528 w 10588309"/>
                      <a:gd name="connsiteY1" fmla="*/ 0 h 953731"/>
                      <a:gd name="connsiteX2" fmla="*/ 845936 w 10588309"/>
                      <a:gd name="connsiteY2" fmla="*/ 0 h 953731"/>
                      <a:gd name="connsiteX3" fmla="*/ 1633932 w 10588309"/>
                      <a:gd name="connsiteY3" fmla="*/ 0 h 953731"/>
                      <a:gd name="connsiteX4" fmla="*/ 2317634 w 10588309"/>
                      <a:gd name="connsiteY4" fmla="*/ 0 h 953731"/>
                      <a:gd name="connsiteX5" fmla="*/ 2792748 w 10588309"/>
                      <a:gd name="connsiteY5" fmla="*/ 0 h 953731"/>
                      <a:gd name="connsiteX6" fmla="*/ 3476450 w 10588309"/>
                      <a:gd name="connsiteY6" fmla="*/ 0 h 953731"/>
                      <a:gd name="connsiteX7" fmla="*/ 3847272 w 10588309"/>
                      <a:gd name="connsiteY7" fmla="*/ 0 h 953731"/>
                      <a:gd name="connsiteX8" fmla="*/ 4426680 w 10588309"/>
                      <a:gd name="connsiteY8" fmla="*/ 0 h 953731"/>
                      <a:gd name="connsiteX9" fmla="*/ 4693208 w 10588309"/>
                      <a:gd name="connsiteY9" fmla="*/ 0 h 953731"/>
                      <a:gd name="connsiteX10" fmla="*/ 5481203 w 10588309"/>
                      <a:gd name="connsiteY10" fmla="*/ 0 h 953731"/>
                      <a:gd name="connsiteX11" fmla="*/ 6060612 w 10588309"/>
                      <a:gd name="connsiteY11" fmla="*/ 0 h 953731"/>
                      <a:gd name="connsiteX12" fmla="*/ 6848607 w 10588309"/>
                      <a:gd name="connsiteY12" fmla="*/ 0 h 953731"/>
                      <a:gd name="connsiteX13" fmla="*/ 7323722 w 10588309"/>
                      <a:gd name="connsiteY13" fmla="*/ 0 h 953731"/>
                      <a:gd name="connsiteX14" fmla="*/ 7694543 w 10588309"/>
                      <a:gd name="connsiteY14" fmla="*/ 0 h 953731"/>
                      <a:gd name="connsiteX15" fmla="*/ 8273952 w 10588309"/>
                      <a:gd name="connsiteY15" fmla="*/ 0 h 953731"/>
                      <a:gd name="connsiteX16" fmla="*/ 8957654 w 10588309"/>
                      <a:gd name="connsiteY16" fmla="*/ 0 h 953731"/>
                      <a:gd name="connsiteX17" fmla="*/ 9745649 w 10588309"/>
                      <a:gd name="connsiteY17" fmla="*/ 0 h 953731"/>
                      <a:gd name="connsiteX18" fmla="*/ 10429351 w 10588309"/>
                      <a:gd name="connsiteY18" fmla="*/ 0 h 953731"/>
                      <a:gd name="connsiteX19" fmla="*/ 10588309 w 10588309"/>
                      <a:gd name="connsiteY19" fmla="*/ 158958 h 953731"/>
                      <a:gd name="connsiteX20" fmla="*/ 10588309 w 10588309"/>
                      <a:gd name="connsiteY20" fmla="*/ 548397 h 953731"/>
                      <a:gd name="connsiteX21" fmla="*/ 10588309 w 10588309"/>
                      <a:gd name="connsiteY21" fmla="*/ 953731 h 953731"/>
                      <a:gd name="connsiteX22" fmla="*/ 9788303 w 10588309"/>
                      <a:gd name="connsiteY22" fmla="*/ 953731 h 953731"/>
                      <a:gd name="connsiteX23" fmla="*/ 9517713 w 10588309"/>
                      <a:gd name="connsiteY23" fmla="*/ 953731 h 953731"/>
                      <a:gd name="connsiteX24" fmla="*/ 9141240 w 10588309"/>
                      <a:gd name="connsiteY24" fmla="*/ 953731 h 953731"/>
                      <a:gd name="connsiteX25" fmla="*/ 8764767 w 10588309"/>
                      <a:gd name="connsiteY25" fmla="*/ 953731 h 953731"/>
                      <a:gd name="connsiteX26" fmla="*/ 8176528 w 10588309"/>
                      <a:gd name="connsiteY26" fmla="*/ 953731 h 953731"/>
                      <a:gd name="connsiteX27" fmla="*/ 7588288 w 10588309"/>
                      <a:gd name="connsiteY27" fmla="*/ 953731 h 953731"/>
                      <a:gd name="connsiteX28" fmla="*/ 7105932 w 10588309"/>
                      <a:gd name="connsiteY28" fmla="*/ 953731 h 953731"/>
                      <a:gd name="connsiteX29" fmla="*/ 6305926 w 10588309"/>
                      <a:gd name="connsiteY29" fmla="*/ 953731 h 953731"/>
                      <a:gd name="connsiteX30" fmla="*/ 5929453 w 10588309"/>
                      <a:gd name="connsiteY30" fmla="*/ 953731 h 953731"/>
                      <a:gd name="connsiteX31" fmla="*/ 5129447 w 10588309"/>
                      <a:gd name="connsiteY31" fmla="*/ 953731 h 953731"/>
                      <a:gd name="connsiteX32" fmla="*/ 4752974 w 10588309"/>
                      <a:gd name="connsiteY32" fmla="*/ 953731 h 953731"/>
                      <a:gd name="connsiteX33" fmla="*/ 4058852 w 10588309"/>
                      <a:gd name="connsiteY33" fmla="*/ 953731 h 953731"/>
                      <a:gd name="connsiteX34" fmla="*/ 3258846 w 10588309"/>
                      <a:gd name="connsiteY34" fmla="*/ 953731 h 953731"/>
                      <a:gd name="connsiteX35" fmla="*/ 2988256 w 10588309"/>
                      <a:gd name="connsiteY35" fmla="*/ 953731 h 953731"/>
                      <a:gd name="connsiteX36" fmla="*/ 2188251 w 10588309"/>
                      <a:gd name="connsiteY36" fmla="*/ 953731 h 953731"/>
                      <a:gd name="connsiteX37" fmla="*/ 1388245 w 10588309"/>
                      <a:gd name="connsiteY37" fmla="*/ 953731 h 953731"/>
                      <a:gd name="connsiteX38" fmla="*/ 1117655 w 10588309"/>
                      <a:gd name="connsiteY38" fmla="*/ 953731 h 953731"/>
                      <a:gd name="connsiteX39" fmla="*/ 529415 w 10588309"/>
                      <a:gd name="connsiteY39" fmla="*/ 953731 h 953731"/>
                      <a:gd name="connsiteX40" fmla="*/ 0 w 10588309"/>
                      <a:gd name="connsiteY40" fmla="*/ 953731 h 953731"/>
                      <a:gd name="connsiteX41" fmla="*/ 0 w 10588309"/>
                      <a:gd name="connsiteY41" fmla="*/ 486403 h 953731"/>
                      <a:gd name="connsiteX42" fmla="*/ 0 w 10588309"/>
                      <a:gd name="connsiteY42" fmla="*/ 0 h 95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588309" h="953731" fill="none" extrusionOk="0">
                        <a:moveTo>
                          <a:pt x="0" y="0"/>
                        </a:moveTo>
                        <a:cubicBezTo>
                          <a:pt x="132409" y="-26276"/>
                          <a:pt x="146352" y="7459"/>
                          <a:pt x="266528" y="0"/>
                        </a:cubicBezTo>
                        <a:cubicBezTo>
                          <a:pt x="386704" y="-7459"/>
                          <a:pt x="570121" y="5510"/>
                          <a:pt x="845936" y="0"/>
                        </a:cubicBezTo>
                        <a:cubicBezTo>
                          <a:pt x="1121751" y="-5510"/>
                          <a:pt x="1405329" y="89350"/>
                          <a:pt x="1633932" y="0"/>
                        </a:cubicBezTo>
                        <a:cubicBezTo>
                          <a:pt x="1862535" y="-89350"/>
                          <a:pt x="2010449" y="42572"/>
                          <a:pt x="2317634" y="0"/>
                        </a:cubicBezTo>
                        <a:cubicBezTo>
                          <a:pt x="2624819" y="-42572"/>
                          <a:pt x="2629415" y="4723"/>
                          <a:pt x="2792748" y="0"/>
                        </a:cubicBezTo>
                        <a:cubicBezTo>
                          <a:pt x="2956081" y="-4723"/>
                          <a:pt x="3298487" y="44081"/>
                          <a:pt x="3476450" y="0"/>
                        </a:cubicBezTo>
                        <a:cubicBezTo>
                          <a:pt x="3654413" y="-44081"/>
                          <a:pt x="3735206" y="42899"/>
                          <a:pt x="3847272" y="0"/>
                        </a:cubicBezTo>
                        <a:cubicBezTo>
                          <a:pt x="3959338" y="-42899"/>
                          <a:pt x="4284300" y="53565"/>
                          <a:pt x="4426680" y="0"/>
                        </a:cubicBezTo>
                        <a:cubicBezTo>
                          <a:pt x="4569060" y="-53565"/>
                          <a:pt x="4567062" y="4720"/>
                          <a:pt x="4693208" y="0"/>
                        </a:cubicBezTo>
                        <a:cubicBezTo>
                          <a:pt x="4819354" y="-4720"/>
                          <a:pt x="5172452" y="91419"/>
                          <a:pt x="5481203" y="0"/>
                        </a:cubicBezTo>
                        <a:cubicBezTo>
                          <a:pt x="5789955" y="-91419"/>
                          <a:pt x="5897761" y="60618"/>
                          <a:pt x="6060612" y="0"/>
                        </a:cubicBezTo>
                        <a:cubicBezTo>
                          <a:pt x="6223463" y="-60618"/>
                          <a:pt x="6679702" y="12106"/>
                          <a:pt x="6848607" y="0"/>
                        </a:cubicBezTo>
                        <a:cubicBezTo>
                          <a:pt x="7017512" y="-12106"/>
                          <a:pt x="7120998" y="28002"/>
                          <a:pt x="7323722" y="0"/>
                        </a:cubicBezTo>
                        <a:cubicBezTo>
                          <a:pt x="7526447" y="-28002"/>
                          <a:pt x="7577217" y="9217"/>
                          <a:pt x="7694543" y="0"/>
                        </a:cubicBezTo>
                        <a:cubicBezTo>
                          <a:pt x="7811869" y="-9217"/>
                          <a:pt x="8096909" y="44548"/>
                          <a:pt x="8273952" y="0"/>
                        </a:cubicBezTo>
                        <a:cubicBezTo>
                          <a:pt x="8450995" y="-44548"/>
                          <a:pt x="8778020" y="33463"/>
                          <a:pt x="8957654" y="0"/>
                        </a:cubicBezTo>
                        <a:cubicBezTo>
                          <a:pt x="9137288" y="-33463"/>
                          <a:pt x="9464295" y="7877"/>
                          <a:pt x="9745649" y="0"/>
                        </a:cubicBezTo>
                        <a:cubicBezTo>
                          <a:pt x="10027004" y="-7877"/>
                          <a:pt x="10276443" y="51697"/>
                          <a:pt x="10429351" y="0"/>
                        </a:cubicBezTo>
                        <a:cubicBezTo>
                          <a:pt x="10486853" y="48588"/>
                          <a:pt x="10500329" y="99902"/>
                          <a:pt x="10588309" y="158958"/>
                        </a:cubicBezTo>
                        <a:cubicBezTo>
                          <a:pt x="10605678" y="298971"/>
                          <a:pt x="10563351" y="436350"/>
                          <a:pt x="10588309" y="548397"/>
                        </a:cubicBezTo>
                        <a:cubicBezTo>
                          <a:pt x="10613267" y="660444"/>
                          <a:pt x="10571009" y="828917"/>
                          <a:pt x="10588309" y="953731"/>
                        </a:cubicBezTo>
                        <a:cubicBezTo>
                          <a:pt x="10286276" y="1011185"/>
                          <a:pt x="10170352" y="878763"/>
                          <a:pt x="9788303" y="953731"/>
                        </a:cubicBezTo>
                        <a:cubicBezTo>
                          <a:pt x="9406254" y="1028699"/>
                          <a:pt x="9632684" y="950246"/>
                          <a:pt x="9517713" y="953731"/>
                        </a:cubicBezTo>
                        <a:cubicBezTo>
                          <a:pt x="9402742" y="957216"/>
                          <a:pt x="9283579" y="923877"/>
                          <a:pt x="9141240" y="953731"/>
                        </a:cubicBezTo>
                        <a:cubicBezTo>
                          <a:pt x="8998901" y="983585"/>
                          <a:pt x="8939637" y="935328"/>
                          <a:pt x="8764767" y="953731"/>
                        </a:cubicBezTo>
                        <a:cubicBezTo>
                          <a:pt x="8589897" y="972134"/>
                          <a:pt x="8388881" y="898711"/>
                          <a:pt x="8176528" y="953731"/>
                        </a:cubicBezTo>
                        <a:cubicBezTo>
                          <a:pt x="7964175" y="1008751"/>
                          <a:pt x="7876242" y="892398"/>
                          <a:pt x="7588288" y="953731"/>
                        </a:cubicBezTo>
                        <a:cubicBezTo>
                          <a:pt x="7300334" y="1015064"/>
                          <a:pt x="7212583" y="938602"/>
                          <a:pt x="7105932" y="953731"/>
                        </a:cubicBezTo>
                        <a:cubicBezTo>
                          <a:pt x="6999281" y="968860"/>
                          <a:pt x="6607283" y="892043"/>
                          <a:pt x="6305926" y="953731"/>
                        </a:cubicBezTo>
                        <a:cubicBezTo>
                          <a:pt x="6004569" y="1015419"/>
                          <a:pt x="6020026" y="910918"/>
                          <a:pt x="5929453" y="953731"/>
                        </a:cubicBezTo>
                        <a:cubicBezTo>
                          <a:pt x="5838880" y="996544"/>
                          <a:pt x="5435070" y="869579"/>
                          <a:pt x="5129447" y="953731"/>
                        </a:cubicBezTo>
                        <a:cubicBezTo>
                          <a:pt x="4823824" y="1037883"/>
                          <a:pt x="4903626" y="951503"/>
                          <a:pt x="4752974" y="953731"/>
                        </a:cubicBezTo>
                        <a:cubicBezTo>
                          <a:pt x="4602322" y="955959"/>
                          <a:pt x="4296004" y="884563"/>
                          <a:pt x="4058852" y="953731"/>
                        </a:cubicBezTo>
                        <a:cubicBezTo>
                          <a:pt x="3821700" y="1022899"/>
                          <a:pt x="3593838" y="890512"/>
                          <a:pt x="3258846" y="953731"/>
                        </a:cubicBezTo>
                        <a:cubicBezTo>
                          <a:pt x="2923854" y="1016950"/>
                          <a:pt x="3109286" y="922980"/>
                          <a:pt x="2988256" y="953731"/>
                        </a:cubicBezTo>
                        <a:cubicBezTo>
                          <a:pt x="2867226" y="984482"/>
                          <a:pt x="2526395" y="868919"/>
                          <a:pt x="2188251" y="953731"/>
                        </a:cubicBezTo>
                        <a:cubicBezTo>
                          <a:pt x="1850108" y="1038543"/>
                          <a:pt x="1592424" y="899376"/>
                          <a:pt x="1388245" y="953731"/>
                        </a:cubicBezTo>
                        <a:cubicBezTo>
                          <a:pt x="1184066" y="1008086"/>
                          <a:pt x="1233027" y="947986"/>
                          <a:pt x="1117655" y="953731"/>
                        </a:cubicBezTo>
                        <a:cubicBezTo>
                          <a:pt x="1002283" y="959476"/>
                          <a:pt x="718861" y="943384"/>
                          <a:pt x="529415" y="953731"/>
                        </a:cubicBezTo>
                        <a:cubicBezTo>
                          <a:pt x="339969" y="964078"/>
                          <a:pt x="167600" y="908994"/>
                          <a:pt x="0" y="953731"/>
                        </a:cubicBezTo>
                        <a:cubicBezTo>
                          <a:pt x="-17113" y="779329"/>
                          <a:pt x="22819" y="652123"/>
                          <a:pt x="0" y="486403"/>
                        </a:cubicBezTo>
                        <a:cubicBezTo>
                          <a:pt x="-22819" y="320683"/>
                          <a:pt x="6492" y="136331"/>
                          <a:pt x="0" y="0"/>
                        </a:cubicBezTo>
                        <a:close/>
                      </a:path>
                      <a:path w="10588309" h="953731" stroke="0" extrusionOk="0">
                        <a:moveTo>
                          <a:pt x="0" y="0"/>
                        </a:moveTo>
                        <a:cubicBezTo>
                          <a:pt x="230437" y="-11771"/>
                          <a:pt x="378038" y="53012"/>
                          <a:pt x="475115" y="0"/>
                        </a:cubicBezTo>
                        <a:cubicBezTo>
                          <a:pt x="572192" y="-53012"/>
                          <a:pt x="617181" y="24976"/>
                          <a:pt x="741643" y="0"/>
                        </a:cubicBezTo>
                        <a:cubicBezTo>
                          <a:pt x="866105" y="-24976"/>
                          <a:pt x="1164278" y="88842"/>
                          <a:pt x="1529638" y="0"/>
                        </a:cubicBezTo>
                        <a:cubicBezTo>
                          <a:pt x="1894998" y="-88842"/>
                          <a:pt x="1832641" y="28232"/>
                          <a:pt x="2004753" y="0"/>
                        </a:cubicBezTo>
                        <a:cubicBezTo>
                          <a:pt x="2176866" y="-28232"/>
                          <a:pt x="2352973" y="44528"/>
                          <a:pt x="2479868" y="0"/>
                        </a:cubicBezTo>
                        <a:cubicBezTo>
                          <a:pt x="2606763" y="-44528"/>
                          <a:pt x="2938956" y="90726"/>
                          <a:pt x="3267863" y="0"/>
                        </a:cubicBezTo>
                        <a:cubicBezTo>
                          <a:pt x="3596770" y="-90726"/>
                          <a:pt x="3523669" y="29681"/>
                          <a:pt x="3638685" y="0"/>
                        </a:cubicBezTo>
                        <a:cubicBezTo>
                          <a:pt x="3753701" y="-29681"/>
                          <a:pt x="4214646" y="21827"/>
                          <a:pt x="4426680" y="0"/>
                        </a:cubicBezTo>
                        <a:cubicBezTo>
                          <a:pt x="4638714" y="-21827"/>
                          <a:pt x="5039405" y="84077"/>
                          <a:pt x="5214675" y="0"/>
                        </a:cubicBezTo>
                        <a:cubicBezTo>
                          <a:pt x="5389946" y="-84077"/>
                          <a:pt x="5634925" y="13074"/>
                          <a:pt x="5794084" y="0"/>
                        </a:cubicBezTo>
                        <a:cubicBezTo>
                          <a:pt x="5953243" y="-13074"/>
                          <a:pt x="6311717" y="90833"/>
                          <a:pt x="6582079" y="0"/>
                        </a:cubicBezTo>
                        <a:cubicBezTo>
                          <a:pt x="6852442" y="-90833"/>
                          <a:pt x="6911517" y="42527"/>
                          <a:pt x="7057194" y="0"/>
                        </a:cubicBezTo>
                        <a:cubicBezTo>
                          <a:pt x="7202871" y="-42527"/>
                          <a:pt x="7407730" y="12226"/>
                          <a:pt x="7532309" y="0"/>
                        </a:cubicBezTo>
                        <a:cubicBezTo>
                          <a:pt x="7656889" y="-12226"/>
                          <a:pt x="7950825" y="57231"/>
                          <a:pt x="8216011" y="0"/>
                        </a:cubicBezTo>
                        <a:cubicBezTo>
                          <a:pt x="8481197" y="-57231"/>
                          <a:pt x="8573204" y="37930"/>
                          <a:pt x="8691126" y="0"/>
                        </a:cubicBezTo>
                        <a:cubicBezTo>
                          <a:pt x="8809048" y="-37930"/>
                          <a:pt x="9155994" y="79937"/>
                          <a:pt x="9479121" y="0"/>
                        </a:cubicBezTo>
                        <a:cubicBezTo>
                          <a:pt x="9802249" y="-79937"/>
                          <a:pt x="10141235" y="15381"/>
                          <a:pt x="10429351" y="0"/>
                        </a:cubicBezTo>
                        <a:cubicBezTo>
                          <a:pt x="10496328" y="55506"/>
                          <a:pt x="10512655" y="111268"/>
                          <a:pt x="10588309" y="158958"/>
                        </a:cubicBezTo>
                        <a:cubicBezTo>
                          <a:pt x="10627320" y="341622"/>
                          <a:pt x="10546830" y="406602"/>
                          <a:pt x="10588309" y="564292"/>
                        </a:cubicBezTo>
                        <a:cubicBezTo>
                          <a:pt x="10629788" y="721982"/>
                          <a:pt x="10562532" y="851823"/>
                          <a:pt x="10588309" y="953731"/>
                        </a:cubicBezTo>
                        <a:cubicBezTo>
                          <a:pt x="10193715" y="982463"/>
                          <a:pt x="10011046" y="864625"/>
                          <a:pt x="9788303" y="953731"/>
                        </a:cubicBezTo>
                        <a:cubicBezTo>
                          <a:pt x="9565560" y="1042837"/>
                          <a:pt x="9178734" y="862799"/>
                          <a:pt x="8988298" y="953731"/>
                        </a:cubicBezTo>
                        <a:cubicBezTo>
                          <a:pt x="8797863" y="1044663"/>
                          <a:pt x="8640624" y="923929"/>
                          <a:pt x="8400058" y="953731"/>
                        </a:cubicBezTo>
                        <a:cubicBezTo>
                          <a:pt x="8159492" y="983533"/>
                          <a:pt x="8111060" y="925550"/>
                          <a:pt x="7917702" y="953731"/>
                        </a:cubicBezTo>
                        <a:cubicBezTo>
                          <a:pt x="7724344" y="981912"/>
                          <a:pt x="7738951" y="938115"/>
                          <a:pt x="7647112" y="953731"/>
                        </a:cubicBezTo>
                        <a:cubicBezTo>
                          <a:pt x="7555273" y="969347"/>
                          <a:pt x="7459014" y="938151"/>
                          <a:pt x="7376522" y="953731"/>
                        </a:cubicBezTo>
                        <a:cubicBezTo>
                          <a:pt x="7294030" y="969311"/>
                          <a:pt x="6972567" y="941605"/>
                          <a:pt x="6682399" y="953731"/>
                        </a:cubicBezTo>
                        <a:cubicBezTo>
                          <a:pt x="6392231" y="965857"/>
                          <a:pt x="6470281" y="942931"/>
                          <a:pt x="6305926" y="953731"/>
                        </a:cubicBezTo>
                        <a:cubicBezTo>
                          <a:pt x="6141571" y="964531"/>
                          <a:pt x="5726298" y="938304"/>
                          <a:pt x="5505921" y="953731"/>
                        </a:cubicBezTo>
                        <a:cubicBezTo>
                          <a:pt x="5285544" y="969158"/>
                          <a:pt x="5121610" y="950969"/>
                          <a:pt x="5023564" y="953731"/>
                        </a:cubicBezTo>
                        <a:cubicBezTo>
                          <a:pt x="4925518" y="956493"/>
                          <a:pt x="4817671" y="951723"/>
                          <a:pt x="4752974" y="953731"/>
                        </a:cubicBezTo>
                        <a:cubicBezTo>
                          <a:pt x="4688277" y="955739"/>
                          <a:pt x="4212450" y="883391"/>
                          <a:pt x="4058852" y="953731"/>
                        </a:cubicBezTo>
                        <a:cubicBezTo>
                          <a:pt x="3905254" y="1024071"/>
                          <a:pt x="3796650" y="916250"/>
                          <a:pt x="3682379" y="953731"/>
                        </a:cubicBezTo>
                        <a:cubicBezTo>
                          <a:pt x="3568108" y="991212"/>
                          <a:pt x="3272738" y="912205"/>
                          <a:pt x="2988256" y="953731"/>
                        </a:cubicBezTo>
                        <a:cubicBezTo>
                          <a:pt x="2703774" y="995257"/>
                          <a:pt x="2387882" y="875736"/>
                          <a:pt x="2188251" y="953731"/>
                        </a:cubicBezTo>
                        <a:cubicBezTo>
                          <a:pt x="1988620" y="1031726"/>
                          <a:pt x="1847855" y="929112"/>
                          <a:pt x="1705894" y="953731"/>
                        </a:cubicBezTo>
                        <a:cubicBezTo>
                          <a:pt x="1563933" y="978350"/>
                          <a:pt x="1204691" y="929519"/>
                          <a:pt x="905889" y="953731"/>
                        </a:cubicBezTo>
                        <a:cubicBezTo>
                          <a:pt x="607088" y="977943"/>
                          <a:pt x="628033" y="928064"/>
                          <a:pt x="529415" y="953731"/>
                        </a:cubicBezTo>
                        <a:cubicBezTo>
                          <a:pt x="430797" y="979398"/>
                          <a:pt x="120785" y="893274"/>
                          <a:pt x="0" y="953731"/>
                        </a:cubicBezTo>
                        <a:cubicBezTo>
                          <a:pt x="-10005" y="797949"/>
                          <a:pt x="15574" y="605947"/>
                          <a:pt x="0" y="505477"/>
                        </a:cubicBezTo>
                        <a:cubicBezTo>
                          <a:pt x="-15574" y="405007"/>
                          <a:pt x="15671" y="188696"/>
                          <a:pt x="0" y="0"/>
                        </a:cubicBezTo>
                        <a:close/>
                      </a:path>
                    </a:pathLst>
                  </a:custGeom>
                  <ask:type>
                    <ask:lineSketchNone/>
                  </ask:type>
                </ask:lineSketchStyleProps>
              </a:ext>
            </a:extLst>
          </a:ln>
        </p:spPr>
        <p:txBody>
          <a:bodyPr spcFirstLastPara="1" vert="horz" wrap="square" lIns="91425" tIns="91425" rIns="91425" bIns="91425" rtlCol="0" anchor="t" anchorCtr="0">
            <a:noAutofit/>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lang="en-US" sz="5400" b="0" i="0" u="none" strike="noStrike" kern="0" cap="none" dirty="0">
                <a:solidFill>
                  <a:srgbClr val="FFD0A1"/>
                </a:solidFill>
                <a:latin typeface="+mj-lt"/>
                <a:ea typeface="Dosis" pitchFamily="2" charset="0"/>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a:r>
              <a:rPr lang="en-US" sz="2400" b="1" i="1" dirty="0">
                <a:solidFill>
                  <a:srgbClr val="FFC000"/>
                </a:solidFill>
              </a:rPr>
              <a:t>An Event  </a:t>
            </a:r>
            <a:r>
              <a:rPr lang="en-US" sz="2400" b="1" dirty="0">
                <a:solidFill>
                  <a:schemeClr val="bg1"/>
                </a:solidFill>
              </a:rPr>
              <a:t>=</a:t>
            </a:r>
            <a:r>
              <a:rPr lang="en-US" sz="2400" b="1" dirty="0"/>
              <a:t> </a:t>
            </a:r>
            <a:r>
              <a:rPr lang="en-US" sz="2400" b="1" i="1" dirty="0">
                <a:solidFill>
                  <a:schemeClr val="accent3">
                    <a:lumMod val="75000"/>
                  </a:schemeClr>
                </a:solidFill>
              </a:rPr>
              <a:t>Something that happens on a webpage</a:t>
            </a:r>
          </a:p>
          <a:p>
            <a:pPr algn="ctr"/>
            <a:endParaRPr lang="en-US" dirty="0"/>
          </a:p>
        </p:txBody>
      </p:sp>
      <p:pic>
        <p:nvPicPr>
          <p:cNvPr id="21" name="Picture 20" descr="A computer with a mouse and keyboard&#10;&#10;AI-generated content may be incorrect.">
            <a:extLst>
              <a:ext uri="{FF2B5EF4-FFF2-40B4-BE49-F238E27FC236}">
                <a16:creationId xmlns:a16="http://schemas.microsoft.com/office/drawing/2014/main" id="{8D766321-BFC4-3966-2339-21480A14F38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86518" y="1473706"/>
            <a:ext cx="3093311" cy="3140417"/>
          </a:xfrm>
          <a:prstGeom prst="rect">
            <a:avLst/>
          </a:prstGeom>
        </p:spPr>
      </p:pic>
      <p:sp>
        <p:nvSpPr>
          <p:cNvPr id="12" name="Title 3">
            <a:extLst>
              <a:ext uri="{FF2B5EF4-FFF2-40B4-BE49-F238E27FC236}">
                <a16:creationId xmlns:a16="http://schemas.microsoft.com/office/drawing/2014/main" id="{4990314D-2909-5418-6AD4-1D930F974AD6}"/>
              </a:ext>
            </a:extLst>
          </p:cNvPr>
          <p:cNvSpPr txBox="1">
            <a:spLocks/>
          </p:cNvSpPr>
          <p:nvPr/>
        </p:nvSpPr>
        <p:spPr>
          <a:xfrm>
            <a:off x="499690" y="2389814"/>
            <a:ext cx="6495470" cy="4128743"/>
          </a:xfrm>
          <a:prstGeom prst="snipRoundRect">
            <a:avLst/>
          </a:prstGeom>
          <a:solidFill>
            <a:schemeClr val="tx2"/>
          </a:solidFill>
          <a:ln w="111125">
            <a:gradFill flip="none" rotWithShape="1">
              <a:gsLst>
                <a:gs pos="100000">
                  <a:schemeClr val="tx1"/>
                </a:gs>
                <a:gs pos="0">
                  <a:schemeClr val="tx2"/>
                </a:gs>
                <a:gs pos="53000">
                  <a:schemeClr val="bg2"/>
                </a:gs>
              </a:gsLst>
              <a:path path="rect">
                <a:fillToRect l="50000" t="50000" r="50000" b="50000"/>
              </a:path>
              <a:tileRect/>
            </a:gradFill>
            <a:extLst>
              <a:ext uri="{C807C97D-BFC1-408E-A445-0C87EB9F89A2}">
                <ask:lineSketchStyleProps xmlns:ask="http://schemas.microsoft.com/office/drawing/2018/sketchyshapes" sd="1219033472">
                  <a:custGeom>
                    <a:avLst/>
                    <a:gdLst>
                      <a:gd name="connsiteX0" fmla="*/ 0 w 10588309"/>
                      <a:gd name="connsiteY0" fmla="*/ 0 h 953731"/>
                      <a:gd name="connsiteX1" fmla="*/ 266528 w 10588309"/>
                      <a:gd name="connsiteY1" fmla="*/ 0 h 953731"/>
                      <a:gd name="connsiteX2" fmla="*/ 845936 w 10588309"/>
                      <a:gd name="connsiteY2" fmla="*/ 0 h 953731"/>
                      <a:gd name="connsiteX3" fmla="*/ 1633932 w 10588309"/>
                      <a:gd name="connsiteY3" fmla="*/ 0 h 953731"/>
                      <a:gd name="connsiteX4" fmla="*/ 2317634 w 10588309"/>
                      <a:gd name="connsiteY4" fmla="*/ 0 h 953731"/>
                      <a:gd name="connsiteX5" fmla="*/ 2792748 w 10588309"/>
                      <a:gd name="connsiteY5" fmla="*/ 0 h 953731"/>
                      <a:gd name="connsiteX6" fmla="*/ 3476450 w 10588309"/>
                      <a:gd name="connsiteY6" fmla="*/ 0 h 953731"/>
                      <a:gd name="connsiteX7" fmla="*/ 3847272 w 10588309"/>
                      <a:gd name="connsiteY7" fmla="*/ 0 h 953731"/>
                      <a:gd name="connsiteX8" fmla="*/ 4426680 w 10588309"/>
                      <a:gd name="connsiteY8" fmla="*/ 0 h 953731"/>
                      <a:gd name="connsiteX9" fmla="*/ 4693208 w 10588309"/>
                      <a:gd name="connsiteY9" fmla="*/ 0 h 953731"/>
                      <a:gd name="connsiteX10" fmla="*/ 5481203 w 10588309"/>
                      <a:gd name="connsiteY10" fmla="*/ 0 h 953731"/>
                      <a:gd name="connsiteX11" fmla="*/ 6060612 w 10588309"/>
                      <a:gd name="connsiteY11" fmla="*/ 0 h 953731"/>
                      <a:gd name="connsiteX12" fmla="*/ 6848607 w 10588309"/>
                      <a:gd name="connsiteY12" fmla="*/ 0 h 953731"/>
                      <a:gd name="connsiteX13" fmla="*/ 7323722 w 10588309"/>
                      <a:gd name="connsiteY13" fmla="*/ 0 h 953731"/>
                      <a:gd name="connsiteX14" fmla="*/ 7694543 w 10588309"/>
                      <a:gd name="connsiteY14" fmla="*/ 0 h 953731"/>
                      <a:gd name="connsiteX15" fmla="*/ 8273952 w 10588309"/>
                      <a:gd name="connsiteY15" fmla="*/ 0 h 953731"/>
                      <a:gd name="connsiteX16" fmla="*/ 8957654 w 10588309"/>
                      <a:gd name="connsiteY16" fmla="*/ 0 h 953731"/>
                      <a:gd name="connsiteX17" fmla="*/ 9745649 w 10588309"/>
                      <a:gd name="connsiteY17" fmla="*/ 0 h 953731"/>
                      <a:gd name="connsiteX18" fmla="*/ 10429351 w 10588309"/>
                      <a:gd name="connsiteY18" fmla="*/ 0 h 953731"/>
                      <a:gd name="connsiteX19" fmla="*/ 10588309 w 10588309"/>
                      <a:gd name="connsiteY19" fmla="*/ 158958 h 953731"/>
                      <a:gd name="connsiteX20" fmla="*/ 10588309 w 10588309"/>
                      <a:gd name="connsiteY20" fmla="*/ 548397 h 953731"/>
                      <a:gd name="connsiteX21" fmla="*/ 10588309 w 10588309"/>
                      <a:gd name="connsiteY21" fmla="*/ 953731 h 953731"/>
                      <a:gd name="connsiteX22" fmla="*/ 9788303 w 10588309"/>
                      <a:gd name="connsiteY22" fmla="*/ 953731 h 953731"/>
                      <a:gd name="connsiteX23" fmla="*/ 9517713 w 10588309"/>
                      <a:gd name="connsiteY23" fmla="*/ 953731 h 953731"/>
                      <a:gd name="connsiteX24" fmla="*/ 9141240 w 10588309"/>
                      <a:gd name="connsiteY24" fmla="*/ 953731 h 953731"/>
                      <a:gd name="connsiteX25" fmla="*/ 8764767 w 10588309"/>
                      <a:gd name="connsiteY25" fmla="*/ 953731 h 953731"/>
                      <a:gd name="connsiteX26" fmla="*/ 8176528 w 10588309"/>
                      <a:gd name="connsiteY26" fmla="*/ 953731 h 953731"/>
                      <a:gd name="connsiteX27" fmla="*/ 7588288 w 10588309"/>
                      <a:gd name="connsiteY27" fmla="*/ 953731 h 953731"/>
                      <a:gd name="connsiteX28" fmla="*/ 7105932 w 10588309"/>
                      <a:gd name="connsiteY28" fmla="*/ 953731 h 953731"/>
                      <a:gd name="connsiteX29" fmla="*/ 6305926 w 10588309"/>
                      <a:gd name="connsiteY29" fmla="*/ 953731 h 953731"/>
                      <a:gd name="connsiteX30" fmla="*/ 5929453 w 10588309"/>
                      <a:gd name="connsiteY30" fmla="*/ 953731 h 953731"/>
                      <a:gd name="connsiteX31" fmla="*/ 5129447 w 10588309"/>
                      <a:gd name="connsiteY31" fmla="*/ 953731 h 953731"/>
                      <a:gd name="connsiteX32" fmla="*/ 4752974 w 10588309"/>
                      <a:gd name="connsiteY32" fmla="*/ 953731 h 953731"/>
                      <a:gd name="connsiteX33" fmla="*/ 4058852 w 10588309"/>
                      <a:gd name="connsiteY33" fmla="*/ 953731 h 953731"/>
                      <a:gd name="connsiteX34" fmla="*/ 3258846 w 10588309"/>
                      <a:gd name="connsiteY34" fmla="*/ 953731 h 953731"/>
                      <a:gd name="connsiteX35" fmla="*/ 2988256 w 10588309"/>
                      <a:gd name="connsiteY35" fmla="*/ 953731 h 953731"/>
                      <a:gd name="connsiteX36" fmla="*/ 2188251 w 10588309"/>
                      <a:gd name="connsiteY36" fmla="*/ 953731 h 953731"/>
                      <a:gd name="connsiteX37" fmla="*/ 1388245 w 10588309"/>
                      <a:gd name="connsiteY37" fmla="*/ 953731 h 953731"/>
                      <a:gd name="connsiteX38" fmla="*/ 1117655 w 10588309"/>
                      <a:gd name="connsiteY38" fmla="*/ 953731 h 953731"/>
                      <a:gd name="connsiteX39" fmla="*/ 529415 w 10588309"/>
                      <a:gd name="connsiteY39" fmla="*/ 953731 h 953731"/>
                      <a:gd name="connsiteX40" fmla="*/ 0 w 10588309"/>
                      <a:gd name="connsiteY40" fmla="*/ 953731 h 953731"/>
                      <a:gd name="connsiteX41" fmla="*/ 0 w 10588309"/>
                      <a:gd name="connsiteY41" fmla="*/ 486403 h 953731"/>
                      <a:gd name="connsiteX42" fmla="*/ 0 w 10588309"/>
                      <a:gd name="connsiteY42" fmla="*/ 0 h 95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588309" h="953731" fill="none" extrusionOk="0">
                        <a:moveTo>
                          <a:pt x="0" y="0"/>
                        </a:moveTo>
                        <a:cubicBezTo>
                          <a:pt x="132409" y="-26276"/>
                          <a:pt x="146352" y="7459"/>
                          <a:pt x="266528" y="0"/>
                        </a:cubicBezTo>
                        <a:cubicBezTo>
                          <a:pt x="386704" y="-7459"/>
                          <a:pt x="570121" y="5510"/>
                          <a:pt x="845936" y="0"/>
                        </a:cubicBezTo>
                        <a:cubicBezTo>
                          <a:pt x="1121751" y="-5510"/>
                          <a:pt x="1405329" y="89350"/>
                          <a:pt x="1633932" y="0"/>
                        </a:cubicBezTo>
                        <a:cubicBezTo>
                          <a:pt x="1862535" y="-89350"/>
                          <a:pt x="2010449" y="42572"/>
                          <a:pt x="2317634" y="0"/>
                        </a:cubicBezTo>
                        <a:cubicBezTo>
                          <a:pt x="2624819" y="-42572"/>
                          <a:pt x="2629415" y="4723"/>
                          <a:pt x="2792748" y="0"/>
                        </a:cubicBezTo>
                        <a:cubicBezTo>
                          <a:pt x="2956081" y="-4723"/>
                          <a:pt x="3298487" y="44081"/>
                          <a:pt x="3476450" y="0"/>
                        </a:cubicBezTo>
                        <a:cubicBezTo>
                          <a:pt x="3654413" y="-44081"/>
                          <a:pt x="3735206" y="42899"/>
                          <a:pt x="3847272" y="0"/>
                        </a:cubicBezTo>
                        <a:cubicBezTo>
                          <a:pt x="3959338" y="-42899"/>
                          <a:pt x="4284300" y="53565"/>
                          <a:pt x="4426680" y="0"/>
                        </a:cubicBezTo>
                        <a:cubicBezTo>
                          <a:pt x="4569060" y="-53565"/>
                          <a:pt x="4567062" y="4720"/>
                          <a:pt x="4693208" y="0"/>
                        </a:cubicBezTo>
                        <a:cubicBezTo>
                          <a:pt x="4819354" y="-4720"/>
                          <a:pt x="5172452" y="91419"/>
                          <a:pt x="5481203" y="0"/>
                        </a:cubicBezTo>
                        <a:cubicBezTo>
                          <a:pt x="5789955" y="-91419"/>
                          <a:pt x="5897761" y="60618"/>
                          <a:pt x="6060612" y="0"/>
                        </a:cubicBezTo>
                        <a:cubicBezTo>
                          <a:pt x="6223463" y="-60618"/>
                          <a:pt x="6679702" y="12106"/>
                          <a:pt x="6848607" y="0"/>
                        </a:cubicBezTo>
                        <a:cubicBezTo>
                          <a:pt x="7017512" y="-12106"/>
                          <a:pt x="7120998" y="28002"/>
                          <a:pt x="7323722" y="0"/>
                        </a:cubicBezTo>
                        <a:cubicBezTo>
                          <a:pt x="7526447" y="-28002"/>
                          <a:pt x="7577217" y="9217"/>
                          <a:pt x="7694543" y="0"/>
                        </a:cubicBezTo>
                        <a:cubicBezTo>
                          <a:pt x="7811869" y="-9217"/>
                          <a:pt x="8096909" y="44548"/>
                          <a:pt x="8273952" y="0"/>
                        </a:cubicBezTo>
                        <a:cubicBezTo>
                          <a:pt x="8450995" y="-44548"/>
                          <a:pt x="8778020" y="33463"/>
                          <a:pt x="8957654" y="0"/>
                        </a:cubicBezTo>
                        <a:cubicBezTo>
                          <a:pt x="9137288" y="-33463"/>
                          <a:pt x="9464295" y="7877"/>
                          <a:pt x="9745649" y="0"/>
                        </a:cubicBezTo>
                        <a:cubicBezTo>
                          <a:pt x="10027004" y="-7877"/>
                          <a:pt x="10276443" y="51697"/>
                          <a:pt x="10429351" y="0"/>
                        </a:cubicBezTo>
                        <a:cubicBezTo>
                          <a:pt x="10486853" y="48588"/>
                          <a:pt x="10500329" y="99902"/>
                          <a:pt x="10588309" y="158958"/>
                        </a:cubicBezTo>
                        <a:cubicBezTo>
                          <a:pt x="10605678" y="298971"/>
                          <a:pt x="10563351" y="436350"/>
                          <a:pt x="10588309" y="548397"/>
                        </a:cubicBezTo>
                        <a:cubicBezTo>
                          <a:pt x="10613267" y="660444"/>
                          <a:pt x="10571009" y="828917"/>
                          <a:pt x="10588309" y="953731"/>
                        </a:cubicBezTo>
                        <a:cubicBezTo>
                          <a:pt x="10286276" y="1011185"/>
                          <a:pt x="10170352" y="878763"/>
                          <a:pt x="9788303" y="953731"/>
                        </a:cubicBezTo>
                        <a:cubicBezTo>
                          <a:pt x="9406254" y="1028699"/>
                          <a:pt x="9632684" y="950246"/>
                          <a:pt x="9517713" y="953731"/>
                        </a:cubicBezTo>
                        <a:cubicBezTo>
                          <a:pt x="9402742" y="957216"/>
                          <a:pt x="9283579" y="923877"/>
                          <a:pt x="9141240" y="953731"/>
                        </a:cubicBezTo>
                        <a:cubicBezTo>
                          <a:pt x="8998901" y="983585"/>
                          <a:pt x="8939637" y="935328"/>
                          <a:pt x="8764767" y="953731"/>
                        </a:cubicBezTo>
                        <a:cubicBezTo>
                          <a:pt x="8589897" y="972134"/>
                          <a:pt x="8388881" y="898711"/>
                          <a:pt x="8176528" y="953731"/>
                        </a:cubicBezTo>
                        <a:cubicBezTo>
                          <a:pt x="7964175" y="1008751"/>
                          <a:pt x="7876242" y="892398"/>
                          <a:pt x="7588288" y="953731"/>
                        </a:cubicBezTo>
                        <a:cubicBezTo>
                          <a:pt x="7300334" y="1015064"/>
                          <a:pt x="7212583" y="938602"/>
                          <a:pt x="7105932" y="953731"/>
                        </a:cubicBezTo>
                        <a:cubicBezTo>
                          <a:pt x="6999281" y="968860"/>
                          <a:pt x="6607283" y="892043"/>
                          <a:pt x="6305926" y="953731"/>
                        </a:cubicBezTo>
                        <a:cubicBezTo>
                          <a:pt x="6004569" y="1015419"/>
                          <a:pt x="6020026" y="910918"/>
                          <a:pt x="5929453" y="953731"/>
                        </a:cubicBezTo>
                        <a:cubicBezTo>
                          <a:pt x="5838880" y="996544"/>
                          <a:pt x="5435070" y="869579"/>
                          <a:pt x="5129447" y="953731"/>
                        </a:cubicBezTo>
                        <a:cubicBezTo>
                          <a:pt x="4823824" y="1037883"/>
                          <a:pt x="4903626" y="951503"/>
                          <a:pt x="4752974" y="953731"/>
                        </a:cubicBezTo>
                        <a:cubicBezTo>
                          <a:pt x="4602322" y="955959"/>
                          <a:pt x="4296004" y="884563"/>
                          <a:pt x="4058852" y="953731"/>
                        </a:cubicBezTo>
                        <a:cubicBezTo>
                          <a:pt x="3821700" y="1022899"/>
                          <a:pt x="3593838" y="890512"/>
                          <a:pt x="3258846" y="953731"/>
                        </a:cubicBezTo>
                        <a:cubicBezTo>
                          <a:pt x="2923854" y="1016950"/>
                          <a:pt x="3109286" y="922980"/>
                          <a:pt x="2988256" y="953731"/>
                        </a:cubicBezTo>
                        <a:cubicBezTo>
                          <a:pt x="2867226" y="984482"/>
                          <a:pt x="2526395" y="868919"/>
                          <a:pt x="2188251" y="953731"/>
                        </a:cubicBezTo>
                        <a:cubicBezTo>
                          <a:pt x="1850108" y="1038543"/>
                          <a:pt x="1592424" y="899376"/>
                          <a:pt x="1388245" y="953731"/>
                        </a:cubicBezTo>
                        <a:cubicBezTo>
                          <a:pt x="1184066" y="1008086"/>
                          <a:pt x="1233027" y="947986"/>
                          <a:pt x="1117655" y="953731"/>
                        </a:cubicBezTo>
                        <a:cubicBezTo>
                          <a:pt x="1002283" y="959476"/>
                          <a:pt x="718861" y="943384"/>
                          <a:pt x="529415" y="953731"/>
                        </a:cubicBezTo>
                        <a:cubicBezTo>
                          <a:pt x="339969" y="964078"/>
                          <a:pt x="167600" y="908994"/>
                          <a:pt x="0" y="953731"/>
                        </a:cubicBezTo>
                        <a:cubicBezTo>
                          <a:pt x="-17113" y="779329"/>
                          <a:pt x="22819" y="652123"/>
                          <a:pt x="0" y="486403"/>
                        </a:cubicBezTo>
                        <a:cubicBezTo>
                          <a:pt x="-22819" y="320683"/>
                          <a:pt x="6492" y="136331"/>
                          <a:pt x="0" y="0"/>
                        </a:cubicBezTo>
                        <a:close/>
                      </a:path>
                      <a:path w="10588309" h="953731" stroke="0" extrusionOk="0">
                        <a:moveTo>
                          <a:pt x="0" y="0"/>
                        </a:moveTo>
                        <a:cubicBezTo>
                          <a:pt x="230437" y="-11771"/>
                          <a:pt x="378038" y="53012"/>
                          <a:pt x="475115" y="0"/>
                        </a:cubicBezTo>
                        <a:cubicBezTo>
                          <a:pt x="572192" y="-53012"/>
                          <a:pt x="617181" y="24976"/>
                          <a:pt x="741643" y="0"/>
                        </a:cubicBezTo>
                        <a:cubicBezTo>
                          <a:pt x="866105" y="-24976"/>
                          <a:pt x="1164278" y="88842"/>
                          <a:pt x="1529638" y="0"/>
                        </a:cubicBezTo>
                        <a:cubicBezTo>
                          <a:pt x="1894998" y="-88842"/>
                          <a:pt x="1832641" y="28232"/>
                          <a:pt x="2004753" y="0"/>
                        </a:cubicBezTo>
                        <a:cubicBezTo>
                          <a:pt x="2176866" y="-28232"/>
                          <a:pt x="2352973" y="44528"/>
                          <a:pt x="2479868" y="0"/>
                        </a:cubicBezTo>
                        <a:cubicBezTo>
                          <a:pt x="2606763" y="-44528"/>
                          <a:pt x="2938956" y="90726"/>
                          <a:pt x="3267863" y="0"/>
                        </a:cubicBezTo>
                        <a:cubicBezTo>
                          <a:pt x="3596770" y="-90726"/>
                          <a:pt x="3523669" y="29681"/>
                          <a:pt x="3638685" y="0"/>
                        </a:cubicBezTo>
                        <a:cubicBezTo>
                          <a:pt x="3753701" y="-29681"/>
                          <a:pt x="4214646" y="21827"/>
                          <a:pt x="4426680" y="0"/>
                        </a:cubicBezTo>
                        <a:cubicBezTo>
                          <a:pt x="4638714" y="-21827"/>
                          <a:pt x="5039405" y="84077"/>
                          <a:pt x="5214675" y="0"/>
                        </a:cubicBezTo>
                        <a:cubicBezTo>
                          <a:pt x="5389946" y="-84077"/>
                          <a:pt x="5634925" y="13074"/>
                          <a:pt x="5794084" y="0"/>
                        </a:cubicBezTo>
                        <a:cubicBezTo>
                          <a:pt x="5953243" y="-13074"/>
                          <a:pt x="6311717" y="90833"/>
                          <a:pt x="6582079" y="0"/>
                        </a:cubicBezTo>
                        <a:cubicBezTo>
                          <a:pt x="6852442" y="-90833"/>
                          <a:pt x="6911517" y="42527"/>
                          <a:pt x="7057194" y="0"/>
                        </a:cubicBezTo>
                        <a:cubicBezTo>
                          <a:pt x="7202871" y="-42527"/>
                          <a:pt x="7407730" y="12226"/>
                          <a:pt x="7532309" y="0"/>
                        </a:cubicBezTo>
                        <a:cubicBezTo>
                          <a:pt x="7656889" y="-12226"/>
                          <a:pt x="7950825" y="57231"/>
                          <a:pt x="8216011" y="0"/>
                        </a:cubicBezTo>
                        <a:cubicBezTo>
                          <a:pt x="8481197" y="-57231"/>
                          <a:pt x="8573204" y="37930"/>
                          <a:pt x="8691126" y="0"/>
                        </a:cubicBezTo>
                        <a:cubicBezTo>
                          <a:pt x="8809048" y="-37930"/>
                          <a:pt x="9155994" y="79937"/>
                          <a:pt x="9479121" y="0"/>
                        </a:cubicBezTo>
                        <a:cubicBezTo>
                          <a:pt x="9802249" y="-79937"/>
                          <a:pt x="10141235" y="15381"/>
                          <a:pt x="10429351" y="0"/>
                        </a:cubicBezTo>
                        <a:cubicBezTo>
                          <a:pt x="10496328" y="55506"/>
                          <a:pt x="10512655" y="111268"/>
                          <a:pt x="10588309" y="158958"/>
                        </a:cubicBezTo>
                        <a:cubicBezTo>
                          <a:pt x="10627320" y="341622"/>
                          <a:pt x="10546830" y="406602"/>
                          <a:pt x="10588309" y="564292"/>
                        </a:cubicBezTo>
                        <a:cubicBezTo>
                          <a:pt x="10629788" y="721982"/>
                          <a:pt x="10562532" y="851823"/>
                          <a:pt x="10588309" y="953731"/>
                        </a:cubicBezTo>
                        <a:cubicBezTo>
                          <a:pt x="10193715" y="982463"/>
                          <a:pt x="10011046" y="864625"/>
                          <a:pt x="9788303" y="953731"/>
                        </a:cubicBezTo>
                        <a:cubicBezTo>
                          <a:pt x="9565560" y="1042837"/>
                          <a:pt x="9178734" y="862799"/>
                          <a:pt x="8988298" y="953731"/>
                        </a:cubicBezTo>
                        <a:cubicBezTo>
                          <a:pt x="8797863" y="1044663"/>
                          <a:pt x="8640624" y="923929"/>
                          <a:pt x="8400058" y="953731"/>
                        </a:cubicBezTo>
                        <a:cubicBezTo>
                          <a:pt x="8159492" y="983533"/>
                          <a:pt x="8111060" y="925550"/>
                          <a:pt x="7917702" y="953731"/>
                        </a:cubicBezTo>
                        <a:cubicBezTo>
                          <a:pt x="7724344" y="981912"/>
                          <a:pt x="7738951" y="938115"/>
                          <a:pt x="7647112" y="953731"/>
                        </a:cubicBezTo>
                        <a:cubicBezTo>
                          <a:pt x="7555273" y="969347"/>
                          <a:pt x="7459014" y="938151"/>
                          <a:pt x="7376522" y="953731"/>
                        </a:cubicBezTo>
                        <a:cubicBezTo>
                          <a:pt x="7294030" y="969311"/>
                          <a:pt x="6972567" y="941605"/>
                          <a:pt x="6682399" y="953731"/>
                        </a:cubicBezTo>
                        <a:cubicBezTo>
                          <a:pt x="6392231" y="965857"/>
                          <a:pt x="6470281" y="942931"/>
                          <a:pt x="6305926" y="953731"/>
                        </a:cubicBezTo>
                        <a:cubicBezTo>
                          <a:pt x="6141571" y="964531"/>
                          <a:pt x="5726298" y="938304"/>
                          <a:pt x="5505921" y="953731"/>
                        </a:cubicBezTo>
                        <a:cubicBezTo>
                          <a:pt x="5285544" y="969158"/>
                          <a:pt x="5121610" y="950969"/>
                          <a:pt x="5023564" y="953731"/>
                        </a:cubicBezTo>
                        <a:cubicBezTo>
                          <a:pt x="4925518" y="956493"/>
                          <a:pt x="4817671" y="951723"/>
                          <a:pt x="4752974" y="953731"/>
                        </a:cubicBezTo>
                        <a:cubicBezTo>
                          <a:pt x="4688277" y="955739"/>
                          <a:pt x="4212450" y="883391"/>
                          <a:pt x="4058852" y="953731"/>
                        </a:cubicBezTo>
                        <a:cubicBezTo>
                          <a:pt x="3905254" y="1024071"/>
                          <a:pt x="3796650" y="916250"/>
                          <a:pt x="3682379" y="953731"/>
                        </a:cubicBezTo>
                        <a:cubicBezTo>
                          <a:pt x="3568108" y="991212"/>
                          <a:pt x="3272738" y="912205"/>
                          <a:pt x="2988256" y="953731"/>
                        </a:cubicBezTo>
                        <a:cubicBezTo>
                          <a:pt x="2703774" y="995257"/>
                          <a:pt x="2387882" y="875736"/>
                          <a:pt x="2188251" y="953731"/>
                        </a:cubicBezTo>
                        <a:cubicBezTo>
                          <a:pt x="1988620" y="1031726"/>
                          <a:pt x="1847855" y="929112"/>
                          <a:pt x="1705894" y="953731"/>
                        </a:cubicBezTo>
                        <a:cubicBezTo>
                          <a:pt x="1563933" y="978350"/>
                          <a:pt x="1204691" y="929519"/>
                          <a:pt x="905889" y="953731"/>
                        </a:cubicBezTo>
                        <a:cubicBezTo>
                          <a:pt x="607088" y="977943"/>
                          <a:pt x="628033" y="928064"/>
                          <a:pt x="529415" y="953731"/>
                        </a:cubicBezTo>
                        <a:cubicBezTo>
                          <a:pt x="430797" y="979398"/>
                          <a:pt x="120785" y="893274"/>
                          <a:pt x="0" y="953731"/>
                        </a:cubicBezTo>
                        <a:cubicBezTo>
                          <a:pt x="-10005" y="797949"/>
                          <a:pt x="15574" y="605947"/>
                          <a:pt x="0" y="505477"/>
                        </a:cubicBezTo>
                        <a:cubicBezTo>
                          <a:pt x="-15574" y="405007"/>
                          <a:pt x="15671" y="188696"/>
                          <a:pt x="0" y="0"/>
                        </a:cubicBezTo>
                        <a:close/>
                      </a:path>
                    </a:pathLst>
                  </a:custGeom>
                  <ask:type>
                    <ask:lineSketchNone/>
                  </ask:type>
                </ask:lineSketchStyleProps>
              </a:ext>
            </a:extLst>
          </a:ln>
        </p:spPr>
        <p:txBody>
          <a:bodyPr spcFirstLastPara="1" vert="horz" wrap="square" lIns="91425" tIns="91425" rIns="91425" bIns="91425" rtlCol="0" anchor="t" anchorCtr="0">
            <a:noAutofit/>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lang="en-US" sz="5400" b="0" i="0" u="none" strike="noStrike" kern="0" cap="none" dirty="0">
                <a:solidFill>
                  <a:srgbClr val="FFD0A1"/>
                </a:solidFill>
                <a:latin typeface="+mj-lt"/>
                <a:ea typeface="Dosis" pitchFamily="2" charset="0"/>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r>
              <a:rPr lang="en-US" sz="2400" u="sng" dirty="0">
                <a:solidFill>
                  <a:schemeClr val="bg1"/>
                </a:solidFill>
              </a:rPr>
              <a:t>Examples of events on a webpage:</a:t>
            </a:r>
          </a:p>
          <a:p>
            <a:pPr marL="0" indent="0">
              <a:buNone/>
            </a:pPr>
            <a:endParaRPr lang="en-US" sz="2000" b="1" i="1" dirty="0">
              <a:solidFill>
                <a:schemeClr val="bg1"/>
              </a:solidFill>
              <a:latin typeface="+mj-lt"/>
            </a:endParaRPr>
          </a:p>
          <a:p>
            <a:pPr marL="0" indent="0">
              <a:buNone/>
            </a:pPr>
            <a:endParaRPr lang="en-US" sz="2000" b="1" dirty="0">
              <a:solidFill>
                <a:schemeClr val="bg1"/>
              </a:solidFill>
              <a:latin typeface="+mj-lt"/>
            </a:endParaRPr>
          </a:p>
          <a:p>
            <a:pPr marL="0" indent="0">
              <a:buNone/>
            </a:pPr>
            <a:endParaRPr lang="en-US" sz="2400" dirty="0">
              <a:solidFill>
                <a:schemeClr val="bg1"/>
              </a:solidFill>
            </a:endParaRPr>
          </a:p>
          <a:p>
            <a:pPr marL="0" indent="0">
              <a:buNone/>
            </a:pPr>
            <a:endParaRPr lang="en-US" sz="2400" dirty="0">
              <a:solidFill>
                <a:schemeClr val="bg1"/>
              </a:solidFill>
            </a:endParaRPr>
          </a:p>
          <a:p>
            <a:pPr marL="0" indent="0">
              <a:buNone/>
            </a:pPr>
            <a:endParaRPr lang="en-US" sz="2400" dirty="0">
              <a:solidFill>
                <a:schemeClr val="bg1"/>
              </a:solidFill>
            </a:endParaRPr>
          </a:p>
          <a:p>
            <a:pPr marL="0" indent="0">
              <a:buNone/>
            </a:pPr>
            <a:endParaRPr lang="en-US" sz="2400" dirty="0">
              <a:solidFill>
                <a:schemeClr val="bg1"/>
              </a:solidFill>
            </a:endParaRPr>
          </a:p>
          <a:p>
            <a:pPr marL="0" indent="0">
              <a:buNone/>
            </a:pPr>
            <a:r>
              <a:rPr lang="en-US" sz="2400" b="1" dirty="0">
                <a:solidFill>
                  <a:schemeClr val="bg1"/>
                </a:solidFill>
              </a:rPr>
              <a:t>JavaScript can “listen” for these events and respond, </a:t>
            </a:r>
            <a:r>
              <a:rPr lang="en-US" sz="2400" dirty="0">
                <a:solidFill>
                  <a:schemeClr val="bg1"/>
                </a:solidFill>
              </a:rPr>
              <a:t>in the same way that we saw the phones listen and respond.</a:t>
            </a:r>
          </a:p>
          <a:p>
            <a:pPr algn="ctr"/>
            <a:endParaRPr lang="en-US" dirty="0"/>
          </a:p>
        </p:txBody>
      </p:sp>
      <p:sp>
        <p:nvSpPr>
          <p:cNvPr id="33" name="Rectangle 32">
            <a:extLst>
              <a:ext uri="{FF2B5EF4-FFF2-40B4-BE49-F238E27FC236}">
                <a16:creationId xmlns:a16="http://schemas.microsoft.com/office/drawing/2014/main" id="{24C94ACC-AD63-2BA8-8D81-08903A78137F}"/>
              </a:ext>
            </a:extLst>
          </p:cNvPr>
          <p:cNvSpPr/>
          <p:nvPr/>
        </p:nvSpPr>
        <p:spPr>
          <a:xfrm>
            <a:off x="833283" y="3218453"/>
            <a:ext cx="2037934" cy="27432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dirty="0"/>
              <a:t>1. User clicks a button</a:t>
            </a:r>
          </a:p>
        </p:txBody>
      </p:sp>
      <p:sp>
        <p:nvSpPr>
          <p:cNvPr id="36" name="Rectangle 35">
            <a:extLst>
              <a:ext uri="{FF2B5EF4-FFF2-40B4-BE49-F238E27FC236}">
                <a16:creationId xmlns:a16="http://schemas.microsoft.com/office/drawing/2014/main" id="{C3FFE155-76D3-F8A0-1366-A28E67D6821A}"/>
              </a:ext>
            </a:extLst>
          </p:cNvPr>
          <p:cNvSpPr/>
          <p:nvPr/>
        </p:nvSpPr>
        <p:spPr>
          <a:xfrm>
            <a:off x="833282" y="3710073"/>
            <a:ext cx="2394549" cy="27432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dirty="0"/>
              <a:t>2. User types in a text box</a:t>
            </a:r>
          </a:p>
        </p:txBody>
      </p:sp>
      <p:sp>
        <p:nvSpPr>
          <p:cNvPr id="37" name="Rectangle 36">
            <a:extLst>
              <a:ext uri="{FF2B5EF4-FFF2-40B4-BE49-F238E27FC236}">
                <a16:creationId xmlns:a16="http://schemas.microsoft.com/office/drawing/2014/main" id="{926B2158-90FD-2264-D3CA-485DBB108D54}"/>
              </a:ext>
            </a:extLst>
          </p:cNvPr>
          <p:cNvSpPr/>
          <p:nvPr/>
        </p:nvSpPr>
        <p:spPr>
          <a:xfrm>
            <a:off x="833283" y="4209445"/>
            <a:ext cx="2504278" cy="27432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dirty="0"/>
              <a:t>3. User moves their mouse</a:t>
            </a:r>
          </a:p>
        </p:txBody>
      </p:sp>
      <p:sp>
        <p:nvSpPr>
          <p:cNvPr id="38" name="Rectangle 37">
            <a:extLst>
              <a:ext uri="{FF2B5EF4-FFF2-40B4-BE49-F238E27FC236}">
                <a16:creationId xmlns:a16="http://schemas.microsoft.com/office/drawing/2014/main" id="{82C19791-FC49-B649-5F3B-7AE9183E87D1}"/>
              </a:ext>
            </a:extLst>
          </p:cNvPr>
          <p:cNvSpPr/>
          <p:nvPr/>
        </p:nvSpPr>
        <p:spPr>
          <a:xfrm>
            <a:off x="833282" y="4701065"/>
            <a:ext cx="2193381" cy="27432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dirty="0"/>
              <a:t>4. Page finishes loading</a:t>
            </a:r>
          </a:p>
        </p:txBody>
      </p:sp>
      <p:pic>
        <p:nvPicPr>
          <p:cNvPr id="47" name="Picture 46">
            <a:extLst>
              <a:ext uri="{FF2B5EF4-FFF2-40B4-BE49-F238E27FC236}">
                <a16:creationId xmlns:a16="http://schemas.microsoft.com/office/drawing/2014/main" id="{7415EA5F-C2C3-782A-15E9-7ED1531AADB9}"/>
              </a:ext>
            </a:extLst>
          </p:cNvPr>
          <p:cNvPicPr>
            <a:picLocks noChangeAspect="1"/>
          </p:cNvPicPr>
          <p:nvPr/>
        </p:nvPicPr>
        <p:blipFill>
          <a:blip r:embed="rId4">
            <a:alphaModFix amt="70000"/>
          </a:blip>
          <a:stretch>
            <a:fillRect/>
          </a:stretch>
        </p:blipFill>
        <p:spPr>
          <a:xfrm>
            <a:off x="8613369" y="1734257"/>
            <a:ext cx="1838224" cy="1392991"/>
          </a:xfrm>
          <a:prstGeom prst="rect">
            <a:avLst/>
          </a:prstGeom>
        </p:spPr>
      </p:pic>
      <p:sp>
        <p:nvSpPr>
          <p:cNvPr id="16" name="Arrow: Right 15">
            <a:extLst>
              <a:ext uri="{FF2B5EF4-FFF2-40B4-BE49-F238E27FC236}">
                <a16:creationId xmlns:a16="http://schemas.microsoft.com/office/drawing/2014/main" id="{CB9E4842-67E3-3F95-983D-55A68BB01A95}"/>
              </a:ext>
            </a:extLst>
          </p:cNvPr>
          <p:cNvSpPr/>
          <p:nvPr/>
        </p:nvSpPr>
        <p:spPr>
          <a:xfrm rot="18900000">
            <a:off x="72981" y="6505370"/>
            <a:ext cx="364163" cy="262290"/>
          </a:xfrm>
          <a:custGeom>
            <a:avLst/>
            <a:gdLst>
              <a:gd name="connsiteX0" fmla="*/ 0 w 914400"/>
              <a:gd name="connsiteY0" fmla="*/ 250988 h 710651"/>
              <a:gd name="connsiteX1" fmla="*/ 345773 w 914400"/>
              <a:gd name="connsiteY1" fmla="*/ 250988 h 710651"/>
              <a:gd name="connsiteX2" fmla="*/ 345773 w 914400"/>
              <a:gd name="connsiteY2" fmla="*/ 0 h 710651"/>
              <a:gd name="connsiteX3" fmla="*/ 914400 w 914400"/>
              <a:gd name="connsiteY3" fmla="*/ 355326 h 710651"/>
              <a:gd name="connsiteX4" fmla="*/ 345773 w 914400"/>
              <a:gd name="connsiteY4" fmla="*/ 710651 h 710651"/>
              <a:gd name="connsiteX5" fmla="*/ 345773 w 914400"/>
              <a:gd name="connsiteY5" fmla="*/ 459663 h 710651"/>
              <a:gd name="connsiteX6" fmla="*/ 0 w 914400"/>
              <a:gd name="connsiteY6" fmla="*/ 459663 h 710651"/>
              <a:gd name="connsiteX7" fmla="*/ 0 w 914400"/>
              <a:gd name="connsiteY7" fmla="*/ 250988 h 710651"/>
              <a:gd name="connsiteX0" fmla="*/ 0 w 914400"/>
              <a:gd name="connsiteY0" fmla="*/ 250988 h 710651"/>
              <a:gd name="connsiteX1" fmla="*/ 565743 w 914400"/>
              <a:gd name="connsiteY1" fmla="*/ 297648 h 710651"/>
              <a:gd name="connsiteX2" fmla="*/ 345773 w 914400"/>
              <a:gd name="connsiteY2" fmla="*/ 0 h 710651"/>
              <a:gd name="connsiteX3" fmla="*/ 914400 w 914400"/>
              <a:gd name="connsiteY3" fmla="*/ 355326 h 710651"/>
              <a:gd name="connsiteX4" fmla="*/ 345773 w 914400"/>
              <a:gd name="connsiteY4" fmla="*/ 710651 h 710651"/>
              <a:gd name="connsiteX5" fmla="*/ 345773 w 914400"/>
              <a:gd name="connsiteY5" fmla="*/ 459663 h 710651"/>
              <a:gd name="connsiteX6" fmla="*/ 0 w 914400"/>
              <a:gd name="connsiteY6" fmla="*/ 459663 h 710651"/>
              <a:gd name="connsiteX7" fmla="*/ 0 w 914400"/>
              <a:gd name="connsiteY7" fmla="*/ 250988 h 710651"/>
              <a:gd name="connsiteX0" fmla="*/ 0 w 914400"/>
              <a:gd name="connsiteY0" fmla="*/ 250988 h 710651"/>
              <a:gd name="connsiteX1" fmla="*/ 565743 w 914400"/>
              <a:gd name="connsiteY1" fmla="*/ 297648 h 710651"/>
              <a:gd name="connsiteX2" fmla="*/ 345773 w 914400"/>
              <a:gd name="connsiteY2" fmla="*/ 0 h 710651"/>
              <a:gd name="connsiteX3" fmla="*/ 914400 w 914400"/>
              <a:gd name="connsiteY3" fmla="*/ 355326 h 710651"/>
              <a:gd name="connsiteX4" fmla="*/ 345773 w 914400"/>
              <a:gd name="connsiteY4" fmla="*/ 710651 h 710651"/>
              <a:gd name="connsiteX5" fmla="*/ 505751 w 914400"/>
              <a:gd name="connsiteY5" fmla="*/ 446332 h 710651"/>
              <a:gd name="connsiteX6" fmla="*/ 0 w 914400"/>
              <a:gd name="connsiteY6" fmla="*/ 459663 h 710651"/>
              <a:gd name="connsiteX7" fmla="*/ 0 w 914400"/>
              <a:gd name="connsiteY7" fmla="*/ 250988 h 710651"/>
              <a:gd name="connsiteX0" fmla="*/ 0 w 914400"/>
              <a:gd name="connsiteY0" fmla="*/ 250988 h 710651"/>
              <a:gd name="connsiteX1" fmla="*/ 565743 w 914400"/>
              <a:gd name="connsiteY1" fmla="*/ 297648 h 710651"/>
              <a:gd name="connsiteX2" fmla="*/ 345773 w 914400"/>
              <a:gd name="connsiteY2" fmla="*/ 0 h 710651"/>
              <a:gd name="connsiteX3" fmla="*/ 914400 w 914400"/>
              <a:gd name="connsiteY3" fmla="*/ 355326 h 710651"/>
              <a:gd name="connsiteX4" fmla="*/ 345773 w 914400"/>
              <a:gd name="connsiteY4" fmla="*/ 710651 h 710651"/>
              <a:gd name="connsiteX5" fmla="*/ 579074 w 914400"/>
              <a:gd name="connsiteY5" fmla="*/ 426335 h 710651"/>
              <a:gd name="connsiteX6" fmla="*/ 0 w 914400"/>
              <a:gd name="connsiteY6" fmla="*/ 459663 h 710651"/>
              <a:gd name="connsiteX7" fmla="*/ 0 w 914400"/>
              <a:gd name="connsiteY7" fmla="*/ 250988 h 710651"/>
              <a:gd name="connsiteX0" fmla="*/ 0 w 914400"/>
              <a:gd name="connsiteY0" fmla="*/ 250988 h 710651"/>
              <a:gd name="connsiteX1" fmla="*/ 565743 w 914400"/>
              <a:gd name="connsiteY1" fmla="*/ 297648 h 710651"/>
              <a:gd name="connsiteX2" fmla="*/ 345773 w 914400"/>
              <a:gd name="connsiteY2" fmla="*/ 0 h 710651"/>
              <a:gd name="connsiteX3" fmla="*/ 914400 w 914400"/>
              <a:gd name="connsiteY3" fmla="*/ 355326 h 710651"/>
              <a:gd name="connsiteX4" fmla="*/ 345773 w 914400"/>
              <a:gd name="connsiteY4" fmla="*/ 710651 h 710651"/>
              <a:gd name="connsiteX5" fmla="*/ 545746 w 914400"/>
              <a:gd name="connsiteY5" fmla="*/ 393006 h 710651"/>
              <a:gd name="connsiteX6" fmla="*/ 0 w 914400"/>
              <a:gd name="connsiteY6" fmla="*/ 459663 h 710651"/>
              <a:gd name="connsiteX7" fmla="*/ 0 w 914400"/>
              <a:gd name="connsiteY7" fmla="*/ 250988 h 710651"/>
              <a:gd name="connsiteX0" fmla="*/ 0 w 914400"/>
              <a:gd name="connsiteY0" fmla="*/ 250988 h 710651"/>
              <a:gd name="connsiteX1" fmla="*/ 592406 w 914400"/>
              <a:gd name="connsiteY1" fmla="*/ 310980 h 710651"/>
              <a:gd name="connsiteX2" fmla="*/ 345773 w 914400"/>
              <a:gd name="connsiteY2" fmla="*/ 0 h 710651"/>
              <a:gd name="connsiteX3" fmla="*/ 914400 w 914400"/>
              <a:gd name="connsiteY3" fmla="*/ 355326 h 710651"/>
              <a:gd name="connsiteX4" fmla="*/ 345773 w 914400"/>
              <a:gd name="connsiteY4" fmla="*/ 710651 h 710651"/>
              <a:gd name="connsiteX5" fmla="*/ 545746 w 914400"/>
              <a:gd name="connsiteY5" fmla="*/ 393006 h 710651"/>
              <a:gd name="connsiteX6" fmla="*/ 0 w 914400"/>
              <a:gd name="connsiteY6" fmla="*/ 459663 h 710651"/>
              <a:gd name="connsiteX7" fmla="*/ 0 w 914400"/>
              <a:gd name="connsiteY7" fmla="*/ 250988 h 710651"/>
              <a:gd name="connsiteX0" fmla="*/ 0 w 914400"/>
              <a:gd name="connsiteY0" fmla="*/ 250988 h 710651"/>
              <a:gd name="connsiteX1" fmla="*/ 592406 w 914400"/>
              <a:gd name="connsiteY1" fmla="*/ 310980 h 710651"/>
              <a:gd name="connsiteX2" fmla="*/ 345773 w 914400"/>
              <a:gd name="connsiteY2" fmla="*/ 0 h 710651"/>
              <a:gd name="connsiteX3" fmla="*/ 914400 w 914400"/>
              <a:gd name="connsiteY3" fmla="*/ 355326 h 710651"/>
              <a:gd name="connsiteX4" fmla="*/ 345773 w 914400"/>
              <a:gd name="connsiteY4" fmla="*/ 710651 h 710651"/>
              <a:gd name="connsiteX5" fmla="*/ 519083 w 914400"/>
              <a:gd name="connsiteY5" fmla="*/ 433000 h 710651"/>
              <a:gd name="connsiteX6" fmla="*/ 0 w 914400"/>
              <a:gd name="connsiteY6" fmla="*/ 459663 h 710651"/>
              <a:gd name="connsiteX7" fmla="*/ 0 w 914400"/>
              <a:gd name="connsiteY7" fmla="*/ 250988 h 710651"/>
              <a:gd name="connsiteX0" fmla="*/ 0 w 914400"/>
              <a:gd name="connsiteY0" fmla="*/ 250988 h 710651"/>
              <a:gd name="connsiteX1" fmla="*/ 532414 w 914400"/>
              <a:gd name="connsiteY1" fmla="*/ 277652 h 710651"/>
              <a:gd name="connsiteX2" fmla="*/ 345773 w 914400"/>
              <a:gd name="connsiteY2" fmla="*/ 0 h 710651"/>
              <a:gd name="connsiteX3" fmla="*/ 914400 w 914400"/>
              <a:gd name="connsiteY3" fmla="*/ 355326 h 710651"/>
              <a:gd name="connsiteX4" fmla="*/ 345773 w 914400"/>
              <a:gd name="connsiteY4" fmla="*/ 710651 h 710651"/>
              <a:gd name="connsiteX5" fmla="*/ 519083 w 914400"/>
              <a:gd name="connsiteY5" fmla="*/ 433000 h 710651"/>
              <a:gd name="connsiteX6" fmla="*/ 0 w 914400"/>
              <a:gd name="connsiteY6" fmla="*/ 459663 h 710651"/>
              <a:gd name="connsiteX7" fmla="*/ 0 w 914400"/>
              <a:gd name="connsiteY7" fmla="*/ 250988 h 710651"/>
              <a:gd name="connsiteX0" fmla="*/ 0 w 914400"/>
              <a:gd name="connsiteY0" fmla="*/ 250988 h 710651"/>
              <a:gd name="connsiteX1" fmla="*/ 459090 w 914400"/>
              <a:gd name="connsiteY1" fmla="*/ 257654 h 710651"/>
              <a:gd name="connsiteX2" fmla="*/ 345773 w 914400"/>
              <a:gd name="connsiteY2" fmla="*/ 0 h 710651"/>
              <a:gd name="connsiteX3" fmla="*/ 914400 w 914400"/>
              <a:gd name="connsiteY3" fmla="*/ 355326 h 710651"/>
              <a:gd name="connsiteX4" fmla="*/ 345773 w 914400"/>
              <a:gd name="connsiteY4" fmla="*/ 710651 h 710651"/>
              <a:gd name="connsiteX5" fmla="*/ 519083 w 914400"/>
              <a:gd name="connsiteY5" fmla="*/ 433000 h 710651"/>
              <a:gd name="connsiteX6" fmla="*/ 0 w 914400"/>
              <a:gd name="connsiteY6" fmla="*/ 459663 h 710651"/>
              <a:gd name="connsiteX7" fmla="*/ 0 w 914400"/>
              <a:gd name="connsiteY7" fmla="*/ 250988 h 710651"/>
              <a:gd name="connsiteX0" fmla="*/ 0 w 914400"/>
              <a:gd name="connsiteY0" fmla="*/ 250988 h 710651"/>
              <a:gd name="connsiteX1" fmla="*/ 459090 w 914400"/>
              <a:gd name="connsiteY1" fmla="*/ 257654 h 710651"/>
              <a:gd name="connsiteX2" fmla="*/ 345773 w 914400"/>
              <a:gd name="connsiteY2" fmla="*/ 0 h 710651"/>
              <a:gd name="connsiteX3" fmla="*/ 914400 w 914400"/>
              <a:gd name="connsiteY3" fmla="*/ 355326 h 710651"/>
              <a:gd name="connsiteX4" fmla="*/ 345773 w 914400"/>
              <a:gd name="connsiteY4" fmla="*/ 710651 h 710651"/>
              <a:gd name="connsiteX5" fmla="*/ 479088 w 914400"/>
              <a:gd name="connsiteY5" fmla="*/ 419669 h 710651"/>
              <a:gd name="connsiteX6" fmla="*/ 0 w 914400"/>
              <a:gd name="connsiteY6" fmla="*/ 459663 h 710651"/>
              <a:gd name="connsiteX7" fmla="*/ 0 w 914400"/>
              <a:gd name="connsiteY7" fmla="*/ 250988 h 710651"/>
              <a:gd name="connsiteX0" fmla="*/ 0 w 914400"/>
              <a:gd name="connsiteY0" fmla="*/ 250988 h 710651"/>
              <a:gd name="connsiteX1" fmla="*/ 452424 w 914400"/>
              <a:gd name="connsiteY1" fmla="*/ 330977 h 710651"/>
              <a:gd name="connsiteX2" fmla="*/ 345773 w 914400"/>
              <a:gd name="connsiteY2" fmla="*/ 0 h 710651"/>
              <a:gd name="connsiteX3" fmla="*/ 914400 w 914400"/>
              <a:gd name="connsiteY3" fmla="*/ 355326 h 710651"/>
              <a:gd name="connsiteX4" fmla="*/ 345773 w 914400"/>
              <a:gd name="connsiteY4" fmla="*/ 710651 h 710651"/>
              <a:gd name="connsiteX5" fmla="*/ 479088 w 914400"/>
              <a:gd name="connsiteY5" fmla="*/ 419669 h 710651"/>
              <a:gd name="connsiteX6" fmla="*/ 0 w 914400"/>
              <a:gd name="connsiteY6" fmla="*/ 459663 h 710651"/>
              <a:gd name="connsiteX7" fmla="*/ 0 w 914400"/>
              <a:gd name="connsiteY7" fmla="*/ 250988 h 710651"/>
              <a:gd name="connsiteX0" fmla="*/ 0 w 914400"/>
              <a:gd name="connsiteY0" fmla="*/ 250988 h 710651"/>
              <a:gd name="connsiteX1" fmla="*/ 452424 w 914400"/>
              <a:gd name="connsiteY1" fmla="*/ 330977 h 710651"/>
              <a:gd name="connsiteX2" fmla="*/ 345773 w 914400"/>
              <a:gd name="connsiteY2" fmla="*/ 0 h 710651"/>
              <a:gd name="connsiteX3" fmla="*/ 914400 w 914400"/>
              <a:gd name="connsiteY3" fmla="*/ 355326 h 710651"/>
              <a:gd name="connsiteX4" fmla="*/ 345773 w 914400"/>
              <a:gd name="connsiteY4" fmla="*/ 710651 h 710651"/>
              <a:gd name="connsiteX5" fmla="*/ 445759 w 914400"/>
              <a:gd name="connsiteY5" fmla="*/ 452998 h 710651"/>
              <a:gd name="connsiteX6" fmla="*/ 0 w 914400"/>
              <a:gd name="connsiteY6" fmla="*/ 459663 h 710651"/>
              <a:gd name="connsiteX7" fmla="*/ 0 w 914400"/>
              <a:gd name="connsiteY7" fmla="*/ 250988 h 710651"/>
              <a:gd name="connsiteX0" fmla="*/ 0 w 914400"/>
              <a:gd name="connsiteY0" fmla="*/ 250988 h 710651"/>
              <a:gd name="connsiteX1" fmla="*/ 405764 w 914400"/>
              <a:gd name="connsiteY1" fmla="*/ 284317 h 710651"/>
              <a:gd name="connsiteX2" fmla="*/ 345773 w 914400"/>
              <a:gd name="connsiteY2" fmla="*/ 0 h 710651"/>
              <a:gd name="connsiteX3" fmla="*/ 914400 w 914400"/>
              <a:gd name="connsiteY3" fmla="*/ 355326 h 710651"/>
              <a:gd name="connsiteX4" fmla="*/ 345773 w 914400"/>
              <a:gd name="connsiteY4" fmla="*/ 710651 h 710651"/>
              <a:gd name="connsiteX5" fmla="*/ 445759 w 914400"/>
              <a:gd name="connsiteY5" fmla="*/ 452998 h 710651"/>
              <a:gd name="connsiteX6" fmla="*/ 0 w 914400"/>
              <a:gd name="connsiteY6" fmla="*/ 459663 h 710651"/>
              <a:gd name="connsiteX7" fmla="*/ 0 w 914400"/>
              <a:gd name="connsiteY7" fmla="*/ 250988 h 710651"/>
              <a:gd name="connsiteX0" fmla="*/ 0 w 914400"/>
              <a:gd name="connsiteY0" fmla="*/ 250988 h 710651"/>
              <a:gd name="connsiteX1" fmla="*/ 405764 w 914400"/>
              <a:gd name="connsiteY1" fmla="*/ 284317 h 710651"/>
              <a:gd name="connsiteX2" fmla="*/ 345773 w 914400"/>
              <a:gd name="connsiteY2" fmla="*/ 0 h 710651"/>
              <a:gd name="connsiteX3" fmla="*/ 914400 w 914400"/>
              <a:gd name="connsiteY3" fmla="*/ 355326 h 710651"/>
              <a:gd name="connsiteX4" fmla="*/ 345773 w 914400"/>
              <a:gd name="connsiteY4" fmla="*/ 710651 h 710651"/>
              <a:gd name="connsiteX5" fmla="*/ 405765 w 914400"/>
              <a:gd name="connsiteY5" fmla="*/ 413004 h 710651"/>
              <a:gd name="connsiteX6" fmla="*/ 0 w 914400"/>
              <a:gd name="connsiteY6" fmla="*/ 459663 h 710651"/>
              <a:gd name="connsiteX7" fmla="*/ 0 w 914400"/>
              <a:gd name="connsiteY7" fmla="*/ 250988 h 710651"/>
              <a:gd name="connsiteX0" fmla="*/ 0 w 914400"/>
              <a:gd name="connsiteY0" fmla="*/ 250988 h 710651"/>
              <a:gd name="connsiteX1" fmla="*/ 485753 w 914400"/>
              <a:gd name="connsiteY1" fmla="*/ 284317 h 710651"/>
              <a:gd name="connsiteX2" fmla="*/ 345773 w 914400"/>
              <a:gd name="connsiteY2" fmla="*/ 0 h 710651"/>
              <a:gd name="connsiteX3" fmla="*/ 914400 w 914400"/>
              <a:gd name="connsiteY3" fmla="*/ 355326 h 710651"/>
              <a:gd name="connsiteX4" fmla="*/ 345773 w 914400"/>
              <a:gd name="connsiteY4" fmla="*/ 710651 h 710651"/>
              <a:gd name="connsiteX5" fmla="*/ 405765 w 914400"/>
              <a:gd name="connsiteY5" fmla="*/ 413004 h 710651"/>
              <a:gd name="connsiteX6" fmla="*/ 0 w 914400"/>
              <a:gd name="connsiteY6" fmla="*/ 459663 h 710651"/>
              <a:gd name="connsiteX7" fmla="*/ 0 w 914400"/>
              <a:gd name="connsiteY7" fmla="*/ 250988 h 710651"/>
              <a:gd name="connsiteX0" fmla="*/ 0 w 914400"/>
              <a:gd name="connsiteY0" fmla="*/ 250988 h 710651"/>
              <a:gd name="connsiteX1" fmla="*/ 485753 w 914400"/>
              <a:gd name="connsiteY1" fmla="*/ 284317 h 710651"/>
              <a:gd name="connsiteX2" fmla="*/ 345773 w 914400"/>
              <a:gd name="connsiteY2" fmla="*/ 0 h 710651"/>
              <a:gd name="connsiteX3" fmla="*/ 914400 w 914400"/>
              <a:gd name="connsiteY3" fmla="*/ 355326 h 710651"/>
              <a:gd name="connsiteX4" fmla="*/ 345773 w 914400"/>
              <a:gd name="connsiteY4" fmla="*/ 710651 h 710651"/>
              <a:gd name="connsiteX5" fmla="*/ 492419 w 914400"/>
              <a:gd name="connsiteY5" fmla="*/ 419670 h 710651"/>
              <a:gd name="connsiteX6" fmla="*/ 0 w 914400"/>
              <a:gd name="connsiteY6" fmla="*/ 459663 h 710651"/>
              <a:gd name="connsiteX7" fmla="*/ 0 w 914400"/>
              <a:gd name="connsiteY7" fmla="*/ 250988 h 71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710651">
                <a:moveTo>
                  <a:pt x="0" y="250988"/>
                </a:moveTo>
                <a:lnTo>
                  <a:pt x="485753" y="284317"/>
                </a:lnTo>
                <a:lnTo>
                  <a:pt x="345773" y="0"/>
                </a:lnTo>
                <a:lnTo>
                  <a:pt x="914400" y="355326"/>
                </a:lnTo>
                <a:lnTo>
                  <a:pt x="345773" y="710651"/>
                </a:lnTo>
                <a:lnTo>
                  <a:pt x="492419" y="419670"/>
                </a:lnTo>
                <a:lnTo>
                  <a:pt x="0" y="459663"/>
                </a:lnTo>
                <a:lnTo>
                  <a:pt x="0" y="250988"/>
                </a:lnTo>
                <a:close/>
              </a:path>
            </a:pathLst>
          </a:custGeom>
          <a:solidFill>
            <a:schemeClr val="bg1"/>
          </a:solidFill>
          <a:ln>
            <a:solidFill>
              <a:schemeClr val="bg1">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A74734DD-9D9D-8424-DC78-7C0AC508E130}"/>
              </a:ext>
            </a:extLst>
          </p:cNvPr>
          <p:cNvSpPr/>
          <p:nvPr/>
        </p:nvSpPr>
        <p:spPr>
          <a:xfrm>
            <a:off x="8668510" y="2337171"/>
            <a:ext cx="429768" cy="182880"/>
          </a:xfrm>
          <a:prstGeom prst="rect">
            <a:avLst/>
          </a:prstGeom>
          <a:solidFill>
            <a:schemeClr val="bg1">
              <a:lumMod val="50000"/>
              <a:alpha val="4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p>
        </p:txBody>
      </p:sp>
      <p:sp>
        <p:nvSpPr>
          <p:cNvPr id="49" name="Callout: Right Arrow 48">
            <a:extLst>
              <a:ext uri="{FF2B5EF4-FFF2-40B4-BE49-F238E27FC236}">
                <a16:creationId xmlns:a16="http://schemas.microsoft.com/office/drawing/2014/main" id="{9F2F81CA-9C3D-0846-4563-E7836D003AFB}"/>
              </a:ext>
            </a:extLst>
          </p:cNvPr>
          <p:cNvSpPr/>
          <p:nvPr/>
        </p:nvSpPr>
        <p:spPr>
          <a:xfrm>
            <a:off x="3668342" y="3316645"/>
            <a:ext cx="3210632" cy="1658739"/>
          </a:xfrm>
          <a:prstGeom prst="rightArrowCallout">
            <a:avLst/>
          </a:prstGeom>
          <a:solidFill>
            <a:schemeClr val="bg2"/>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The pointer just showed us a special type of JavaScript event, called a </a:t>
            </a:r>
            <a:r>
              <a:rPr lang="en-US" b="1" dirty="0"/>
              <a:t>mouse event</a:t>
            </a:r>
            <a:r>
              <a:rPr lang="en-US" dirty="0"/>
              <a:t>. More on this later…</a:t>
            </a:r>
          </a:p>
        </p:txBody>
      </p:sp>
      <p:pic>
        <p:nvPicPr>
          <p:cNvPr id="53" name="Picture 52">
            <a:extLst>
              <a:ext uri="{FF2B5EF4-FFF2-40B4-BE49-F238E27FC236}">
                <a16:creationId xmlns:a16="http://schemas.microsoft.com/office/drawing/2014/main" id="{EBC76BDF-2EA5-F5D8-051F-DF47009CEAF4}"/>
              </a:ext>
            </a:extLst>
          </p:cNvPr>
          <p:cNvPicPr>
            <a:picLocks noChangeAspect="1"/>
          </p:cNvPicPr>
          <p:nvPr/>
        </p:nvPicPr>
        <p:blipFill>
          <a:blip r:embed="rId5"/>
          <a:stretch>
            <a:fillRect/>
          </a:stretch>
        </p:blipFill>
        <p:spPr>
          <a:xfrm>
            <a:off x="9768929" y="2162498"/>
            <a:ext cx="477267" cy="477267"/>
          </a:xfrm>
          <a:prstGeom prst="rect">
            <a:avLst/>
          </a:prstGeom>
        </p:spPr>
      </p:pic>
      <p:sp>
        <p:nvSpPr>
          <p:cNvPr id="55" name="Moon 54">
            <a:extLst>
              <a:ext uri="{FF2B5EF4-FFF2-40B4-BE49-F238E27FC236}">
                <a16:creationId xmlns:a16="http://schemas.microsoft.com/office/drawing/2014/main" id="{AD8A527F-C83B-705B-58FC-E57D9AD2EC31}"/>
              </a:ext>
            </a:extLst>
          </p:cNvPr>
          <p:cNvSpPr>
            <a:spLocks noChangeAspect="1"/>
          </p:cNvSpPr>
          <p:nvPr/>
        </p:nvSpPr>
        <p:spPr>
          <a:xfrm flipH="1">
            <a:off x="9253988" y="2289182"/>
            <a:ext cx="79719" cy="278858"/>
          </a:xfrm>
          <a:prstGeom prst="moon">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endParaRPr lang="en-US"/>
          </a:p>
        </p:txBody>
      </p:sp>
      <p:sp>
        <p:nvSpPr>
          <p:cNvPr id="56" name="Moon 55">
            <a:extLst>
              <a:ext uri="{FF2B5EF4-FFF2-40B4-BE49-F238E27FC236}">
                <a16:creationId xmlns:a16="http://schemas.microsoft.com/office/drawing/2014/main" id="{9507A00B-27FB-F3F6-9783-79AF38B88640}"/>
              </a:ext>
            </a:extLst>
          </p:cNvPr>
          <p:cNvSpPr>
            <a:spLocks noChangeAspect="1"/>
          </p:cNvSpPr>
          <p:nvPr/>
        </p:nvSpPr>
        <p:spPr>
          <a:xfrm flipH="1">
            <a:off x="9444292" y="2233625"/>
            <a:ext cx="79719" cy="389972"/>
          </a:xfrm>
          <a:prstGeom prst="moon">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endParaRPr lang="en-US"/>
          </a:p>
        </p:txBody>
      </p:sp>
      <p:sp>
        <p:nvSpPr>
          <p:cNvPr id="57" name="Moon 56">
            <a:extLst>
              <a:ext uri="{FF2B5EF4-FFF2-40B4-BE49-F238E27FC236}">
                <a16:creationId xmlns:a16="http://schemas.microsoft.com/office/drawing/2014/main" id="{8CC753C1-90AF-D97C-1849-4243D71E8BE8}"/>
              </a:ext>
            </a:extLst>
          </p:cNvPr>
          <p:cNvSpPr>
            <a:spLocks noChangeAspect="1"/>
          </p:cNvSpPr>
          <p:nvPr/>
        </p:nvSpPr>
        <p:spPr>
          <a:xfrm flipH="1">
            <a:off x="9637801" y="2183901"/>
            <a:ext cx="79719" cy="493701"/>
          </a:xfrm>
          <a:prstGeom prst="moon">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endParaRPr lang="en-US" dirty="0"/>
          </a:p>
        </p:txBody>
      </p:sp>
      <p:pic>
        <p:nvPicPr>
          <p:cNvPr id="58" name="Picture 57" descr="A yellow and black logo&#10;&#10;AI-generated content may be incorrect.">
            <a:extLst>
              <a:ext uri="{FF2B5EF4-FFF2-40B4-BE49-F238E27FC236}">
                <a16:creationId xmlns:a16="http://schemas.microsoft.com/office/drawing/2014/main" id="{70D1CA99-8D25-1D4B-F013-53FDB41F6B2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862435" y="2017454"/>
            <a:ext cx="744718" cy="744718"/>
          </a:xfrm>
          <a:prstGeom prst="rect">
            <a:avLst/>
          </a:prstGeom>
          <a:solidFill>
            <a:schemeClr val="tx2"/>
          </a:solidFill>
          <a:ln>
            <a:noFill/>
          </a:ln>
          <a:effectLst>
            <a:outerShdw blurRad="50800" dist="38100" dir="2700000" algn="tl" rotWithShape="0">
              <a:prstClr val="black">
                <a:alpha val="40000"/>
              </a:prstClr>
            </a:outerShdw>
          </a:effectLst>
        </p:spPr>
      </p:pic>
      <p:sp>
        <p:nvSpPr>
          <p:cNvPr id="61" name="Arrow: Left 60">
            <a:extLst>
              <a:ext uri="{FF2B5EF4-FFF2-40B4-BE49-F238E27FC236}">
                <a16:creationId xmlns:a16="http://schemas.microsoft.com/office/drawing/2014/main" id="{98BAE360-46EE-5F84-3EE7-4ABD51013F31}"/>
              </a:ext>
            </a:extLst>
          </p:cNvPr>
          <p:cNvSpPr/>
          <p:nvPr/>
        </p:nvSpPr>
        <p:spPr>
          <a:xfrm>
            <a:off x="10234944" y="2190583"/>
            <a:ext cx="744718" cy="398461"/>
          </a:xfrm>
          <a:prstGeom prst="leftArrow">
            <a:avLst/>
          </a:prstGeom>
          <a:solidFill>
            <a:schemeClr val="bg2"/>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4844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0" presetClass="path" presetSubtype="0" accel="50000" decel="50000" fill="hold" grpId="0" nodeType="clickEffect">
                                  <p:stCondLst>
                                    <p:cond delay="0"/>
                                  </p:stCondLst>
                                  <p:childTnLst>
                                    <p:animMotion origin="layout" path="M -8.33333E-7 1.48148E-6 L 0.27669 -0.07616 C 0.40078 -0.1125 0.54583 -0.22338 0.5362 -0.33843 C 0.52787 -0.4257 0.49518 -0.62315 0.49401 -0.62662 " pathEditMode="relative" rAng="21060000" ptsTypes="AAAA">
                                      <p:cBhvr>
                                        <p:cTn id="6" dur="2000" fill="hold"/>
                                        <p:tgtEl>
                                          <p:spTgt spid="16"/>
                                        </p:tgtEl>
                                        <p:attrNameLst>
                                          <p:attrName>ppt_x</p:attrName>
                                          <p:attrName>ppt_y</p:attrName>
                                        </p:attrNameLst>
                                      </p:cBhvr>
                                      <p:rCtr x="25508" y="-31481"/>
                                    </p:animMotion>
                                  </p:childTnLst>
                                </p:cTn>
                              </p:par>
                            </p:childTnLst>
                          </p:cTn>
                        </p:par>
                        <p:par>
                          <p:cTn id="7" fill="hold">
                            <p:stCondLst>
                              <p:cond delay="2000"/>
                            </p:stCondLst>
                            <p:childTnLst>
                              <p:par>
                                <p:cTn id="8" presetID="1" presetClass="path" presetSubtype="0" repeatCount="3000" accel="20000" decel="50000" fill="hold" grpId="1" nodeType="afterEffect">
                                  <p:stCondLst>
                                    <p:cond delay="0"/>
                                  </p:stCondLst>
                                  <p:childTnLst>
                                    <p:animMotion origin="layout" path="M 0.49401 -0.62662 C 0.53099 -0.62662 0.56158 -0.6544 0.56158 -0.68796 C 0.56158 -0.72176 0.53099 -0.74861 0.49401 -0.74861 C 0.45703 -0.74861 0.42734 -0.72176 0.42734 -0.68796 C 0.42734 -0.6544 0.45703 -0.62662 0.49401 -0.62662 Z " pathEditMode="relative" rAng="0" ptsTypes="AAAAA">
                                      <p:cBhvr>
                                        <p:cTn id="9" dur="1000" fill="hold"/>
                                        <p:tgtEl>
                                          <p:spTgt spid="16"/>
                                        </p:tgtEl>
                                        <p:attrNameLst>
                                          <p:attrName>ppt_x</p:attrName>
                                          <p:attrName>ppt_y</p:attrName>
                                        </p:attrNameLst>
                                      </p:cBhvr>
                                      <p:rCtr x="39" y="-6111"/>
                                    </p:animMotion>
                                  </p:childTnLst>
                                </p:cTn>
                              </p:par>
                            </p:childTnLst>
                          </p:cTn>
                        </p:par>
                        <p:par>
                          <p:cTn id="10" fill="hold">
                            <p:stCondLst>
                              <p:cond delay="5000"/>
                            </p:stCondLst>
                            <p:childTnLst>
                              <p:par>
                                <p:cTn id="11" presetID="0" presetClass="path" presetSubtype="0" accel="50000" decel="50000" fill="hold" grpId="2" nodeType="afterEffect">
                                  <p:stCondLst>
                                    <p:cond delay="0"/>
                                  </p:stCondLst>
                                  <p:childTnLst>
                                    <p:animMotion origin="layout" path="M 0.49141 -0.62754 L 0.49141 -0.62754 C 0.47891 -0.61666 0.46615 -0.60694 0.45612 -0.58889 C 0.45482 -0.5868 0.45339 -0.58495 0.45235 -0.5824 C 0.45078 -0.57824 0.45013 -0.57315 0.44857 -0.56898 C 0.44675 -0.56389 0.4444 -0.55926 0.44258 -0.5544 C 0.44128 -0.55069 0.43789 -0.53912 0.43659 -0.53426 C 0.43581 -0.53125 0.43503 -0.52801 0.43438 -0.525 C 0.4336 -0.52153 0.43295 -0.51782 0.43216 -0.51435 C 0.425 -0.48727 0.43243 -0.51759 0.42683 -0.49953 C 0.42618 -0.49745 0.42618 -0.4949 0.42539 -0.49305 C 0.42487 -0.49166 0.42383 -0.4912 0.42305 -0.49028 C 0.42214 -0.48889 0.4211 -0.4875 0.42006 -0.48634 C 0.4194 -0.48541 0.41862 -0.48449 0.41784 -0.48356 C 0.41654 -0.48194 0.4155 -0.47963 0.41407 -0.47824 C 0.40912 -0.47361 0.40456 -0.47083 0.39909 -0.46898 C 0.3961 -0.46782 0.3931 -0.46736 0.39011 -0.4662 C 0.38633 -0.46504 0.38269 -0.46342 0.37891 -0.46227 C 0.37123 -0.45995 0.3681 -0.45949 0.36081 -0.45833 C 0.33985 -0.44953 0.35638 -0.45555 0.33685 -0.45023 C 0.33412 -0.44953 0.33138 -0.44861 0.32865 -0.44768 C 0.32149 -0.44514 0.32305 -0.4449 0.31667 -0.44352 C 0.31159 -0.44259 0.30664 -0.44213 0.30157 -0.44097 C 0.2944 -0.43912 0.28711 -0.43634 0.27982 -0.43565 L 0.26563 -0.43426 C 0.26016 -0.43356 0.25456 -0.43264 0.24909 -0.43148 L 0.22435 -0.43287 C 0.21862 -0.43333 0.21289 -0.43403 0.20716 -0.43426 L 0.15834 -0.43565 L 0.13737 -0.43703 L 0.09167 -0.43819 C 0.08868 -0.43842 0.08568 -0.43935 0.08269 -0.43958 C 0.07709 -0.44028 0.07162 -0.44051 0.06615 -0.44097 L 0.05196 -0.44236 C 0.05209 -0.4449 0.05196 -0.44791 0.05261 -0.45023 C 0.05352 -0.45324 0.05664 -0.45347 0.05795 -0.45416 C 0.05899 -0.45486 0.0599 -0.45625 0.06094 -0.45694 C 0.06159 -0.4574 0.06315 -0.45833 0.06315 -0.45833 L 0.06016 -0.45833 L 0.06159 -0.46088 L 0.06394 -0.45416 " pathEditMode="relative" ptsTypes="AAAAAAAAAAAAAAAAAAAAAAAAAAAAAAAAAAAAAAAAA">
                                      <p:cBhvr>
                                        <p:cTn id="12" dur="2000" fill="hold"/>
                                        <p:tgtEl>
                                          <p:spTgt spid="16"/>
                                        </p:tgtEl>
                                        <p:attrNameLst>
                                          <p:attrName>ppt_x</p:attrName>
                                          <p:attrName>ppt_y</p:attrName>
                                        </p:attrNameLst>
                                      </p:cBhvr>
                                    </p:animMotion>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2000" fill="hold"/>
                                        <p:tgtEl>
                                          <p:spTgt spid="33"/>
                                        </p:tgtEl>
                                        <p:attrNameLst>
                                          <p:attrName>fillcolor</p:attrName>
                                        </p:attrNameLst>
                                      </p:cBhvr>
                                      <p:to>
                                        <a:srgbClr val="0000FF"/>
                                      </p:to>
                                    </p:animClr>
                                    <p:set>
                                      <p:cBhvr>
                                        <p:cTn id="17" dur="2000" fill="hold"/>
                                        <p:tgtEl>
                                          <p:spTgt spid="33"/>
                                        </p:tgtEl>
                                        <p:attrNameLst>
                                          <p:attrName>fill.type</p:attrName>
                                        </p:attrNameLst>
                                      </p:cBhvr>
                                      <p:to>
                                        <p:strVal val="solid"/>
                                      </p:to>
                                    </p:set>
                                    <p:set>
                                      <p:cBhvr>
                                        <p:cTn id="18" dur="2000" fill="hold"/>
                                        <p:tgtEl>
                                          <p:spTgt spid="33"/>
                                        </p:tgtEl>
                                        <p:attrNameLst>
                                          <p:attrName>fill.on</p:attrName>
                                        </p:attrNameLst>
                                      </p:cBhvr>
                                      <p:to>
                                        <p:strVal val="true"/>
                                      </p:to>
                                    </p:set>
                                  </p:childTnLst>
                                </p:cTn>
                              </p:par>
                            </p:childTnLst>
                          </p:cTn>
                        </p:par>
                        <p:par>
                          <p:cTn id="19" fill="hold">
                            <p:stCondLst>
                              <p:cond delay="2000"/>
                            </p:stCondLst>
                            <p:childTnLst>
                              <p:par>
                                <p:cTn id="20" presetID="0" presetClass="path" presetSubtype="0" accel="50000" decel="50000" fill="hold" grpId="3" nodeType="afterEffect">
                                  <p:stCondLst>
                                    <p:cond delay="500"/>
                                  </p:stCondLst>
                                  <p:childTnLst>
                                    <p:animMotion origin="layout" path="M 0.06394 -0.45578 L 0.15157 -0.43426 L 0.22214 -0.425 C 0.23438 -0.42083 0.23412 -0.42824 0.23412 -0.41967 L 0.31732 -0.41828 L 0.32631 -0.41435 L 0.39766 -0.36898 C 0.40495 -0.35764 0.40144 -0.36227 0.40808 -0.3544 L 0.45078 -0.31435 C 0.45274 -0.31157 0.46107 -0.29907 0.46433 -0.2956 C 0.46654 -0.29352 0.46888 -0.29213 0.4711 -0.29028 L 0.54232 -0.2743 C 0.54662 -0.27245 0.55091 -0.27106 0.55508 -0.26898 C 0.55716 -0.26805 0.55899 -0.26597 0.56107 -0.26504 C 0.5681 -0.2618 0.56875 -0.26227 0.57461 -0.26227 L 0.62787 -0.25833 C 0.64154 -0.25602 0.63334 -0.25717 0.65261 -0.25555 L 0.74258 -0.27291 C 0.75443 -0.2743 0.75039 -0.27129 0.75534 -0.27569 L 0.80938 -0.32778 L 0.82657 -0.43958 L 0.82813 -0.47291 " pathEditMode="relative" ptsTypes="AAAAAAAAAAAAAAAAAAAAAA">
                                      <p:cBhvr>
                                        <p:cTn id="21" dur="2000" fill="hold"/>
                                        <p:tgtEl>
                                          <p:spTgt spid="16"/>
                                        </p:tgtEl>
                                        <p:attrNameLst>
                                          <p:attrName>ppt_x</p:attrName>
                                          <p:attrName>ppt_y</p:attrName>
                                        </p:attrNameLst>
                                      </p:cBhvr>
                                    </p:animMotion>
                                  </p:childTnLst>
                                </p:cTn>
                              </p:par>
                            </p:childTnLst>
                          </p:cTn>
                        </p:par>
                        <p:par>
                          <p:cTn id="22" fill="hold">
                            <p:stCondLst>
                              <p:cond delay="4500"/>
                            </p:stCondLst>
                            <p:childTnLst>
                              <p:par>
                                <p:cTn id="23" presetID="10" presetClass="entr" presetSubtype="0" fill="hold" nodeType="afterEffect">
                                  <p:stCondLst>
                                    <p:cond delay="0"/>
                                  </p:stCondLst>
                                  <p:childTnLst>
                                    <p:set>
                                      <p:cBhvr>
                                        <p:cTn id="24" dur="1" fill="hold">
                                          <p:stCondLst>
                                            <p:cond delay="0"/>
                                          </p:stCondLst>
                                        </p:cTn>
                                        <p:tgtEl>
                                          <p:spTgt spid="47"/>
                                        </p:tgtEl>
                                        <p:attrNameLst>
                                          <p:attrName>style.visibility</p:attrName>
                                        </p:attrNameLst>
                                      </p:cBhvr>
                                      <p:to>
                                        <p:strVal val="visible"/>
                                      </p:to>
                                    </p:set>
                                    <p:animEffect transition="in" filter="fade">
                                      <p:cBhvr>
                                        <p:cTn id="25" dur="3750"/>
                                        <p:tgtEl>
                                          <p:spTgt spid="47"/>
                                        </p:tgtEl>
                                      </p:cBhvr>
                                    </p:animEffect>
                                  </p:childTnLst>
                                </p:cTn>
                              </p:par>
                            </p:childTnLst>
                          </p:cTn>
                        </p:par>
                      </p:childTnLst>
                    </p:cTn>
                  </p:par>
                  <p:par>
                    <p:cTn id="26" fill="hold">
                      <p:stCondLst>
                        <p:cond delay="indefinite"/>
                      </p:stCondLst>
                      <p:childTnLst>
                        <p:par>
                          <p:cTn id="27" fill="hold">
                            <p:stCondLst>
                              <p:cond delay="0"/>
                            </p:stCondLst>
                            <p:childTnLst>
                              <p:par>
                                <p:cTn id="28" presetID="0" presetClass="path" presetSubtype="0" accel="50000" decel="50000" fill="hold" grpId="4" nodeType="clickEffect">
                                  <p:stCondLst>
                                    <p:cond delay="0"/>
                                  </p:stCondLst>
                                  <p:childTnLst>
                                    <p:animMotion origin="layout" path="M 0.82891 -0.46759 L 0.81081 -0.47176 L 0.78464 -0.47176 L 0.77709 -0.4743 L 0.75534 -0.49444 L 0.69766 -0.52778 L 0.67891 -0.55578 L 0.67891 -0.57176 L 0.69232 -0.59028 L 0.69232 -0.59028 L 0.69232 -0.59028 " pathEditMode="relative" ptsTypes="AAAAAAAAAAA">
                                      <p:cBhvr>
                                        <p:cTn id="29" dur="2000" fill="hold"/>
                                        <p:tgtEl>
                                          <p:spTgt spid="16"/>
                                        </p:tgtEl>
                                        <p:attrNameLst>
                                          <p:attrName>ppt_x</p:attrName>
                                          <p:attrName>ppt_y</p:attrName>
                                        </p:attrNameLst>
                                      </p:cBhvr>
                                    </p:animMotion>
                                  </p:childTnLst>
                                </p:cTn>
                              </p:par>
                              <p:par>
                                <p:cTn id="30" presetID="10" presetClass="entr" presetSubtype="0" fill="hold"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fade">
                                      <p:cBhvr>
                                        <p:cTn id="32" dur="500"/>
                                        <p:tgtEl>
                                          <p:spTgt spid="5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500"/>
                                  </p:stCondLst>
                                  <p:childTnLst>
                                    <p:set>
                                      <p:cBhvr>
                                        <p:cTn id="36" dur="1" fill="hold">
                                          <p:stCondLst>
                                            <p:cond delay="0"/>
                                          </p:stCondLst>
                                        </p:cTn>
                                        <p:tgtEl>
                                          <p:spTgt spid="48"/>
                                        </p:tgtEl>
                                        <p:attrNameLst>
                                          <p:attrName>style.visibility</p:attrName>
                                        </p:attrNameLst>
                                      </p:cBhvr>
                                      <p:to>
                                        <p:strVal val="visible"/>
                                      </p:to>
                                    </p:set>
                                    <p:animEffect transition="in" filter="fade">
                                      <p:cBhvr>
                                        <p:cTn id="37" dur="250"/>
                                        <p:tgtEl>
                                          <p:spTgt spid="4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61"/>
                                        </p:tgtEl>
                                        <p:attrNameLst>
                                          <p:attrName>style.visibility</p:attrName>
                                        </p:attrNameLst>
                                      </p:cBhvr>
                                      <p:to>
                                        <p:strVal val="visible"/>
                                      </p:to>
                                    </p:set>
                                    <p:animEffect transition="in" filter="fade">
                                      <p:cBhvr>
                                        <p:cTn id="40" dur="500"/>
                                        <p:tgtEl>
                                          <p:spTgt spid="61"/>
                                        </p:tgtEl>
                                      </p:cBhvr>
                                    </p:animEffect>
                                  </p:childTnLst>
                                </p:cTn>
                              </p:par>
                              <p:par>
                                <p:cTn id="41" presetID="10" presetClass="entr" presetSubtype="0" fill="hold" nodeType="withEffect">
                                  <p:stCondLst>
                                    <p:cond delay="0"/>
                                  </p:stCondLst>
                                  <p:childTnLst>
                                    <p:set>
                                      <p:cBhvr>
                                        <p:cTn id="42" dur="1" fill="hold">
                                          <p:stCondLst>
                                            <p:cond delay="0"/>
                                          </p:stCondLst>
                                        </p:cTn>
                                        <p:tgtEl>
                                          <p:spTgt spid="58"/>
                                        </p:tgtEl>
                                        <p:attrNameLst>
                                          <p:attrName>style.visibility</p:attrName>
                                        </p:attrNameLst>
                                      </p:cBhvr>
                                      <p:to>
                                        <p:strVal val="visible"/>
                                      </p:to>
                                    </p:set>
                                    <p:animEffect transition="in" filter="fade">
                                      <p:cBhvr>
                                        <p:cTn id="43" dur="500"/>
                                        <p:tgtEl>
                                          <p:spTgt spid="58"/>
                                        </p:tgtEl>
                                      </p:cBhvr>
                                    </p:animEffect>
                                  </p:childTnLst>
                                </p:cTn>
                              </p:par>
                            </p:childTnLst>
                          </p:cTn>
                        </p:par>
                        <p:par>
                          <p:cTn id="44" fill="hold">
                            <p:stCondLst>
                              <p:cond delay="750"/>
                            </p:stCondLst>
                            <p:childTnLst>
                              <p:par>
                                <p:cTn id="45" presetID="53" presetClass="entr" presetSubtype="16" fill="hold" grpId="0" nodeType="after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p:cTn id="47" dur="500" fill="hold"/>
                                        <p:tgtEl>
                                          <p:spTgt spid="55"/>
                                        </p:tgtEl>
                                        <p:attrNameLst>
                                          <p:attrName>ppt_w</p:attrName>
                                        </p:attrNameLst>
                                      </p:cBhvr>
                                      <p:tavLst>
                                        <p:tav tm="0">
                                          <p:val>
                                            <p:fltVal val="0"/>
                                          </p:val>
                                        </p:tav>
                                        <p:tav tm="100000">
                                          <p:val>
                                            <p:strVal val="#ppt_w"/>
                                          </p:val>
                                        </p:tav>
                                      </p:tavLst>
                                    </p:anim>
                                    <p:anim calcmode="lin" valueType="num">
                                      <p:cBhvr>
                                        <p:cTn id="48" dur="500" fill="hold"/>
                                        <p:tgtEl>
                                          <p:spTgt spid="55"/>
                                        </p:tgtEl>
                                        <p:attrNameLst>
                                          <p:attrName>ppt_h</p:attrName>
                                        </p:attrNameLst>
                                      </p:cBhvr>
                                      <p:tavLst>
                                        <p:tav tm="0">
                                          <p:val>
                                            <p:fltVal val="0"/>
                                          </p:val>
                                        </p:tav>
                                        <p:tav tm="100000">
                                          <p:val>
                                            <p:strVal val="#ppt_h"/>
                                          </p:val>
                                        </p:tav>
                                      </p:tavLst>
                                    </p:anim>
                                    <p:animEffect transition="in" filter="fade">
                                      <p:cBhvr>
                                        <p:cTn id="49" dur="500"/>
                                        <p:tgtEl>
                                          <p:spTgt spid="55"/>
                                        </p:tgtEl>
                                      </p:cBhvr>
                                    </p:animEffect>
                                  </p:childTnLst>
                                </p:cTn>
                              </p:par>
                            </p:childTnLst>
                          </p:cTn>
                        </p:par>
                        <p:par>
                          <p:cTn id="50" fill="hold">
                            <p:stCondLst>
                              <p:cond delay="1250"/>
                            </p:stCondLst>
                            <p:childTnLst>
                              <p:par>
                                <p:cTn id="51" presetID="53" presetClass="entr" presetSubtype="16" fill="hold" grpId="0" nodeType="afterEffect">
                                  <p:stCondLst>
                                    <p:cond delay="0"/>
                                  </p:stCondLst>
                                  <p:childTnLst>
                                    <p:set>
                                      <p:cBhvr>
                                        <p:cTn id="52" dur="1" fill="hold">
                                          <p:stCondLst>
                                            <p:cond delay="0"/>
                                          </p:stCondLst>
                                        </p:cTn>
                                        <p:tgtEl>
                                          <p:spTgt spid="56"/>
                                        </p:tgtEl>
                                        <p:attrNameLst>
                                          <p:attrName>style.visibility</p:attrName>
                                        </p:attrNameLst>
                                      </p:cBhvr>
                                      <p:to>
                                        <p:strVal val="visible"/>
                                      </p:to>
                                    </p:set>
                                    <p:anim calcmode="lin" valueType="num">
                                      <p:cBhvr>
                                        <p:cTn id="53" dur="500" fill="hold"/>
                                        <p:tgtEl>
                                          <p:spTgt spid="56"/>
                                        </p:tgtEl>
                                        <p:attrNameLst>
                                          <p:attrName>ppt_w</p:attrName>
                                        </p:attrNameLst>
                                      </p:cBhvr>
                                      <p:tavLst>
                                        <p:tav tm="0">
                                          <p:val>
                                            <p:fltVal val="0"/>
                                          </p:val>
                                        </p:tav>
                                        <p:tav tm="100000">
                                          <p:val>
                                            <p:strVal val="#ppt_w"/>
                                          </p:val>
                                        </p:tav>
                                      </p:tavLst>
                                    </p:anim>
                                    <p:anim calcmode="lin" valueType="num">
                                      <p:cBhvr>
                                        <p:cTn id="54" dur="500" fill="hold"/>
                                        <p:tgtEl>
                                          <p:spTgt spid="56"/>
                                        </p:tgtEl>
                                        <p:attrNameLst>
                                          <p:attrName>ppt_h</p:attrName>
                                        </p:attrNameLst>
                                      </p:cBhvr>
                                      <p:tavLst>
                                        <p:tav tm="0">
                                          <p:val>
                                            <p:fltVal val="0"/>
                                          </p:val>
                                        </p:tav>
                                        <p:tav tm="100000">
                                          <p:val>
                                            <p:strVal val="#ppt_h"/>
                                          </p:val>
                                        </p:tav>
                                      </p:tavLst>
                                    </p:anim>
                                    <p:animEffect transition="in" filter="fade">
                                      <p:cBhvr>
                                        <p:cTn id="55" dur="500"/>
                                        <p:tgtEl>
                                          <p:spTgt spid="56"/>
                                        </p:tgtEl>
                                      </p:cBhvr>
                                    </p:animEffect>
                                  </p:childTnLst>
                                </p:cTn>
                              </p:par>
                            </p:childTnLst>
                          </p:cTn>
                        </p:par>
                        <p:par>
                          <p:cTn id="56" fill="hold">
                            <p:stCondLst>
                              <p:cond delay="1750"/>
                            </p:stCondLst>
                            <p:childTnLst>
                              <p:par>
                                <p:cTn id="57" presetID="53" presetClass="entr" presetSubtype="16" fill="hold" grpId="0" nodeType="afterEffect">
                                  <p:stCondLst>
                                    <p:cond delay="0"/>
                                  </p:stCondLst>
                                  <p:childTnLst>
                                    <p:set>
                                      <p:cBhvr>
                                        <p:cTn id="58" dur="1" fill="hold">
                                          <p:stCondLst>
                                            <p:cond delay="0"/>
                                          </p:stCondLst>
                                        </p:cTn>
                                        <p:tgtEl>
                                          <p:spTgt spid="57"/>
                                        </p:tgtEl>
                                        <p:attrNameLst>
                                          <p:attrName>style.visibility</p:attrName>
                                        </p:attrNameLst>
                                      </p:cBhvr>
                                      <p:to>
                                        <p:strVal val="visible"/>
                                      </p:to>
                                    </p:set>
                                    <p:anim calcmode="lin" valueType="num">
                                      <p:cBhvr>
                                        <p:cTn id="59" dur="500" fill="hold"/>
                                        <p:tgtEl>
                                          <p:spTgt spid="57"/>
                                        </p:tgtEl>
                                        <p:attrNameLst>
                                          <p:attrName>ppt_w</p:attrName>
                                        </p:attrNameLst>
                                      </p:cBhvr>
                                      <p:tavLst>
                                        <p:tav tm="0">
                                          <p:val>
                                            <p:fltVal val="0"/>
                                          </p:val>
                                        </p:tav>
                                        <p:tav tm="100000">
                                          <p:val>
                                            <p:strVal val="#ppt_w"/>
                                          </p:val>
                                        </p:tav>
                                      </p:tavLst>
                                    </p:anim>
                                    <p:anim calcmode="lin" valueType="num">
                                      <p:cBhvr>
                                        <p:cTn id="60" dur="500" fill="hold"/>
                                        <p:tgtEl>
                                          <p:spTgt spid="57"/>
                                        </p:tgtEl>
                                        <p:attrNameLst>
                                          <p:attrName>ppt_h</p:attrName>
                                        </p:attrNameLst>
                                      </p:cBhvr>
                                      <p:tavLst>
                                        <p:tav tm="0">
                                          <p:val>
                                            <p:fltVal val="0"/>
                                          </p:val>
                                        </p:tav>
                                        <p:tav tm="100000">
                                          <p:val>
                                            <p:strVal val="#ppt_h"/>
                                          </p:val>
                                        </p:tav>
                                      </p:tavLst>
                                    </p:anim>
                                    <p:animEffect transition="in" filter="fade">
                                      <p:cBhvr>
                                        <p:cTn id="61" dur="500"/>
                                        <p:tgtEl>
                                          <p:spTgt spid="57"/>
                                        </p:tgtEl>
                                      </p:cBhvr>
                                    </p:animEffect>
                                  </p:childTnLst>
                                </p:cTn>
                              </p:par>
                            </p:childTnLst>
                          </p:cTn>
                        </p:par>
                        <p:par>
                          <p:cTn id="62" fill="hold">
                            <p:stCondLst>
                              <p:cond delay="2250"/>
                            </p:stCondLst>
                            <p:childTnLst>
                              <p:par>
                                <p:cTn id="63" presetID="10" presetClass="exit" presetSubtype="0" fill="hold" grpId="1" nodeType="afterEffect">
                                  <p:stCondLst>
                                    <p:cond delay="0"/>
                                  </p:stCondLst>
                                  <p:childTnLst>
                                    <p:animEffect transition="out" filter="fade">
                                      <p:cBhvr>
                                        <p:cTn id="64" dur="500"/>
                                        <p:tgtEl>
                                          <p:spTgt spid="55"/>
                                        </p:tgtEl>
                                      </p:cBhvr>
                                    </p:animEffect>
                                    <p:set>
                                      <p:cBhvr>
                                        <p:cTn id="65" dur="1" fill="hold">
                                          <p:stCondLst>
                                            <p:cond delay="499"/>
                                          </p:stCondLst>
                                        </p:cTn>
                                        <p:tgtEl>
                                          <p:spTgt spid="55"/>
                                        </p:tgtEl>
                                        <p:attrNameLst>
                                          <p:attrName>style.visibility</p:attrName>
                                        </p:attrNameLst>
                                      </p:cBhvr>
                                      <p:to>
                                        <p:strVal val="hidden"/>
                                      </p:to>
                                    </p:set>
                                  </p:childTnLst>
                                </p:cTn>
                              </p:par>
                            </p:childTnLst>
                          </p:cTn>
                        </p:par>
                        <p:par>
                          <p:cTn id="66" fill="hold">
                            <p:stCondLst>
                              <p:cond delay="2750"/>
                            </p:stCondLst>
                            <p:childTnLst>
                              <p:par>
                                <p:cTn id="67" presetID="10" presetClass="exit" presetSubtype="0" fill="hold" grpId="1" nodeType="afterEffect">
                                  <p:stCondLst>
                                    <p:cond delay="0"/>
                                  </p:stCondLst>
                                  <p:childTnLst>
                                    <p:animEffect transition="out" filter="fade">
                                      <p:cBhvr>
                                        <p:cTn id="68" dur="500"/>
                                        <p:tgtEl>
                                          <p:spTgt spid="56"/>
                                        </p:tgtEl>
                                      </p:cBhvr>
                                    </p:animEffect>
                                    <p:set>
                                      <p:cBhvr>
                                        <p:cTn id="69" dur="1" fill="hold">
                                          <p:stCondLst>
                                            <p:cond delay="499"/>
                                          </p:stCondLst>
                                        </p:cTn>
                                        <p:tgtEl>
                                          <p:spTgt spid="56"/>
                                        </p:tgtEl>
                                        <p:attrNameLst>
                                          <p:attrName>style.visibility</p:attrName>
                                        </p:attrNameLst>
                                      </p:cBhvr>
                                      <p:to>
                                        <p:strVal val="hidden"/>
                                      </p:to>
                                    </p:set>
                                  </p:childTnLst>
                                </p:cTn>
                              </p:par>
                            </p:childTnLst>
                          </p:cTn>
                        </p:par>
                        <p:par>
                          <p:cTn id="70" fill="hold">
                            <p:stCondLst>
                              <p:cond delay="3250"/>
                            </p:stCondLst>
                            <p:childTnLst>
                              <p:par>
                                <p:cTn id="71" presetID="10" presetClass="exit" presetSubtype="0" fill="hold" grpId="1" nodeType="afterEffect">
                                  <p:stCondLst>
                                    <p:cond delay="0"/>
                                  </p:stCondLst>
                                  <p:childTnLst>
                                    <p:animEffect transition="out" filter="fade">
                                      <p:cBhvr>
                                        <p:cTn id="72" dur="500"/>
                                        <p:tgtEl>
                                          <p:spTgt spid="57"/>
                                        </p:tgtEl>
                                      </p:cBhvr>
                                    </p:animEffect>
                                    <p:set>
                                      <p:cBhvr>
                                        <p:cTn id="73" dur="1" fill="hold">
                                          <p:stCondLst>
                                            <p:cond delay="499"/>
                                          </p:stCondLst>
                                        </p:cTn>
                                        <p:tgtEl>
                                          <p:spTgt spid="57"/>
                                        </p:tgtEl>
                                        <p:attrNameLst>
                                          <p:attrName>style.visibility</p:attrName>
                                        </p:attrNameLst>
                                      </p:cBhvr>
                                      <p:to>
                                        <p:strVal val="hidden"/>
                                      </p:to>
                                    </p:set>
                                  </p:childTnLst>
                                </p:cTn>
                              </p:par>
                            </p:childTnLst>
                          </p:cTn>
                        </p:par>
                        <p:par>
                          <p:cTn id="74" fill="hold">
                            <p:stCondLst>
                              <p:cond delay="3750"/>
                            </p:stCondLst>
                            <p:childTnLst>
                              <p:par>
                                <p:cTn id="75" presetID="10" presetClass="exit" presetSubtype="0" fill="hold" grpId="1" nodeType="afterEffect">
                                  <p:stCondLst>
                                    <p:cond delay="0"/>
                                  </p:stCondLst>
                                  <p:childTnLst>
                                    <p:animEffect transition="out" filter="fade">
                                      <p:cBhvr>
                                        <p:cTn id="76" dur="500"/>
                                        <p:tgtEl>
                                          <p:spTgt spid="48"/>
                                        </p:tgtEl>
                                      </p:cBhvr>
                                    </p:animEffect>
                                    <p:set>
                                      <p:cBhvr>
                                        <p:cTn id="77" dur="1" fill="hold">
                                          <p:stCondLst>
                                            <p:cond delay="499"/>
                                          </p:stCondLst>
                                        </p:cTn>
                                        <p:tgtEl>
                                          <p:spTgt spid="48"/>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49"/>
                                        </p:tgtEl>
                                        <p:attrNameLst>
                                          <p:attrName>style.visibility</p:attrName>
                                        </p:attrNameLst>
                                      </p:cBhvr>
                                      <p:to>
                                        <p:strVal val="visible"/>
                                      </p:to>
                                    </p:set>
                                    <p:animEffect transition="in" filter="fade">
                                      <p:cBhvr>
                                        <p:cTn id="82" dur="500"/>
                                        <p:tgtEl>
                                          <p:spTgt spid="49"/>
                                        </p:tgtEl>
                                      </p:cBhvr>
                                    </p:animEffect>
                                  </p:childTnLst>
                                </p:cTn>
                              </p:par>
                            </p:childTnLst>
                          </p:cTn>
                        </p:par>
                        <p:par>
                          <p:cTn id="83" fill="hold">
                            <p:stCondLst>
                              <p:cond delay="500"/>
                            </p:stCondLst>
                            <p:childTnLst>
                              <p:par>
                                <p:cTn id="84" presetID="37" presetClass="path" presetSubtype="0" accel="50000" decel="50000" fill="hold" grpId="5" nodeType="afterEffect">
                                  <p:stCondLst>
                                    <p:cond delay="0"/>
                                  </p:stCondLst>
                                  <p:childTnLst>
                                    <p:animMotion origin="layout" path="M 0.69232 -0.59027 L 0.61406 -0.58333 C 0.59623 -0.58263 0.58438 -0.57129 0.58021 -0.55439 C 0.5763 -0.53425 0.58086 -0.51296 0.59401 -0.49143 L 0.64974 -0.39189 " pathEditMode="relative" rAng="6660000" ptsTypes="AAAAA">
                                      <p:cBhvr>
                                        <p:cTn id="85" dur="2000" fill="hold"/>
                                        <p:tgtEl>
                                          <p:spTgt spid="16"/>
                                        </p:tgtEl>
                                        <p:attrNameLst>
                                          <p:attrName>ppt_x</p:attrName>
                                          <p:attrName>ppt_y</p:attrName>
                                        </p:attrNameLst>
                                      </p:cBhvr>
                                      <p:rCtr x="-6680" y="6806"/>
                                    </p:animMotion>
                                  </p:childTnLst>
                                  <p:subTnLst>
                                    <p:set>
                                      <p:cBhvr override="childStyle">
                                        <p:cTn dur="1" fill="hold" display="0" masterRel="sameClick" afterEffect="1">
                                          <p:stCondLst>
                                            <p:cond evt="end" delay="0">
                                              <p:tn val="84"/>
                                            </p:cond>
                                          </p:stCondLst>
                                        </p:cTn>
                                        <p:tgtEl>
                                          <p:spTgt spid="16"/>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6" grpId="2" animBg="1"/>
      <p:bldP spid="16" grpId="3" animBg="1"/>
      <p:bldP spid="16" grpId="4" animBg="1"/>
      <p:bldP spid="16" grpId="5" animBg="1"/>
      <p:bldP spid="48" grpId="0" animBg="1"/>
      <p:bldP spid="48" grpId="1" animBg="1"/>
      <p:bldP spid="49" grpId="0" animBg="1"/>
      <p:bldP spid="55" grpId="0" animBg="1"/>
      <p:bldP spid="55" grpId="1" animBg="1"/>
      <p:bldP spid="56" grpId="0" animBg="1"/>
      <p:bldP spid="56" grpId="1" animBg="1"/>
      <p:bldP spid="57" grpId="0" animBg="1"/>
      <p:bldP spid="57" grpId="1" animBg="1"/>
      <p:bldP spid="6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F75CAB4-711B-11B0-02E5-AF552E1A2A5A}"/>
              </a:ext>
            </a:extLst>
          </p:cNvPr>
          <p:cNvSpPr>
            <a:spLocks noGrp="1"/>
          </p:cNvSpPr>
          <p:nvPr>
            <p:ph type="title"/>
          </p:nvPr>
        </p:nvSpPr>
        <p:spPr>
          <a:xfrm>
            <a:off x="271092" y="339443"/>
            <a:ext cx="8015658" cy="1008590"/>
          </a:xfrm>
        </p:spPr>
        <p:txBody>
          <a:bodyPr/>
          <a:lstStyle/>
          <a:p>
            <a:r>
              <a:rPr lang="en-US" dirty="0"/>
              <a:t>Real-World Event Examples</a:t>
            </a:r>
          </a:p>
        </p:txBody>
      </p:sp>
      <p:pic>
        <p:nvPicPr>
          <p:cNvPr id="67" name="Picture 66" descr="A computer with a mouse and keyboard&#10;&#10;AI-generated content may be incorrect.">
            <a:extLst>
              <a:ext uri="{FF2B5EF4-FFF2-40B4-BE49-F238E27FC236}">
                <a16:creationId xmlns:a16="http://schemas.microsoft.com/office/drawing/2014/main" id="{8991A89D-59AE-986E-A376-7BFF8F0A39C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224332" y="1838325"/>
            <a:ext cx="4878706" cy="4953000"/>
          </a:xfrm>
          <a:prstGeom prst="rect">
            <a:avLst/>
          </a:prstGeom>
        </p:spPr>
      </p:pic>
      <p:sp>
        <p:nvSpPr>
          <p:cNvPr id="5" name="Rectangle 4">
            <a:extLst>
              <a:ext uri="{FF2B5EF4-FFF2-40B4-BE49-F238E27FC236}">
                <a16:creationId xmlns:a16="http://schemas.microsoft.com/office/drawing/2014/main" id="{A5735FE4-DFC1-926D-3A21-94A315FB1EF5}"/>
              </a:ext>
            </a:extLst>
          </p:cNvPr>
          <p:cNvSpPr/>
          <p:nvPr/>
        </p:nvSpPr>
        <p:spPr>
          <a:xfrm>
            <a:off x="7905750" y="2227523"/>
            <a:ext cx="2895600" cy="2212621"/>
          </a:xfrm>
          <a:prstGeom prst="rect">
            <a:avLst/>
          </a:prstGeom>
          <a:solidFill>
            <a:schemeClr val="bg1">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62BAC0F4-EB5B-ADB4-5F3B-7D922A2B0FD0}"/>
              </a:ext>
            </a:extLst>
          </p:cNvPr>
          <p:cNvSpPr/>
          <p:nvPr/>
        </p:nvSpPr>
        <p:spPr>
          <a:xfrm>
            <a:off x="7979028" y="2320176"/>
            <a:ext cx="2744945" cy="1990280"/>
          </a:xfrm>
          <a:prstGeom prst="rect">
            <a:avLst/>
          </a:prstGeom>
          <a:solidFill>
            <a:schemeClr val="bg1">
              <a:alpha val="6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ntent Placeholder 2">
            <a:extLst>
              <a:ext uri="{FF2B5EF4-FFF2-40B4-BE49-F238E27FC236}">
                <a16:creationId xmlns:a16="http://schemas.microsoft.com/office/drawing/2014/main" id="{5F7B551A-3F12-BBD3-5826-548A11846912}"/>
              </a:ext>
            </a:extLst>
          </p:cNvPr>
          <p:cNvSpPr txBox="1">
            <a:spLocks/>
          </p:cNvSpPr>
          <p:nvPr/>
        </p:nvSpPr>
        <p:spPr>
          <a:xfrm>
            <a:off x="271092" y="1457325"/>
            <a:ext cx="7001687" cy="5172075"/>
          </a:xfrm>
          <a:prstGeom prst="roundRect">
            <a:avLst/>
          </a:prstGeom>
          <a:solidFill>
            <a:schemeClr val="bg2"/>
          </a:solidFill>
          <a:effectLst>
            <a:outerShdw blurRad="50800" dist="38100" dir="5400000" algn="t" rotWithShape="0">
              <a:prstClr val="black">
                <a:alpha val="40000"/>
              </a:prstClr>
            </a:outerShdw>
          </a:effectLst>
        </p:spPr>
        <p:txBody>
          <a:bodyPr anchor="ctr">
            <a:no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800" b="0" i="0" u="none" strike="noStrike" cap="none">
                <a:solidFill>
                  <a:schemeClr val="bg1">
                    <a:lumMod val="95000"/>
                  </a:schemeClr>
                </a:solidFill>
                <a:latin typeface="+mn-lt"/>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lnSpc>
                <a:spcPct val="150000"/>
              </a:lnSpc>
              <a:buNone/>
            </a:pPr>
            <a:r>
              <a:rPr lang="en-US" sz="2400" b="1" kern="0" dirty="0"/>
              <a:t>Think about your favorite social media app:</a:t>
            </a:r>
          </a:p>
          <a:p>
            <a:pPr>
              <a:lnSpc>
                <a:spcPct val="150000"/>
              </a:lnSpc>
              <a:buFont typeface="Arial" panose="020B0604020202020204" pitchFamily="34" charset="0"/>
              <a:buChar char="•"/>
            </a:pPr>
            <a:r>
              <a:rPr lang="en-US" sz="2400" b="1" kern="0" dirty="0"/>
              <a:t>Click "Like" → </a:t>
            </a:r>
          </a:p>
          <a:p>
            <a:pPr lvl="1">
              <a:lnSpc>
                <a:spcPct val="150000"/>
              </a:lnSpc>
              <a:buFont typeface="Arial" panose="020B0604020202020204" pitchFamily="34" charset="0"/>
              <a:buChar char="•"/>
            </a:pPr>
            <a:r>
              <a:rPr lang="en-US" sz="2000" b="1" kern="0" dirty="0"/>
              <a:t>Heart turns red, count increases</a:t>
            </a:r>
          </a:p>
          <a:p>
            <a:pPr>
              <a:lnSpc>
                <a:spcPct val="150000"/>
              </a:lnSpc>
              <a:buFont typeface="Arial" panose="020B0604020202020204" pitchFamily="34" charset="0"/>
              <a:buChar char="•"/>
            </a:pPr>
            <a:r>
              <a:rPr lang="en-US" sz="2400" b="1" kern="0" dirty="0"/>
              <a:t>Type comment → </a:t>
            </a:r>
          </a:p>
          <a:p>
            <a:pPr lvl="1">
              <a:lnSpc>
                <a:spcPct val="150000"/>
              </a:lnSpc>
              <a:buFont typeface="Arial" panose="020B0604020202020204" pitchFamily="34" charset="0"/>
              <a:buChar char="•"/>
            </a:pPr>
            <a:r>
              <a:rPr lang="en-US" sz="2000" b="1" kern="0" dirty="0"/>
              <a:t>Text appears as you type, app is responsive</a:t>
            </a:r>
          </a:p>
          <a:p>
            <a:pPr>
              <a:lnSpc>
                <a:spcPct val="150000"/>
              </a:lnSpc>
              <a:buFont typeface="Arial" panose="020B0604020202020204" pitchFamily="34" charset="0"/>
              <a:buChar char="•"/>
            </a:pPr>
            <a:r>
              <a:rPr lang="en-US" sz="2400" b="1" kern="0" dirty="0"/>
              <a:t>Hover over profile → </a:t>
            </a:r>
          </a:p>
          <a:p>
            <a:pPr lvl="1">
              <a:lnSpc>
                <a:spcPct val="150000"/>
              </a:lnSpc>
              <a:buFont typeface="Arial" panose="020B0604020202020204" pitchFamily="34" charset="0"/>
              <a:buChar char="•"/>
            </a:pPr>
            <a:r>
              <a:rPr lang="en-US" sz="2000" b="1" kern="0" dirty="0"/>
              <a:t>Preview pops up, enabling further interaction</a:t>
            </a:r>
          </a:p>
          <a:p>
            <a:pPr>
              <a:lnSpc>
                <a:spcPct val="150000"/>
              </a:lnSpc>
              <a:buFont typeface="Arial" panose="020B0604020202020204" pitchFamily="34" charset="0"/>
              <a:buChar char="•"/>
            </a:pPr>
            <a:r>
              <a:rPr lang="en-US" sz="2400" b="1" kern="0" dirty="0"/>
              <a:t>Scroll down → </a:t>
            </a:r>
          </a:p>
          <a:p>
            <a:pPr lvl="1">
              <a:lnSpc>
                <a:spcPct val="150000"/>
              </a:lnSpc>
              <a:buFont typeface="Arial" panose="020B0604020202020204" pitchFamily="34" charset="0"/>
              <a:buChar char="•"/>
            </a:pPr>
            <a:r>
              <a:rPr lang="en-US" sz="2000" b="1" kern="0" dirty="0"/>
              <a:t>More posts load, content is updated</a:t>
            </a:r>
          </a:p>
          <a:p>
            <a:pPr marL="0" indent="0" algn="ctr">
              <a:lnSpc>
                <a:spcPct val="150000"/>
              </a:lnSpc>
              <a:buNone/>
            </a:pPr>
            <a:r>
              <a:rPr lang="en-US" sz="2400" i="1" kern="0" dirty="0"/>
              <a:t>All of these are </a:t>
            </a:r>
            <a:r>
              <a:rPr lang="en-US" sz="2400" b="1" i="1" kern="0" dirty="0">
                <a:solidFill>
                  <a:srgbClr val="F0DB4F"/>
                </a:solidFill>
              </a:rPr>
              <a:t>JavaScript</a:t>
            </a:r>
            <a:r>
              <a:rPr lang="en-US" sz="2400" i="1" kern="0" dirty="0"/>
              <a:t> events!</a:t>
            </a:r>
            <a:endParaRPr lang="en-US" sz="2000" kern="0" dirty="0"/>
          </a:p>
        </p:txBody>
      </p:sp>
      <p:sp>
        <p:nvSpPr>
          <p:cNvPr id="33" name="Rectangle 32">
            <a:extLst>
              <a:ext uri="{FF2B5EF4-FFF2-40B4-BE49-F238E27FC236}">
                <a16:creationId xmlns:a16="http://schemas.microsoft.com/office/drawing/2014/main" id="{74DB11CE-2EB9-5813-61D4-AC699B705264}"/>
              </a:ext>
            </a:extLst>
          </p:cNvPr>
          <p:cNvSpPr/>
          <p:nvPr/>
        </p:nvSpPr>
        <p:spPr>
          <a:xfrm>
            <a:off x="8629214" y="2329168"/>
            <a:ext cx="1476375" cy="1981287"/>
          </a:xfrm>
          <a:prstGeom prst="rect">
            <a:avLst/>
          </a:prstGeom>
          <a:solidFill>
            <a:schemeClr val="bg1">
              <a:alpha val="66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Heart 33">
            <a:extLst>
              <a:ext uri="{FF2B5EF4-FFF2-40B4-BE49-F238E27FC236}">
                <a16:creationId xmlns:a16="http://schemas.microsoft.com/office/drawing/2014/main" id="{C19FCE8F-BEF0-A669-936F-F12560C4632E}"/>
              </a:ext>
            </a:extLst>
          </p:cNvPr>
          <p:cNvSpPr/>
          <p:nvPr/>
        </p:nvSpPr>
        <p:spPr>
          <a:xfrm>
            <a:off x="8715375" y="3829120"/>
            <a:ext cx="190936" cy="164555"/>
          </a:xfrm>
          <a:prstGeom prst="heart">
            <a:avLst/>
          </a:prstGeom>
          <a:noFill/>
          <a:ln>
            <a:solidFill>
              <a:schemeClr val="bg1">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Heart 36">
            <a:extLst>
              <a:ext uri="{FF2B5EF4-FFF2-40B4-BE49-F238E27FC236}">
                <a16:creationId xmlns:a16="http://schemas.microsoft.com/office/drawing/2014/main" id="{741067FC-5E67-1E99-10BE-ECBC191739BF}"/>
              </a:ext>
            </a:extLst>
          </p:cNvPr>
          <p:cNvSpPr/>
          <p:nvPr/>
        </p:nvSpPr>
        <p:spPr>
          <a:xfrm>
            <a:off x="8717137" y="3828133"/>
            <a:ext cx="190936" cy="164555"/>
          </a:xfrm>
          <a:prstGeom prst="heart">
            <a:avLst/>
          </a:prstGeom>
          <a:solidFill>
            <a:srgbClr val="FF0000"/>
          </a:solidFill>
          <a:ln>
            <a:solidFill>
              <a:srgbClr val="FF0000"/>
            </a:solidFill>
          </a:ln>
          <a:scene3d>
            <a:camera prst="orthographicFront"/>
            <a:lightRig rig="threePt" dir="t"/>
          </a:scene3d>
          <a:sp3d>
            <a:bevelT w="165100" prst="coolSlan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Smiley Face 37">
            <a:extLst>
              <a:ext uri="{FF2B5EF4-FFF2-40B4-BE49-F238E27FC236}">
                <a16:creationId xmlns:a16="http://schemas.microsoft.com/office/drawing/2014/main" id="{85A0DC58-1CB7-0497-5D76-9D4898B620F2}"/>
              </a:ext>
            </a:extLst>
          </p:cNvPr>
          <p:cNvSpPr/>
          <p:nvPr/>
        </p:nvSpPr>
        <p:spPr>
          <a:xfrm>
            <a:off x="9796141" y="2366459"/>
            <a:ext cx="228600" cy="192110"/>
          </a:xfrm>
          <a:prstGeom prst="smileyFace">
            <a:avLst/>
          </a:prstGeom>
          <a:solidFill>
            <a:srgbClr val="FFFF00"/>
          </a:solidFill>
          <a:ln>
            <a:solidFill>
              <a:schemeClr val="bg1">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2" name="Straight Connector 41">
            <a:extLst>
              <a:ext uri="{FF2B5EF4-FFF2-40B4-BE49-F238E27FC236}">
                <a16:creationId xmlns:a16="http://schemas.microsoft.com/office/drawing/2014/main" id="{95C2CF19-CEE4-656B-B017-52A4C2EC7208}"/>
              </a:ext>
            </a:extLst>
          </p:cNvPr>
          <p:cNvCxnSpPr>
            <a:cxnSpLocks/>
          </p:cNvCxnSpPr>
          <p:nvPr/>
        </p:nvCxnSpPr>
        <p:spPr>
          <a:xfrm>
            <a:off x="8681383" y="4114800"/>
            <a:ext cx="1372036" cy="0"/>
          </a:xfrm>
          <a:prstGeom prst="line">
            <a:avLst/>
          </a:prstGeom>
          <a:ln>
            <a:solidFill>
              <a:schemeClr val="bg1">
                <a:lumMod val="10000"/>
              </a:schemeClr>
            </a:solidFill>
          </a:ln>
        </p:spPr>
        <p:style>
          <a:lnRef idx="1">
            <a:schemeClr val="accent1"/>
          </a:lnRef>
          <a:fillRef idx="0">
            <a:schemeClr val="accent1"/>
          </a:fillRef>
          <a:effectRef idx="0">
            <a:schemeClr val="accent1"/>
          </a:effectRef>
          <a:fontRef idx="minor">
            <a:schemeClr val="tx1"/>
          </a:fontRef>
        </p:style>
      </p:cxnSp>
      <p:pic>
        <p:nvPicPr>
          <p:cNvPr id="47" name="Picture 46" descr="Cat on green background">
            <a:extLst>
              <a:ext uri="{FF2B5EF4-FFF2-40B4-BE49-F238E27FC236}">
                <a16:creationId xmlns:a16="http://schemas.microsoft.com/office/drawing/2014/main" id="{DEFED3F3-59C1-34AF-2C53-AECF0723847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78005" y="3388355"/>
            <a:ext cx="922554" cy="614846"/>
          </a:xfrm>
          <a:prstGeom prst="rect">
            <a:avLst/>
          </a:prstGeom>
          <a:effectLst>
            <a:outerShdw blurRad="50800" dist="38100" dir="2700000" algn="tl" rotWithShape="0">
              <a:prstClr val="black">
                <a:alpha val="40000"/>
              </a:prstClr>
            </a:outerShdw>
          </a:effectLst>
        </p:spPr>
      </p:pic>
      <p:cxnSp>
        <p:nvCxnSpPr>
          <p:cNvPr id="48" name="Straight Connector 47">
            <a:extLst>
              <a:ext uri="{FF2B5EF4-FFF2-40B4-BE49-F238E27FC236}">
                <a16:creationId xmlns:a16="http://schemas.microsoft.com/office/drawing/2014/main" id="{007B4C47-55C6-9115-D6D7-830C924B5C9B}"/>
              </a:ext>
            </a:extLst>
          </p:cNvPr>
          <p:cNvCxnSpPr>
            <a:cxnSpLocks/>
          </p:cNvCxnSpPr>
          <p:nvPr/>
        </p:nvCxnSpPr>
        <p:spPr>
          <a:xfrm>
            <a:off x="8667750" y="3315316"/>
            <a:ext cx="1372036" cy="0"/>
          </a:xfrm>
          <a:prstGeom prst="line">
            <a:avLst/>
          </a:prstGeom>
          <a:ln>
            <a:solidFill>
              <a:schemeClr val="bg1">
                <a:lumMod val="10000"/>
              </a:schemeClr>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090609EA-4892-68FE-8A09-830DBA9A937E}"/>
              </a:ext>
            </a:extLst>
          </p:cNvPr>
          <p:cNvSpPr/>
          <p:nvPr/>
        </p:nvSpPr>
        <p:spPr>
          <a:xfrm>
            <a:off x="9701206" y="2367110"/>
            <a:ext cx="45719" cy="45719"/>
          </a:xfrm>
          <a:prstGeom prst="ellipse">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a:extLst>
              <a:ext uri="{FF2B5EF4-FFF2-40B4-BE49-F238E27FC236}">
                <a16:creationId xmlns:a16="http://schemas.microsoft.com/office/drawing/2014/main" id="{953D7BDD-0F5E-E181-584A-CE5600DFFFA6}"/>
              </a:ext>
            </a:extLst>
          </p:cNvPr>
          <p:cNvSpPr/>
          <p:nvPr/>
        </p:nvSpPr>
        <p:spPr>
          <a:xfrm>
            <a:off x="9701206" y="2443360"/>
            <a:ext cx="45719" cy="45719"/>
          </a:xfrm>
          <a:prstGeom prst="ellipse">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a:extLst>
              <a:ext uri="{FF2B5EF4-FFF2-40B4-BE49-F238E27FC236}">
                <a16:creationId xmlns:a16="http://schemas.microsoft.com/office/drawing/2014/main" id="{76A4AD01-1D4A-90B7-D255-E9CE80F716BE}"/>
              </a:ext>
            </a:extLst>
          </p:cNvPr>
          <p:cNvSpPr/>
          <p:nvPr/>
        </p:nvSpPr>
        <p:spPr>
          <a:xfrm>
            <a:off x="9701206" y="2520391"/>
            <a:ext cx="45719" cy="45719"/>
          </a:xfrm>
          <a:prstGeom prst="ellipse">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4" name="Straight Connector 53">
            <a:extLst>
              <a:ext uri="{FF2B5EF4-FFF2-40B4-BE49-F238E27FC236}">
                <a16:creationId xmlns:a16="http://schemas.microsoft.com/office/drawing/2014/main" id="{1AA3FD51-DFBD-3843-E7A7-543BA8841BA8}"/>
              </a:ext>
            </a:extLst>
          </p:cNvPr>
          <p:cNvCxnSpPr>
            <a:cxnSpLocks/>
          </p:cNvCxnSpPr>
          <p:nvPr/>
        </p:nvCxnSpPr>
        <p:spPr>
          <a:xfrm>
            <a:off x="8667864" y="3341966"/>
            <a:ext cx="1372036" cy="0"/>
          </a:xfrm>
          <a:prstGeom prst="line">
            <a:avLst/>
          </a:prstGeom>
          <a:ln>
            <a:solidFill>
              <a:schemeClr val="bg1">
                <a:lumMod val="10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B396921-2207-3173-A9BF-DAEE758391D3}"/>
              </a:ext>
            </a:extLst>
          </p:cNvPr>
          <p:cNvCxnSpPr>
            <a:cxnSpLocks/>
          </p:cNvCxnSpPr>
          <p:nvPr/>
        </p:nvCxnSpPr>
        <p:spPr>
          <a:xfrm>
            <a:off x="8665483" y="2607759"/>
            <a:ext cx="1372036" cy="0"/>
          </a:xfrm>
          <a:prstGeom prst="line">
            <a:avLst/>
          </a:prstGeom>
          <a:ln>
            <a:solidFill>
              <a:schemeClr val="bg1">
                <a:lumMod val="10000"/>
              </a:schemeClr>
            </a:solidFill>
          </a:ln>
        </p:spPr>
        <p:style>
          <a:lnRef idx="1">
            <a:schemeClr val="accent1"/>
          </a:lnRef>
          <a:fillRef idx="0">
            <a:schemeClr val="accent1"/>
          </a:fillRef>
          <a:effectRef idx="0">
            <a:schemeClr val="accent1"/>
          </a:effectRef>
          <a:fontRef idx="minor">
            <a:schemeClr val="tx1"/>
          </a:fontRef>
        </p:style>
      </p:cxnSp>
      <p:sp>
        <p:nvSpPr>
          <p:cNvPr id="56" name="Speech Bubble: Oval 55">
            <a:extLst>
              <a:ext uri="{FF2B5EF4-FFF2-40B4-BE49-F238E27FC236}">
                <a16:creationId xmlns:a16="http://schemas.microsoft.com/office/drawing/2014/main" id="{3497C0B2-08D6-41ED-638E-CDF626EACB53}"/>
              </a:ext>
            </a:extLst>
          </p:cNvPr>
          <p:cNvSpPr/>
          <p:nvPr/>
        </p:nvSpPr>
        <p:spPr>
          <a:xfrm>
            <a:off x="8707604" y="2682067"/>
            <a:ext cx="201944" cy="164555"/>
          </a:xfrm>
          <a:prstGeom prst="wedgeEllipseCallout">
            <a:avLst/>
          </a:prstGeom>
          <a:noFill/>
          <a:ln>
            <a:solidFill>
              <a:schemeClr val="bg1">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Speech Bubble: Oval 56">
            <a:extLst>
              <a:ext uri="{FF2B5EF4-FFF2-40B4-BE49-F238E27FC236}">
                <a16:creationId xmlns:a16="http://schemas.microsoft.com/office/drawing/2014/main" id="{F26F5895-F03D-4F30-AA7F-1DA0F9BB6373}"/>
              </a:ext>
            </a:extLst>
          </p:cNvPr>
          <p:cNvSpPr/>
          <p:nvPr/>
        </p:nvSpPr>
        <p:spPr>
          <a:xfrm>
            <a:off x="8713108" y="3538965"/>
            <a:ext cx="201944" cy="164555"/>
          </a:xfrm>
          <a:prstGeom prst="wedgeEllipseCallout">
            <a:avLst/>
          </a:prstGeom>
          <a:noFill/>
          <a:ln>
            <a:solidFill>
              <a:schemeClr val="bg1">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extBox 57">
            <a:extLst>
              <a:ext uri="{FF2B5EF4-FFF2-40B4-BE49-F238E27FC236}">
                <a16:creationId xmlns:a16="http://schemas.microsoft.com/office/drawing/2014/main" id="{3EED19F1-460D-726F-FD86-324628CD60CD}"/>
              </a:ext>
            </a:extLst>
          </p:cNvPr>
          <p:cNvSpPr txBox="1"/>
          <p:nvPr/>
        </p:nvSpPr>
        <p:spPr>
          <a:xfrm>
            <a:off x="8586444" y="2374436"/>
            <a:ext cx="1182626" cy="215444"/>
          </a:xfrm>
          <a:prstGeom prst="rect">
            <a:avLst/>
          </a:prstGeom>
          <a:noFill/>
        </p:spPr>
        <p:txBody>
          <a:bodyPr wrap="square" rtlCol="0">
            <a:spAutoFit/>
          </a:bodyPr>
          <a:lstStyle/>
          <a:p>
            <a:r>
              <a:rPr lang="en-US" sz="800" b="1" i="1" dirty="0" err="1">
                <a:solidFill>
                  <a:schemeClr val="bg1">
                    <a:lumMod val="10000"/>
                  </a:schemeClr>
                </a:solidFill>
                <a:latin typeface="Aptos Mono" panose="020B0009020202020204" pitchFamily="49" charset="0"/>
              </a:rPr>
              <a:t>AnimalBook</a:t>
            </a:r>
            <a:endParaRPr lang="en-US" sz="1200" b="1" i="1" dirty="0">
              <a:solidFill>
                <a:schemeClr val="bg1">
                  <a:lumMod val="10000"/>
                </a:schemeClr>
              </a:solidFill>
              <a:latin typeface="Aptos Mono" panose="020B0009020202020204" pitchFamily="49" charset="0"/>
            </a:endParaRPr>
          </a:p>
        </p:txBody>
      </p:sp>
      <p:pic>
        <p:nvPicPr>
          <p:cNvPr id="60" name="Picture 59" descr="Close-up of goat’s face, with tag in ear, standing in shelter, looking over wood fence">
            <a:extLst>
              <a:ext uri="{FF2B5EF4-FFF2-40B4-BE49-F238E27FC236}">
                <a16:creationId xmlns:a16="http://schemas.microsoft.com/office/drawing/2014/main" id="{0B0D05C3-FED4-C5B8-50FA-ED7DE419E04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078005" y="2654148"/>
            <a:ext cx="922554" cy="615738"/>
          </a:xfrm>
          <a:prstGeom prst="rect">
            <a:avLst/>
          </a:prstGeom>
        </p:spPr>
      </p:pic>
      <p:sp>
        <p:nvSpPr>
          <p:cNvPr id="61" name="Heart 60">
            <a:extLst>
              <a:ext uri="{FF2B5EF4-FFF2-40B4-BE49-F238E27FC236}">
                <a16:creationId xmlns:a16="http://schemas.microsoft.com/office/drawing/2014/main" id="{0E9F94F0-6337-1BD4-3B20-23038F1D5E63}"/>
              </a:ext>
            </a:extLst>
          </p:cNvPr>
          <p:cNvSpPr/>
          <p:nvPr/>
        </p:nvSpPr>
        <p:spPr>
          <a:xfrm>
            <a:off x="8713108" y="3027855"/>
            <a:ext cx="190936" cy="164555"/>
          </a:xfrm>
          <a:prstGeom prst="heart">
            <a:avLst/>
          </a:prstGeom>
          <a:noFill/>
          <a:ln>
            <a:solidFill>
              <a:schemeClr val="bg1">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Heart 52">
            <a:extLst>
              <a:ext uri="{FF2B5EF4-FFF2-40B4-BE49-F238E27FC236}">
                <a16:creationId xmlns:a16="http://schemas.microsoft.com/office/drawing/2014/main" id="{A057A9A9-7301-D03F-D207-2C797189CD2E}"/>
              </a:ext>
            </a:extLst>
          </p:cNvPr>
          <p:cNvSpPr/>
          <p:nvPr/>
        </p:nvSpPr>
        <p:spPr>
          <a:xfrm>
            <a:off x="8713108" y="3028073"/>
            <a:ext cx="190936" cy="164555"/>
          </a:xfrm>
          <a:prstGeom prst="heart">
            <a:avLst/>
          </a:prstGeom>
          <a:solidFill>
            <a:srgbClr val="FF0000"/>
          </a:solidFill>
          <a:ln>
            <a:solidFill>
              <a:srgbClr val="FF0000"/>
            </a:solidFill>
          </a:ln>
          <a:scene3d>
            <a:camera prst="orthographicFront"/>
            <a:lightRig rig="threePt" dir="t"/>
          </a:scene3d>
          <a:sp3d>
            <a:bevelT w="165100" prst="coolSlan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Speech Bubble: Rectangle 61">
            <a:extLst>
              <a:ext uri="{FF2B5EF4-FFF2-40B4-BE49-F238E27FC236}">
                <a16:creationId xmlns:a16="http://schemas.microsoft.com/office/drawing/2014/main" id="{D49E765B-FA6D-3DC0-48D4-7E84E33BADE2}"/>
              </a:ext>
            </a:extLst>
          </p:cNvPr>
          <p:cNvSpPr/>
          <p:nvPr/>
        </p:nvSpPr>
        <p:spPr>
          <a:xfrm>
            <a:off x="8017480" y="2345479"/>
            <a:ext cx="645820" cy="570015"/>
          </a:xfrm>
          <a:prstGeom prst="wedgeRectCallout">
            <a:avLst>
              <a:gd name="adj1" fmla="val 73483"/>
              <a:gd name="adj2" fmla="val 24522"/>
            </a:avLst>
          </a:prstGeom>
          <a:solidFill>
            <a:schemeClr val="bg1"/>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400" dirty="0">
                <a:solidFill>
                  <a:schemeClr val="bg1"/>
                </a:solidFill>
                <a:latin typeface="Aptos Mono" panose="020B0009020202020204" pitchFamily="49" charset="0"/>
              </a:rPr>
              <a:t>Meow </a:t>
            </a:r>
            <a:r>
              <a:rPr lang="en-US" sz="400" dirty="0" err="1">
                <a:solidFill>
                  <a:schemeClr val="bg1"/>
                </a:solidFill>
                <a:latin typeface="Aptos Mono" panose="020B0009020202020204" pitchFamily="49" charset="0"/>
              </a:rPr>
              <a:t>meow</a:t>
            </a:r>
            <a:r>
              <a:rPr lang="en-US" sz="400" dirty="0">
                <a:solidFill>
                  <a:schemeClr val="bg1"/>
                </a:solidFill>
                <a:latin typeface="Aptos Mono" panose="020B0009020202020204" pitchFamily="49" charset="0"/>
              </a:rPr>
              <a:t>, meow. Meow.</a:t>
            </a:r>
            <a:br>
              <a:rPr lang="en-US" sz="400" dirty="0">
                <a:solidFill>
                  <a:schemeClr val="bg1"/>
                </a:solidFill>
                <a:latin typeface="Aptos Mono" panose="020B0009020202020204" pitchFamily="49" charset="0"/>
              </a:rPr>
            </a:br>
            <a:br>
              <a:rPr lang="en-US" sz="400" dirty="0">
                <a:solidFill>
                  <a:schemeClr val="bg1"/>
                </a:solidFill>
                <a:latin typeface="Aptos Mono" panose="020B0009020202020204" pitchFamily="49" charset="0"/>
              </a:rPr>
            </a:br>
            <a:r>
              <a:rPr lang="en-US" sz="400" dirty="0">
                <a:solidFill>
                  <a:schemeClr val="bg1"/>
                </a:solidFill>
                <a:latin typeface="Aptos Mono" panose="020B0009020202020204" pitchFamily="49" charset="0"/>
              </a:rPr>
              <a:t>Meow? Meow </a:t>
            </a:r>
            <a:r>
              <a:rPr lang="en-US" sz="400" dirty="0" err="1">
                <a:solidFill>
                  <a:schemeClr val="bg1"/>
                </a:solidFill>
                <a:latin typeface="Aptos Mono" panose="020B0009020202020204" pitchFamily="49" charset="0"/>
              </a:rPr>
              <a:t>meow</a:t>
            </a:r>
            <a:r>
              <a:rPr lang="en-US" sz="400" dirty="0">
                <a:solidFill>
                  <a:schemeClr val="bg1"/>
                </a:solidFill>
                <a:latin typeface="Aptos Mono" panose="020B0009020202020204" pitchFamily="49" charset="0"/>
              </a:rPr>
              <a:t> </a:t>
            </a:r>
            <a:r>
              <a:rPr lang="en-US" sz="400" dirty="0" err="1">
                <a:solidFill>
                  <a:schemeClr val="bg1"/>
                </a:solidFill>
                <a:latin typeface="Aptos Mono" panose="020B0009020202020204" pitchFamily="49" charset="0"/>
              </a:rPr>
              <a:t>meow</a:t>
            </a:r>
            <a:r>
              <a:rPr lang="en-US" sz="400" dirty="0">
                <a:solidFill>
                  <a:schemeClr val="bg1"/>
                </a:solidFill>
                <a:latin typeface="Aptos Mono" panose="020B0009020202020204" pitchFamily="49" charset="0"/>
              </a:rPr>
              <a:t>. Meow!</a:t>
            </a:r>
            <a:br>
              <a:rPr lang="en-US" sz="400" dirty="0">
                <a:solidFill>
                  <a:schemeClr val="bg1"/>
                </a:solidFill>
                <a:latin typeface="Aptos Mono" panose="020B0009020202020204" pitchFamily="49" charset="0"/>
              </a:rPr>
            </a:br>
            <a:br>
              <a:rPr lang="en-US" sz="400" dirty="0">
                <a:solidFill>
                  <a:schemeClr val="bg1"/>
                </a:solidFill>
                <a:latin typeface="Aptos Mono" panose="020B0009020202020204" pitchFamily="49" charset="0"/>
              </a:rPr>
            </a:br>
            <a:r>
              <a:rPr lang="en-US" sz="400" b="1" dirty="0">
                <a:solidFill>
                  <a:schemeClr val="bg1"/>
                </a:solidFill>
                <a:latin typeface="Aptos Mono" panose="020B0009020202020204" pitchFamily="49" charset="0"/>
              </a:rPr>
              <a:t>@meow200</a:t>
            </a:r>
            <a:endParaRPr lang="en-US" sz="600" b="1" dirty="0">
              <a:solidFill>
                <a:schemeClr val="bg1"/>
              </a:solidFill>
              <a:latin typeface="Aptos Mono" panose="020B0009020202020204" pitchFamily="49" charset="0"/>
            </a:endParaRPr>
          </a:p>
        </p:txBody>
      </p:sp>
      <p:sp>
        <p:nvSpPr>
          <p:cNvPr id="66" name="TextBox 65">
            <a:extLst>
              <a:ext uri="{FF2B5EF4-FFF2-40B4-BE49-F238E27FC236}">
                <a16:creationId xmlns:a16="http://schemas.microsoft.com/office/drawing/2014/main" id="{A9997DED-8C54-71D4-A8A2-5E906D9C527C}"/>
              </a:ext>
            </a:extLst>
          </p:cNvPr>
          <p:cNvSpPr txBox="1"/>
          <p:nvPr/>
        </p:nvSpPr>
        <p:spPr>
          <a:xfrm>
            <a:off x="8586444" y="3958537"/>
            <a:ext cx="671629" cy="184666"/>
          </a:xfrm>
          <a:prstGeom prst="rect">
            <a:avLst/>
          </a:prstGeom>
          <a:noFill/>
        </p:spPr>
        <p:txBody>
          <a:bodyPr wrap="square">
            <a:spAutoFit/>
          </a:bodyPr>
          <a:lstStyle/>
          <a:p>
            <a:r>
              <a:rPr lang="en-US" sz="600" b="1" dirty="0">
                <a:solidFill>
                  <a:schemeClr val="bg1">
                    <a:lumMod val="10000"/>
                  </a:schemeClr>
                </a:solidFill>
                <a:latin typeface="Aptos Mono" panose="020B0009020202020204" pitchFamily="49" charset="0"/>
              </a:rPr>
              <a:t>@meow200</a:t>
            </a:r>
            <a:endParaRPr lang="en-US" sz="1400" b="1" dirty="0"/>
          </a:p>
        </p:txBody>
      </p:sp>
      <p:sp>
        <p:nvSpPr>
          <p:cNvPr id="68" name="TextBox 67">
            <a:extLst>
              <a:ext uri="{FF2B5EF4-FFF2-40B4-BE49-F238E27FC236}">
                <a16:creationId xmlns:a16="http://schemas.microsoft.com/office/drawing/2014/main" id="{056D88E8-6585-94FA-237F-89C9339F19A7}"/>
              </a:ext>
            </a:extLst>
          </p:cNvPr>
          <p:cNvSpPr txBox="1"/>
          <p:nvPr/>
        </p:nvSpPr>
        <p:spPr>
          <a:xfrm>
            <a:off x="8574639" y="3160640"/>
            <a:ext cx="671629" cy="184666"/>
          </a:xfrm>
          <a:prstGeom prst="rect">
            <a:avLst/>
          </a:prstGeom>
          <a:noFill/>
        </p:spPr>
        <p:txBody>
          <a:bodyPr wrap="square">
            <a:spAutoFit/>
          </a:bodyPr>
          <a:lstStyle/>
          <a:p>
            <a:r>
              <a:rPr lang="en-US" sz="600" b="1" dirty="0">
                <a:solidFill>
                  <a:schemeClr val="bg1">
                    <a:lumMod val="10000"/>
                  </a:schemeClr>
                </a:solidFill>
                <a:latin typeface="Aptos Mono" panose="020B0009020202020204" pitchFamily="49" charset="0"/>
              </a:rPr>
              <a:t>@goat101</a:t>
            </a:r>
            <a:endParaRPr lang="en-US" sz="1400" b="1" dirty="0"/>
          </a:p>
        </p:txBody>
      </p:sp>
      <p:cxnSp>
        <p:nvCxnSpPr>
          <p:cNvPr id="69" name="Straight Connector 68">
            <a:extLst>
              <a:ext uri="{FF2B5EF4-FFF2-40B4-BE49-F238E27FC236}">
                <a16:creationId xmlns:a16="http://schemas.microsoft.com/office/drawing/2014/main" id="{9D1E5566-C7EE-9A8F-38A7-78D8B9F5B693}"/>
              </a:ext>
            </a:extLst>
          </p:cNvPr>
          <p:cNvCxnSpPr>
            <a:cxnSpLocks/>
          </p:cNvCxnSpPr>
          <p:nvPr/>
        </p:nvCxnSpPr>
        <p:spPr>
          <a:xfrm>
            <a:off x="8681383" y="4143203"/>
            <a:ext cx="1372036" cy="0"/>
          </a:xfrm>
          <a:prstGeom prst="line">
            <a:avLst/>
          </a:prstGeom>
          <a:ln>
            <a:solidFill>
              <a:schemeClr val="bg1">
                <a:lumMod val="10000"/>
              </a:schemeClr>
            </a:solidFill>
          </a:ln>
        </p:spPr>
        <p:style>
          <a:lnRef idx="1">
            <a:schemeClr val="accent1"/>
          </a:lnRef>
          <a:fillRef idx="0">
            <a:schemeClr val="accent1"/>
          </a:fillRef>
          <a:effectRef idx="0">
            <a:schemeClr val="accent1"/>
          </a:effectRef>
          <a:fontRef idx="minor">
            <a:schemeClr val="tx1"/>
          </a:fontRef>
        </p:style>
      </p:cxnSp>
      <p:sp>
        <p:nvSpPr>
          <p:cNvPr id="70" name="Speech Bubble: Rectangle 69">
            <a:extLst>
              <a:ext uri="{FF2B5EF4-FFF2-40B4-BE49-F238E27FC236}">
                <a16:creationId xmlns:a16="http://schemas.microsoft.com/office/drawing/2014/main" id="{A9FFA5F2-6C90-2538-1DC9-086F0917EB6A}"/>
              </a:ext>
            </a:extLst>
          </p:cNvPr>
          <p:cNvSpPr/>
          <p:nvPr/>
        </p:nvSpPr>
        <p:spPr>
          <a:xfrm>
            <a:off x="10211210" y="2710753"/>
            <a:ext cx="476280" cy="419273"/>
          </a:xfrm>
          <a:prstGeom prst="wedgeRectCallout">
            <a:avLst>
              <a:gd name="adj1" fmla="val -81083"/>
              <a:gd name="adj2" fmla="val -103811"/>
            </a:avLst>
          </a:prstGeom>
          <a:solidFill>
            <a:schemeClr val="bg1"/>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US" sz="600" b="1" dirty="0">
              <a:solidFill>
                <a:schemeClr val="bg1"/>
              </a:solidFill>
              <a:latin typeface="Aptos Mono" panose="020B0009020202020204" pitchFamily="49" charset="0"/>
            </a:endParaRPr>
          </a:p>
        </p:txBody>
      </p:sp>
      <p:sp>
        <p:nvSpPr>
          <p:cNvPr id="71" name="Smiley Face 70">
            <a:extLst>
              <a:ext uri="{FF2B5EF4-FFF2-40B4-BE49-F238E27FC236}">
                <a16:creationId xmlns:a16="http://schemas.microsoft.com/office/drawing/2014/main" id="{CDBE9050-F4D2-7D6F-6E43-18DA09A7C17E}"/>
              </a:ext>
            </a:extLst>
          </p:cNvPr>
          <p:cNvSpPr/>
          <p:nvPr/>
        </p:nvSpPr>
        <p:spPr>
          <a:xfrm>
            <a:off x="10269229" y="2760666"/>
            <a:ext cx="350395" cy="324895"/>
          </a:xfrm>
          <a:prstGeom prst="smileyFace">
            <a:avLst>
              <a:gd name="adj" fmla="val 2894"/>
            </a:avLst>
          </a:prstGeom>
          <a:solidFill>
            <a:srgbClr val="FFFF00"/>
          </a:solidFill>
          <a:ln>
            <a:solidFill>
              <a:schemeClr val="bg1">
                <a:lumMod val="1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bg1">
                    <a:lumMod val="10000"/>
                  </a:schemeClr>
                </a:solidFill>
              </a:rPr>
              <a:t>&gt;</a:t>
            </a:r>
          </a:p>
        </p:txBody>
      </p:sp>
    </p:spTree>
    <p:extLst>
      <p:ext uri="{BB962C8B-B14F-4D97-AF65-F5344CB8AC3E}">
        <p14:creationId xmlns:p14="http://schemas.microsoft.com/office/powerpoint/2010/main" val="835896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
                                            <p:bg/>
                                          </p:spTgt>
                                        </p:tgtEl>
                                        <p:attrNameLst>
                                          <p:attrName>style.visibility</p:attrName>
                                        </p:attrNameLst>
                                      </p:cBhvr>
                                      <p:to>
                                        <p:strVal val="visible"/>
                                      </p:to>
                                    </p:set>
                                    <p:anim calcmode="lin" valueType="num">
                                      <p:cBhvr>
                                        <p:cTn id="7" dur="500" fill="hold"/>
                                        <p:tgtEl>
                                          <p:spTgt spid="10">
                                            <p:bg/>
                                          </p:spTgt>
                                        </p:tgtEl>
                                        <p:attrNameLst>
                                          <p:attrName>ppt_w</p:attrName>
                                        </p:attrNameLst>
                                      </p:cBhvr>
                                      <p:tavLst>
                                        <p:tav tm="0">
                                          <p:val>
                                            <p:fltVal val="0"/>
                                          </p:val>
                                        </p:tav>
                                        <p:tav tm="100000">
                                          <p:val>
                                            <p:strVal val="#ppt_w"/>
                                          </p:val>
                                        </p:tav>
                                      </p:tavLst>
                                    </p:anim>
                                    <p:anim calcmode="lin" valueType="num">
                                      <p:cBhvr>
                                        <p:cTn id="8" dur="500" fill="hold"/>
                                        <p:tgtEl>
                                          <p:spTgt spid="10">
                                            <p:bg/>
                                          </p:spTgt>
                                        </p:tgtEl>
                                        <p:attrNameLst>
                                          <p:attrName>ppt_h</p:attrName>
                                        </p:attrNameLst>
                                      </p:cBhvr>
                                      <p:tavLst>
                                        <p:tav tm="0">
                                          <p:val>
                                            <p:fltVal val="0"/>
                                          </p:val>
                                        </p:tav>
                                        <p:tav tm="100000">
                                          <p:val>
                                            <p:strVal val="#ppt_h"/>
                                          </p:val>
                                        </p:tav>
                                      </p:tavLst>
                                    </p:anim>
                                    <p:animEffect transition="in" filter="fade">
                                      <p:cBhvr>
                                        <p:cTn id="9" dur="500"/>
                                        <p:tgtEl>
                                          <p:spTgt spid="10">
                                            <p:bg/>
                                          </p:spTgt>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
                                            <p:txEl>
                                              <p:pRg st="0" end="0"/>
                                            </p:txEl>
                                          </p:spTgt>
                                        </p:tgtEl>
                                        <p:attrNameLst>
                                          <p:attrName>style.visibility</p:attrName>
                                        </p:attrNameLst>
                                      </p:cBhvr>
                                      <p:to>
                                        <p:strVal val="visible"/>
                                      </p:to>
                                    </p:set>
                                    <p:anim calcmode="lin" valueType="num">
                                      <p:cBhvr>
                                        <p:cTn id="12" dur="500" fill="hold"/>
                                        <p:tgtEl>
                                          <p:spTgt spid="10">
                                            <p:txEl>
                                              <p:pRg st="0" end="0"/>
                                            </p:txEl>
                                          </p:spTgt>
                                        </p:tgtEl>
                                        <p:attrNameLst>
                                          <p:attrName>ppt_w</p:attrName>
                                        </p:attrNameLst>
                                      </p:cBhvr>
                                      <p:tavLst>
                                        <p:tav tm="0">
                                          <p:val>
                                            <p:fltVal val="0"/>
                                          </p:val>
                                        </p:tav>
                                        <p:tav tm="100000">
                                          <p:val>
                                            <p:strVal val="#ppt_w"/>
                                          </p:val>
                                        </p:tav>
                                      </p:tavLst>
                                    </p:anim>
                                    <p:anim calcmode="lin" valueType="num">
                                      <p:cBhvr>
                                        <p:cTn id="13" dur="500" fill="hold"/>
                                        <p:tgtEl>
                                          <p:spTgt spid="10">
                                            <p:txEl>
                                              <p:pRg st="0" end="0"/>
                                            </p:txEl>
                                          </p:spTgt>
                                        </p:tgtEl>
                                        <p:attrNameLst>
                                          <p:attrName>ppt_h</p:attrName>
                                        </p:attrNameLst>
                                      </p:cBhvr>
                                      <p:tavLst>
                                        <p:tav tm="0">
                                          <p:val>
                                            <p:fltVal val="0"/>
                                          </p:val>
                                        </p:tav>
                                        <p:tav tm="100000">
                                          <p:val>
                                            <p:strVal val="#ppt_h"/>
                                          </p:val>
                                        </p:tav>
                                      </p:tavLst>
                                    </p:anim>
                                    <p:animEffect transition="in" filter="fade">
                                      <p:cBhvr>
                                        <p:cTn id="14" dur="500"/>
                                        <p:tgtEl>
                                          <p:spTgt spid="10">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2250"/>
                                        <p:tgtEl>
                                          <p:spTgt spid="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2250"/>
                                        <p:tgtEl>
                                          <p:spTgt spid="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Effect transition="in" filter="fade">
                                      <p:cBhvr>
                                        <p:cTn id="25" dur="2250"/>
                                        <p:tgtEl>
                                          <p:spTgt spid="3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2250"/>
                                        <p:tgtEl>
                                          <p:spTgt spid="38"/>
                                        </p:tgtEl>
                                      </p:cBhvr>
                                    </p:animEffect>
                                  </p:childTnLst>
                                </p:cTn>
                              </p:par>
                              <p:par>
                                <p:cTn id="29" presetID="10" presetClass="entr" presetSubtype="0" fill="hold"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2250"/>
                                        <p:tgtEl>
                                          <p:spTgt spid="47"/>
                                        </p:tgtEl>
                                      </p:cBhvr>
                                    </p:animEffect>
                                  </p:childTnLst>
                                </p:cTn>
                              </p:par>
                              <p:par>
                                <p:cTn id="32" presetID="10" presetClass="entr" presetSubtype="0" fill="hold" nodeType="with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fade">
                                      <p:cBhvr>
                                        <p:cTn id="34" dur="2250"/>
                                        <p:tgtEl>
                                          <p:spTgt spid="42"/>
                                        </p:tgtEl>
                                      </p:cBhvr>
                                    </p:animEffect>
                                  </p:childTnLst>
                                </p:cTn>
                              </p:par>
                              <p:par>
                                <p:cTn id="35" presetID="10" presetClass="entr" presetSubtype="0" fill="hold" nodeType="withEffect">
                                  <p:stCondLst>
                                    <p:cond delay="0"/>
                                  </p:stCondLst>
                                  <p:childTnLst>
                                    <p:set>
                                      <p:cBhvr>
                                        <p:cTn id="36" dur="1" fill="hold">
                                          <p:stCondLst>
                                            <p:cond delay="0"/>
                                          </p:stCondLst>
                                        </p:cTn>
                                        <p:tgtEl>
                                          <p:spTgt spid="54"/>
                                        </p:tgtEl>
                                        <p:attrNameLst>
                                          <p:attrName>style.visibility</p:attrName>
                                        </p:attrNameLst>
                                      </p:cBhvr>
                                      <p:to>
                                        <p:strVal val="visible"/>
                                      </p:to>
                                    </p:set>
                                    <p:animEffect transition="in" filter="fade">
                                      <p:cBhvr>
                                        <p:cTn id="37" dur="2250"/>
                                        <p:tgtEl>
                                          <p:spTgt spid="54"/>
                                        </p:tgtEl>
                                      </p:cBhvr>
                                    </p:animEffect>
                                  </p:childTnLst>
                                </p:cTn>
                              </p:par>
                              <p:par>
                                <p:cTn id="38" presetID="10" presetClass="entr" presetSubtype="0" fill="hold" nodeType="withEffect">
                                  <p:stCondLst>
                                    <p:cond delay="0"/>
                                  </p:stCondLst>
                                  <p:childTnLst>
                                    <p:set>
                                      <p:cBhvr>
                                        <p:cTn id="39" dur="1" fill="hold">
                                          <p:stCondLst>
                                            <p:cond delay="0"/>
                                          </p:stCondLst>
                                        </p:cTn>
                                        <p:tgtEl>
                                          <p:spTgt spid="55"/>
                                        </p:tgtEl>
                                        <p:attrNameLst>
                                          <p:attrName>style.visibility</p:attrName>
                                        </p:attrNameLst>
                                      </p:cBhvr>
                                      <p:to>
                                        <p:strVal val="visible"/>
                                      </p:to>
                                    </p:set>
                                    <p:animEffect transition="in" filter="fade">
                                      <p:cBhvr>
                                        <p:cTn id="40" dur="2250"/>
                                        <p:tgtEl>
                                          <p:spTgt spid="55"/>
                                        </p:tgtEl>
                                      </p:cBhvr>
                                    </p:animEffect>
                                  </p:childTnLst>
                                </p:cTn>
                              </p:par>
                              <p:par>
                                <p:cTn id="41" presetID="10" presetClass="entr" presetSubtype="0" fill="hold" nodeType="withEffect">
                                  <p:stCondLst>
                                    <p:cond delay="0"/>
                                  </p:stCondLst>
                                  <p:childTnLst>
                                    <p:set>
                                      <p:cBhvr>
                                        <p:cTn id="42" dur="1" fill="hold">
                                          <p:stCondLst>
                                            <p:cond delay="0"/>
                                          </p:stCondLst>
                                        </p:cTn>
                                        <p:tgtEl>
                                          <p:spTgt spid="69"/>
                                        </p:tgtEl>
                                        <p:attrNameLst>
                                          <p:attrName>style.visibility</p:attrName>
                                        </p:attrNameLst>
                                      </p:cBhvr>
                                      <p:to>
                                        <p:strVal val="visible"/>
                                      </p:to>
                                    </p:set>
                                    <p:animEffect transition="in" filter="fade">
                                      <p:cBhvr>
                                        <p:cTn id="43" dur="2250"/>
                                        <p:tgtEl>
                                          <p:spTgt spid="6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56"/>
                                        </p:tgtEl>
                                        <p:attrNameLst>
                                          <p:attrName>style.visibility</p:attrName>
                                        </p:attrNameLst>
                                      </p:cBhvr>
                                      <p:to>
                                        <p:strVal val="visible"/>
                                      </p:to>
                                    </p:set>
                                    <p:animEffect transition="in" filter="fade">
                                      <p:cBhvr>
                                        <p:cTn id="46" dur="2250"/>
                                        <p:tgtEl>
                                          <p:spTgt spid="5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57"/>
                                        </p:tgtEl>
                                        <p:attrNameLst>
                                          <p:attrName>style.visibility</p:attrName>
                                        </p:attrNameLst>
                                      </p:cBhvr>
                                      <p:to>
                                        <p:strVal val="visible"/>
                                      </p:to>
                                    </p:set>
                                    <p:animEffect transition="in" filter="fade">
                                      <p:cBhvr>
                                        <p:cTn id="49" dur="2250"/>
                                        <p:tgtEl>
                                          <p:spTgt spid="5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2250"/>
                                        <p:tgtEl>
                                          <p:spTgt spid="58"/>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2250"/>
                                        <p:tgtEl>
                                          <p:spTgt spid="68"/>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66"/>
                                        </p:tgtEl>
                                        <p:attrNameLst>
                                          <p:attrName>style.visibility</p:attrName>
                                        </p:attrNameLst>
                                      </p:cBhvr>
                                      <p:to>
                                        <p:strVal val="visible"/>
                                      </p:to>
                                    </p:set>
                                    <p:animEffect transition="in" filter="fade">
                                      <p:cBhvr>
                                        <p:cTn id="58" dur="2250"/>
                                        <p:tgtEl>
                                          <p:spTgt spid="66"/>
                                        </p:tgtEl>
                                      </p:cBhvr>
                                    </p:animEffect>
                                  </p:childTnLst>
                                </p:cTn>
                              </p:par>
                              <p:par>
                                <p:cTn id="59" presetID="10" presetClass="entr" presetSubtype="0" fill="hold" nodeType="withEffect">
                                  <p:stCondLst>
                                    <p:cond delay="0"/>
                                  </p:stCondLst>
                                  <p:childTnLst>
                                    <p:set>
                                      <p:cBhvr>
                                        <p:cTn id="60" dur="1" fill="hold">
                                          <p:stCondLst>
                                            <p:cond delay="0"/>
                                          </p:stCondLst>
                                        </p:cTn>
                                        <p:tgtEl>
                                          <p:spTgt spid="60"/>
                                        </p:tgtEl>
                                        <p:attrNameLst>
                                          <p:attrName>style.visibility</p:attrName>
                                        </p:attrNameLst>
                                      </p:cBhvr>
                                      <p:to>
                                        <p:strVal val="visible"/>
                                      </p:to>
                                    </p:set>
                                    <p:animEffect transition="in" filter="fade">
                                      <p:cBhvr>
                                        <p:cTn id="61" dur="2250"/>
                                        <p:tgtEl>
                                          <p:spTgt spid="60"/>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4"/>
                                        </p:tgtEl>
                                        <p:attrNameLst>
                                          <p:attrName>style.visibility</p:attrName>
                                        </p:attrNameLst>
                                      </p:cBhvr>
                                      <p:to>
                                        <p:strVal val="visible"/>
                                      </p:to>
                                    </p:set>
                                    <p:animEffect transition="in" filter="fade">
                                      <p:cBhvr>
                                        <p:cTn id="64" dur="2250"/>
                                        <p:tgtEl>
                                          <p:spTgt spid="34"/>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250"/>
                                        <p:tgtEl>
                                          <p:spTgt spid="51"/>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49"/>
                                        </p:tgtEl>
                                        <p:attrNameLst>
                                          <p:attrName>style.visibility</p:attrName>
                                        </p:attrNameLst>
                                      </p:cBhvr>
                                      <p:to>
                                        <p:strVal val="visible"/>
                                      </p:to>
                                    </p:set>
                                    <p:animEffect transition="in" filter="fade">
                                      <p:cBhvr>
                                        <p:cTn id="70" dur="2250"/>
                                        <p:tgtEl>
                                          <p:spTgt spid="4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Effect transition="in" filter="fade">
                                      <p:cBhvr>
                                        <p:cTn id="73" dur="2250"/>
                                        <p:tgtEl>
                                          <p:spTgt spid="50"/>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1"/>
                                        </p:tgtEl>
                                        <p:attrNameLst>
                                          <p:attrName>style.visibility</p:attrName>
                                        </p:attrNameLst>
                                      </p:cBhvr>
                                      <p:to>
                                        <p:strVal val="visible"/>
                                      </p:to>
                                    </p:set>
                                    <p:animEffect transition="in" filter="fade">
                                      <p:cBhvr>
                                        <p:cTn id="76" dur="2250"/>
                                        <p:tgtEl>
                                          <p:spTgt spid="61"/>
                                        </p:tgtEl>
                                      </p:cBhvr>
                                    </p:animEffect>
                                  </p:childTnLst>
                                </p:cTn>
                              </p:par>
                              <p:par>
                                <p:cTn id="77" presetID="10" presetClass="entr" presetSubtype="0" fill="hold" nodeType="withEffect">
                                  <p:stCondLst>
                                    <p:cond delay="0"/>
                                  </p:stCondLst>
                                  <p:childTnLst>
                                    <p:set>
                                      <p:cBhvr>
                                        <p:cTn id="78" dur="1" fill="hold">
                                          <p:stCondLst>
                                            <p:cond delay="0"/>
                                          </p:stCondLst>
                                        </p:cTn>
                                        <p:tgtEl>
                                          <p:spTgt spid="48"/>
                                        </p:tgtEl>
                                        <p:attrNameLst>
                                          <p:attrName>style.visibility</p:attrName>
                                        </p:attrNameLst>
                                      </p:cBhvr>
                                      <p:to>
                                        <p:strVal val="visible"/>
                                      </p:to>
                                    </p:set>
                                    <p:animEffect transition="in" filter="fade">
                                      <p:cBhvr>
                                        <p:cTn id="79" dur="2250"/>
                                        <p:tgtEl>
                                          <p:spTgt spid="48"/>
                                        </p:tgtEl>
                                      </p:cBhvr>
                                    </p:animEffect>
                                  </p:childTnLst>
                                </p:cTn>
                              </p:par>
                            </p:childTnLst>
                          </p:cTn>
                        </p:par>
                      </p:childTnLst>
                    </p:cTn>
                  </p:par>
                  <p:par>
                    <p:cTn id="80" fill="hold">
                      <p:stCondLst>
                        <p:cond delay="indefinite"/>
                      </p:stCondLst>
                      <p:childTnLst>
                        <p:par>
                          <p:cTn id="81" fill="hold">
                            <p:stCondLst>
                              <p:cond delay="0"/>
                            </p:stCondLst>
                            <p:childTnLst>
                              <p:par>
                                <p:cTn id="82" presetID="3" presetClass="emph" presetSubtype="2" fill="hold" grpId="0" nodeType="clickEffect">
                                  <p:stCondLst>
                                    <p:cond delay="0"/>
                                  </p:stCondLst>
                                  <p:childTnLst>
                                    <p:animClr clrSpc="rgb" dir="cw">
                                      <p:cBhvr override="childStyle">
                                        <p:cTn id="83" dur="1000" fill="hold"/>
                                        <p:tgtEl>
                                          <p:spTgt spid="10">
                                            <p:txEl>
                                              <p:pRg st="1" end="1"/>
                                            </p:txEl>
                                          </p:spTgt>
                                        </p:tgtEl>
                                        <p:attrNameLst>
                                          <p:attrName>style.color</p:attrName>
                                        </p:attrNameLst>
                                      </p:cBhvr>
                                      <p:to>
                                        <a:schemeClr val="accent2"/>
                                      </p:to>
                                    </p:animClr>
                                  </p:childTnLst>
                                </p:cTn>
                              </p:par>
                            </p:childTnLst>
                          </p:cTn>
                        </p:par>
                        <p:par>
                          <p:cTn id="84" fill="hold">
                            <p:stCondLst>
                              <p:cond delay="1000"/>
                            </p:stCondLst>
                            <p:childTnLst>
                              <p:par>
                                <p:cTn id="85" presetID="53" presetClass="entr" presetSubtype="16" fill="hold" grpId="0" nodeType="afterEffect">
                                  <p:stCondLst>
                                    <p:cond delay="0"/>
                                  </p:stCondLst>
                                  <p:childTnLst>
                                    <p:set>
                                      <p:cBhvr>
                                        <p:cTn id="86" dur="1" fill="hold">
                                          <p:stCondLst>
                                            <p:cond delay="0"/>
                                          </p:stCondLst>
                                        </p:cTn>
                                        <p:tgtEl>
                                          <p:spTgt spid="10">
                                            <p:txEl>
                                              <p:pRg st="2" end="2"/>
                                            </p:txEl>
                                          </p:spTgt>
                                        </p:tgtEl>
                                        <p:attrNameLst>
                                          <p:attrName>style.visibility</p:attrName>
                                        </p:attrNameLst>
                                      </p:cBhvr>
                                      <p:to>
                                        <p:strVal val="visible"/>
                                      </p:to>
                                    </p:set>
                                    <p:anim calcmode="lin" valueType="num">
                                      <p:cBhvr>
                                        <p:cTn id="87" dur="500" fill="hold"/>
                                        <p:tgtEl>
                                          <p:spTgt spid="10">
                                            <p:txEl>
                                              <p:pRg st="2" end="2"/>
                                            </p:txEl>
                                          </p:spTgt>
                                        </p:tgtEl>
                                        <p:attrNameLst>
                                          <p:attrName>ppt_w</p:attrName>
                                        </p:attrNameLst>
                                      </p:cBhvr>
                                      <p:tavLst>
                                        <p:tav tm="0">
                                          <p:val>
                                            <p:fltVal val="0"/>
                                          </p:val>
                                        </p:tav>
                                        <p:tav tm="100000">
                                          <p:val>
                                            <p:strVal val="#ppt_w"/>
                                          </p:val>
                                        </p:tav>
                                      </p:tavLst>
                                    </p:anim>
                                    <p:anim calcmode="lin" valueType="num">
                                      <p:cBhvr>
                                        <p:cTn id="88" dur="500" fill="hold"/>
                                        <p:tgtEl>
                                          <p:spTgt spid="10">
                                            <p:txEl>
                                              <p:pRg st="2" end="2"/>
                                            </p:txEl>
                                          </p:spTgt>
                                        </p:tgtEl>
                                        <p:attrNameLst>
                                          <p:attrName>ppt_h</p:attrName>
                                        </p:attrNameLst>
                                      </p:cBhvr>
                                      <p:tavLst>
                                        <p:tav tm="0">
                                          <p:val>
                                            <p:fltVal val="0"/>
                                          </p:val>
                                        </p:tav>
                                        <p:tav tm="100000">
                                          <p:val>
                                            <p:strVal val="#ppt_h"/>
                                          </p:val>
                                        </p:tav>
                                      </p:tavLst>
                                    </p:anim>
                                    <p:animEffect transition="in" filter="fade">
                                      <p:cBhvr>
                                        <p:cTn id="89" dur="500"/>
                                        <p:tgtEl>
                                          <p:spTgt spid="10">
                                            <p:txEl>
                                              <p:pRg st="2" end="2"/>
                                            </p:txEl>
                                          </p:spTgt>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37"/>
                                        </p:tgtEl>
                                        <p:attrNameLst>
                                          <p:attrName>style.visibility</p:attrName>
                                        </p:attrNameLst>
                                      </p:cBhvr>
                                      <p:to>
                                        <p:strVal val="visible"/>
                                      </p:to>
                                    </p:set>
                                    <p:animEffect transition="in" filter="fade">
                                      <p:cBhvr>
                                        <p:cTn id="92" dur="2250"/>
                                        <p:tgtEl>
                                          <p:spTgt spid="37"/>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53"/>
                                        </p:tgtEl>
                                        <p:attrNameLst>
                                          <p:attrName>style.visibility</p:attrName>
                                        </p:attrNameLst>
                                      </p:cBhvr>
                                      <p:to>
                                        <p:strVal val="visible"/>
                                      </p:to>
                                    </p:set>
                                    <p:animEffect transition="in" filter="fade">
                                      <p:cBhvr>
                                        <p:cTn id="95" dur="2250"/>
                                        <p:tgtEl>
                                          <p:spTgt spid="53"/>
                                        </p:tgtEl>
                                      </p:cBhvr>
                                    </p:animEffect>
                                  </p:childTnLst>
                                </p:cTn>
                              </p:par>
                            </p:childTnLst>
                          </p:cTn>
                        </p:par>
                      </p:childTnLst>
                    </p:cTn>
                  </p:par>
                  <p:par>
                    <p:cTn id="96" fill="hold">
                      <p:stCondLst>
                        <p:cond delay="indefinite"/>
                      </p:stCondLst>
                      <p:childTnLst>
                        <p:par>
                          <p:cTn id="97" fill="hold">
                            <p:stCondLst>
                              <p:cond delay="0"/>
                            </p:stCondLst>
                            <p:childTnLst>
                              <p:par>
                                <p:cTn id="98" presetID="3" presetClass="emph" presetSubtype="2" fill="hold" grpId="0" nodeType="clickEffect">
                                  <p:stCondLst>
                                    <p:cond delay="0"/>
                                  </p:stCondLst>
                                  <p:childTnLst>
                                    <p:animClr clrSpc="rgb" dir="cw">
                                      <p:cBhvr override="childStyle">
                                        <p:cTn id="99" dur="1000" fill="hold"/>
                                        <p:tgtEl>
                                          <p:spTgt spid="10">
                                            <p:txEl>
                                              <p:pRg st="3" end="3"/>
                                            </p:txEl>
                                          </p:spTgt>
                                        </p:tgtEl>
                                        <p:attrNameLst>
                                          <p:attrName>style.color</p:attrName>
                                        </p:attrNameLst>
                                      </p:cBhvr>
                                      <p:to>
                                        <a:schemeClr val="accent2"/>
                                      </p:to>
                                    </p:animClr>
                                  </p:childTnLst>
                                </p:cTn>
                              </p:par>
                            </p:childTnLst>
                          </p:cTn>
                        </p:par>
                        <p:par>
                          <p:cTn id="100" fill="hold">
                            <p:stCondLst>
                              <p:cond delay="1000"/>
                            </p:stCondLst>
                            <p:childTnLst>
                              <p:par>
                                <p:cTn id="101" presetID="53" presetClass="entr" presetSubtype="16" fill="hold" grpId="0" nodeType="afterEffect">
                                  <p:stCondLst>
                                    <p:cond delay="0"/>
                                  </p:stCondLst>
                                  <p:childTnLst>
                                    <p:set>
                                      <p:cBhvr>
                                        <p:cTn id="102" dur="1" fill="hold">
                                          <p:stCondLst>
                                            <p:cond delay="0"/>
                                          </p:stCondLst>
                                        </p:cTn>
                                        <p:tgtEl>
                                          <p:spTgt spid="10">
                                            <p:txEl>
                                              <p:pRg st="4" end="4"/>
                                            </p:txEl>
                                          </p:spTgt>
                                        </p:tgtEl>
                                        <p:attrNameLst>
                                          <p:attrName>style.visibility</p:attrName>
                                        </p:attrNameLst>
                                      </p:cBhvr>
                                      <p:to>
                                        <p:strVal val="visible"/>
                                      </p:to>
                                    </p:set>
                                    <p:anim calcmode="lin" valueType="num">
                                      <p:cBhvr>
                                        <p:cTn id="103" dur="500" fill="hold"/>
                                        <p:tgtEl>
                                          <p:spTgt spid="10">
                                            <p:txEl>
                                              <p:pRg st="4" end="4"/>
                                            </p:txEl>
                                          </p:spTgt>
                                        </p:tgtEl>
                                        <p:attrNameLst>
                                          <p:attrName>ppt_w</p:attrName>
                                        </p:attrNameLst>
                                      </p:cBhvr>
                                      <p:tavLst>
                                        <p:tav tm="0">
                                          <p:val>
                                            <p:fltVal val="0"/>
                                          </p:val>
                                        </p:tav>
                                        <p:tav tm="100000">
                                          <p:val>
                                            <p:strVal val="#ppt_w"/>
                                          </p:val>
                                        </p:tav>
                                      </p:tavLst>
                                    </p:anim>
                                    <p:anim calcmode="lin" valueType="num">
                                      <p:cBhvr>
                                        <p:cTn id="104" dur="500" fill="hold"/>
                                        <p:tgtEl>
                                          <p:spTgt spid="10">
                                            <p:txEl>
                                              <p:pRg st="4" end="4"/>
                                            </p:txEl>
                                          </p:spTgt>
                                        </p:tgtEl>
                                        <p:attrNameLst>
                                          <p:attrName>ppt_h</p:attrName>
                                        </p:attrNameLst>
                                      </p:cBhvr>
                                      <p:tavLst>
                                        <p:tav tm="0">
                                          <p:val>
                                            <p:fltVal val="0"/>
                                          </p:val>
                                        </p:tav>
                                        <p:tav tm="100000">
                                          <p:val>
                                            <p:strVal val="#ppt_h"/>
                                          </p:val>
                                        </p:tav>
                                      </p:tavLst>
                                    </p:anim>
                                    <p:animEffect transition="in" filter="fade">
                                      <p:cBhvr>
                                        <p:cTn id="105" dur="500"/>
                                        <p:tgtEl>
                                          <p:spTgt spid="10">
                                            <p:txEl>
                                              <p:pRg st="4" end="4"/>
                                            </p:txEl>
                                          </p:spTgt>
                                        </p:tgtEl>
                                      </p:cBhvr>
                                    </p:animEffect>
                                  </p:childTnLst>
                                </p:cTn>
                              </p:par>
                            </p:childTnLst>
                          </p:cTn>
                        </p:par>
                        <p:par>
                          <p:cTn id="106" fill="hold">
                            <p:stCondLst>
                              <p:cond delay="1500"/>
                            </p:stCondLst>
                            <p:childTnLst>
                              <p:par>
                                <p:cTn id="107" presetID="10" presetClass="entr" presetSubtype="0" fill="hold" grpId="0" nodeType="afterEffect">
                                  <p:stCondLst>
                                    <p:cond delay="0"/>
                                  </p:stCondLst>
                                  <p:childTnLst>
                                    <p:set>
                                      <p:cBhvr>
                                        <p:cTn id="108" dur="1" fill="hold">
                                          <p:stCondLst>
                                            <p:cond delay="0"/>
                                          </p:stCondLst>
                                        </p:cTn>
                                        <p:tgtEl>
                                          <p:spTgt spid="62">
                                            <p:bg/>
                                          </p:spTgt>
                                        </p:tgtEl>
                                        <p:attrNameLst>
                                          <p:attrName>style.visibility</p:attrName>
                                        </p:attrNameLst>
                                      </p:cBhvr>
                                      <p:to>
                                        <p:strVal val="visible"/>
                                      </p:to>
                                    </p:set>
                                    <p:animEffect transition="in" filter="fade">
                                      <p:cBhvr>
                                        <p:cTn id="109" dur="500"/>
                                        <p:tgtEl>
                                          <p:spTgt spid="62">
                                            <p:bg/>
                                          </p:spTgt>
                                        </p:tgtEl>
                                      </p:cBhvr>
                                    </p:animEffect>
                                  </p:childTnLst>
                                </p:cTn>
                              </p:par>
                            </p:childTnLst>
                          </p:cTn>
                        </p:par>
                        <p:par>
                          <p:cTn id="110" fill="hold">
                            <p:stCondLst>
                              <p:cond delay="2000"/>
                            </p:stCondLst>
                            <p:childTnLst>
                              <p:par>
                                <p:cTn id="111" presetID="10" presetClass="entr" presetSubtype="0" fill="hold" grpId="0" nodeType="afterEffect">
                                  <p:stCondLst>
                                    <p:cond delay="0"/>
                                  </p:stCondLst>
                                  <p:iterate type="lt">
                                    <p:tmPct val="0"/>
                                  </p:iterate>
                                  <p:childTnLst>
                                    <p:set>
                                      <p:cBhvr>
                                        <p:cTn id="112" dur="1" fill="hold">
                                          <p:stCondLst>
                                            <p:cond delay="0"/>
                                          </p:stCondLst>
                                        </p:cTn>
                                        <p:tgtEl>
                                          <p:spTgt spid="62">
                                            <p:txEl>
                                              <p:pRg st="0" end="0"/>
                                            </p:txEl>
                                          </p:spTgt>
                                        </p:tgtEl>
                                        <p:attrNameLst>
                                          <p:attrName>style.visibility</p:attrName>
                                        </p:attrNameLst>
                                      </p:cBhvr>
                                      <p:to>
                                        <p:strVal val="visible"/>
                                      </p:to>
                                    </p:set>
                                    <p:animEffect transition="in" filter="fade">
                                      <p:cBhvr>
                                        <p:cTn id="113" dur="500"/>
                                        <p:tgtEl>
                                          <p:spTgt spid="62">
                                            <p:txEl>
                                              <p:pRg st="0" end="0"/>
                                            </p:txEl>
                                          </p:spTgt>
                                        </p:tgtEl>
                                      </p:cBhvr>
                                    </p:animEffect>
                                  </p:childTnLst>
                                </p:cTn>
                              </p:par>
                            </p:childTnLst>
                          </p:cTn>
                        </p:par>
                        <p:par>
                          <p:cTn id="114" fill="hold">
                            <p:stCondLst>
                              <p:cond delay="2500"/>
                            </p:stCondLst>
                            <p:childTnLst>
                              <p:par>
                                <p:cTn id="115" presetID="16" presetClass="emph" presetSubtype="0" fill="hold" nodeType="afterEffect">
                                  <p:stCondLst>
                                    <p:cond delay="0"/>
                                  </p:stCondLst>
                                  <p:iterate type="lt">
                                    <p:tmPct val="15000"/>
                                  </p:iterate>
                                  <p:childTnLst>
                                    <p:set>
                                      <p:cBhvr override="childStyle">
                                        <p:cTn id="116" dur="250" fill="hold"/>
                                        <p:tgtEl>
                                          <p:spTgt spid="62">
                                            <p:txEl>
                                              <p:pRg st="0" end="0"/>
                                            </p:txEl>
                                          </p:spTgt>
                                        </p:tgtEl>
                                        <p:attrNameLst>
                                          <p:attrName>style.color</p:attrName>
                                        </p:attrNameLst>
                                      </p:cBhvr>
                                      <p:to>
                                        <p:clrVal>
                                          <a:srgbClr val="000000"/>
                                        </p:clrVal>
                                      </p:to>
                                    </p:set>
                                    <p:set>
                                      <p:cBhvr>
                                        <p:cTn id="117" dur="250" fill="hold"/>
                                        <p:tgtEl>
                                          <p:spTgt spid="62">
                                            <p:txEl>
                                              <p:pRg st="0" end="0"/>
                                            </p:txEl>
                                          </p:spTgt>
                                        </p:tgtEl>
                                        <p:attrNameLst>
                                          <p:attrName>fillcolor</p:attrName>
                                        </p:attrNameLst>
                                      </p:cBhvr>
                                      <p:to>
                                        <p:clrVal>
                                          <a:srgbClr val="000000"/>
                                        </p:clrVal>
                                      </p:to>
                                    </p:set>
                                    <p:set>
                                      <p:cBhvr>
                                        <p:cTn id="118" dur="250" fill="hold"/>
                                        <p:tgtEl>
                                          <p:spTgt spid="62">
                                            <p:txEl>
                                              <p:pRg st="0" end="0"/>
                                            </p:txEl>
                                          </p:spTgt>
                                        </p:tgtEl>
                                        <p:attrNameLst>
                                          <p:attrName>fill.type</p:attrName>
                                        </p:attrNameLst>
                                      </p:cBhvr>
                                      <p:to>
                                        <p:strVal val="solid"/>
                                      </p:to>
                                    </p:set>
                                  </p:childTnLst>
                                </p:cTn>
                              </p:par>
                            </p:childTnLst>
                          </p:cTn>
                        </p:par>
                      </p:childTnLst>
                    </p:cTn>
                  </p:par>
                  <p:par>
                    <p:cTn id="119" fill="hold">
                      <p:stCondLst>
                        <p:cond delay="indefinite"/>
                      </p:stCondLst>
                      <p:childTnLst>
                        <p:par>
                          <p:cTn id="120" fill="hold">
                            <p:stCondLst>
                              <p:cond delay="0"/>
                            </p:stCondLst>
                            <p:childTnLst>
                              <p:par>
                                <p:cTn id="121" presetID="3" presetClass="emph" presetSubtype="2" fill="hold" grpId="0" nodeType="clickEffect">
                                  <p:stCondLst>
                                    <p:cond delay="0"/>
                                  </p:stCondLst>
                                  <p:childTnLst>
                                    <p:animClr clrSpc="rgb" dir="cw">
                                      <p:cBhvr override="childStyle">
                                        <p:cTn id="122" dur="1000" fill="hold"/>
                                        <p:tgtEl>
                                          <p:spTgt spid="10">
                                            <p:txEl>
                                              <p:pRg st="5" end="5"/>
                                            </p:txEl>
                                          </p:spTgt>
                                        </p:tgtEl>
                                        <p:attrNameLst>
                                          <p:attrName>style.color</p:attrName>
                                        </p:attrNameLst>
                                      </p:cBhvr>
                                      <p:to>
                                        <a:schemeClr val="accent2"/>
                                      </p:to>
                                    </p:animClr>
                                  </p:childTnLst>
                                </p:cTn>
                              </p:par>
                            </p:childTnLst>
                          </p:cTn>
                        </p:par>
                        <p:par>
                          <p:cTn id="123" fill="hold">
                            <p:stCondLst>
                              <p:cond delay="1000"/>
                            </p:stCondLst>
                            <p:childTnLst>
                              <p:par>
                                <p:cTn id="124" presetID="53" presetClass="entr" presetSubtype="16" fill="hold" grpId="0" nodeType="afterEffect">
                                  <p:stCondLst>
                                    <p:cond delay="0"/>
                                  </p:stCondLst>
                                  <p:childTnLst>
                                    <p:set>
                                      <p:cBhvr>
                                        <p:cTn id="125" dur="1" fill="hold">
                                          <p:stCondLst>
                                            <p:cond delay="0"/>
                                          </p:stCondLst>
                                        </p:cTn>
                                        <p:tgtEl>
                                          <p:spTgt spid="10">
                                            <p:txEl>
                                              <p:pRg st="6" end="6"/>
                                            </p:txEl>
                                          </p:spTgt>
                                        </p:tgtEl>
                                        <p:attrNameLst>
                                          <p:attrName>style.visibility</p:attrName>
                                        </p:attrNameLst>
                                      </p:cBhvr>
                                      <p:to>
                                        <p:strVal val="visible"/>
                                      </p:to>
                                    </p:set>
                                    <p:anim calcmode="lin" valueType="num">
                                      <p:cBhvr>
                                        <p:cTn id="126" dur="500" fill="hold"/>
                                        <p:tgtEl>
                                          <p:spTgt spid="10">
                                            <p:txEl>
                                              <p:pRg st="6" end="6"/>
                                            </p:txEl>
                                          </p:spTgt>
                                        </p:tgtEl>
                                        <p:attrNameLst>
                                          <p:attrName>ppt_w</p:attrName>
                                        </p:attrNameLst>
                                      </p:cBhvr>
                                      <p:tavLst>
                                        <p:tav tm="0">
                                          <p:val>
                                            <p:fltVal val="0"/>
                                          </p:val>
                                        </p:tav>
                                        <p:tav tm="100000">
                                          <p:val>
                                            <p:strVal val="#ppt_w"/>
                                          </p:val>
                                        </p:tav>
                                      </p:tavLst>
                                    </p:anim>
                                    <p:anim calcmode="lin" valueType="num">
                                      <p:cBhvr>
                                        <p:cTn id="127" dur="500" fill="hold"/>
                                        <p:tgtEl>
                                          <p:spTgt spid="10">
                                            <p:txEl>
                                              <p:pRg st="6" end="6"/>
                                            </p:txEl>
                                          </p:spTgt>
                                        </p:tgtEl>
                                        <p:attrNameLst>
                                          <p:attrName>ppt_h</p:attrName>
                                        </p:attrNameLst>
                                      </p:cBhvr>
                                      <p:tavLst>
                                        <p:tav tm="0">
                                          <p:val>
                                            <p:fltVal val="0"/>
                                          </p:val>
                                        </p:tav>
                                        <p:tav tm="100000">
                                          <p:val>
                                            <p:strVal val="#ppt_h"/>
                                          </p:val>
                                        </p:tav>
                                      </p:tavLst>
                                    </p:anim>
                                    <p:animEffect transition="in" filter="fade">
                                      <p:cBhvr>
                                        <p:cTn id="128" dur="500"/>
                                        <p:tgtEl>
                                          <p:spTgt spid="10">
                                            <p:txEl>
                                              <p:pRg st="6" end="6"/>
                                            </p:txEl>
                                          </p:spTgt>
                                        </p:tgtEl>
                                      </p:cBhvr>
                                    </p:animEffect>
                                  </p:childTnLst>
                                </p:cTn>
                              </p:par>
                            </p:childTnLst>
                          </p:cTn>
                        </p:par>
                        <p:par>
                          <p:cTn id="129" fill="hold">
                            <p:stCondLst>
                              <p:cond delay="1500"/>
                            </p:stCondLst>
                            <p:childTnLst>
                              <p:par>
                                <p:cTn id="130" presetID="10" presetClass="entr" presetSubtype="0" fill="hold" grpId="0" nodeType="afterEffect">
                                  <p:stCondLst>
                                    <p:cond delay="0"/>
                                  </p:stCondLst>
                                  <p:childTnLst>
                                    <p:set>
                                      <p:cBhvr>
                                        <p:cTn id="131" dur="1" fill="hold">
                                          <p:stCondLst>
                                            <p:cond delay="0"/>
                                          </p:stCondLst>
                                        </p:cTn>
                                        <p:tgtEl>
                                          <p:spTgt spid="71"/>
                                        </p:tgtEl>
                                        <p:attrNameLst>
                                          <p:attrName>style.visibility</p:attrName>
                                        </p:attrNameLst>
                                      </p:cBhvr>
                                      <p:to>
                                        <p:strVal val="visible"/>
                                      </p:to>
                                    </p:set>
                                    <p:animEffect transition="in" filter="fade">
                                      <p:cBhvr>
                                        <p:cTn id="132" dur="500"/>
                                        <p:tgtEl>
                                          <p:spTgt spid="71"/>
                                        </p:tgtEl>
                                      </p:cBhvr>
                                    </p:animEffect>
                                  </p:childTnLst>
                                </p:cTn>
                              </p:par>
                            </p:childTnLst>
                          </p:cTn>
                        </p:par>
                        <p:par>
                          <p:cTn id="133" fill="hold">
                            <p:stCondLst>
                              <p:cond delay="2000"/>
                            </p:stCondLst>
                            <p:childTnLst>
                              <p:par>
                                <p:cTn id="134" presetID="10" presetClass="entr" presetSubtype="0" fill="hold" grpId="0" nodeType="afterEffect">
                                  <p:stCondLst>
                                    <p:cond delay="0"/>
                                  </p:stCondLst>
                                  <p:childTnLst>
                                    <p:set>
                                      <p:cBhvr>
                                        <p:cTn id="135" dur="1" fill="hold">
                                          <p:stCondLst>
                                            <p:cond delay="0"/>
                                          </p:stCondLst>
                                        </p:cTn>
                                        <p:tgtEl>
                                          <p:spTgt spid="70"/>
                                        </p:tgtEl>
                                        <p:attrNameLst>
                                          <p:attrName>style.visibility</p:attrName>
                                        </p:attrNameLst>
                                      </p:cBhvr>
                                      <p:to>
                                        <p:strVal val="visible"/>
                                      </p:to>
                                    </p:set>
                                    <p:animEffect transition="in" filter="fade">
                                      <p:cBhvr>
                                        <p:cTn id="136" dur="500"/>
                                        <p:tgtEl>
                                          <p:spTgt spid="70"/>
                                        </p:tgtEl>
                                      </p:cBhvr>
                                    </p:animEffect>
                                  </p:childTnLst>
                                </p:cTn>
                              </p:par>
                            </p:childTnLst>
                          </p:cTn>
                        </p:par>
                      </p:childTnLst>
                    </p:cTn>
                  </p:par>
                  <p:par>
                    <p:cTn id="137" fill="hold">
                      <p:stCondLst>
                        <p:cond delay="indefinite"/>
                      </p:stCondLst>
                      <p:childTnLst>
                        <p:par>
                          <p:cTn id="138" fill="hold">
                            <p:stCondLst>
                              <p:cond delay="0"/>
                            </p:stCondLst>
                            <p:childTnLst>
                              <p:par>
                                <p:cTn id="139" presetID="3" presetClass="emph" presetSubtype="2" fill="hold" grpId="0" nodeType="clickEffect">
                                  <p:stCondLst>
                                    <p:cond delay="0"/>
                                  </p:stCondLst>
                                  <p:childTnLst>
                                    <p:animClr clrSpc="rgb" dir="cw">
                                      <p:cBhvr override="childStyle">
                                        <p:cTn id="140" dur="1000" fill="hold"/>
                                        <p:tgtEl>
                                          <p:spTgt spid="10">
                                            <p:txEl>
                                              <p:pRg st="7" end="7"/>
                                            </p:txEl>
                                          </p:spTgt>
                                        </p:tgtEl>
                                        <p:attrNameLst>
                                          <p:attrName>style.color</p:attrName>
                                        </p:attrNameLst>
                                      </p:cBhvr>
                                      <p:to>
                                        <a:schemeClr val="accent2"/>
                                      </p:to>
                                    </p:animClr>
                                  </p:childTnLst>
                                </p:cTn>
                              </p:par>
                            </p:childTnLst>
                          </p:cTn>
                        </p:par>
                        <p:par>
                          <p:cTn id="141" fill="hold">
                            <p:stCondLst>
                              <p:cond delay="1000"/>
                            </p:stCondLst>
                            <p:childTnLst>
                              <p:par>
                                <p:cTn id="142" presetID="53" presetClass="entr" presetSubtype="16" fill="hold" grpId="0" nodeType="afterEffect">
                                  <p:stCondLst>
                                    <p:cond delay="0"/>
                                  </p:stCondLst>
                                  <p:childTnLst>
                                    <p:set>
                                      <p:cBhvr>
                                        <p:cTn id="143" dur="1" fill="hold">
                                          <p:stCondLst>
                                            <p:cond delay="0"/>
                                          </p:stCondLst>
                                        </p:cTn>
                                        <p:tgtEl>
                                          <p:spTgt spid="10">
                                            <p:txEl>
                                              <p:pRg st="8" end="8"/>
                                            </p:txEl>
                                          </p:spTgt>
                                        </p:tgtEl>
                                        <p:attrNameLst>
                                          <p:attrName>style.visibility</p:attrName>
                                        </p:attrNameLst>
                                      </p:cBhvr>
                                      <p:to>
                                        <p:strVal val="visible"/>
                                      </p:to>
                                    </p:set>
                                    <p:anim calcmode="lin" valueType="num">
                                      <p:cBhvr>
                                        <p:cTn id="144" dur="500" fill="hold"/>
                                        <p:tgtEl>
                                          <p:spTgt spid="10">
                                            <p:txEl>
                                              <p:pRg st="8" end="8"/>
                                            </p:txEl>
                                          </p:spTgt>
                                        </p:tgtEl>
                                        <p:attrNameLst>
                                          <p:attrName>ppt_w</p:attrName>
                                        </p:attrNameLst>
                                      </p:cBhvr>
                                      <p:tavLst>
                                        <p:tav tm="0">
                                          <p:val>
                                            <p:fltVal val="0"/>
                                          </p:val>
                                        </p:tav>
                                        <p:tav tm="100000">
                                          <p:val>
                                            <p:strVal val="#ppt_w"/>
                                          </p:val>
                                        </p:tav>
                                      </p:tavLst>
                                    </p:anim>
                                    <p:anim calcmode="lin" valueType="num">
                                      <p:cBhvr>
                                        <p:cTn id="145" dur="500" fill="hold"/>
                                        <p:tgtEl>
                                          <p:spTgt spid="10">
                                            <p:txEl>
                                              <p:pRg st="8" end="8"/>
                                            </p:txEl>
                                          </p:spTgt>
                                        </p:tgtEl>
                                        <p:attrNameLst>
                                          <p:attrName>ppt_h</p:attrName>
                                        </p:attrNameLst>
                                      </p:cBhvr>
                                      <p:tavLst>
                                        <p:tav tm="0">
                                          <p:val>
                                            <p:fltVal val="0"/>
                                          </p:val>
                                        </p:tav>
                                        <p:tav tm="100000">
                                          <p:val>
                                            <p:strVal val="#ppt_h"/>
                                          </p:val>
                                        </p:tav>
                                      </p:tavLst>
                                    </p:anim>
                                    <p:animEffect transition="in" filter="fade">
                                      <p:cBhvr>
                                        <p:cTn id="146" dur="500"/>
                                        <p:tgtEl>
                                          <p:spTgt spid="10">
                                            <p:txEl>
                                              <p:pRg st="8" end="8"/>
                                            </p:txEl>
                                          </p:spTgt>
                                        </p:tgtEl>
                                      </p:cBhvr>
                                    </p:animEffect>
                                  </p:childTnLst>
                                </p:cTn>
                              </p:par>
                            </p:childTnLst>
                          </p:cTn>
                        </p:par>
                      </p:childTnLst>
                    </p:cTn>
                  </p:par>
                  <p:par>
                    <p:cTn id="147" fill="hold">
                      <p:stCondLst>
                        <p:cond delay="indefinite"/>
                      </p:stCondLst>
                      <p:childTnLst>
                        <p:par>
                          <p:cTn id="148" fill="hold">
                            <p:stCondLst>
                              <p:cond delay="0"/>
                            </p:stCondLst>
                            <p:childTnLst>
                              <p:par>
                                <p:cTn id="149" presetID="53" presetClass="entr" presetSubtype="16" fill="hold" grpId="0" nodeType="clickEffect">
                                  <p:stCondLst>
                                    <p:cond delay="0"/>
                                  </p:stCondLst>
                                  <p:childTnLst>
                                    <p:set>
                                      <p:cBhvr>
                                        <p:cTn id="150" dur="1" fill="hold">
                                          <p:stCondLst>
                                            <p:cond delay="0"/>
                                          </p:stCondLst>
                                        </p:cTn>
                                        <p:tgtEl>
                                          <p:spTgt spid="10">
                                            <p:txEl>
                                              <p:pRg st="9" end="9"/>
                                            </p:txEl>
                                          </p:spTgt>
                                        </p:tgtEl>
                                        <p:attrNameLst>
                                          <p:attrName>style.visibility</p:attrName>
                                        </p:attrNameLst>
                                      </p:cBhvr>
                                      <p:to>
                                        <p:strVal val="visible"/>
                                      </p:to>
                                    </p:set>
                                    <p:anim calcmode="lin" valueType="num">
                                      <p:cBhvr>
                                        <p:cTn id="151" dur="500" fill="hold"/>
                                        <p:tgtEl>
                                          <p:spTgt spid="10">
                                            <p:txEl>
                                              <p:pRg st="9" end="9"/>
                                            </p:txEl>
                                          </p:spTgt>
                                        </p:tgtEl>
                                        <p:attrNameLst>
                                          <p:attrName>ppt_w</p:attrName>
                                        </p:attrNameLst>
                                      </p:cBhvr>
                                      <p:tavLst>
                                        <p:tav tm="0">
                                          <p:val>
                                            <p:fltVal val="0"/>
                                          </p:val>
                                        </p:tav>
                                        <p:tav tm="100000">
                                          <p:val>
                                            <p:strVal val="#ppt_w"/>
                                          </p:val>
                                        </p:tav>
                                      </p:tavLst>
                                    </p:anim>
                                    <p:anim calcmode="lin" valueType="num">
                                      <p:cBhvr>
                                        <p:cTn id="152" dur="500" fill="hold"/>
                                        <p:tgtEl>
                                          <p:spTgt spid="10">
                                            <p:txEl>
                                              <p:pRg st="9" end="9"/>
                                            </p:txEl>
                                          </p:spTgt>
                                        </p:tgtEl>
                                        <p:attrNameLst>
                                          <p:attrName>ppt_h</p:attrName>
                                        </p:attrNameLst>
                                      </p:cBhvr>
                                      <p:tavLst>
                                        <p:tav tm="0">
                                          <p:val>
                                            <p:fltVal val="0"/>
                                          </p:val>
                                        </p:tav>
                                        <p:tav tm="100000">
                                          <p:val>
                                            <p:strVal val="#ppt_h"/>
                                          </p:val>
                                        </p:tav>
                                      </p:tavLst>
                                    </p:anim>
                                    <p:animEffect transition="in" filter="fade">
                                      <p:cBhvr>
                                        <p:cTn id="153" dur="500"/>
                                        <p:tgtEl>
                                          <p:spTgt spid="10">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uiExpand="1" build="p" animBg="1"/>
      <p:bldP spid="33" grpId="0" animBg="1"/>
      <p:bldP spid="34" grpId="0" animBg="1"/>
      <p:bldP spid="37" grpId="0" animBg="1"/>
      <p:bldP spid="38" grpId="0" animBg="1"/>
      <p:bldP spid="49" grpId="0" animBg="1"/>
      <p:bldP spid="50" grpId="0" animBg="1"/>
      <p:bldP spid="51" grpId="0" animBg="1"/>
      <p:bldP spid="56" grpId="0" animBg="1"/>
      <p:bldP spid="57" grpId="0" animBg="1"/>
      <p:bldP spid="58" grpId="0"/>
      <p:bldP spid="61" grpId="0" animBg="1"/>
      <p:bldP spid="53" grpId="0" animBg="1"/>
      <p:bldP spid="62" grpId="0" uiExpand="1" build="allAtOnce" animBg="1"/>
      <p:bldP spid="66" grpId="0"/>
      <p:bldP spid="68" grpId="0"/>
      <p:bldP spid="70" grpId="0" animBg="1"/>
      <p:bldP spid="7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BBD44-16DD-DAB1-6879-353A269715EC}"/>
              </a:ext>
            </a:extLst>
          </p:cNvPr>
          <p:cNvSpPr>
            <a:spLocks noGrp="1"/>
          </p:cNvSpPr>
          <p:nvPr>
            <p:ph type="title"/>
          </p:nvPr>
        </p:nvSpPr>
        <p:spPr>
          <a:xfrm>
            <a:off x="1442920" y="113274"/>
            <a:ext cx="9306159" cy="1008590"/>
          </a:xfrm>
        </p:spPr>
        <p:txBody>
          <a:bodyPr/>
          <a:lstStyle/>
          <a:p>
            <a:pPr algn="ctr"/>
            <a:r>
              <a:rPr lang="en-US" dirty="0"/>
              <a:t>The Event-Response Cycle</a:t>
            </a:r>
          </a:p>
        </p:txBody>
      </p:sp>
      <p:sp>
        <p:nvSpPr>
          <p:cNvPr id="4" name="Callout: Right Arrow 3">
            <a:extLst>
              <a:ext uri="{FF2B5EF4-FFF2-40B4-BE49-F238E27FC236}">
                <a16:creationId xmlns:a16="http://schemas.microsoft.com/office/drawing/2014/main" id="{5DF876B7-D988-1890-E8B3-8D5D65F0A9E7}"/>
              </a:ext>
            </a:extLst>
          </p:cNvPr>
          <p:cNvSpPr/>
          <p:nvPr/>
        </p:nvSpPr>
        <p:spPr>
          <a:xfrm>
            <a:off x="1442920" y="3429002"/>
            <a:ext cx="3210633" cy="2275635"/>
          </a:xfrm>
          <a:prstGeom prst="rightArrowCallout">
            <a:avLst>
              <a:gd name="adj1" fmla="val 15695"/>
              <a:gd name="adj2" fmla="val 16118"/>
              <a:gd name="adj3" fmla="val 20347"/>
              <a:gd name="adj4" fmla="val 64977"/>
            </a:avLst>
          </a:prstGeom>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2800" b="1" dirty="0"/>
              <a:t>User Clicks Button</a:t>
            </a:r>
          </a:p>
          <a:p>
            <a:pPr algn="ctr"/>
            <a:endParaRPr lang="en-US" sz="2800" b="1" dirty="0"/>
          </a:p>
          <a:p>
            <a:pPr algn="ctr"/>
            <a:endParaRPr lang="en-US" dirty="0"/>
          </a:p>
        </p:txBody>
      </p:sp>
      <p:sp>
        <p:nvSpPr>
          <p:cNvPr id="9" name="Rectangle 8">
            <a:extLst>
              <a:ext uri="{FF2B5EF4-FFF2-40B4-BE49-F238E27FC236}">
                <a16:creationId xmlns:a16="http://schemas.microsoft.com/office/drawing/2014/main" id="{D53D868D-56BE-9959-1400-03F3A5DD6EAC}"/>
              </a:ext>
            </a:extLst>
          </p:cNvPr>
          <p:cNvSpPr/>
          <p:nvPr/>
        </p:nvSpPr>
        <p:spPr>
          <a:xfrm>
            <a:off x="7864186" y="3428998"/>
            <a:ext cx="2884893" cy="2275635"/>
          </a:xfrm>
          <a:prstGeom prst="rect">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lang="en-US" sz="2800" b="1" dirty="0"/>
              <a:t>Something Cool Happens!</a:t>
            </a:r>
          </a:p>
          <a:p>
            <a:pPr algn="ctr"/>
            <a:endParaRPr lang="en-US" dirty="0"/>
          </a:p>
        </p:txBody>
      </p:sp>
      <p:pic>
        <p:nvPicPr>
          <p:cNvPr id="14" name="Picture 13">
            <a:extLst>
              <a:ext uri="{FF2B5EF4-FFF2-40B4-BE49-F238E27FC236}">
                <a16:creationId xmlns:a16="http://schemas.microsoft.com/office/drawing/2014/main" id="{408E7215-A775-E6F9-D6D6-A90ADCC4D613}"/>
              </a:ext>
            </a:extLst>
          </p:cNvPr>
          <p:cNvPicPr>
            <a:picLocks noChangeAspect="1"/>
          </p:cNvPicPr>
          <p:nvPr/>
        </p:nvPicPr>
        <p:blipFill>
          <a:blip r:embed="rId3"/>
          <a:stretch>
            <a:fillRect/>
          </a:stretch>
        </p:blipFill>
        <p:spPr>
          <a:xfrm>
            <a:off x="566172" y="4917461"/>
            <a:ext cx="1753496" cy="1753496"/>
          </a:xfrm>
          <a:prstGeom prst="rect">
            <a:avLst/>
          </a:prstGeom>
        </p:spPr>
      </p:pic>
      <p:sp>
        <p:nvSpPr>
          <p:cNvPr id="32" name="Callout: Right Arrow 31">
            <a:extLst>
              <a:ext uri="{FF2B5EF4-FFF2-40B4-BE49-F238E27FC236}">
                <a16:creationId xmlns:a16="http://schemas.microsoft.com/office/drawing/2014/main" id="{911D4D47-E7F1-0349-6CDB-747ACE98843B}"/>
              </a:ext>
            </a:extLst>
          </p:cNvPr>
          <p:cNvSpPr/>
          <p:nvPr/>
        </p:nvSpPr>
        <p:spPr>
          <a:xfrm>
            <a:off x="4653553" y="3429000"/>
            <a:ext cx="3210633" cy="2275635"/>
          </a:xfrm>
          <a:prstGeom prst="rightArrowCallout">
            <a:avLst>
              <a:gd name="adj1" fmla="val 15695"/>
              <a:gd name="adj2" fmla="val 16118"/>
              <a:gd name="adj3" fmla="val 20347"/>
              <a:gd name="adj4" fmla="val 64977"/>
            </a:avLst>
          </a:prstGeom>
          <a:solidFill>
            <a:srgbClr val="F0DB4F"/>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2800" b="1" dirty="0">
                <a:solidFill>
                  <a:schemeClr val="bg1">
                    <a:lumMod val="10000"/>
                  </a:schemeClr>
                </a:solidFill>
              </a:rPr>
              <a:t>JavaScript Detects Click</a:t>
            </a:r>
          </a:p>
          <a:p>
            <a:pPr algn="ctr"/>
            <a:endParaRPr lang="en-US" dirty="0"/>
          </a:p>
          <a:p>
            <a:pPr algn="ctr"/>
            <a:endParaRPr lang="en-US" dirty="0"/>
          </a:p>
        </p:txBody>
      </p:sp>
      <p:pic>
        <p:nvPicPr>
          <p:cNvPr id="33" name="Picture 32" descr="A yellow and black logo&#10;&#10;AI-generated content may be incorrect.">
            <a:extLst>
              <a:ext uri="{FF2B5EF4-FFF2-40B4-BE49-F238E27FC236}">
                <a16:creationId xmlns:a16="http://schemas.microsoft.com/office/drawing/2014/main" id="{3782A920-AAB4-5D26-0824-E21646F85AE3}"/>
              </a:ext>
            </a:extLst>
          </p:cNvPr>
          <p:cNvPicPr>
            <a:picLocks noChangeAspect="1"/>
          </p:cNvPicPr>
          <p:nvPr/>
        </p:nvPicPr>
        <p:blipFill>
          <a:blip r:embed="rId4">
            <a:extLst>
              <a:ext uri="{28A0092B-C50C-407E-A947-70E740481C1C}">
                <a14:useLocalDpi xmlns:a14="http://schemas.microsoft.com/office/drawing/2010/main" val="0"/>
              </a:ext>
            </a:extLst>
          </a:blip>
          <a:srcRect l="3096" t="3415" r="3468" b="2501"/>
          <a:stretch>
            <a:fillRect/>
          </a:stretch>
        </p:blipFill>
        <p:spPr>
          <a:xfrm>
            <a:off x="5768974" y="4756150"/>
            <a:ext cx="917575" cy="923926"/>
          </a:xfrm>
          <a:prstGeom prst="rect">
            <a:avLst/>
          </a:prstGeom>
          <a:solidFill>
            <a:schemeClr val="tx2"/>
          </a:solidFill>
          <a:ln>
            <a:noFill/>
          </a:ln>
          <a:effectLst/>
        </p:spPr>
      </p:pic>
      <p:pic>
        <p:nvPicPr>
          <p:cNvPr id="16" name="Picture 15">
            <a:extLst>
              <a:ext uri="{FF2B5EF4-FFF2-40B4-BE49-F238E27FC236}">
                <a16:creationId xmlns:a16="http://schemas.microsoft.com/office/drawing/2014/main" id="{5689E3E6-1F0A-5035-3C5F-4AB9FC10ED88}"/>
              </a:ext>
            </a:extLst>
          </p:cNvPr>
          <p:cNvPicPr>
            <a:picLocks noChangeAspect="1"/>
          </p:cNvPicPr>
          <p:nvPr/>
        </p:nvPicPr>
        <p:blipFill>
          <a:blip r:embed="rId5"/>
          <a:stretch>
            <a:fillRect/>
          </a:stretch>
        </p:blipFill>
        <p:spPr>
          <a:xfrm>
            <a:off x="3916034" y="4917461"/>
            <a:ext cx="1753496" cy="1753496"/>
          </a:xfrm>
          <a:prstGeom prst="rect">
            <a:avLst/>
          </a:prstGeom>
        </p:spPr>
      </p:pic>
      <p:pic>
        <p:nvPicPr>
          <p:cNvPr id="35" name="Picture 34">
            <a:extLst>
              <a:ext uri="{FF2B5EF4-FFF2-40B4-BE49-F238E27FC236}">
                <a16:creationId xmlns:a16="http://schemas.microsoft.com/office/drawing/2014/main" id="{DB9FD800-0A8E-D84F-3E24-15D46C53F20D}"/>
              </a:ext>
            </a:extLst>
          </p:cNvPr>
          <p:cNvPicPr>
            <a:picLocks noChangeAspect="1"/>
          </p:cNvPicPr>
          <p:nvPr/>
        </p:nvPicPr>
        <p:blipFill>
          <a:blip r:embed="rId6"/>
          <a:stretch>
            <a:fillRect/>
          </a:stretch>
        </p:blipFill>
        <p:spPr>
          <a:xfrm>
            <a:off x="7265896" y="4827885"/>
            <a:ext cx="1753496" cy="1753496"/>
          </a:xfrm>
          <a:prstGeom prst="rect">
            <a:avLst/>
          </a:prstGeom>
        </p:spPr>
      </p:pic>
      <p:sp>
        <p:nvSpPr>
          <p:cNvPr id="36" name="TextBox 35">
            <a:extLst>
              <a:ext uri="{FF2B5EF4-FFF2-40B4-BE49-F238E27FC236}">
                <a16:creationId xmlns:a16="http://schemas.microsoft.com/office/drawing/2014/main" id="{34706FA0-780E-095C-1C89-EE9B032A8401}"/>
              </a:ext>
            </a:extLst>
          </p:cNvPr>
          <p:cNvSpPr txBox="1"/>
          <p:nvPr/>
        </p:nvSpPr>
        <p:spPr>
          <a:xfrm>
            <a:off x="2076001" y="1567543"/>
            <a:ext cx="8039996" cy="707886"/>
          </a:xfrm>
          <a:prstGeom prst="rect">
            <a:avLst/>
          </a:prstGeom>
          <a:noFill/>
        </p:spPr>
        <p:txBody>
          <a:bodyPr wrap="square" rtlCol="0">
            <a:spAutoFit/>
          </a:bodyPr>
          <a:lstStyle/>
          <a:p>
            <a:pPr algn="just"/>
            <a:r>
              <a:rPr lang="en-US" sz="4000" dirty="0">
                <a:solidFill>
                  <a:schemeClr val="accent6"/>
                </a:solidFill>
              </a:rPr>
              <a:t>“Event Happens </a:t>
            </a:r>
            <a:r>
              <a:rPr lang="en-US" sz="4000" b="1" kern="0" dirty="0">
                <a:solidFill>
                  <a:schemeClr val="accent6"/>
                </a:solidFill>
              </a:rPr>
              <a:t>→ </a:t>
            </a:r>
            <a:r>
              <a:rPr lang="en-US" sz="4000" kern="0" dirty="0">
                <a:solidFill>
                  <a:schemeClr val="accent6"/>
                </a:solidFill>
              </a:rPr>
              <a:t>JavaScript Responds”</a:t>
            </a:r>
          </a:p>
        </p:txBody>
      </p:sp>
      <p:sp>
        <p:nvSpPr>
          <p:cNvPr id="40" name="TextBox 39">
            <a:extLst>
              <a:ext uri="{FF2B5EF4-FFF2-40B4-BE49-F238E27FC236}">
                <a16:creationId xmlns:a16="http://schemas.microsoft.com/office/drawing/2014/main" id="{A2FB6DFB-54CD-B166-8B70-C7C626F70E27}"/>
              </a:ext>
            </a:extLst>
          </p:cNvPr>
          <p:cNvSpPr txBox="1"/>
          <p:nvPr/>
        </p:nvSpPr>
        <p:spPr>
          <a:xfrm>
            <a:off x="3046206" y="2361602"/>
            <a:ext cx="6099586" cy="584775"/>
          </a:xfrm>
          <a:prstGeom prst="rect">
            <a:avLst/>
          </a:prstGeom>
          <a:noFill/>
        </p:spPr>
        <p:txBody>
          <a:bodyPr wrap="square">
            <a:spAutoFit/>
          </a:bodyPr>
          <a:lstStyle/>
          <a:p>
            <a:pPr algn="ctr"/>
            <a:r>
              <a:rPr lang="en-US" sz="1600" dirty="0">
                <a:solidFill>
                  <a:schemeClr val="accent6"/>
                </a:solidFill>
              </a:rPr>
              <a:t>This concept is popular. According to a survey, </a:t>
            </a:r>
            <a:r>
              <a:rPr lang="en-US" sz="1600" b="1" dirty="0">
                <a:solidFill>
                  <a:schemeClr val="accent6"/>
                </a:solidFill>
              </a:rPr>
              <a:t>98.8% </a:t>
            </a:r>
            <a:r>
              <a:rPr lang="en-US" sz="1600" dirty="0">
                <a:solidFill>
                  <a:schemeClr val="accent6"/>
                </a:solidFill>
              </a:rPr>
              <a:t>of all websites use JavaScript for webpage behavior in some capacity. </a:t>
            </a:r>
            <a:endParaRPr lang="en-US" sz="1600" b="1" dirty="0">
              <a:solidFill>
                <a:schemeClr val="accent6"/>
              </a:solidFill>
            </a:endParaRPr>
          </a:p>
        </p:txBody>
      </p:sp>
    </p:spTree>
    <p:extLst>
      <p:ext uri="{BB962C8B-B14F-4D97-AF65-F5344CB8AC3E}">
        <p14:creationId xmlns:p14="http://schemas.microsoft.com/office/powerpoint/2010/main" val="3951131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31"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1000" fill="hold"/>
                                        <p:tgtEl>
                                          <p:spTgt spid="14"/>
                                        </p:tgtEl>
                                        <p:attrNameLst>
                                          <p:attrName>ppt_w</p:attrName>
                                        </p:attrNameLst>
                                      </p:cBhvr>
                                      <p:tavLst>
                                        <p:tav tm="0">
                                          <p:val>
                                            <p:fltVal val="0"/>
                                          </p:val>
                                        </p:tav>
                                        <p:tav tm="100000">
                                          <p:val>
                                            <p:strVal val="#ppt_w"/>
                                          </p:val>
                                        </p:tav>
                                      </p:tavLst>
                                    </p:anim>
                                    <p:anim calcmode="lin" valueType="num">
                                      <p:cBhvr>
                                        <p:cTn id="12" dur="1000" fill="hold"/>
                                        <p:tgtEl>
                                          <p:spTgt spid="14"/>
                                        </p:tgtEl>
                                        <p:attrNameLst>
                                          <p:attrName>ppt_h</p:attrName>
                                        </p:attrNameLst>
                                      </p:cBhvr>
                                      <p:tavLst>
                                        <p:tav tm="0">
                                          <p:val>
                                            <p:fltVal val="0"/>
                                          </p:val>
                                        </p:tav>
                                        <p:tav tm="100000">
                                          <p:val>
                                            <p:strVal val="#ppt_h"/>
                                          </p:val>
                                        </p:tav>
                                      </p:tavLst>
                                    </p:anim>
                                    <p:anim calcmode="lin" valueType="num">
                                      <p:cBhvr>
                                        <p:cTn id="13" dur="1000" fill="hold"/>
                                        <p:tgtEl>
                                          <p:spTgt spid="14"/>
                                        </p:tgtEl>
                                        <p:attrNameLst>
                                          <p:attrName>style.rotation</p:attrName>
                                        </p:attrNameLst>
                                      </p:cBhvr>
                                      <p:tavLst>
                                        <p:tav tm="0">
                                          <p:val>
                                            <p:fltVal val="90"/>
                                          </p:val>
                                        </p:tav>
                                        <p:tav tm="100000">
                                          <p:val>
                                            <p:fltVal val="0"/>
                                          </p:val>
                                        </p:tav>
                                      </p:tavLst>
                                    </p:anim>
                                    <p:animEffect transition="in" filter="fade">
                                      <p:cBhvr>
                                        <p:cTn id="14" dur="1000"/>
                                        <p:tgtEl>
                                          <p:spTgt spid="1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wipe(left)">
                                      <p:cBhvr>
                                        <p:cTn id="19" dur="500"/>
                                        <p:tgtEl>
                                          <p:spTgt spid="32"/>
                                        </p:tgtEl>
                                      </p:cBhvr>
                                    </p:animEffect>
                                  </p:childTnLst>
                                </p:cTn>
                              </p:par>
                              <p:par>
                                <p:cTn id="20" presetID="22" presetClass="entr" presetSubtype="8" fill="hold" nodeType="withEffect">
                                  <p:stCondLst>
                                    <p:cond delay="250"/>
                                  </p:stCondLst>
                                  <p:childTnLst>
                                    <p:set>
                                      <p:cBhvr>
                                        <p:cTn id="21" dur="1" fill="hold">
                                          <p:stCondLst>
                                            <p:cond delay="0"/>
                                          </p:stCondLst>
                                        </p:cTn>
                                        <p:tgtEl>
                                          <p:spTgt spid="33"/>
                                        </p:tgtEl>
                                        <p:attrNameLst>
                                          <p:attrName>style.visibility</p:attrName>
                                        </p:attrNameLst>
                                      </p:cBhvr>
                                      <p:to>
                                        <p:strVal val="visible"/>
                                      </p:to>
                                    </p:set>
                                    <p:animEffect transition="in" filter="wipe(left)">
                                      <p:cBhvr>
                                        <p:cTn id="22" dur="500"/>
                                        <p:tgtEl>
                                          <p:spTgt spid="33"/>
                                        </p:tgtEl>
                                      </p:cBhvr>
                                    </p:animEffect>
                                  </p:childTnLst>
                                </p:cTn>
                              </p:par>
                            </p:childTnLst>
                          </p:cTn>
                        </p:par>
                        <p:par>
                          <p:cTn id="23" fill="hold">
                            <p:stCondLst>
                              <p:cond delay="750"/>
                            </p:stCondLst>
                            <p:childTnLst>
                              <p:par>
                                <p:cTn id="24" presetID="31" presetClass="entr" presetSubtype="0" fill="hold" nodeType="afterEffect">
                                  <p:stCondLst>
                                    <p:cond delay="0"/>
                                  </p:stCondLst>
                                  <p:childTnLst>
                                    <p:set>
                                      <p:cBhvr>
                                        <p:cTn id="25" dur="1" fill="hold">
                                          <p:stCondLst>
                                            <p:cond delay="0"/>
                                          </p:stCondLst>
                                        </p:cTn>
                                        <p:tgtEl>
                                          <p:spTgt spid="16"/>
                                        </p:tgtEl>
                                        <p:attrNameLst>
                                          <p:attrName>style.visibility</p:attrName>
                                        </p:attrNameLst>
                                      </p:cBhvr>
                                      <p:to>
                                        <p:strVal val="visible"/>
                                      </p:to>
                                    </p:set>
                                    <p:anim calcmode="lin" valueType="num">
                                      <p:cBhvr>
                                        <p:cTn id="26" dur="1000" fill="hold"/>
                                        <p:tgtEl>
                                          <p:spTgt spid="16"/>
                                        </p:tgtEl>
                                        <p:attrNameLst>
                                          <p:attrName>ppt_w</p:attrName>
                                        </p:attrNameLst>
                                      </p:cBhvr>
                                      <p:tavLst>
                                        <p:tav tm="0">
                                          <p:val>
                                            <p:fltVal val="0"/>
                                          </p:val>
                                        </p:tav>
                                        <p:tav tm="100000">
                                          <p:val>
                                            <p:strVal val="#ppt_w"/>
                                          </p:val>
                                        </p:tav>
                                      </p:tavLst>
                                    </p:anim>
                                    <p:anim calcmode="lin" valueType="num">
                                      <p:cBhvr>
                                        <p:cTn id="27" dur="1000" fill="hold"/>
                                        <p:tgtEl>
                                          <p:spTgt spid="16"/>
                                        </p:tgtEl>
                                        <p:attrNameLst>
                                          <p:attrName>ppt_h</p:attrName>
                                        </p:attrNameLst>
                                      </p:cBhvr>
                                      <p:tavLst>
                                        <p:tav tm="0">
                                          <p:val>
                                            <p:fltVal val="0"/>
                                          </p:val>
                                        </p:tav>
                                        <p:tav tm="100000">
                                          <p:val>
                                            <p:strVal val="#ppt_h"/>
                                          </p:val>
                                        </p:tav>
                                      </p:tavLst>
                                    </p:anim>
                                    <p:anim calcmode="lin" valueType="num">
                                      <p:cBhvr>
                                        <p:cTn id="28" dur="1000" fill="hold"/>
                                        <p:tgtEl>
                                          <p:spTgt spid="16"/>
                                        </p:tgtEl>
                                        <p:attrNameLst>
                                          <p:attrName>style.rotation</p:attrName>
                                        </p:attrNameLst>
                                      </p:cBhvr>
                                      <p:tavLst>
                                        <p:tav tm="0">
                                          <p:val>
                                            <p:fltVal val="90"/>
                                          </p:val>
                                        </p:tav>
                                        <p:tav tm="100000">
                                          <p:val>
                                            <p:fltVal val="0"/>
                                          </p:val>
                                        </p:tav>
                                      </p:tavLst>
                                    </p:anim>
                                    <p:animEffect transition="in" filter="fade">
                                      <p:cBhvr>
                                        <p:cTn id="29" dur="1000"/>
                                        <p:tgtEl>
                                          <p:spTgt spid="1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left)">
                                      <p:cBhvr>
                                        <p:cTn id="34" dur="500"/>
                                        <p:tgtEl>
                                          <p:spTgt spid="9"/>
                                        </p:tgtEl>
                                      </p:cBhvr>
                                    </p:animEffect>
                                  </p:childTnLst>
                                </p:cTn>
                              </p:par>
                            </p:childTnLst>
                          </p:cTn>
                        </p:par>
                        <p:par>
                          <p:cTn id="35" fill="hold">
                            <p:stCondLst>
                              <p:cond delay="500"/>
                            </p:stCondLst>
                            <p:childTnLst>
                              <p:par>
                                <p:cTn id="36" presetID="31" presetClass="entr" presetSubtype="0" fill="hold" nodeType="afterEffect">
                                  <p:stCondLst>
                                    <p:cond delay="0"/>
                                  </p:stCondLst>
                                  <p:childTnLst>
                                    <p:set>
                                      <p:cBhvr>
                                        <p:cTn id="37" dur="1" fill="hold">
                                          <p:stCondLst>
                                            <p:cond delay="0"/>
                                          </p:stCondLst>
                                        </p:cTn>
                                        <p:tgtEl>
                                          <p:spTgt spid="35"/>
                                        </p:tgtEl>
                                        <p:attrNameLst>
                                          <p:attrName>style.visibility</p:attrName>
                                        </p:attrNameLst>
                                      </p:cBhvr>
                                      <p:to>
                                        <p:strVal val="visible"/>
                                      </p:to>
                                    </p:set>
                                    <p:anim calcmode="lin" valueType="num">
                                      <p:cBhvr>
                                        <p:cTn id="38" dur="1000" fill="hold"/>
                                        <p:tgtEl>
                                          <p:spTgt spid="35"/>
                                        </p:tgtEl>
                                        <p:attrNameLst>
                                          <p:attrName>ppt_w</p:attrName>
                                        </p:attrNameLst>
                                      </p:cBhvr>
                                      <p:tavLst>
                                        <p:tav tm="0">
                                          <p:val>
                                            <p:fltVal val="0"/>
                                          </p:val>
                                        </p:tav>
                                        <p:tav tm="100000">
                                          <p:val>
                                            <p:strVal val="#ppt_w"/>
                                          </p:val>
                                        </p:tav>
                                      </p:tavLst>
                                    </p:anim>
                                    <p:anim calcmode="lin" valueType="num">
                                      <p:cBhvr>
                                        <p:cTn id="39" dur="1000" fill="hold"/>
                                        <p:tgtEl>
                                          <p:spTgt spid="35"/>
                                        </p:tgtEl>
                                        <p:attrNameLst>
                                          <p:attrName>ppt_h</p:attrName>
                                        </p:attrNameLst>
                                      </p:cBhvr>
                                      <p:tavLst>
                                        <p:tav tm="0">
                                          <p:val>
                                            <p:fltVal val="0"/>
                                          </p:val>
                                        </p:tav>
                                        <p:tav tm="100000">
                                          <p:val>
                                            <p:strVal val="#ppt_h"/>
                                          </p:val>
                                        </p:tav>
                                      </p:tavLst>
                                    </p:anim>
                                    <p:anim calcmode="lin" valueType="num">
                                      <p:cBhvr>
                                        <p:cTn id="40" dur="1000" fill="hold"/>
                                        <p:tgtEl>
                                          <p:spTgt spid="35"/>
                                        </p:tgtEl>
                                        <p:attrNameLst>
                                          <p:attrName>style.rotation</p:attrName>
                                        </p:attrNameLst>
                                      </p:cBhvr>
                                      <p:tavLst>
                                        <p:tav tm="0">
                                          <p:val>
                                            <p:fltVal val="90"/>
                                          </p:val>
                                        </p:tav>
                                        <p:tav tm="100000">
                                          <p:val>
                                            <p:fltVal val="0"/>
                                          </p:val>
                                        </p:tav>
                                      </p:tavLst>
                                    </p:anim>
                                    <p:animEffect transition="in" filter="fade">
                                      <p:cBhvr>
                                        <p:cTn id="41"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animBg="1"/>
      <p:bldP spid="3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63418B72-6055-1FB2-D7A1-69FF9D67FB07}"/>
              </a:ext>
            </a:extLst>
          </p:cNvPr>
          <p:cNvSpPr/>
          <p:nvPr/>
        </p:nvSpPr>
        <p:spPr>
          <a:xfrm rot="3393517" flipH="1">
            <a:off x="8789104" y="3795583"/>
            <a:ext cx="1674607" cy="532019"/>
          </a:xfrm>
          <a:prstGeom prst="rect">
            <a:avLst/>
          </a:prstGeom>
          <a:solidFill>
            <a:srgbClr val="B04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9B217184-1D52-C301-C331-B299539739C7}"/>
              </a:ext>
            </a:extLst>
          </p:cNvPr>
          <p:cNvSpPr/>
          <p:nvPr/>
        </p:nvSpPr>
        <p:spPr>
          <a:xfrm rot="18206483">
            <a:off x="6902931" y="3776244"/>
            <a:ext cx="1674607" cy="532019"/>
          </a:xfrm>
          <a:prstGeom prst="rect">
            <a:avLst/>
          </a:prstGeom>
          <a:solidFill>
            <a:srgbClr val="B04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F230B20E-3CEC-9BF5-B194-48EB2DD58450}"/>
              </a:ext>
            </a:extLst>
          </p:cNvPr>
          <p:cNvSpPr/>
          <p:nvPr/>
        </p:nvSpPr>
        <p:spPr>
          <a:xfrm>
            <a:off x="7826580" y="5128348"/>
            <a:ext cx="1674607" cy="532019"/>
          </a:xfrm>
          <a:prstGeom prst="rect">
            <a:avLst/>
          </a:prstGeom>
          <a:solidFill>
            <a:srgbClr val="B04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09E770A6-143A-81D7-4A8E-6EAE70340788}"/>
              </a:ext>
            </a:extLst>
          </p:cNvPr>
          <p:cNvSpPr/>
          <p:nvPr/>
        </p:nvSpPr>
        <p:spPr>
          <a:xfrm>
            <a:off x="5992405" y="4314895"/>
            <a:ext cx="2158701" cy="2158927"/>
          </a:xfrm>
          <a:prstGeom prst="ellipse">
            <a:avLst/>
          </a:prstGeom>
          <a:solidFill>
            <a:srgbClr val="FF6600"/>
          </a:solidFill>
          <a:ln>
            <a:solidFill>
              <a:srgbClr val="FF6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27678331-629F-EDB6-5083-DC9A7E72C716}"/>
              </a:ext>
            </a:extLst>
          </p:cNvPr>
          <p:cNvSpPr/>
          <p:nvPr/>
        </p:nvSpPr>
        <p:spPr>
          <a:xfrm>
            <a:off x="7584536" y="1768580"/>
            <a:ext cx="2158701" cy="2158927"/>
          </a:xfrm>
          <a:prstGeom prst="ellipse">
            <a:avLst/>
          </a:prstGeom>
          <a:solidFill>
            <a:srgbClr val="FF6600"/>
          </a:solidFill>
          <a:ln>
            <a:solidFill>
              <a:srgbClr val="FF6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ACDAD5C-0E56-17D0-422B-DD6A1DC118D5}"/>
              </a:ext>
            </a:extLst>
          </p:cNvPr>
          <p:cNvSpPr>
            <a:spLocks noGrp="1"/>
          </p:cNvSpPr>
          <p:nvPr>
            <p:ph type="title"/>
          </p:nvPr>
        </p:nvSpPr>
        <p:spPr/>
        <p:txBody>
          <a:bodyPr/>
          <a:lstStyle/>
          <a:p>
            <a:r>
              <a:rPr lang="en-US" dirty="0"/>
              <a:t>Three Main Types of Events</a:t>
            </a:r>
          </a:p>
        </p:txBody>
      </p:sp>
      <p:pic>
        <p:nvPicPr>
          <p:cNvPr id="11" name="Picture 10">
            <a:extLst>
              <a:ext uri="{FF2B5EF4-FFF2-40B4-BE49-F238E27FC236}">
                <a16:creationId xmlns:a16="http://schemas.microsoft.com/office/drawing/2014/main" id="{E25F236D-69D9-E633-4437-73B03DA53B3F}"/>
              </a:ext>
            </a:extLst>
          </p:cNvPr>
          <p:cNvPicPr>
            <a:picLocks noChangeAspect="1"/>
          </p:cNvPicPr>
          <p:nvPr/>
        </p:nvPicPr>
        <p:blipFill>
          <a:blip r:embed="rId3">
            <a:extLst>
              <a:ext uri="{BEBA8EAE-BF5A-486C-A8C5-ECC9F3942E4B}">
                <a14:imgProps xmlns:a14="http://schemas.microsoft.com/office/drawing/2010/main">
                  <a14:imgLayer r:embed="rId4">
                    <a14:imgEffect>
                      <a14:saturation sat="0"/>
                    </a14:imgEffect>
                  </a14:imgLayer>
                </a14:imgProps>
              </a:ext>
            </a:extLst>
          </a:blip>
          <a:stretch>
            <a:fillRect/>
          </a:stretch>
        </p:blipFill>
        <p:spPr>
          <a:xfrm>
            <a:off x="7857061" y="2041219"/>
            <a:ext cx="1613647" cy="1613647"/>
          </a:xfrm>
          <a:prstGeom prst="rect">
            <a:avLst/>
          </a:prstGeom>
        </p:spPr>
      </p:pic>
      <p:pic>
        <p:nvPicPr>
          <p:cNvPr id="17" name="Picture 16">
            <a:extLst>
              <a:ext uri="{FF2B5EF4-FFF2-40B4-BE49-F238E27FC236}">
                <a16:creationId xmlns:a16="http://schemas.microsoft.com/office/drawing/2014/main" id="{838B4649-335E-D7E4-2141-B1EF89C3334C}"/>
              </a:ext>
            </a:extLst>
          </p:cNvPr>
          <p:cNvPicPr>
            <a:picLocks noChangeAspect="1"/>
          </p:cNvPicPr>
          <p:nvPr/>
        </p:nvPicPr>
        <p:blipFill>
          <a:blip r:embed="rId5">
            <a:extLst>
              <a:ext uri="{BEBA8EAE-BF5A-486C-A8C5-ECC9F3942E4B}">
                <a14:imgProps xmlns:a14="http://schemas.microsoft.com/office/drawing/2010/main">
                  <a14:imgLayer r:embed="rId6">
                    <a14:imgEffect>
                      <a14:saturation sat="0"/>
                    </a14:imgEffect>
                  </a14:imgLayer>
                </a14:imgProps>
              </a:ext>
            </a:extLst>
          </a:blip>
          <a:stretch>
            <a:fillRect/>
          </a:stretch>
        </p:blipFill>
        <p:spPr>
          <a:xfrm>
            <a:off x="6264931" y="4459526"/>
            <a:ext cx="1613647" cy="1613648"/>
          </a:xfrm>
          <a:prstGeom prst="rect">
            <a:avLst/>
          </a:prstGeom>
        </p:spPr>
      </p:pic>
      <p:sp>
        <p:nvSpPr>
          <p:cNvPr id="5" name="Oval 4">
            <a:extLst>
              <a:ext uri="{FF2B5EF4-FFF2-40B4-BE49-F238E27FC236}">
                <a16:creationId xmlns:a16="http://schemas.microsoft.com/office/drawing/2014/main" id="{B6A82983-E9D0-649C-2013-37FCC57E5A37}"/>
              </a:ext>
            </a:extLst>
          </p:cNvPr>
          <p:cNvSpPr/>
          <p:nvPr/>
        </p:nvSpPr>
        <p:spPr>
          <a:xfrm>
            <a:off x="9219700" y="4314895"/>
            <a:ext cx="2158701" cy="2158927"/>
          </a:xfrm>
          <a:prstGeom prst="ellipse">
            <a:avLst/>
          </a:prstGeom>
          <a:solidFill>
            <a:srgbClr val="FF6600"/>
          </a:solidFill>
          <a:ln>
            <a:solidFill>
              <a:srgbClr val="FF6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a:extLst>
              <a:ext uri="{FF2B5EF4-FFF2-40B4-BE49-F238E27FC236}">
                <a16:creationId xmlns:a16="http://schemas.microsoft.com/office/drawing/2014/main" id="{C615ADFC-91B7-515B-3CFB-9F6B9C5EB53A}"/>
              </a:ext>
            </a:extLst>
          </p:cNvPr>
          <p:cNvPicPr>
            <a:picLocks noChangeAspect="1"/>
          </p:cNvPicPr>
          <p:nvPr/>
        </p:nvPicPr>
        <p:blipFill>
          <a:blip r:embed="rId7">
            <a:extLst>
              <a:ext uri="{BEBA8EAE-BF5A-486C-A8C5-ECC9F3942E4B}">
                <a14:imgProps xmlns:a14="http://schemas.microsoft.com/office/drawing/2010/main">
                  <a14:imgLayer r:embed="rId8">
                    <a14:imgEffect>
                      <a14:saturation sat="0"/>
                    </a14:imgEffect>
                  </a14:imgLayer>
                </a14:imgProps>
              </a:ext>
            </a:extLst>
          </a:blip>
          <a:stretch>
            <a:fillRect/>
          </a:stretch>
        </p:blipFill>
        <p:spPr>
          <a:xfrm>
            <a:off x="9712755" y="4772177"/>
            <a:ext cx="1279481" cy="1279481"/>
          </a:xfrm>
          <a:prstGeom prst="rect">
            <a:avLst/>
          </a:prstGeom>
        </p:spPr>
      </p:pic>
      <p:sp>
        <p:nvSpPr>
          <p:cNvPr id="13" name="TextBox 12">
            <a:extLst>
              <a:ext uri="{FF2B5EF4-FFF2-40B4-BE49-F238E27FC236}">
                <a16:creationId xmlns:a16="http://schemas.microsoft.com/office/drawing/2014/main" id="{7C27CD70-E173-D4DA-3602-F37D3F49651B}"/>
              </a:ext>
            </a:extLst>
          </p:cNvPr>
          <p:cNvSpPr txBox="1"/>
          <p:nvPr/>
        </p:nvSpPr>
        <p:spPr>
          <a:xfrm>
            <a:off x="8238102" y="3759607"/>
            <a:ext cx="843254" cy="707886"/>
          </a:xfrm>
          <a:prstGeom prst="rect">
            <a:avLst/>
          </a:prstGeom>
          <a:solidFill>
            <a:srgbClr val="3BACF1"/>
          </a:solidFill>
        </p:spPr>
        <p:txBody>
          <a:bodyPr wrap="square" rtlCol="0">
            <a:spAutoFit/>
          </a:bodyPr>
          <a:lstStyle/>
          <a:p>
            <a:pPr algn="ctr"/>
            <a:r>
              <a:rPr lang="en-US" sz="4000" b="1" dirty="0">
                <a:solidFill>
                  <a:schemeClr val="bg1"/>
                </a:solidFill>
              </a:rPr>
              <a:t>#1</a:t>
            </a:r>
            <a:endParaRPr lang="en-US" sz="2400" b="1" dirty="0">
              <a:solidFill>
                <a:schemeClr val="bg1"/>
              </a:solidFill>
            </a:endParaRPr>
          </a:p>
        </p:txBody>
      </p:sp>
      <p:sp>
        <p:nvSpPr>
          <p:cNvPr id="16" name="TextBox 15">
            <a:extLst>
              <a:ext uri="{FF2B5EF4-FFF2-40B4-BE49-F238E27FC236}">
                <a16:creationId xmlns:a16="http://schemas.microsoft.com/office/drawing/2014/main" id="{165E655C-CC23-7857-E562-87BBD2D4A10C}"/>
              </a:ext>
            </a:extLst>
          </p:cNvPr>
          <p:cNvSpPr txBox="1"/>
          <p:nvPr/>
        </p:nvSpPr>
        <p:spPr>
          <a:xfrm>
            <a:off x="6635211" y="6062416"/>
            <a:ext cx="843254" cy="707886"/>
          </a:xfrm>
          <a:prstGeom prst="rect">
            <a:avLst/>
          </a:prstGeom>
          <a:solidFill>
            <a:srgbClr val="00B050"/>
          </a:solidFill>
        </p:spPr>
        <p:txBody>
          <a:bodyPr wrap="square" rtlCol="0">
            <a:spAutoFit/>
          </a:bodyPr>
          <a:lstStyle/>
          <a:p>
            <a:pPr algn="ctr"/>
            <a:r>
              <a:rPr lang="en-US" sz="4000" b="1" dirty="0">
                <a:solidFill>
                  <a:schemeClr val="bg1"/>
                </a:solidFill>
              </a:rPr>
              <a:t>#2</a:t>
            </a:r>
            <a:endParaRPr lang="en-US" sz="2400" b="1" dirty="0">
              <a:solidFill>
                <a:schemeClr val="bg1"/>
              </a:solidFill>
            </a:endParaRPr>
          </a:p>
        </p:txBody>
      </p:sp>
      <p:sp>
        <p:nvSpPr>
          <p:cNvPr id="18" name="TextBox 17">
            <a:extLst>
              <a:ext uri="{FF2B5EF4-FFF2-40B4-BE49-F238E27FC236}">
                <a16:creationId xmlns:a16="http://schemas.microsoft.com/office/drawing/2014/main" id="{600EE161-D2AC-96A7-2A79-BDABD0C29D11}"/>
              </a:ext>
            </a:extLst>
          </p:cNvPr>
          <p:cNvSpPr txBox="1"/>
          <p:nvPr/>
        </p:nvSpPr>
        <p:spPr>
          <a:xfrm>
            <a:off x="9934633" y="6062416"/>
            <a:ext cx="843254" cy="707886"/>
          </a:xfrm>
          <a:prstGeom prst="rect">
            <a:avLst/>
          </a:prstGeom>
          <a:solidFill>
            <a:srgbClr val="C00000"/>
          </a:solidFill>
        </p:spPr>
        <p:txBody>
          <a:bodyPr wrap="square" rtlCol="0">
            <a:spAutoFit/>
          </a:bodyPr>
          <a:lstStyle/>
          <a:p>
            <a:pPr algn="ctr"/>
            <a:r>
              <a:rPr lang="en-US" sz="4000" b="1" dirty="0">
                <a:solidFill>
                  <a:schemeClr val="bg1"/>
                </a:solidFill>
              </a:rPr>
              <a:t>#3</a:t>
            </a:r>
            <a:endParaRPr lang="en-US" sz="2400" b="1" dirty="0">
              <a:solidFill>
                <a:schemeClr val="bg1"/>
              </a:solidFill>
            </a:endParaRPr>
          </a:p>
        </p:txBody>
      </p:sp>
      <p:sp>
        <p:nvSpPr>
          <p:cNvPr id="25" name="Rectangle: Single Corner Snipped 24">
            <a:extLst>
              <a:ext uri="{FF2B5EF4-FFF2-40B4-BE49-F238E27FC236}">
                <a16:creationId xmlns:a16="http://schemas.microsoft.com/office/drawing/2014/main" id="{FC592DFD-D60B-2DBA-3EE8-F2C62F90F1D2}"/>
              </a:ext>
            </a:extLst>
          </p:cNvPr>
          <p:cNvSpPr/>
          <p:nvPr/>
        </p:nvSpPr>
        <p:spPr>
          <a:xfrm>
            <a:off x="890158" y="2041219"/>
            <a:ext cx="4890679" cy="809083"/>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Mouse Events</a:t>
            </a:r>
          </a:p>
          <a:p>
            <a:pPr indent="-152407" defTabSz="609585">
              <a:buClr>
                <a:schemeClr val="bg1">
                  <a:lumMod val="95000"/>
                </a:schemeClr>
              </a:buClr>
              <a:tabLst>
                <a:tab pos="609585" algn="l"/>
              </a:tabLst>
            </a:pPr>
            <a:r>
              <a:rPr lang="en-US" sz="1600" i="1" dirty="0">
                <a:solidFill>
                  <a:schemeClr val="bg1">
                    <a:lumMod val="95000"/>
                  </a:schemeClr>
                </a:solidFill>
                <a:latin typeface="Consolas" panose="020B0609020204030204" pitchFamily="49" charset="0"/>
                <a:cs typeface="Arial"/>
                <a:sym typeface="Arial"/>
              </a:rPr>
              <a:t>Moving, Clicking, Scrolling</a:t>
            </a:r>
            <a:endParaRPr lang="en-US" sz="1600" dirty="0">
              <a:solidFill>
                <a:schemeClr val="bg1">
                  <a:lumMod val="95000"/>
                </a:schemeClr>
              </a:solidFill>
              <a:latin typeface="Consolas" panose="020B0609020204030204" pitchFamily="49" charset="0"/>
              <a:cs typeface="Arial"/>
              <a:sym typeface="Arial"/>
            </a:endParaRPr>
          </a:p>
        </p:txBody>
      </p:sp>
      <p:sp>
        <p:nvSpPr>
          <p:cNvPr id="27" name="Rectangle: Single Corner Snipped 26">
            <a:extLst>
              <a:ext uri="{FF2B5EF4-FFF2-40B4-BE49-F238E27FC236}">
                <a16:creationId xmlns:a16="http://schemas.microsoft.com/office/drawing/2014/main" id="{4AF293B9-5470-475C-DAAE-3CB672925416}"/>
              </a:ext>
            </a:extLst>
          </p:cNvPr>
          <p:cNvSpPr/>
          <p:nvPr/>
        </p:nvSpPr>
        <p:spPr>
          <a:xfrm>
            <a:off x="890158" y="3132169"/>
            <a:ext cx="4890679" cy="809084"/>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Keyboard Events</a:t>
            </a:r>
          </a:p>
          <a:p>
            <a:pPr indent="-152407" defTabSz="609585">
              <a:buClr>
                <a:schemeClr val="bg1">
                  <a:lumMod val="95000"/>
                </a:schemeClr>
              </a:buClr>
              <a:tabLst>
                <a:tab pos="609585" algn="l"/>
              </a:tabLst>
            </a:pPr>
            <a:r>
              <a:rPr lang="en-US" sz="1600" i="1" dirty="0">
                <a:solidFill>
                  <a:schemeClr val="bg1">
                    <a:lumMod val="95000"/>
                  </a:schemeClr>
                </a:solidFill>
                <a:latin typeface="Consolas" panose="020B0609020204030204" pitchFamily="49" charset="0"/>
                <a:cs typeface="Arial"/>
                <a:sym typeface="Arial"/>
              </a:rPr>
              <a:t>Pressing/Releasing Keys, Typing</a:t>
            </a:r>
          </a:p>
        </p:txBody>
      </p:sp>
      <p:sp>
        <p:nvSpPr>
          <p:cNvPr id="29" name="Rectangle: Single Corner Snipped 28">
            <a:extLst>
              <a:ext uri="{FF2B5EF4-FFF2-40B4-BE49-F238E27FC236}">
                <a16:creationId xmlns:a16="http://schemas.microsoft.com/office/drawing/2014/main" id="{2E1D595B-DD4B-D7CF-B97F-ED83DD669D7F}"/>
              </a:ext>
            </a:extLst>
          </p:cNvPr>
          <p:cNvSpPr/>
          <p:nvPr/>
        </p:nvSpPr>
        <p:spPr>
          <a:xfrm>
            <a:off x="890158" y="4222876"/>
            <a:ext cx="4890679" cy="804554"/>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Form Events</a:t>
            </a:r>
          </a:p>
          <a:p>
            <a:pPr indent="-152407" defTabSz="609585">
              <a:buClr>
                <a:schemeClr val="bg1">
                  <a:lumMod val="95000"/>
                </a:schemeClr>
              </a:buClr>
              <a:tabLst>
                <a:tab pos="609585" algn="l"/>
              </a:tabLst>
            </a:pPr>
            <a:r>
              <a:rPr lang="en-US" sz="1400" i="1" dirty="0">
                <a:solidFill>
                  <a:schemeClr val="bg1">
                    <a:lumMod val="95000"/>
                  </a:schemeClr>
                </a:solidFill>
                <a:latin typeface="Consolas" panose="020B0609020204030204" pitchFamily="49" charset="0"/>
                <a:cs typeface="Arial"/>
                <a:sym typeface="Arial"/>
              </a:rPr>
              <a:t>Submitting, changing, focusing, validating</a:t>
            </a:r>
          </a:p>
        </p:txBody>
      </p:sp>
      <p:sp>
        <p:nvSpPr>
          <p:cNvPr id="30" name="Hexagon 29">
            <a:extLst>
              <a:ext uri="{FF2B5EF4-FFF2-40B4-BE49-F238E27FC236}">
                <a16:creationId xmlns:a16="http://schemas.microsoft.com/office/drawing/2014/main" id="{4A592D9B-7D28-A01C-D8EB-7505A8F3F8F8}"/>
              </a:ext>
            </a:extLst>
          </p:cNvPr>
          <p:cNvSpPr/>
          <p:nvPr/>
        </p:nvSpPr>
        <p:spPr>
          <a:xfrm>
            <a:off x="192013" y="4222876"/>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Single Corner Snipped 32">
            <a:extLst>
              <a:ext uri="{FF2B5EF4-FFF2-40B4-BE49-F238E27FC236}">
                <a16:creationId xmlns:a16="http://schemas.microsoft.com/office/drawing/2014/main" id="{57899010-92B9-D5C1-2A77-780AC7298766}"/>
              </a:ext>
            </a:extLst>
          </p:cNvPr>
          <p:cNvSpPr/>
          <p:nvPr/>
        </p:nvSpPr>
        <p:spPr>
          <a:xfrm>
            <a:off x="890158" y="5309052"/>
            <a:ext cx="4890679" cy="804553"/>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lnSpcReduction="10000"/>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Don’t Worry!</a:t>
            </a:r>
          </a:p>
          <a:p>
            <a:pPr indent="-152407" defTabSz="609585">
              <a:buClr>
                <a:schemeClr val="bg1">
                  <a:lumMod val="95000"/>
                </a:schemeClr>
              </a:buClr>
              <a:tabLst>
                <a:tab pos="609585" algn="l"/>
              </a:tabLst>
            </a:pPr>
            <a:r>
              <a:rPr lang="en-US" sz="1400" i="1" dirty="0">
                <a:solidFill>
                  <a:schemeClr val="bg1">
                    <a:lumMod val="95000"/>
                  </a:schemeClr>
                </a:solidFill>
                <a:latin typeface="Consolas" panose="020B0609020204030204" pitchFamily="49" charset="0"/>
                <a:cs typeface="Arial"/>
                <a:sym typeface="Arial"/>
              </a:rPr>
              <a:t>We’ll only look at </a:t>
            </a:r>
            <a:r>
              <a:rPr lang="en-US" sz="1400" b="1" i="1" dirty="0">
                <a:solidFill>
                  <a:srgbClr val="53B6F3"/>
                </a:solidFill>
                <a:latin typeface="Consolas" panose="020B0609020204030204" pitchFamily="49" charset="0"/>
                <a:cs typeface="Arial"/>
                <a:sym typeface="Arial"/>
              </a:rPr>
              <a:t>mouse events </a:t>
            </a:r>
            <a:r>
              <a:rPr lang="en-US" sz="1400" dirty="0">
                <a:solidFill>
                  <a:schemeClr val="bg1"/>
                </a:solidFill>
                <a:latin typeface="Consolas" panose="020B0609020204030204" pitchFamily="49" charset="0"/>
                <a:cs typeface="Arial"/>
                <a:sym typeface="Arial"/>
              </a:rPr>
              <a:t>(</a:t>
            </a:r>
            <a:r>
              <a:rPr lang="en-US" sz="1400" b="1" dirty="0">
                <a:solidFill>
                  <a:srgbClr val="53B6F3"/>
                </a:solidFill>
                <a:latin typeface="Consolas" panose="020B0609020204030204" pitchFamily="49" charset="0"/>
                <a:cs typeface="Arial"/>
                <a:sym typeface="Arial"/>
              </a:rPr>
              <a:t>#1</a:t>
            </a:r>
            <a:r>
              <a:rPr lang="en-US" sz="1400" dirty="0">
                <a:solidFill>
                  <a:schemeClr val="bg1"/>
                </a:solidFill>
                <a:latin typeface="Consolas" panose="020B0609020204030204" pitchFamily="49" charset="0"/>
                <a:cs typeface="Arial"/>
                <a:sym typeface="Arial"/>
              </a:rPr>
              <a:t>) </a:t>
            </a:r>
            <a:r>
              <a:rPr lang="en-US" sz="1400" i="1" dirty="0">
                <a:solidFill>
                  <a:schemeClr val="bg1"/>
                </a:solidFill>
                <a:latin typeface="Consolas" panose="020B0609020204030204" pitchFamily="49" charset="0"/>
                <a:cs typeface="Arial"/>
                <a:sym typeface="Arial"/>
              </a:rPr>
              <a:t>in full detail, since they’re very important.</a:t>
            </a:r>
            <a:endParaRPr lang="en-US" sz="1600" b="1" i="1" dirty="0">
              <a:solidFill>
                <a:srgbClr val="53B6F3"/>
              </a:solidFill>
              <a:latin typeface="Consolas" panose="020B0609020204030204" pitchFamily="49" charset="0"/>
              <a:cs typeface="Arial"/>
              <a:sym typeface="Arial"/>
            </a:endParaRPr>
          </a:p>
        </p:txBody>
      </p:sp>
      <p:sp>
        <p:nvSpPr>
          <p:cNvPr id="32" name="Hexagon 31">
            <a:extLst>
              <a:ext uri="{FF2B5EF4-FFF2-40B4-BE49-F238E27FC236}">
                <a16:creationId xmlns:a16="http://schemas.microsoft.com/office/drawing/2014/main" id="{21773609-B776-D221-3AF9-A4C0D1B2A435}"/>
              </a:ext>
            </a:extLst>
          </p:cNvPr>
          <p:cNvSpPr/>
          <p:nvPr/>
        </p:nvSpPr>
        <p:spPr>
          <a:xfrm>
            <a:off x="192013" y="5309052"/>
            <a:ext cx="889351"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Hexagon 35">
            <a:extLst>
              <a:ext uri="{FF2B5EF4-FFF2-40B4-BE49-F238E27FC236}">
                <a16:creationId xmlns:a16="http://schemas.microsoft.com/office/drawing/2014/main" id="{3817ED83-44BA-D7C9-629D-2158FE8D2C60}"/>
              </a:ext>
            </a:extLst>
          </p:cNvPr>
          <p:cNvSpPr/>
          <p:nvPr/>
        </p:nvSpPr>
        <p:spPr>
          <a:xfrm>
            <a:off x="192013" y="3134312"/>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Hexagon 36">
            <a:extLst>
              <a:ext uri="{FF2B5EF4-FFF2-40B4-BE49-F238E27FC236}">
                <a16:creationId xmlns:a16="http://schemas.microsoft.com/office/drawing/2014/main" id="{C8EC6DD8-6CBF-2526-5589-E00D0EBAFD30}"/>
              </a:ext>
            </a:extLst>
          </p:cNvPr>
          <p:cNvSpPr/>
          <p:nvPr/>
        </p:nvSpPr>
        <p:spPr>
          <a:xfrm>
            <a:off x="192013" y="2043361"/>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9" name="Picture 38">
            <a:extLst>
              <a:ext uri="{FF2B5EF4-FFF2-40B4-BE49-F238E27FC236}">
                <a16:creationId xmlns:a16="http://schemas.microsoft.com/office/drawing/2014/main" id="{7D0E6ABD-F707-382D-20A6-0EA60746E1AC}"/>
              </a:ext>
            </a:extLst>
          </p:cNvPr>
          <p:cNvPicPr>
            <a:picLocks noChangeAspect="1"/>
          </p:cNvPicPr>
          <p:nvPr/>
        </p:nvPicPr>
        <p:blipFill>
          <a:blip r:embed="rId9"/>
          <a:stretch>
            <a:fillRect/>
          </a:stretch>
        </p:blipFill>
        <p:spPr>
          <a:xfrm>
            <a:off x="356873" y="2117786"/>
            <a:ext cx="580627" cy="580627"/>
          </a:xfrm>
          <a:prstGeom prst="rect">
            <a:avLst/>
          </a:prstGeom>
        </p:spPr>
      </p:pic>
      <p:pic>
        <p:nvPicPr>
          <p:cNvPr id="41" name="Picture 40" descr="A hands on a keyboard&#10;&#10;AI-generated content may be incorrect.">
            <a:extLst>
              <a:ext uri="{FF2B5EF4-FFF2-40B4-BE49-F238E27FC236}">
                <a16:creationId xmlns:a16="http://schemas.microsoft.com/office/drawing/2014/main" id="{649E6CC0-F751-BE0A-ACA9-A6864AB23A1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46217" y="3235620"/>
            <a:ext cx="601938" cy="601938"/>
          </a:xfrm>
          <a:prstGeom prst="rect">
            <a:avLst/>
          </a:prstGeom>
        </p:spPr>
      </p:pic>
      <p:pic>
        <p:nvPicPr>
          <p:cNvPr id="43" name="Picture 42">
            <a:extLst>
              <a:ext uri="{FF2B5EF4-FFF2-40B4-BE49-F238E27FC236}">
                <a16:creationId xmlns:a16="http://schemas.microsoft.com/office/drawing/2014/main" id="{DFEB6123-5DE3-ABE0-32EC-F2E7152B881E}"/>
              </a:ext>
            </a:extLst>
          </p:cNvPr>
          <p:cNvPicPr>
            <a:picLocks noChangeAspect="1"/>
          </p:cNvPicPr>
          <p:nvPr/>
        </p:nvPicPr>
        <p:blipFill>
          <a:blip r:embed="rId11"/>
          <a:stretch>
            <a:fillRect/>
          </a:stretch>
        </p:blipFill>
        <p:spPr>
          <a:xfrm>
            <a:off x="378283" y="4350517"/>
            <a:ext cx="537805" cy="537805"/>
          </a:xfrm>
          <a:prstGeom prst="rect">
            <a:avLst/>
          </a:prstGeom>
        </p:spPr>
      </p:pic>
      <p:sp>
        <p:nvSpPr>
          <p:cNvPr id="46" name="TextBox 45">
            <a:extLst>
              <a:ext uri="{FF2B5EF4-FFF2-40B4-BE49-F238E27FC236}">
                <a16:creationId xmlns:a16="http://schemas.microsoft.com/office/drawing/2014/main" id="{D24706CE-D2CC-CEDF-4978-61084AE461DC}"/>
              </a:ext>
            </a:extLst>
          </p:cNvPr>
          <p:cNvSpPr txBox="1"/>
          <p:nvPr/>
        </p:nvSpPr>
        <p:spPr>
          <a:xfrm>
            <a:off x="331885" y="5480495"/>
            <a:ext cx="558273" cy="461665"/>
          </a:xfrm>
          <a:prstGeom prst="rect">
            <a:avLst/>
          </a:prstGeom>
          <a:solidFill>
            <a:srgbClr val="3BACF1"/>
          </a:solidFill>
          <a:scene3d>
            <a:camera prst="orthographicFront">
              <a:rot lat="20999999" lon="1499989" rev="0"/>
            </a:camera>
            <a:lightRig rig="threePt" dir="t"/>
          </a:scene3d>
          <a:sp3d>
            <a:bevelT/>
          </a:sp3d>
        </p:spPr>
        <p:txBody>
          <a:bodyPr wrap="square" rtlCol="0">
            <a:spAutoFit/>
          </a:bodyPr>
          <a:lstStyle/>
          <a:p>
            <a:pPr algn="ctr"/>
            <a:r>
              <a:rPr lang="en-US" sz="2400" b="1" spc="50" dirty="0">
                <a:ln w="9525" cmpd="sng">
                  <a:solidFill>
                    <a:schemeClr val="accent1"/>
                  </a:solidFill>
                  <a:prstDash val="solid"/>
                </a:ln>
                <a:solidFill>
                  <a:srgbClr val="70AD47">
                    <a:tint val="1000"/>
                  </a:srgbClr>
                </a:solidFill>
                <a:effectLst>
                  <a:glow rad="38100">
                    <a:schemeClr val="accent1">
                      <a:alpha val="40000"/>
                    </a:schemeClr>
                  </a:glow>
                </a:effectLst>
              </a:rPr>
              <a:t>#1</a:t>
            </a:r>
            <a:endParaRPr lang="en-US" sz="1400" b="1" spc="50" dirty="0">
              <a:ln w="9525" cmpd="sng">
                <a:solidFill>
                  <a:schemeClr val="accent1"/>
                </a:solidFill>
                <a:prstDash val="solid"/>
              </a:ln>
              <a:solidFill>
                <a:srgbClr val="70AD47">
                  <a:tint val="1000"/>
                </a:srgbClr>
              </a:solidFill>
              <a:effectLst>
                <a:glow rad="38100">
                  <a:schemeClr val="accent1">
                    <a:alpha val="40000"/>
                  </a:schemeClr>
                </a:glow>
              </a:effectLst>
            </a:endParaRPr>
          </a:p>
        </p:txBody>
      </p:sp>
    </p:spTree>
    <p:extLst>
      <p:ext uri="{BB962C8B-B14F-4D97-AF65-F5344CB8AC3E}">
        <p14:creationId xmlns:p14="http://schemas.microsoft.com/office/powerpoint/2010/main" val="13740894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additive="base">
                                        <p:cTn id="14" dur="500" fill="hold"/>
                                        <p:tgtEl>
                                          <p:spTgt spid="16"/>
                                        </p:tgtEl>
                                        <p:attrNameLst>
                                          <p:attrName>ppt_x</p:attrName>
                                        </p:attrNameLst>
                                      </p:cBhvr>
                                      <p:tavLst>
                                        <p:tav tm="0">
                                          <p:val>
                                            <p:strVal val="#ppt_x"/>
                                          </p:val>
                                        </p:tav>
                                        <p:tav tm="100000">
                                          <p:val>
                                            <p:strVal val="#ppt_x"/>
                                          </p:val>
                                        </p:tav>
                                      </p:tavLst>
                                    </p:anim>
                                    <p:anim calcmode="lin" valueType="num">
                                      <p:cBhvr additive="base">
                                        <p:cTn id="15"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1000"/>
                                        <p:tgtEl>
                                          <p:spTgt spid="18"/>
                                        </p:tgtEl>
                                      </p:cBhvr>
                                    </p:animEffect>
                                    <p:anim calcmode="lin" valueType="num">
                                      <p:cBhvr>
                                        <p:cTn id="21" dur="1000" fill="hold"/>
                                        <p:tgtEl>
                                          <p:spTgt spid="18"/>
                                        </p:tgtEl>
                                        <p:attrNameLst>
                                          <p:attrName>ppt_x</p:attrName>
                                        </p:attrNameLst>
                                      </p:cBhvr>
                                      <p:tavLst>
                                        <p:tav tm="0">
                                          <p:val>
                                            <p:strVal val="#ppt_x"/>
                                          </p:val>
                                        </p:tav>
                                        <p:tav tm="100000">
                                          <p:val>
                                            <p:strVal val="#ppt_x"/>
                                          </p:val>
                                        </p:tav>
                                      </p:tavLst>
                                    </p:anim>
                                    <p:anim calcmode="lin" valueType="num">
                                      <p:cBhvr>
                                        <p:cTn id="22"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6" grpId="0" animBg="1"/>
      <p:bldP spid="18"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B4797F45-E5E5-A36A-DAA4-8F27BBEF77EA}"/>
              </a:ext>
            </a:extLst>
          </p:cNvPr>
          <p:cNvSpPr>
            <a:spLocks noGrp="1"/>
          </p:cNvSpPr>
          <p:nvPr>
            <p:ph type="body" sz="quarter" idx="22"/>
          </p:nvPr>
        </p:nvSpPr>
        <p:spPr/>
        <p:txBody>
          <a:bodyPr>
            <a:normAutofit/>
          </a:bodyPr>
          <a:lstStyle/>
          <a:p>
            <a:r>
              <a:rPr lang="en-US" dirty="0"/>
              <a:t>Hovering (</a:t>
            </a:r>
            <a:r>
              <a:rPr lang="en-US" b="1" dirty="0">
                <a:solidFill>
                  <a:schemeClr val="accent2">
                    <a:lumMod val="60000"/>
                    <a:lumOff val="40000"/>
                  </a:schemeClr>
                </a:solidFill>
              </a:rPr>
              <a:t>mouseover</a:t>
            </a:r>
            <a:r>
              <a:rPr lang="en-US" dirty="0"/>
              <a:t>): Over a video thumbnail → Preview plays</a:t>
            </a:r>
          </a:p>
          <a:p>
            <a:r>
              <a:rPr lang="en-US" sz="1600" i="1" dirty="0"/>
              <a:t>  </a:t>
            </a:r>
            <a:r>
              <a:rPr lang="en-US" sz="1400" b="1" i="1" dirty="0"/>
              <a:t>YouTube</a:t>
            </a:r>
            <a:r>
              <a:rPr lang="en-US" sz="1400" i="1" dirty="0"/>
              <a:t>, for example, uses </a:t>
            </a:r>
            <a:r>
              <a:rPr lang="en-US" sz="1400" b="1" i="1" dirty="0">
                <a:solidFill>
                  <a:schemeClr val="accent2">
                    <a:lumMod val="60000"/>
                    <a:lumOff val="40000"/>
                  </a:schemeClr>
                </a:solidFill>
              </a:rPr>
              <a:t>mouseover</a:t>
            </a:r>
            <a:r>
              <a:rPr lang="en-US" sz="1400" i="1" dirty="0"/>
              <a:t> events to trigger previews of content</a:t>
            </a:r>
            <a:endParaRPr lang="en-US" sz="1600" i="1" dirty="0"/>
          </a:p>
          <a:p>
            <a:endParaRPr lang="en-US" dirty="0"/>
          </a:p>
        </p:txBody>
      </p:sp>
      <p:sp>
        <p:nvSpPr>
          <p:cNvPr id="3" name="Title 2">
            <a:extLst>
              <a:ext uri="{FF2B5EF4-FFF2-40B4-BE49-F238E27FC236}">
                <a16:creationId xmlns:a16="http://schemas.microsoft.com/office/drawing/2014/main" id="{4F66E5F8-4437-604A-3DFF-350D1C0BDB7F}"/>
              </a:ext>
            </a:extLst>
          </p:cNvPr>
          <p:cNvSpPr>
            <a:spLocks noGrp="1"/>
          </p:cNvSpPr>
          <p:nvPr>
            <p:ph type="title"/>
          </p:nvPr>
        </p:nvSpPr>
        <p:spPr/>
        <p:txBody>
          <a:bodyPr/>
          <a:lstStyle/>
          <a:p>
            <a:r>
              <a:rPr lang="en-US" sz="4000" dirty="0"/>
              <a:t>Mouse Events</a:t>
            </a:r>
            <a:r>
              <a:rPr lang="en-US" sz="4000" b="0" dirty="0"/>
              <a:t>: Moving, Clicking, Scrolling</a:t>
            </a:r>
          </a:p>
        </p:txBody>
      </p:sp>
      <p:sp>
        <p:nvSpPr>
          <p:cNvPr id="4" name="Content Placeholder 3">
            <a:extLst>
              <a:ext uri="{FF2B5EF4-FFF2-40B4-BE49-F238E27FC236}">
                <a16:creationId xmlns:a16="http://schemas.microsoft.com/office/drawing/2014/main" id="{D05340C3-7C54-1C53-3FD0-0F586EC83F4D}"/>
              </a:ext>
            </a:extLst>
          </p:cNvPr>
          <p:cNvSpPr>
            <a:spLocks noGrp="1"/>
          </p:cNvSpPr>
          <p:nvPr>
            <p:ph sz="quarter" idx="14"/>
          </p:nvPr>
        </p:nvSpPr>
        <p:spPr/>
        <p:txBody>
          <a:bodyPr>
            <a:normAutofit/>
          </a:bodyPr>
          <a:lstStyle/>
          <a:p>
            <a:pPr marL="0" indent="0">
              <a:buNone/>
            </a:pPr>
            <a:r>
              <a:rPr lang="en-US" b="1" dirty="0">
                <a:solidFill>
                  <a:srgbClr val="F0DB4F"/>
                </a:solidFill>
              </a:rPr>
              <a:t>JavaScript</a:t>
            </a:r>
            <a:r>
              <a:rPr lang="en-US" dirty="0"/>
              <a:t> recognizes specific event </a:t>
            </a:r>
            <a:r>
              <a:rPr lang="en-US" b="1" dirty="0"/>
              <a:t>names</a:t>
            </a:r>
            <a:r>
              <a:rPr lang="en-US" dirty="0"/>
              <a:t>:</a:t>
            </a:r>
          </a:p>
          <a:p>
            <a:pPr marL="0" indent="0" algn="ctr">
              <a:buNone/>
            </a:pPr>
            <a:endParaRPr lang="en-US" sz="2000" i="1" dirty="0"/>
          </a:p>
          <a:p>
            <a:pPr marL="0" indent="0" algn="ctr">
              <a:buNone/>
            </a:pPr>
            <a:r>
              <a:rPr lang="en-US" sz="2400" b="1" dirty="0">
                <a:solidFill>
                  <a:schemeClr val="accent2">
                    <a:lumMod val="60000"/>
                    <a:lumOff val="40000"/>
                  </a:schemeClr>
                </a:solidFill>
              </a:rPr>
              <a:t>'mouseover'</a:t>
            </a:r>
            <a:r>
              <a:rPr lang="en-US" sz="2400" dirty="0"/>
              <a:t>, </a:t>
            </a:r>
            <a:r>
              <a:rPr lang="en-US" sz="2400" b="1" dirty="0">
                <a:solidFill>
                  <a:schemeClr val="accent2">
                    <a:lumMod val="60000"/>
                    <a:lumOff val="40000"/>
                  </a:schemeClr>
                </a:solidFill>
              </a:rPr>
              <a:t>'click'</a:t>
            </a:r>
            <a:r>
              <a:rPr lang="en-US" sz="2400" dirty="0"/>
              <a:t>, </a:t>
            </a:r>
            <a:r>
              <a:rPr lang="en-US" sz="2400" b="1" dirty="0">
                <a:solidFill>
                  <a:schemeClr val="accent2">
                    <a:lumMod val="60000"/>
                    <a:lumOff val="40000"/>
                  </a:schemeClr>
                </a:solidFill>
              </a:rPr>
              <a:t>'</a:t>
            </a:r>
            <a:r>
              <a:rPr lang="en-US" sz="2400" b="1" dirty="0" err="1">
                <a:solidFill>
                  <a:schemeClr val="accent2">
                    <a:lumMod val="60000"/>
                    <a:lumOff val="40000"/>
                  </a:schemeClr>
                </a:solidFill>
              </a:rPr>
              <a:t>mousewheel</a:t>
            </a:r>
            <a:r>
              <a:rPr lang="en-US" sz="2400" b="1" dirty="0">
                <a:solidFill>
                  <a:schemeClr val="accent2">
                    <a:lumMod val="60000"/>
                    <a:lumOff val="40000"/>
                  </a:schemeClr>
                </a:solidFill>
              </a:rPr>
              <a:t>'</a:t>
            </a:r>
            <a:r>
              <a:rPr lang="en-US" sz="2400" dirty="0"/>
              <a:t>, </a:t>
            </a:r>
            <a:r>
              <a:rPr lang="en-US" sz="2400" b="1" dirty="0">
                <a:solidFill>
                  <a:schemeClr val="accent2">
                    <a:lumMod val="60000"/>
                    <a:lumOff val="40000"/>
                  </a:schemeClr>
                </a:solidFill>
              </a:rPr>
              <a:t>'</a:t>
            </a:r>
            <a:r>
              <a:rPr lang="en-US" sz="2400" b="1" dirty="0" err="1">
                <a:solidFill>
                  <a:schemeClr val="accent2">
                    <a:lumMod val="60000"/>
                    <a:lumOff val="40000"/>
                  </a:schemeClr>
                </a:solidFill>
              </a:rPr>
              <a:t>mousemove</a:t>
            </a:r>
            <a:r>
              <a:rPr lang="en-US" sz="2400" b="1" dirty="0">
                <a:solidFill>
                  <a:schemeClr val="accent2">
                    <a:lumMod val="60000"/>
                    <a:lumOff val="40000"/>
                  </a:schemeClr>
                </a:solidFill>
              </a:rPr>
              <a:t>'</a:t>
            </a:r>
            <a:endParaRPr lang="en-US" sz="3200" b="1" dirty="0">
              <a:solidFill>
                <a:schemeClr val="accent2">
                  <a:lumMod val="60000"/>
                  <a:lumOff val="40000"/>
                </a:schemeClr>
              </a:solidFill>
            </a:endParaRPr>
          </a:p>
          <a:p>
            <a:endParaRPr lang="en-US" dirty="0"/>
          </a:p>
        </p:txBody>
      </p:sp>
      <p:sp>
        <p:nvSpPr>
          <p:cNvPr id="6" name="Text Placeholder 5">
            <a:extLst>
              <a:ext uri="{FF2B5EF4-FFF2-40B4-BE49-F238E27FC236}">
                <a16:creationId xmlns:a16="http://schemas.microsoft.com/office/drawing/2014/main" id="{7ACE8B67-C3FA-ABE8-6A8A-12C7A4904AD8}"/>
              </a:ext>
            </a:extLst>
          </p:cNvPr>
          <p:cNvSpPr>
            <a:spLocks noGrp="1"/>
          </p:cNvSpPr>
          <p:nvPr>
            <p:ph type="body" sz="quarter" idx="23"/>
          </p:nvPr>
        </p:nvSpPr>
        <p:spPr/>
        <p:txBody>
          <a:bodyPr/>
          <a:lstStyle/>
          <a:p>
            <a:r>
              <a:rPr lang="en-US" dirty="0"/>
              <a:t>Clicking (</a:t>
            </a:r>
            <a:r>
              <a:rPr lang="en-US" b="1" dirty="0">
                <a:solidFill>
                  <a:schemeClr val="accent2">
                    <a:lumMod val="60000"/>
                    <a:lumOff val="40000"/>
                  </a:schemeClr>
                </a:solidFill>
              </a:rPr>
              <a:t>click</a:t>
            </a:r>
            <a:r>
              <a:rPr lang="en-US" dirty="0"/>
              <a:t>): Click order button → Pizza is delivered</a:t>
            </a:r>
          </a:p>
          <a:p>
            <a:r>
              <a:rPr lang="en-US" sz="1600" dirty="0"/>
              <a:t>  </a:t>
            </a:r>
            <a:r>
              <a:rPr lang="en-US" sz="1400" i="1" dirty="0"/>
              <a:t>If you’ve ordered food online, you can thank </a:t>
            </a:r>
            <a:r>
              <a:rPr lang="en-US" sz="1400" b="1" i="1" dirty="0">
                <a:solidFill>
                  <a:schemeClr val="accent2">
                    <a:lumMod val="60000"/>
                    <a:lumOff val="40000"/>
                  </a:schemeClr>
                </a:solidFill>
              </a:rPr>
              <a:t>click</a:t>
            </a:r>
            <a:r>
              <a:rPr lang="en-US" sz="1400" i="1" dirty="0"/>
              <a:t> events for that meal</a:t>
            </a:r>
            <a:endParaRPr lang="en-US" sz="1400" dirty="0"/>
          </a:p>
          <a:p>
            <a:endParaRPr lang="en-US" dirty="0"/>
          </a:p>
        </p:txBody>
      </p:sp>
      <p:sp>
        <p:nvSpPr>
          <p:cNvPr id="8" name="Text Placeholder 7">
            <a:extLst>
              <a:ext uri="{FF2B5EF4-FFF2-40B4-BE49-F238E27FC236}">
                <a16:creationId xmlns:a16="http://schemas.microsoft.com/office/drawing/2014/main" id="{B3AFD8FB-A7E2-82CD-DBC4-33EA94768117}"/>
              </a:ext>
            </a:extLst>
          </p:cNvPr>
          <p:cNvSpPr>
            <a:spLocks noGrp="1"/>
          </p:cNvSpPr>
          <p:nvPr>
            <p:ph type="body" sz="quarter" idx="25"/>
          </p:nvPr>
        </p:nvSpPr>
        <p:spPr/>
        <p:txBody>
          <a:bodyPr>
            <a:normAutofit fontScale="92500"/>
          </a:bodyPr>
          <a:lstStyle/>
          <a:p>
            <a:r>
              <a:rPr lang="en-US" dirty="0"/>
              <a:t>Scrolling (</a:t>
            </a:r>
            <a:r>
              <a:rPr lang="en-US" b="1" dirty="0" err="1">
                <a:solidFill>
                  <a:schemeClr val="accent2">
                    <a:lumMod val="60000"/>
                    <a:lumOff val="40000"/>
                  </a:schemeClr>
                </a:solidFill>
              </a:rPr>
              <a:t>mousewheel</a:t>
            </a:r>
            <a:r>
              <a:rPr lang="en-US" dirty="0"/>
              <a:t>): Browsing social media → More posts load</a:t>
            </a:r>
          </a:p>
          <a:p>
            <a:r>
              <a:rPr lang="en-US" sz="1400" i="1" dirty="0"/>
              <a:t>  Sites can run faster by tracking </a:t>
            </a:r>
            <a:r>
              <a:rPr lang="en-US" sz="1400" b="1" i="1" dirty="0" err="1">
                <a:solidFill>
                  <a:schemeClr val="accent2">
                    <a:lumMod val="60000"/>
                    <a:lumOff val="40000"/>
                  </a:schemeClr>
                </a:solidFill>
              </a:rPr>
              <a:t>mousewheel</a:t>
            </a:r>
            <a:r>
              <a:rPr lang="en-US" sz="1400" i="1" dirty="0"/>
              <a:t>, and loading only what is visible</a:t>
            </a:r>
            <a:endParaRPr lang="en-US" sz="1400" dirty="0"/>
          </a:p>
          <a:p>
            <a:endParaRPr lang="en-US" dirty="0"/>
          </a:p>
        </p:txBody>
      </p:sp>
      <p:sp>
        <p:nvSpPr>
          <p:cNvPr id="10" name="Text Placeholder 9">
            <a:extLst>
              <a:ext uri="{FF2B5EF4-FFF2-40B4-BE49-F238E27FC236}">
                <a16:creationId xmlns:a16="http://schemas.microsoft.com/office/drawing/2014/main" id="{05D8BD35-DD94-C260-C17E-2904D402DF49}"/>
              </a:ext>
            </a:extLst>
          </p:cNvPr>
          <p:cNvSpPr>
            <a:spLocks noGrp="1"/>
          </p:cNvSpPr>
          <p:nvPr>
            <p:ph type="body" sz="quarter" idx="27"/>
          </p:nvPr>
        </p:nvSpPr>
        <p:spPr/>
        <p:txBody>
          <a:bodyPr>
            <a:normAutofit fontScale="92500"/>
          </a:bodyPr>
          <a:lstStyle/>
          <a:p>
            <a:r>
              <a:rPr lang="en-US" sz="1900" dirty="0"/>
              <a:t>Moving (</a:t>
            </a:r>
            <a:r>
              <a:rPr lang="en-US" sz="1900" b="1" dirty="0" err="1">
                <a:solidFill>
                  <a:schemeClr val="accent2">
                    <a:lumMod val="60000"/>
                    <a:lumOff val="40000"/>
                  </a:schemeClr>
                </a:solidFill>
              </a:rPr>
              <a:t>mousemove</a:t>
            </a:r>
            <a:r>
              <a:rPr lang="en-US" sz="1900" dirty="0"/>
              <a:t>): Web gaming → Character follows the cursor</a:t>
            </a:r>
          </a:p>
          <a:p>
            <a:r>
              <a:rPr lang="en-US" sz="1500" dirty="0"/>
              <a:t> </a:t>
            </a:r>
            <a:r>
              <a:rPr lang="en-US" sz="1500" i="1" dirty="0"/>
              <a:t>Popular games like agar.io and slither.io wouldn’t work without </a:t>
            </a:r>
            <a:r>
              <a:rPr lang="en-US" sz="1500" b="1" i="1" dirty="0" err="1">
                <a:solidFill>
                  <a:schemeClr val="accent2">
                    <a:lumMod val="60000"/>
                    <a:lumOff val="40000"/>
                  </a:schemeClr>
                </a:solidFill>
              </a:rPr>
              <a:t>mousemove</a:t>
            </a:r>
            <a:r>
              <a:rPr lang="en-US" sz="1500" b="1" i="1" dirty="0"/>
              <a:t> </a:t>
            </a:r>
            <a:endParaRPr lang="en-US" sz="1500" i="1" dirty="0"/>
          </a:p>
        </p:txBody>
      </p:sp>
      <p:pic>
        <p:nvPicPr>
          <p:cNvPr id="33" name="Picture Placeholder 32">
            <a:extLst>
              <a:ext uri="{FF2B5EF4-FFF2-40B4-BE49-F238E27FC236}">
                <a16:creationId xmlns:a16="http://schemas.microsoft.com/office/drawing/2014/main" id="{906EA3FD-7ACC-B57E-7ED5-CCF160F48B65}"/>
              </a:ext>
            </a:extLst>
          </p:cNvPr>
          <p:cNvPicPr>
            <a:picLocks noGrp="1" noChangeAspect="1"/>
          </p:cNvPicPr>
          <p:nvPr>
            <p:ph type="pic" sz="quarter" idx="29"/>
          </p:nvPr>
        </p:nvPicPr>
        <p:blipFill rotWithShape="1">
          <a:blip r:embed="rId3"/>
          <a:srcRect l="-20382" t="-21368" r="-34151" b="-21208"/>
          <a:stretch>
            <a:fillRect/>
          </a:stretch>
        </p:blipFill>
        <p:spPr>
          <a:xfrm>
            <a:off x="1637987" y="2352408"/>
            <a:ext cx="792499" cy="731187"/>
          </a:xfrm>
          <a:prstGeom prst="hexagon">
            <a:avLst/>
          </a:prstGeom>
          <a:solidFill>
            <a:srgbClr val="244C4E"/>
          </a:solidFill>
          <a:ln w="19050">
            <a:solidFill>
              <a:srgbClr val="244C4E">
                <a:lumMod val="50000"/>
              </a:srgbClr>
            </a:solidFill>
          </a:ln>
          <a:effectLst>
            <a:outerShdw blurRad="50800" dist="38100" dir="2700000" algn="tl" rotWithShape="0">
              <a:prstClr val="black">
                <a:alpha val="40000"/>
              </a:prstClr>
            </a:outerShdw>
          </a:effectLst>
        </p:spPr>
      </p:pic>
      <p:pic>
        <p:nvPicPr>
          <p:cNvPr id="31" name="Picture Placeholder 30" descr="A blue and white clapper board with a red play button&#10;&#10;AI-generated content may be incorrect.">
            <a:extLst>
              <a:ext uri="{FF2B5EF4-FFF2-40B4-BE49-F238E27FC236}">
                <a16:creationId xmlns:a16="http://schemas.microsoft.com/office/drawing/2014/main" id="{54A1BCE4-FE52-A01C-20E1-4A5C60BCF953}"/>
              </a:ext>
            </a:extLst>
          </p:cNvPr>
          <p:cNvPicPr>
            <a:picLocks noGrp="1" noChangeAspect="1"/>
          </p:cNvPicPr>
          <p:nvPr>
            <p:ph type="pic" sz="quarter" idx="30"/>
          </p:nvPr>
        </p:nvPicPr>
        <p:blipFill rotWithShape="1">
          <a:blip r:embed="rId4">
            <a:extLst>
              <a:ext uri="{28A0092B-C50C-407E-A947-70E740481C1C}">
                <a14:useLocalDpi xmlns:a14="http://schemas.microsoft.com/office/drawing/2010/main" val="0"/>
              </a:ext>
            </a:extLst>
          </a:blip>
          <a:srcRect l="-16991" t="-10065" r="-20364" b="-16662"/>
          <a:stretch>
            <a:fillRect/>
          </a:stretch>
        </p:blipFill>
        <p:spPr>
          <a:xfrm>
            <a:off x="1647718" y="1443084"/>
            <a:ext cx="792499" cy="731187"/>
          </a:xfrm>
          <a:ln>
            <a:solidFill>
              <a:srgbClr val="122627"/>
            </a:solidFill>
          </a:ln>
        </p:spPr>
      </p:pic>
      <p:pic>
        <p:nvPicPr>
          <p:cNvPr id="35" name="Picture Placeholder 34">
            <a:extLst>
              <a:ext uri="{FF2B5EF4-FFF2-40B4-BE49-F238E27FC236}">
                <a16:creationId xmlns:a16="http://schemas.microsoft.com/office/drawing/2014/main" id="{CF4A0AB2-16FB-A3E6-39C1-ACB4202734DB}"/>
              </a:ext>
            </a:extLst>
          </p:cNvPr>
          <p:cNvPicPr>
            <a:picLocks noGrp="1" noChangeAspect="1"/>
          </p:cNvPicPr>
          <p:nvPr>
            <p:ph type="pic" sz="quarter" idx="31"/>
          </p:nvPr>
        </p:nvPicPr>
        <p:blipFill>
          <a:blip r:embed="rId5"/>
          <a:srcRect l="-31200" t="-22508" r="-27307" b="-23926"/>
          <a:stretch>
            <a:fillRect/>
          </a:stretch>
        </p:blipFill>
        <p:spPr>
          <a:xfrm>
            <a:off x="1637987" y="3265676"/>
            <a:ext cx="792499" cy="731187"/>
          </a:xfrm>
          <a:prstGeom prst="hexagon">
            <a:avLst/>
          </a:prstGeom>
          <a:solidFill>
            <a:srgbClr val="244C4E"/>
          </a:solidFill>
          <a:ln w="19050">
            <a:solidFill>
              <a:srgbClr val="244C4E">
                <a:lumMod val="50000"/>
              </a:srgbClr>
            </a:solidFill>
          </a:ln>
          <a:effectLst>
            <a:outerShdw blurRad="50800" dist="38100" dir="2700000" algn="tl" rotWithShape="0">
              <a:prstClr val="black">
                <a:alpha val="40000"/>
              </a:prstClr>
            </a:outerShdw>
          </a:effectLst>
        </p:spPr>
      </p:pic>
      <p:pic>
        <p:nvPicPr>
          <p:cNvPr id="37" name="Picture Placeholder 36" descr="A yellow game controller with a black background&#10;&#10;AI-generated content may be incorrect.">
            <a:extLst>
              <a:ext uri="{FF2B5EF4-FFF2-40B4-BE49-F238E27FC236}">
                <a16:creationId xmlns:a16="http://schemas.microsoft.com/office/drawing/2014/main" id="{2E734745-4638-BE12-1571-454F325DF064}"/>
              </a:ext>
            </a:extLst>
          </p:cNvPr>
          <p:cNvPicPr>
            <a:picLocks noGrp="1" noChangeAspect="1"/>
          </p:cNvPicPr>
          <p:nvPr>
            <p:ph type="pic" sz="quarter" idx="32"/>
          </p:nvPr>
        </p:nvPicPr>
        <p:blipFill>
          <a:blip r:embed="rId6">
            <a:extLst>
              <a:ext uri="{28A0092B-C50C-407E-A947-70E740481C1C}">
                <a14:useLocalDpi xmlns:a14="http://schemas.microsoft.com/office/drawing/2010/main" val="0"/>
              </a:ext>
            </a:extLst>
          </a:blip>
          <a:srcRect l="-20741" t="-11197" r="-17350" b="-16098"/>
          <a:stretch>
            <a:fillRect/>
          </a:stretch>
        </p:blipFill>
        <p:spPr>
          <a:xfrm>
            <a:off x="1637987" y="4174667"/>
            <a:ext cx="792499" cy="731187"/>
          </a:xfrm>
        </p:spPr>
      </p:pic>
    </p:spTree>
    <p:extLst>
      <p:ext uri="{BB962C8B-B14F-4D97-AF65-F5344CB8AC3E}">
        <p14:creationId xmlns:p14="http://schemas.microsoft.com/office/powerpoint/2010/main" val="290213794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09B30B4-DD46-A47E-6690-77E47C180AEF}"/>
              </a:ext>
            </a:extLst>
          </p:cNvPr>
          <p:cNvSpPr>
            <a:spLocks noGrp="1"/>
          </p:cNvSpPr>
          <p:nvPr>
            <p:ph type="body" sz="quarter" idx="13"/>
          </p:nvPr>
        </p:nvSpPr>
        <p:spPr>
          <a:prstGeom prst="snip1Rect">
            <a:avLst>
              <a:gd name="adj" fmla="val 50000"/>
            </a:avLst>
          </a:prstGeom>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a:p>
            <a:r>
              <a:rPr lang="en-US" dirty="0"/>
              <a:t>11</a:t>
            </a:r>
          </a:p>
          <a:p>
            <a:r>
              <a:rPr lang="en-US" dirty="0"/>
              <a:t>12</a:t>
            </a:r>
          </a:p>
          <a:p>
            <a:r>
              <a:rPr lang="en-US" dirty="0"/>
              <a:t>13</a:t>
            </a:r>
          </a:p>
          <a:p>
            <a:r>
              <a:rPr lang="en-US" dirty="0"/>
              <a:t>14</a:t>
            </a:r>
          </a:p>
          <a:p>
            <a:r>
              <a:rPr lang="en-US" dirty="0"/>
              <a:t>15</a:t>
            </a:r>
          </a:p>
        </p:txBody>
      </p:sp>
      <p:sp>
        <p:nvSpPr>
          <p:cNvPr id="3" name="Title 2">
            <a:extLst>
              <a:ext uri="{FF2B5EF4-FFF2-40B4-BE49-F238E27FC236}">
                <a16:creationId xmlns:a16="http://schemas.microsoft.com/office/drawing/2014/main" id="{FDAAA430-2717-E231-2A88-A4F40A4D7D42}"/>
              </a:ext>
            </a:extLst>
          </p:cNvPr>
          <p:cNvSpPr>
            <a:spLocks noGrp="1"/>
          </p:cNvSpPr>
          <p:nvPr>
            <p:ph type="title"/>
          </p:nvPr>
        </p:nvSpPr>
        <p:spPr/>
        <p:txBody>
          <a:bodyPr/>
          <a:lstStyle/>
          <a:p>
            <a:r>
              <a:rPr lang="en-US" dirty="0"/>
              <a:t>Mouse Events: Example</a:t>
            </a:r>
          </a:p>
        </p:txBody>
      </p:sp>
      <p:sp>
        <p:nvSpPr>
          <p:cNvPr id="4" name="Content Placeholder 3">
            <a:extLst>
              <a:ext uri="{FF2B5EF4-FFF2-40B4-BE49-F238E27FC236}">
                <a16:creationId xmlns:a16="http://schemas.microsoft.com/office/drawing/2014/main" id="{DE9B1794-A9C9-8982-3C5A-E83137B68EDA}"/>
              </a:ext>
            </a:extLst>
          </p:cNvPr>
          <p:cNvSpPr>
            <a:spLocks noGrp="1"/>
          </p:cNvSpPr>
          <p:nvPr>
            <p:ph sz="quarter" idx="10"/>
          </p:nvPr>
        </p:nvSpPr>
        <p:spPr>
          <a:prstGeom prst="snip1Rect">
            <a:avLst>
              <a:gd name="adj" fmla="val 6285"/>
            </a:avLst>
          </a:prstGeom>
        </p:spPr>
        <p:txBody>
          <a:bodyPr/>
          <a:lstStyle/>
          <a:p>
            <a:r>
              <a:rPr lang="en-US" sz="1400" dirty="0">
                <a:solidFill>
                  <a:srgbClr val="7F9F7F"/>
                </a:solidFill>
                <a:highlight>
                  <a:srgbClr val="3F3F3F"/>
                </a:highlight>
              </a:rPr>
              <a:t>// File: add-button-listeners.js</a:t>
            </a:r>
          </a:p>
          <a:p>
            <a:endParaRPr lang="en-US" sz="1400" dirty="0">
              <a:solidFill>
                <a:srgbClr val="7F9F7F"/>
              </a:solidFill>
              <a:highlight>
                <a:srgbClr val="3F3F3F"/>
              </a:highlight>
            </a:endParaRPr>
          </a:p>
          <a:p>
            <a:r>
              <a:rPr lang="en-US" sz="1400" dirty="0">
                <a:solidFill>
                  <a:srgbClr val="7F9F7F"/>
                </a:solidFill>
                <a:highlight>
                  <a:srgbClr val="3F3F3F"/>
                </a:highlight>
              </a:rPr>
              <a:t>/* We'll explain this line in more detail later--</a:t>
            </a:r>
          </a:p>
          <a:p>
            <a:r>
              <a:rPr lang="en-US" sz="1400" dirty="0">
                <a:solidFill>
                  <a:srgbClr val="7F9F7F"/>
                </a:solidFill>
                <a:highlight>
                  <a:srgbClr val="3F3F3F"/>
                </a:highlight>
              </a:rPr>
              <a:t>    We're storing an HTML element in a variable. */</a:t>
            </a:r>
            <a:endParaRPr lang="en-US" sz="1400" dirty="0">
              <a:solidFill>
                <a:srgbClr val="DCDCCC"/>
              </a:solidFill>
              <a:highlight>
                <a:srgbClr val="3F3F3F"/>
              </a:highlight>
            </a:endParaRPr>
          </a:p>
          <a:p>
            <a:r>
              <a:rPr lang="en-US" sz="1400" b="1" dirty="0">
                <a:solidFill>
                  <a:srgbClr val="DFC47D"/>
                </a:solidFill>
                <a:highlight>
                  <a:srgbClr val="3F3F3F"/>
                </a:highlight>
              </a:rPr>
              <a:t>const</a:t>
            </a:r>
            <a:r>
              <a:rPr lang="en-US" sz="1400" b="0" dirty="0">
                <a:solidFill>
                  <a:srgbClr val="DCDCCC"/>
                </a:solidFill>
                <a:highlight>
                  <a:srgbClr val="3F3F3F"/>
                </a:highlight>
              </a:rPr>
              <a:t> </a:t>
            </a:r>
            <a:r>
              <a:rPr lang="en-US" sz="1400" b="1" dirty="0">
                <a:solidFill>
                  <a:srgbClr val="FFCFAF"/>
                </a:solidFill>
                <a:highlight>
                  <a:srgbClr val="3F3F3F"/>
                </a:highlight>
              </a:rPr>
              <a:t>button</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document</a:t>
            </a:r>
            <a:r>
              <a:rPr lang="en-US" sz="1400" b="1" dirty="0" err="1">
                <a:solidFill>
                  <a:srgbClr val="9F9D6D"/>
                </a:solidFill>
                <a:highlight>
                  <a:srgbClr val="3F3F3F"/>
                </a:highlight>
              </a:rPr>
              <a:t>.</a:t>
            </a:r>
            <a:r>
              <a:rPr lang="en-US" sz="1400" b="0" dirty="0" err="1">
                <a:solidFill>
                  <a:srgbClr val="DCDCCC"/>
                </a:solidFill>
                <a:highlight>
                  <a:srgbClr val="3F3F3F"/>
                </a:highlight>
              </a:rPr>
              <a:t>getElementById</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myButton</a:t>
            </a:r>
            <a:r>
              <a:rPr lang="en-US" sz="1400" b="0" dirty="0">
                <a:solidFill>
                  <a:srgbClr val="DCA3A3"/>
                </a:solidFill>
                <a:highlight>
                  <a:srgbClr val="3F3F3F"/>
                </a:highlight>
              </a:rPr>
              <a:t>'</a:t>
            </a:r>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0" dirty="0">
                <a:solidFill>
                  <a:srgbClr val="7F9F7F"/>
                </a:solidFill>
                <a:highlight>
                  <a:srgbClr val="3F3F3F"/>
                </a:highlight>
              </a:rPr>
              <a:t>// Make HTML &lt;button&gt; (ID `</a:t>
            </a:r>
            <a:r>
              <a:rPr lang="en-US" sz="1400" b="0" dirty="0" err="1">
                <a:solidFill>
                  <a:srgbClr val="7F9F7F"/>
                </a:solidFill>
                <a:highlight>
                  <a:srgbClr val="3F3F3F"/>
                </a:highlight>
              </a:rPr>
              <a:t>myButton</a:t>
            </a:r>
            <a:r>
              <a:rPr lang="en-US" sz="1400" b="0" dirty="0">
                <a:solidFill>
                  <a:srgbClr val="7F9F7F"/>
                </a:solidFill>
                <a:highlight>
                  <a:srgbClr val="3F3F3F"/>
                </a:highlight>
              </a:rPr>
              <a:t>`) listen for clicks</a:t>
            </a:r>
          </a:p>
          <a:p>
            <a:r>
              <a:rPr lang="en-US" sz="1400" b="1" dirty="0" err="1">
                <a:solidFill>
                  <a:srgbClr val="FFCFAF"/>
                </a:solidFill>
                <a:highlight>
                  <a:srgbClr val="3F3F3F"/>
                </a:highlight>
              </a:rPr>
              <a:t>button</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'click'</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DFC47D"/>
                </a:solidFill>
                <a:highlight>
                  <a:srgbClr val="3F3F3F"/>
                </a:highlight>
              </a:rPr>
              <a:t>function</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a:t>
            </a:r>
            <a:r>
              <a:rPr lang="en-US" sz="1400" b="1" dirty="0">
                <a:solidFill>
                  <a:srgbClr val="FFCFAF"/>
                </a:solidFill>
                <a:highlight>
                  <a:srgbClr val="3F3F3F"/>
                </a:highlight>
              </a:rPr>
              <a:t>alert</a:t>
            </a:r>
            <a:r>
              <a:rPr lang="en-US" sz="1400" b="1" dirty="0">
                <a:solidFill>
                  <a:srgbClr val="9F9D6D"/>
                </a:solidFill>
                <a:highlight>
                  <a:srgbClr val="3F3F3F"/>
                </a:highlight>
              </a:rPr>
              <a:t>(</a:t>
            </a:r>
            <a:r>
              <a:rPr lang="en-US" sz="1400" b="0" dirty="0">
                <a:solidFill>
                  <a:srgbClr val="DCA3A3"/>
                </a:solidFill>
                <a:highlight>
                  <a:srgbClr val="3F3F3F"/>
                </a:highlight>
              </a:rPr>
              <a:t>'Button was clicked!'</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7F9F7F"/>
                </a:solidFill>
                <a:highlight>
                  <a:srgbClr val="3F3F3F"/>
                </a:highlight>
              </a:rPr>
              <a:t>// Make HTML &lt;button&gt; (ID `</a:t>
            </a:r>
            <a:r>
              <a:rPr lang="en-US" sz="1400" b="0" dirty="0" err="1">
                <a:solidFill>
                  <a:srgbClr val="7F9F7F"/>
                </a:solidFill>
                <a:highlight>
                  <a:srgbClr val="3F3F3F"/>
                </a:highlight>
              </a:rPr>
              <a:t>myButton</a:t>
            </a:r>
            <a:r>
              <a:rPr lang="en-US" sz="1400" b="0" dirty="0">
                <a:solidFill>
                  <a:srgbClr val="7F9F7F"/>
                </a:solidFill>
                <a:highlight>
                  <a:srgbClr val="3F3F3F"/>
                </a:highlight>
              </a:rPr>
              <a:t>`) listen for hover</a:t>
            </a:r>
          </a:p>
          <a:p>
            <a:r>
              <a:rPr lang="en-US" sz="1400" b="1" dirty="0" err="1">
                <a:solidFill>
                  <a:srgbClr val="FFCFAF"/>
                </a:solidFill>
                <a:highlight>
                  <a:srgbClr val="3F3F3F"/>
                </a:highlight>
              </a:rPr>
              <a:t>button</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'mouseover'</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DFC47D"/>
                </a:solidFill>
                <a:highlight>
                  <a:srgbClr val="3F3F3F"/>
                </a:highlight>
              </a:rPr>
              <a:t>function</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a:t>
            </a:r>
            <a:r>
              <a:rPr lang="en-US" sz="1400" b="1" dirty="0" err="1">
                <a:solidFill>
                  <a:srgbClr val="FFCFAF"/>
                </a:solidFill>
                <a:highlight>
                  <a:srgbClr val="3F3F3F"/>
                </a:highlight>
              </a:rPr>
              <a:t>button</a:t>
            </a:r>
            <a:r>
              <a:rPr lang="en-US" sz="1400" b="1" dirty="0" err="1">
                <a:solidFill>
                  <a:srgbClr val="9F9D6D"/>
                </a:solidFill>
                <a:highlight>
                  <a:srgbClr val="3F3F3F"/>
                </a:highlight>
              </a:rPr>
              <a:t>.</a:t>
            </a:r>
            <a:r>
              <a:rPr lang="en-US" sz="1400" b="0" dirty="0" err="1">
                <a:solidFill>
                  <a:srgbClr val="DCDCCC"/>
                </a:solidFill>
                <a:highlight>
                  <a:srgbClr val="3F3F3F"/>
                </a:highlight>
              </a:rPr>
              <a:t>style</a:t>
            </a:r>
            <a:r>
              <a:rPr lang="en-US" sz="1400" b="1" dirty="0" err="1">
                <a:solidFill>
                  <a:srgbClr val="9F9D6D"/>
                </a:solidFill>
                <a:highlight>
                  <a:srgbClr val="3F3F3F"/>
                </a:highlight>
              </a:rPr>
              <a:t>.</a:t>
            </a:r>
            <a:r>
              <a:rPr lang="en-US" sz="1400" b="0" dirty="0" err="1">
                <a:solidFill>
                  <a:srgbClr val="DCDCCC"/>
                </a:solidFill>
                <a:highlight>
                  <a:srgbClr val="3F3F3F"/>
                </a:highlight>
              </a:rPr>
              <a:t>backgroundColor</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DCA3A3"/>
                </a:solidFill>
                <a:highlight>
                  <a:srgbClr val="3F3F3F"/>
                </a:highlight>
              </a:rPr>
              <a:t>'blue'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p>
          <a:p>
            <a:endParaRPr lang="en-US" dirty="0"/>
          </a:p>
        </p:txBody>
      </p:sp>
      <p:sp>
        <p:nvSpPr>
          <p:cNvPr id="5" name="Content Placeholder 4">
            <a:extLst>
              <a:ext uri="{FF2B5EF4-FFF2-40B4-BE49-F238E27FC236}">
                <a16:creationId xmlns:a16="http://schemas.microsoft.com/office/drawing/2014/main" id="{66F973CD-6816-A4CA-C558-5B2B3B2573DC}"/>
              </a:ext>
            </a:extLst>
          </p:cNvPr>
          <p:cNvSpPr>
            <a:spLocks noGrp="1"/>
          </p:cNvSpPr>
          <p:nvPr>
            <p:ph sz="quarter" idx="11"/>
          </p:nvPr>
        </p:nvSpPr>
        <p:spPr/>
        <p:txBody>
          <a:bodyPr/>
          <a:lstStyle/>
          <a:p>
            <a:pPr algn="just"/>
            <a:r>
              <a:rPr lang="en-US" i="1" dirty="0">
                <a:solidFill>
                  <a:srgbClr val="F0DB4F"/>
                </a:solidFill>
              </a:rPr>
              <a:t>JavaScript</a:t>
            </a:r>
          </a:p>
        </p:txBody>
      </p:sp>
      <p:sp>
        <p:nvSpPr>
          <p:cNvPr id="6" name="Content Placeholder 5">
            <a:extLst>
              <a:ext uri="{FF2B5EF4-FFF2-40B4-BE49-F238E27FC236}">
                <a16:creationId xmlns:a16="http://schemas.microsoft.com/office/drawing/2014/main" id="{32024A89-8103-3605-FE42-6A6FC97A27D9}"/>
              </a:ext>
            </a:extLst>
          </p:cNvPr>
          <p:cNvSpPr>
            <a:spLocks noGrp="1"/>
          </p:cNvSpPr>
          <p:nvPr>
            <p:ph sz="quarter" idx="14"/>
          </p:nvPr>
        </p:nvSpPr>
        <p:spPr/>
        <p:txBody>
          <a:bodyPr/>
          <a:lstStyle/>
          <a:p>
            <a:pPr marL="0" indent="0">
              <a:buNone/>
            </a:pPr>
            <a:r>
              <a:rPr lang="en-US" b="1" dirty="0">
                <a:solidFill>
                  <a:srgbClr val="F0DB4F"/>
                </a:solidFill>
              </a:rPr>
              <a:t>JavaScript</a:t>
            </a:r>
            <a:r>
              <a:rPr lang="en-US" i="1" dirty="0"/>
              <a:t> </a:t>
            </a:r>
            <a:r>
              <a:rPr lang="en-US" dirty="0"/>
              <a:t>to</a:t>
            </a:r>
            <a:r>
              <a:rPr lang="en-US" i="1" dirty="0"/>
              <a:t> English </a:t>
            </a:r>
            <a:r>
              <a:rPr lang="en-US" dirty="0"/>
              <a:t>translation:</a:t>
            </a:r>
          </a:p>
          <a:p>
            <a:pPr marL="0" indent="0">
              <a:buNone/>
            </a:pPr>
            <a:endParaRPr lang="en-US" sz="2400" dirty="0"/>
          </a:p>
          <a:p>
            <a:pPr marL="0" indent="0">
              <a:buNone/>
            </a:pPr>
            <a:r>
              <a:rPr lang="en-US" sz="2400" dirty="0"/>
              <a:t>“When the user’s mouse </a:t>
            </a:r>
            <a:r>
              <a:rPr lang="en-US" sz="2400" b="1" dirty="0">
                <a:solidFill>
                  <a:schemeClr val="accent2">
                    <a:lumMod val="60000"/>
                    <a:lumOff val="40000"/>
                  </a:schemeClr>
                </a:solidFill>
              </a:rPr>
              <a:t>clicks</a:t>
            </a:r>
            <a:r>
              <a:rPr lang="en-US" sz="2400" dirty="0"/>
              <a:t> or </a:t>
            </a:r>
            <a:r>
              <a:rPr lang="en-US" sz="2400" b="1" dirty="0">
                <a:solidFill>
                  <a:schemeClr val="accent2">
                    <a:lumMod val="60000"/>
                    <a:lumOff val="40000"/>
                  </a:schemeClr>
                </a:solidFill>
              </a:rPr>
              <a:t>hovers</a:t>
            </a:r>
            <a:r>
              <a:rPr lang="en-US" sz="2400" dirty="0"/>
              <a:t>, do something in response!”</a:t>
            </a:r>
          </a:p>
        </p:txBody>
      </p:sp>
    </p:spTree>
    <p:extLst>
      <p:ext uri="{BB962C8B-B14F-4D97-AF65-F5344CB8AC3E}">
        <p14:creationId xmlns:p14="http://schemas.microsoft.com/office/powerpoint/2010/main" val="103609819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B6DE1C7-6D7A-7E67-061B-EC7DB3704A1F}"/>
              </a:ext>
            </a:extLst>
          </p:cNvPr>
          <p:cNvSpPr>
            <a:spLocks noGrp="1"/>
          </p:cNvSpPr>
          <p:nvPr>
            <p:ph type="body" sz="quarter" idx="22"/>
          </p:nvPr>
        </p:nvSpPr>
        <p:spPr>
          <a:xfrm>
            <a:off x="2255350" y="2805401"/>
            <a:ext cx="8257032" cy="731520"/>
          </a:xfrm>
        </p:spPr>
        <p:txBody>
          <a:bodyPr>
            <a:normAutofit/>
          </a:bodyPr>
          <a:lstStyle/>
          <a:p>
            <a:r>
              <a:rPr lang="en-US" sz="2400" dirty="0"/>
              <a:t>User clicks on a menu item → ?</a:t>
            </a:r>
          </a:p>
          <a:p>
            <a:endParaRPr lang="en-US" sz="2400" dirty="0"/>
          </a:p>
        </p:txBody>
      </p:sp>
      <p:sp>
        <p:nvSpPr>
          <p:cNvPr id="2" name="Title 1">
            <a:extLst>
              <a:ext uri="{FF2B5EF4-FFF2-40B4-BE49-F238E27FC236}">
                <a16:creationId xmlns:a16="http://schemas.microsoft.com/office/drawing/2014/main" id="{A3F93FF4-7711-E420-1BA8-394B4CA69B64}"/>
              </a:ext>
            </a:extLst>
          </p:cNvPr>
          <p:cNvSpPr>
            <a:spLocks noGrp="1"/>
          </p:cNvSpPr>
          <p:nvPr>
            <p:ph type="title"/>
          </p:nvPr>
        </p:nvSpPr>
        <p:spPr>
          <a:xfrm>
            <a:off x="1935419" y="156973"/>
            <a:ext cx="8321162" cy="1143200"/>
          </a:xfrm>
        </p:spPr>
        <p:txBody>
          <a:bodyPr/>
          <a:lstStyle/>
          <a:p>
            <a:r>
              <a:rPr lang="en-US" dirty="0"/>
              <a:t>Activity: </a:t>
            </a:r>
            <a:r>
              <a:rPr lang="en-US" b="0" dirty="0"/>
              <a:t>Predict the Event</a:t>
            </a:r>
          </a:p>
        </p:txBody>
      </p:sp>
      <p:sp>
        <p:nvSpPr>
          <p:cNvPr id="4" name="Content Placeholder 3">
            <a:extLst>
              <a:ext uri="{FF2B5EF4-FFF2-40B4-BE49-F238E27FC236}">
                <a16:creationId xmlns:a16="http://schemas.microsoft.com/office/drawing/2014/main" id="{7E775A2F-1490-F9B5-1E15-30E8A92A31C9}"/>
              </a:ext>
            </a:extLst>
          </p:cNvPr>
          <p:cNvSpPr>
            <a:spLocks noGrp="1"/>
          </p:cNvSpPr>
          <p:nvPr>
            <p:ph sz="quarter" idx="14"/>
          </p:nvPr>
        </p:nvSpPr>
        <p:spPr>
          <a:xfrm>
            <a:off x="1637987" y="1469856"/>
            <a:ext cx="9066922" cy="1148208"/>
          </a:xfrm>
        </p:spPr>
        <p:txBody>
          <a:bodyPr>
            <a:normAutofit fontScale="92500"/>
          </a:bodyPr>
          <a:lstStyle/>
          <a:p>
            <a:pPr marL="304793" lvl="1" indent="0">
              <a:buNone/>
            </a:pPr>
            <a:r>
              <a:rPr lang="en-US" dirty="0"/>
              <a:t>Look at each the provided scenarios below, and determine the correct </a:t>
            </a:r>
            <a:r>
              <a:rPr lang="en-US" b="1" dirty="0">
                <a:solidFill>
                  <a:srgbClr val="F0DB4F"/>
                </a:solidFill>
              </a:rPr>
              <a:t>JavaScript</a:t>
            </a:r>
            <a:r>
              <a:rPr lang="en-US" dirty="0"/>
              <a:t> event types</a:t>
            </a:r>
          </a:p>
        </p:txBody>
      </p:sp>
      <p:sp>
        <p:nvSpPr>
          <p:cNvPr id="5" name="Text Placeholder 4">
            <a:extLst>
              <a:ext uri="{FF2B5EF4-FFF2-40B4-BE49-F238E27FC236}">
                <a16:creationId xmlns:a16="http://schemas.microsoft.com/office/drawing/2014/main" id="{29BF0C0B-8850-96BA-A375-B0B8548F761E}"/>
              </a:ext>
            </a:extLst>
          </p:cNvPr>
          <p:cNvSpPr>
            <a:spLocks noGrp="1"/>
          </p:cNvSpPr>
          <p:nvPr>
            <p:ph type="body" sz="quarter" idx="23"/>
          </p:nvPr>
        </p:nvSpPr>
        <p:spPr>
          <a:xfrm>
            <a:off x="2255350" y="3714725"/>
            <a:ext cx="8257032" cy="731520"/>
          </a:xfrm>
        </p:spPr>
        <p:txBody>
          <a:bodyPr>
            <a:normAutofit/>
          </a:bodyPr>
          <a:lstStyle/>
          <a:p>
            <a:r>
              <a:rPr lang="en-US" sz="2400" dirty="0"/>
              <a:t>User types their email address → ?</a:t>
            </a:r>
          </a:p>
          <a:p>
            <a:endParaRPr lang="en-US" sz="2400" dirty="0"/>
          </a:p>
        </p:txBody>
      </p:sp>
      <p:sp>
        <p:nvSpPr>
          <p:cNvPr id="6" name="Text Placeholder 5">
            <a:extLst>
              <a:ext uri="{FF2B5EF4-FFF2-40B4-BE49-F238E27FC236}">
                <a16:creationId xmlns:a16="http://schemas.microsoft.com/office/drawing/2014/main" id="{C06B0A1D-0AD9-5EAA-55EB-36EFC9598D60}"/>
              </a:ext>
            </a:extLst>
          </p:cNvPr>
          <p:cNvSpPr>
            <a:spLocks noGrp="1"/>
          </p:cNvSpPr>
          <p:nvPr>
            <p:ph type="body" sz="quarter" idx="25"/>
          </p:nvPr>
        </p:nvSpPr>
        <p:spPr>
          <a:xfrm>
            <a:off x="2255350" y="4624049"/>
            <a:ext cx="8257032" cy="731520"/>
          </a:xfrm>
        </p:spPr>
        <p:txBody>
          <a:bodyPr>
            <a:normAutofit/>
          </a:bodyPr>
          <a:lstStyle/>
          <a:p>
            <a:r>
              <a:rPr lang="en-US" sz="2400" dirty="0"/>
              <a:t>User submits a contact form → ?</a:t>
            </a:r>
          </a:p>
          <a:p>
            <a:endParaRPr lang="en-US" sz="2400" dirty="0"/>
          </a:p>
        </p:txBody>
      </p:sp>
      <p:sp>
        <p:nvSpPr>
          <p:cNvPr id="7" name="Text Placeholder 6">
            <a:extLst>
              <a:ext uri="{FF2B5EF4-FFF2-40B4-BE49-F238E27FC236}">
                <a16:creationId xmlns:a16="http://schemas.microsoft.com/office/drawing/2014/main" id="{BE7FA794-7F43-AE85-0081-5159FE703576}"/>
              </a:ext>
            </a:extLst>
          </p:cNvPr>
          <p:cNvSpPr>
            <a:spLocks noGrp="1"/>
          </p:cNvSpPr>
          <p:nvPr>
            <p:ph type="body" sz="quarter" idx="27"/>
          </p:nvPr>
        </p:nvSpPr>
        <p:spPr>
          <a:xfrm>
            <a:off x="2255350" y="5533373"/>
            <a:ext cx="8257032" cy="731520"/>
          </a:xfrm>
        </p:spPr>
        <p:txBody>
          <a:bodyPr>
            <a:normAutofit/>
          </a:bodyPr>
          <a:lstStyle/>
          <a:p>
            <a:r>
              <a:rPr lang="en-US" sz="2400" dirty="0"/>
              <a:t>User presses the spacebar in a game → ?</a:t>
            </a:r>
          </a:p>
          <a:p>
            <a:endParaRPr lang="en-US" sz="2400" dirty="0"/>
          </a:p>
        </p:txBody>
      </p:sp>
      <p:pic>
        <p:nvPicPr>
          <p:cNvPr id="13" name="Picture Placeholder 12" descr="Question Mark with solid fill">
            <a:extLst>
              <a:ext uri="{FF2B5EF4-FFF2-40B4-BE49-F238E27FC236}">
                <a16:creationId xmlns:a16="http://schemas.microsoft.com/office/drawing/2014/main" id="{640403F2-2484-9A86-8723-D0CA20BDE166}"/>
              </a:ext>
            </a:extLst>
          </p:cNvPr>
          <p:cNvPicPr>
            <a:picLocks noGrp="1" noChangeAspect="1"/>
          </p:cNvPicPr>
          <p:nvPr>
            <p:ph type="pic" sz="quarter" idx="30"/>
          </p:nvPr>
        </p:nvPicPr>
        <p:blipFill>
          <a:blip r:embed="rId3">
            <a:extLst>
              <a:ext uri="{96DAC541-7B7A-43D3-8B79-37D633B846F1}">
                <asvg:svgBlip xmlns:asvg="http://schemas.microsoft.com/office/drawing/2016/SVG/main" r:embed="rId4"/>
              </a:ext>
            </a:extLst>
          </a:blip>
          <a:srcRect t="3808" b="3808"/>
          <a:stretch>
            <a:fillRect/>
          </a:stretch>
        </p:blipFill>
        <p:spPr>
          <a:xfrm>
            <a:off x="1647825" y="2805113"/>
            <a:ext cx="792163" cy="731837"/>
          </a:xfrm>
        </p:spPr>
      </p:pic>
      <p:pic>
        <p:nvPicPr>
          <p:cNvPr id="14" name="Picture Placeholder 12" descr="Question Mark with solid fill">
            <a:extLst>
              <a:ext uri="{FF2B5EF4-FFF2-40B4-BE49-F238E27FC236}">
                <a16:creationId xmlns:a16="http://schemas.microsoft.com/office/drawing/2014/main" id="{B895F637-0C18-2EDB-675B-D710AFA35FF1}"/>
              </a:ext>
            </a:extLst>
          </p:cNvPr>
          <p:cNvPicPr>
            <a:picLocks noGrp="1" noChangeAspect="1"/>
          </p:cNvPicPr>
          <p:nvPr>
            <p:ph type="pic" sz="quarter" idx="29"/>
          </p:nvPr>
        </p:nvPicPr>
        <p:blipFill>
          <a:blip r:embed="rId3">
            <a:extLst>
              <a:ext uri="{96DAC541-7B7A-43D3-8B79-37D633B846F1}">
                <asvg:svgBlip xmlns:asvg="http://schemas.microsoft.com/office/drawing/2016/SVG/main" r:embed="rId4"/>
              </a:ext>
            </a:extLst>
          </a:blip>
          <a:srcRect t="3908" b="3908"/>
          <a:stretch>
            <a:fillRect/>
          </a:stretch>
        </p:blipFill>
        <p:spPr>
          <a:xfrm>
            <a:off x="1638300" y="3714750"/>
            <a:ext cx="792163" cy="730250"/>
          </a:xfrm>
        </p:spPr>
      </p:pic>
      <p:pic>
        <p:nvPicPr>
          <p:cNvPr id="15" name="Picture Placeholder 12" descr="Question Mark with solid fill">
            <a:extLst>
              <a:ext uri="{FF2B5EF4-FFF2-40B4-BE49-F238E27FC236}">
                <a16:creationId xmlns:a16="http://schemas.microsoft.com/office/drawing/2014/main" id="{5E77B42A-25A8-1E73-2D8B-5438F4533A8B}"/>
              </a:ext>
            </a:extLst>
          </p:cNvPr>
          <p:cNvPicPr>
            <a:picLocks noGrp="1" noChangeAspect="1"/>
          </p:cNvPicPr>
          <p:nvPr>
            <p:ph type="pic" sz="quarter" idx="31"/>
          </p:nvPr>
        </p:nvPicPr>
        <p:blipFill>
          <a:blip r:embed="rId3">
            <a:extLst>
              <a:ext uri="{96DAC541-7B7A-43D3-8B79-37D633B846F1}">
                <asvg:svgBlip xmlns:asvg="http://schemas.microsoft.com/office/drawing/2016/SVG/main" r:embed="rId4"/>
              </a:ext>
            </a:extLst>
          </a:blip>
          <a:srcRect t="3808" b="3808"/>
          <a:stretch>
            <a:fillRect/>
          </a:stretch>
        </p:blipFill>
        <p:spPr>
          <a:xfrm>
            <a:off x="1638300" y="4627563"/>
            <a:ext cx="792163" cy="731837"/>
          </a:xfrm>
        </p:spPr>
      </p:pic>
      <p:pic>
        <p:nvPicPr>
          <p:cNvPr id="16" name="Picture Placeholder 12" descr="Question Mark with solid fill">
            <a:extLst>
              <a:ext uri="{FF2B5EF4-FFF2-40B4-BE49-F238E27FC236}">
                <a16:creationId xmlns:a16="http://schemas.microsoft.com/office/drawing/2014/main" id="{D79B06A6-5C40-4277-9EB2-5CD044355564}"/>
              </a:ext>
            </a:extLst>
          </p:cNvPr>
          <p:cNvPicPr>
            <a:picLocks noGrp="1" noChangeAspect="1"/>
          </p:cNvPicPr>
          <p:nvPr>
            <p:ph type="pic" sz="quarter" idx="32"/>
          </p:nvPr>
        </p:nvPicPr>
        <p:blipFill>
          <a:blip r:embed="rId3">
            <a:extLst>
              <a:ext uri="{96DAC541-7B7A-43D3-8B79-37D633B846F1}">
                <asvg:svgBlip xmlns:asvg="http://schemas.microsoft.com/office/drawing/2016/SVG/main" r:embed="rId4"/>
              </a:ext>
            </a:extLst>
          </a:blip>
          <a:srcRect t="3908" b="3908"/>
          <a:stretch>
            <a:fillRect/>
          </a:stretch>
        </p:blipFill>
        <p:spPr>
          <a:xfrm>
            <a:off x="1638300" y="5537200"/>
            <a:ext cx="792163" cy="730250"/>
          </a:xfrm>
        </p:spPr>
      </p:pic>
    </p:spTree>
    <p:extLst>
      <p:ext uri="{BB962C8B-B14F-4D97-AF65-F5344CB8AC3E}">
        <p14:creationId xmlns:p14="http://schemas.microsoft.com/office/powerpoint/2010/main" val="347760808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4BAFFA-FE8E-D8D9-3168-88811B2E1324}"/>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16E62560-CEFF-76FF-F188-A56CDD6D1337}"/>
              </a:ext>
            </a:extLst>
          </p:cNvPr>
          <p:cNvSpPr>
            <a:spLocks noGrp="1"/>
          </p:cNvSpPr>
          <p:nvPr>
            <p:ph type="body" sz="quarter" idx="22"/>
          </p:nvPr>
        </p:nvSpPr>
        <p:spPr>
          <a:xfrm>
            <a:off x="2255350" y="2805401"/>
            <a:ext cx="8257032" cy="731520"/>
          </a:xfrm>
        </p:spPr>
        <p:txBody>
          <a:bodyPr>
            <a:normAutofit/>
          </a:bodyPr>
          <a:lstStyle/>
          <a:p>
            <a:r>
              <a:rPr lang="en-US" sz="2400" dirty="0"/>
              <a:t>User clicks on a menu item → </a:t>
            </a:r>
            <a:r>
              <a:rPr lang="en-US" sz="2400" b="1" dirty="0"/>
              <a:t>Mouse Event</a:t>
            </a:r>
          </a:p>
          <a:p>
            <a:endParaRPr lang="en-US" sz="2400" dirty="0"/>
          </a:p>
        </p:txBody>
      </p:sp>
      <p:sp>
        <p:nvSpPr>
          <p:cNvPr id="2" name="Title 1">
            <a:extLst>
              <a:ext uri="{FF2B5EF4-FFF2-40B4-BE49-F238E27FC236}">
                <a16:creationId xmlns:a16="http://schemas.microsoft.com/office/drawing/2014/main" id="{B0709E70-98D2-5226-A792-CE26FA0BFEC1}"/>
              </a:ext>
            </a:extLst>
          </p:cNvPr>
          <p:cNvSpPr>
            <a:spLocks noGrp="1"/>
          </p:cNvSpPr>
          <p:nvPr>
            <p:ph type="title"/>
          </p:nvPr>
        </p:nvSpPr>
        <p:spPr>
          <a:xfrm>
            <a:off x="1935419" y="156973"/>
            <a:ext cx="8321162" cy="1143200"/>
          </a:xfrm>
        </p:spPr>
        <p:txBody>
          <a:bodyPr/>
          <a:lstStyle/>
          <a:p>
            <a:r>
              <a:rPr lang="en-US" dirty="0"/>
              <a:t>Predict the Event</a:t>
            </a:r>
            <a:r>
              <a:rPr lang="en-US" b="0" dirty="0"/>
              <a:t>: Answers</a:t>
            </a:r>
          </a:p>
        </p:txBody>
      </p:sp>
      <p:sp>
        <p:nvSpPr>
          <p:cNvPr id="4" name="Content Placeholder 3">
            <a:extLst>
              <a:ext uri="{FF2B5EF4-FFF2-40B4-BE49-F238E27FC236}">
                <a16:creationId xmlns:a16="http://schemas.microsoft.com/office/drawing/2014/main" id="{035415C6-C4A5-FA6F-DA71-22010FAF2252}"/>
              </a:ext>
            </a:extLst>
          </p:cNvPr>
          <p:cNvSpPr>
            <a:spLocks noGrp="1"/>
          </p:cNvSpPr>
          <p:nvPr>
            <p:ph sz="quarter" idx="14"/>
          </p:nvPr>
        </p:nvSpPr>
        <p:spPr>
          <a:xfrm>
            <a:off x="1637987" y="1469856"/>
            <a:ext cx="9066922" cy="1148208"/>
          </a:xfrm>
        </p:spPr>
        <p:txBody>
          <a:bodyPr>
            <a:normAutofit fontScale="92500"/>
          </a:bodyPr>
          <a:lstStyle/>
          <a:p>
            <a:pPr marL="304793" lvl="1" indent="0">
              <a:buNone/>
            </a:pPr>
            <a:r>
              <a:rPr lang="en-US" dirty="0"/>
              <a:t>The </a:t>
            </a:r>
            <a:r>
              <a:rPr lang="en-US" dirty="0">
                <a:solidFill>
                  <a:srgbClr val="00B050"/>
                </a:solidFill>
              </a:rPr>
              <a:t>correct</a:t>
            </a:r>
            <a:r>
              <a:rPr lang="en-US" dirty="0"/>
              <a:t> </a:t>
            </a:r>
            <a:r>
              <a:rPr lang="en-US" b="1" dirty="0">
                <a:solidFill>
                  <a:srgbClr val="F0DB4F"/>
                </a:solidFill>
              </a:rPr>
              <a:t>JavaScript</a:t>
            </a:r>
            <a:r>
              <a:rPr lang="en-US" dirty="0"/>
              <a:t> event types are shown below. </a:t>
            </a:r>
            <a:r>
              <a:rPr lang="en-US" b="1" dirty="0">
                <a:solidFill>
                  <a:srgbClr val="F0DB4F"/>
                </a:solidFill>
              </a:rPr>
              <a:t>JS</a:t>
            </a:r>
            <a:r>
              <a:rPr lang="en-US" dirty="0"/>
              <a:t> handles lots of user input types!</a:t>
            </a:r>
          </a:p>
        </p:txBody>
      </p:sp>
      <p:sp>
        <p:nvSpPr>
          <p:cNvPr id="5" name="Text Placeholder 4">
            <a:extLst>
              <a:ext uri="{FF2B5EF4-FFF2-40B4-BE49-F238E27FC236}">
                <a16:creationId xmlns:a16="http://schemas.microsoft.com/office/drawing/2014/main" id="{817F1A0D-7974-2B81-4F5F-F97F10E6FD85}"/>
              </a:ext>
            </a:extLst>
          </p:cNvPr>
          <p:cNvSpPr>
            <a:spLocks noGrp="1"/>
          </p:cNvSpPr>
          <p:nvPr>
            <p:ph type="body" sz="quarter" idx="23"/>
          </p:nvPr>
        </p:nvSpPr>
        <p:spPr>
          <a:xfrm>
            <a:off x="2255350" y="3714725"/>
            <a:ext cx="8257032" cy="731520"/>
          </a:xfrm>
        </p:spPr>
        <p:txBody>
          <a:bodyPr>
            <a:normAutofit fontScale="92500"/>
          </a:bodyPr>
          <a:lstStyle/>
          <a:p>
            <a:r>
              <a:rPr lang="en-US" sz="2400" dirty="0"/>
              <a:t>User types their email address → </a:t>
            </a:r>
            <a:r>
              <a:rPr lang="en-US" sz="2400" b="1" dirty="0"/>
              <a:t>Keyboard Event</a:t>
            </a:r>
          </a:p>
          <a:p>
            <a:endParaRPr lang="en-US" sz="2400" dirty="0"/>
          </a:p>
        </p:txBody>
      </p:sp>
      <p:sp>
        <p:nvSpPr>
          <p:cNvPr id="6" name="Text Placeholder 5">
            <a:extLst>
              <a:ext uri="{FF2B5EF4-FFF2-40B4-BE49-F238E27FC236}">
                <a16:creationId xmlns:a16="http://schemas.microsoft.com/office/drawing/2014/main" id="{46D7BC65-7C56-DF41-4A99-32525CF56FEC}"/>
              </a:ext>
            </a:extLst>
          </p:cNvPr>
          <p:cNvSpPr>
            <a:spLocks noGrp="1"/>
          </p:cNvSpPr>
          <p:nvPr>
            <p:ph type="body" sz="quarter" idx="25"/>
          </p:nvPr>
        </p:nvSpPr>
        <p:spPr>
          <a:xfrm>
            <a:off x="2255350" y="4624049"/>
            <a:ext cx="8257032" cy="731520"/>
          </a:xfrm>
        </p:spPr>
        <p:txBody>
          <a:bodyPr>
            <a:normAutofit/>
          </a:bodyPr>
          <a:lstStyle/>
          <a:p>
            <a:r>
              <a:rPr lang="en-US" sz="2400" dirty="0"/>
              <a:t>User submits a contact form → </a:t>
            </a:r>
            <a:r>
              <a:rPr lang="en-US" sz="2400" b="1" dirty="0"/>
              <a:t>Form Event</a:t>
            </a:r>
          </a:p>
          <a:p>
            <a:endParaRPr lang="en-US" sz="2400" dirty="0"/>
          </a:p>
        </p:txBody>
      </p:sp>
      <p:sp>
        <p:nvSpPr>
          <p:cNvPr id="7" name="Text Placeholder 6">
            <a:extLst>
              <a:ext uri="{FF2B5EF4-FFF2-40B4-BE49-F238E27FC236}">
                <a16:creationId xmlns:a16="http://schemas.microsoft.com/office/drawing/2014/main" id="{2CF19E34-F3CA-91FC-9A87-9554671A0643}"/>
              </a:ext>
            </a:extLst>
          </p:cNvPr>
          <p:cNvSpPr>
            <a:spLocks noGrp="1"/>
          </p:cNvSpPr>
          <p:nvPr>
            <p:ph type="body" sz="quarter" idx="27"/>
          </p:nvPr>
        </p:nvSpPr>
        <p:spPr>
          <a:xfrm>
            <a:off x="2255350" y="5533373"/>
            <a:ext cx="8257032" cy="731520"/>
          </a:xfrm>
        </p:spPr>
        <p:txBody>
          <a:bodyPr>
            <a:normAutofit fontScale="92500" lnSpcReduction="20000"/>
          </a:bodyPr>
          <a:lstStyle/>
          <a:p>
            <a:r>
              <a:rPr lang="en-US" sz="2400" dirty="0"/>
              <a:t>User presses the spacebar in a game → </a:t>
            </a:r>
            <a:r>
              <a:rPr lang="en-US" sz="2400" b="1" dirty="0"/>
              <a:t>Keyboard</a:t>
            </a:r>
            <a:r>
              <a:rPr lang="en-US" sz="2400" dirty="0"/>
              <a:t> 											</a:t>
            </a:r>
            <a:r>
              <a:rPr lang="en-US" sz="2400" b="1" dirty="0"/>
              <a:t>Event</a:t>
            </a:r>
          </a:p>
          <a:p>
            <a:endParaRPr lang="en-US" sz="2400" dirty="0"/>
          </a:p>
        </p:txBody>
      </p:sp>
      <p:pic>
        <p:nvPicPr>
          <p:cNvPr id="13" name="Picture Placeholder 12">
            <a:extLst>
              <a:ext uri="{FF2B5EF4-FFF2-40B4-BE49-F238E27FC236}">
                <a16:creationId xmlns:a16="http://schemas.microsoft.com/office/drawing/2014/main" id="{F09BA72F-347F-E664-05D0-19BB60234CE0}"/>
              </a:ext>
            </a:extLst>
          </p:cNvPr>
          <p:cNvPicPr>
            <a:picLocks noGrp="1" noChangeAspect="1"/>
          </p:cNvPicPr>
          <p:nvPr>
            <p:ph type="pic" sz="quarter" idx="30"/>
          </p:nvPr>
        </p:nvPicPr>
        <p:blipFill>
          <a:blip r:embed="rId3">
            <a:extLst>
              <a:ext uri="{28A0092B-C50C-407E-A947-70E740481C1C}">
                <a14:useLocalDpi xmlns:a14="http://schemas.microsoft.com/office/drawing/2010/main" val="0"/>
              </a:ext>
            </a:extLst>
          </a:blip>
          <a:srcRect t="3808" b="3808"/>
          <a:stretch/>
        </p:blipFill>
        <p:spPr>
          <a:xfrm>
            <a:off x="1647825" y="2805113"/>
            <a:ext cx="792163" cy="731837"/>
          </a:xfrm>
        </p:spPr>
      </p:pic>
      <p:pic>
        <p:nvPicPr>
          <p:cNvPr id="14" name="Picture Placeholder 12">
            <a:extLst>
              <a:ext uri="{FF2B5EF4-FFF2-40B4-BE49-F238E27FC236}">
                <a16:creationId xmlns:a16="http://schemas.microsoft.com/office/drawing/2014/main" id="{D6BD0EAF-DBE9-4944-674D-0ACC94895D9F}"/>
              </a:ext>
            </a:extLst>
          </p:cNvPr>
          <p:cNvPicPr>
            <a:picLocks noGrp="1" noChangeAspect="1"/>
          </p:cNvPicPr>
          <p:nvPr>
            <p:ph type="pic" sz="quarter" idx="29"/>
          </p:nvPr>
        </p:nvPicPr>
        <p:blipFill>
          <a:blip r:embed="rId4">
            <a:extLst>
              <a:ext uri="{28A0092B-C50C-407E-A947-70E740481C1C}">
                <a14:useLocalDpi xmlns:a14="http://schemas.microsoft.com/office/drawing/2010/main" val="0"/>
              </a:ext>
            </a:extLst>
          </a:blip>
          <a:srcRect t="3908" b="3908"/>
          <a:stretch/>
        </p:blipFill>
        <p:spPr>
          <a:xfrm>
            <a:off x="1638300" y="3714750"/>
            <a:ext cx="792163" cy="730250"/>
          </a:xfrm>
        </p:spPr>
      </p:pic>
      <p:pic>
        <p:nvPicPr>
          <p:cNvPr id="15" name="Picture Placeholder 12">
            <a:extLst>
              <a:ext uri="{FF2B5EF4-FFF2-40B4-BE49-F238E27FC236}">
                <a16:creationId xmlns:a16="http://schemas.microsoft.com/office/drawing/2014/main" id="{C4D1BD2D-1E65-D2E7-8077-AFB18A79C430}"/>
              </a:ext>
            </a:extLst>
          </p:cNvPr>
          <p:cNvPicPr>
            <a:picLocks noGrp="1" noChangeAspect="1"/>
          </p:cNvPicPr>
          <p:nvPr>
            <p:ph type="pic" sz="quarter" idx="31"/>
          </p:nvPr>
        </p:nvPicPr>
        <p:blipFill>
          <a:blip r:embed="rId5">
            <a:extLst>
              <a:ext uri="{28A0092B-C50C-407E-A947-70E740481C1C}">
                <a14:useLocalDpi xmlns:a14="http://schemas.microsoft.com/office/drawing/2010/main" val="0"/>
              </a:ext>
            </a:extLst>
          </a:blip>
          <a:srcRect t="3808" b="3808"/>
          <a:stretch/>
        </p:blipFill>
        <p:spPr>
          <a:xfrm>
            <a:off x="1638300" y="4627563"/>
            <a:ext cx="792163" cy="731837"/>
          </a:xfrm>
        </p:spPr>
      </p:pic>
      <p:pic>
        <p:nvPicPr>
          <p:cNvPr id="16" name="Picture Placeholder 12">
            <a:extLst>
              <a:ext uri="{FF2B5EF4-FFF2-40B4-BE49-F238E27FC236}">
                <a16:creationId xmlns:a16="http://schemas.microsoft.com/office/drawing/2014/main" id="{566FA6A1-EA3C-1287-BA47-A079907D84FE}"/>
              </a:ext>
            </a:extLst>
          </p:cNvPr>
          <p:cNvPicPr>
            <a:picLocks noGrp="1" noChangeAspect="1"/>
          </p:cNvPicPr>
          <p:nvPr>
            <p:ph type="pic" sz="quarter" idx="32"/>
          </p:nvPr>
        </p:nvPicPr>
        <p:blipFill>
          <a:blip r:embed="rId4">
            <a:extLst>
              <a:ext uri="{28A0092B-C50C-407E-A947-70E740481C1C}">
                <a14:useLocalDpi xmlns:a14="http://schemas.microsoft.com/office/drawing/2010/main" val="0"/>
              </a:ext>
            </a:extLst>
          </a:blip>
          <a:srcRect t="3908" b="3908"/>
          <a:stretch/>
        </p:blipFill>
        <p:spPr>
          <a:xfrm>
            <a:off x="1638300" y="5537200"/>
            <a:ext cx="792163" cy="730250"/>
          </a:xfrm>
        </p:spPr>
      </p:pic>
    </p:spTree>
    <p:extLst>
      <p:ext uri="{BB962C8B-B14F-4D97-AF65-F5344CB8AC3E}">
        <p14:creationId xmlns:p14="http://schemas.microsoft.com/office/powerpoint/2010/main" val="210263711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D8A108-18BC-4746-084D-A4FBB831E24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D5F13F0-BCED-DFE5-94E9-27A650A36011}"/>
              </a:ext>
            </a:extLst>
          </p:cNvPr>
          <p:cNvSpPr>
            <a:spLocks noGrp="1"/>
          </p:cNvSpPr>
          <p:nvPr>
            <p:ph type="title"/>
          </p:nvPr>
        </p:nvSpPr>
        <p:spPr>
          <a:xfrm>
            <a:off x="1442920" y="289546"/>
            <a:ext cx="9306159" cy="1008590"/>
          </a:xfrm>
        </p:spPr>
        <p:txBody>
          <a:bodyPr/>
          <a:lstStyle/>
          <a:p>
            <a:pPr algn="ctr"/>
            <a:r>
              <a:rPr lang="en-US" b="1" dirty="0"/>
              <a:t>How Do Events Actually Work?</a:t>
            </a:r>
          </a:p>
        </p:txBody>
      </p:sp>
      <p:sp>
        <p:nvSpPr>
          <p:cNvPr id="4" name="Callout: Right Arrow 3">
            <a:extLst>
              <a:ext uri="{FF2B5EF4-FFF2-40B4-BE49-F238E27FC236}">
                <a16:creationId xmlns:a16="http://schemas.microsoft.com/office/drawing/2014/main" id="{EC42AAE9-B00C-4C1E-8D33-E38617F0E567}"/>
              </a:ext>
            </a:extLst>
          </p:cNvPr>
          <p:cNvSpPr/>
          <p:nvPr/>
        </p:nvSpPr>
        <p:spPr>
          <a:xfrm>
            <a:off x="1442920" y="2667635"/>
            <a:ext cx="3210633" cy="2275635"/>
          </a:xfrm>
          <a:prstGeom prst="rightArrowCallout">
            <a:avLst>
              <a:gd name="adj1" fmla="val 15695"/>
              <a:gd name="adj2" fmla="val 16118"/>
              <a:gd name="adj3" fmla="val 20347"/>
              <a:gd name="adj4" fmla="val 64977"/>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ffectLst/>
          <a:scene3d>
            <a:camera prst="orthographicFront">
              <a:rot lat="0" lon="0" rev="0"/>
            </a:camera>
            <a:lightRig rig="glow" dir="t">
              <a:rot lat="0" lon="0" rev="14100000"/>
            </a:lightRig>
          </a:scene3d>
          <a:sp3d prstMaterial="softEdge">
            <a:bevelT w="127000" prst="artDeco"/>
          </a:sp3d>
        </p:spPr>
        <p:style>
          <a:lnRef idx="0">
            <a:scrgbClr r="0" g="0" b="0"/>
          </a:lnRef>
          <a:fillRef idx="0">
            <a:scrgbClr r="0" g="0" b="0"/>
          </a:fillRef>
          <a:effectRef idx="0">
            <a:scrgbClr r="0" g="0" b="0"/>
          </a:effectRef>
          <a:fontRef idx="minor">
            <a:schemeClr val="lt1"/>
          </a:fontRef>
        </p:style>
        <p:txBody>
          <a:bodyPr rtlCol="0" anchor="ctr"/>
          <a:lstStyle/>
          <a:p>
            <a:pPr algn="ctr"/>
            <a:r>
              <a:rPr lang="en-US" sz="3200" b="1" dirty="0">
                <a:solidFill>
                  <a:srgbClr val="090909"/>
                </a:solidFill>
              </a:rPr>
              <a:t>Add an event listener</a:t>
            </a:r>
          </a:p>
        </p:txBody>
      </p:sp>
      <p:sp>
        <p:nvSpPr>
          <p:cNvPr id="9" name="Rectangle 8">
            <a:extLst>
              <a:ext uri="{FF2B5EF4-FFF2-40B4-BE49-F238E27FC236}">
                <a16:creationId xmlns:a16="http://schemas.microsoft.com/office/drawing/2014/main" id="{DDD92F5C-48B9-6FF2-AC5A-B528F12189AD}"/>
              </a:ext>
            </a:extLst>
          </p:cNvPr>
          <p:cNvSpPr/>
          <p:nvPr/>
        </p:nvSpPr>
        <p:spPr>
          <a:xfrm>
            <a:off x="7864186" y="2667631"/>
            <a:ext cx="2884893" cy="2275635"/>
          </a:xfrm>
          <a:prstGeom prst="rect">
            <a:avLst/>
          </a:prstGeom>
          <a:ln/>
          <a:scene3d>
            <a:camera prst="orthographicFront">
              <a:rot lat="0" lon="0" rev="0"/>
            </a:camera>
            <a:lightRig rig="threePt" dir="t">
              <a:rot lat="0" lon="0" rev="1200000"/>
            </a:lightRig>
          </a:scene3d>
          <a:sp3d>
            <a:bevelT w="63500" h="25400" prst="artDeco"/>
          </a:sp3d>
        </p:spPr>
        <p:style>
          <a:lnRef idx="0">
            <a:schemeClr val="accent6"/>
          </a:lnRef>
          <a:fillRef idx="3">
            <a:schemeClr val="accent6"/>
          </a:fillRef>
          <a:effectRef idx="3">
            <a:schemeClr val="accent6"/>
          </a:effectRef>
          <a:fontRef idx="minor">
            <a:schemeClr val="lt1"/>
          </a:fontRef>
        </p:style>
        <p:txBody>
          <a:bodyPr rtlCol="0" anchor="ctr"/>
          <a:lstStyle/>
          <a:p>
            <a:pPr algn="ctr"/>
            <a:r>
              <a:rPr lang="en-US" sz="3200" b="1" dirty="0">
                <a:solidFill>
                  <a:srgbClr val="090909"/>
                </a:solidFill>
              </a:rPr>
              <a:t>Wait for the event to occur</a:t>
            </a:r>
          </a:p>
        </p:txBody>
      </p:sp>
      <p:sp>
        <p:nvSpPr>
          <p:cNvPr id="32" name="Callout: Right Arrow 31">
            <a:extLst>
              <a:ext uri="{FF2B5EF4-FFF2-40B4-BE49-F238E27FC236}">
                <a16:creationId xmlns:a16="http://schemas.microsoft.com/office/drawing/2014/main" id="{84D63131-A9AA-FE60-26B9-307622D89A38}"/>
              </a:ext>
            </a:extLst>
          </p:cNvPr>
          <p:cNvSpPr/>
          <p:nvPr/>
        </p:nvSpPr>
        <p:spPr>
          <a:xfrm>
            <a:off x="4653553" y="2667633"/>
            <a:ext cx="3210633" cy="2275635"/>
          </a:xfrm>
          <a:prstGeom prst="rightArrowCallout">
            <a:avLst>
              <a:gd name="adj1" fmla="val 15695"/>
              <a:gd name="adj2" fmla="val 16118"/>
              <a:gd name="adj3" fmla="val 20347"/>
              <a:gd name="adj4" fmla="val 64977"/>
            </a:avLst>
          </a:prstGeom>
          <a:ln/>
          <a:scene3d>
            <a:camera prst="orthographicFront">
              <a:rot lat="0" lon="0" rev="0"/>
            </a:camera>
            <a:lightRig rig="threePt" dir="t">
              <a:rot lat="0" lon="0" rev="1200000"/>
            </a:lightRig>
          </a:scene3d>
          <a:sp3d>
            <a:bevelT w="63500" h="25400" prst="artDeco"/>
          </a:sp3d>
        </p:spPr>
        <p:style>
          <a:lnRef idx="0">
            <a:schemeClr val="dk1"/>
          </a:lnRef>
          <a:fillRef idx="3">
            <a:schemeClr val="dk1"/>
          </a:fillRef>
          <a:effectRef idx="3">
            <a:schemeClr val="dk1"/>
          </a:effectRef>
          <a:fontRef idx="minor">
            <a:schemeClr val="lt1"/>
          </a:fontRef>
        </p:style>
        <p:txBody>
          <a:bodyPr rtlCol="0" anchor="ctr"/>
          <a:lstStyle/>
          <a:p>
            <a:pPr algn="ctr"/>
            <a:r>
              <a:rPr lang="en-US" sz="3200" b="1" dirty="0">
                <a:solidFill>
                  <a:srgbClr val="090909"/>
                </a:solidFill>
              </a:rPr>
              <a:t>Define what should happen</a:t>
            </a:r>
          </a:p>
        </p:txBody>
      </p:sp>
      <p:sp>
        <p:nvSpPr>
          <p:cNvPr id="3" name="Rectangle: Single Corner Snipped 2">
            <a:extLst>
              <a:ext uri="{FF2B5EF4-FFF2-40B4-BE49-F238E27FC236}">
                <a16:creationId xmlns:a16="http://schemas.microsoft.com/office/drawing/2014/main" id="{9F3354B9-6B28-8013-7A03-6B4FED0B08BD}"/>
              </a:ext>
            </a:extLst>
          </p:cNvPr>
          <p:cNvSpPr/>
          <p:nvPr/>
        </p:nvSpPr>
        <p:spPr>
          <a:xfrm>
            <a:off x="3403917" y="1599696"/>
            <a:ext cx="5816283" cy="809083"/>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p>
            <a:pPr indent="-152407" defTabSz="609585">
              <a:buClr>
                <a:schemeClr val="bg1">
                  <a:lumMod val="95000"/>
                </a:schemeClr>
              </a:buClr>
              <a:tabLst>
                <a:tab pos="609585" algn="l"/>
              </a:tabLst>
            </a:pPr>
            <a:r>
              <a:rPr lang="en-US" sz="2000" b="1" dirty="0">
                <a:solidFill>
                  <a:schemeClr val="bg1"/>
                </a:solidFill>
                <a:latin typeface="Consolas" panose="020B0609020204030204" pitchFamily="49" charset="0"/>
                <a:cs typeface="Arial"/>
                <a:sym typeface="Arial"/>
              </a:rPr>
              <a:t>The</a:t>
            </a:r>
            <a:r>
              <a:rPr lang="en-US" sz="2000" b="1" i="1" dirty="0">
                <a:solidFill>
                  <a:srgbClr val="F0DB4F"/>
                </a:solidFill>
                <a:latin typeface="Consolas" panose="020B0609020204030204" pitchFamily="49" charset="0"/>
                <a:cs typeface="Arial"/>
                <a:sym typeface="Arial"/>
              </a:rPr>
              <a:t> JavaScript</a:t>
            </a:r>
            <a:r>
              <a:rPr lang="en-US" sz="2000" b="1" dirty="0">
                <a:solidFill>
                  <a:schemeClr val="bg1">
                    <a:lumMod val="95000"/>
                  </a:schemeClr>
                </a:solidFill>
                <a:latin typeface="Consolas" panose="020B0609020204030204" pitchFamily="49" charset="0"/>
                <a:cs typeface="Arial"/>
                <a:sym typeface="Arial"/>
              </a:rPr>
              <a:t> </a:t>
            </a:r>
            <a:r>
              <a:rPr lang="en-US" sz="2000" b="1" dirty="0">
                <a:solidFill>
                  <a:schemeClr val="accent5">
                    <a:lumMod val="60000"/>
                    <a:lumOff val="40000"/>
                  </a:schemeClr>
                </a:solidFill>
                <a:latin typeface="Consolas" panose="020B0609020204030204" pitchFamily="49" charset="0"/>
                <a:cs typeface="Arial"/>
                <a:sym typeface="Arial"/>
              </a:rPr>
              <a:t>Event Listener</a:t>
            </a:r>
            <a:r>
              <a:rPr lang="en-US" sz="2000" b="1" dirty="0">
                <a:solidFill>
                  <a:schemeClr val="bg1">
                    <a:lumMod val="95000"/>
                  </a:schemeClr>
                </a:solidFill>
                <a:latin typeface="Consolas" panose="020B0609020204030204" pitchFamily="49" charset="0"/>
                <a:cs typeface="Arial"/>
                <a:sym typeface="Arial"/>
              </a:rPr>
              <a:t> Pattern </a:t>
            </a:r>
          </a:p>
          <a:p>
            <a:pPr indent="-152407" defTabSz="609585">
              <a:buClr>
                <a:schemeClr val="bg1">
                  <a:lumMod val="95000"/>
                </a:schemeClr>
              </a:buClr>
              <a:tabLst>
                <a:tab pos="609585" algn="l"/>
              </a:tabLst>
            </a:pPr>
            <a:r>
              <a:rPr lang="en-US" sz="2000" b="1" dirty="0">
                <a:solidFill>
                  <a:schemeClr val="bg1">
                    <a:lumMod val="95000"/>
                  </a:schemeClr>
                </a:solidFill>
                <a:latin typeface="Consolas" panose="020B0609020204030204" pitchFamily="49" charset="0"/>
                <a:cs typeface="Arial"/>
                <a:sym typeface="Arial"/>
              </a:rPr>
              <a:t>  </a:t>
            </a:r>
            <a:r>
              <a:rPr lang="en-US" sz="1600" b="1" i="1" dirty="0">
                <a:solidFill>
                  <a:schemeClr val="bg1">
                    <a:lumMod val="95000"/>
                  </a:schemeClr>
                </a:solidFill>
                <a:latin typeface="Consolas" panose="020B0609020204030204" pitchFamily="49" charset="0"/>
                <a:cs typeface="Arial"/>
                <a:sym typeface="Arial"/>
              </a:rPr>
              <a:t>Highly </a:t>
            </a:r>
            <a:r>
              <a:rPr lang="en-US" sz="1600" i="1" dirty="0">
                <a:solidFill>
                  <a:schemeClr val="bg1">
                    <a:lumMod val="95000"/>
                  </a:schemeClr>
                </a:solidFill>
                <a:latin typeface="Consolas" panose="020B0609020204030204" pitchFamily="49" charset="0"/>
                <a:cs typeface="Arial"/>
                <a:sym typeface="Arial"/>
              </a:rPr>
              <a:t>important web programming concept</a:t>
            </a:r>
            <a:endParaRPr lang="en-US" sz="2000" b="1" dirty="0">
              <a:solidFill>
                <a:schemeClr val="bg1">
                  <a:lumMod val="95000"/>
                </a:schemeClr>
              </a:solidFill>
              <a:latin typeface="Consolas" panose="020B0609020204030204" pitchFamily="49" charset="0"/>
              <a:cs typeface="Arial"/>
              <a:sym typeface="Arial"/>
            </a:endParaRPr>
          </a:p>
        </p:txBody>
      </p:sp>
      <p:sp>
        <p:nvSpPr>
          <p:cNvPr id="5" name="Hexagon 4">
            <a:extLst>
              <a:ext uri="{FF2B5EF4-FFF2-40B4-BE49-F238E27FC236}">
                <a16:creationId xmlns:a16="http://schemas.microsoft.com/office/drawing/2014/main" id="{6A9294D9-85E6-01CC-0EB1-3FF73B2E86C5}"/>
              </a:ext>
            </a:extLst>
          </p:cNvPr>
          <p:cNvSpPr/>
          <p:nvPr/>
        </p:nvSpPr>
        <p:spPr>
          <a:xfrm>
            <a:off x="2705772" y="1601838"/>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8" name="Graphic 7" descr="Single gear with solid fill">
            <a:extLst>
              <a:ext uri="{FF2B5EF4-FFF2-40B4-BE49-F238E27FC236}">
                <a16:creationId xmlns:a16="http://schemas.microsoft.com/office/drawing/2014/main" id="{1B2C509C-8984-63C9-8675-A76DDE432AA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839534" y="1679362"/>
            <a:ext cx="392522" cy="392522"/>
          </a:xfrm>
          <a:prstGeom prst="rect">
            <a:avLst/>
          </a:prstGeom>
          <a:ln>
            <a:noFill/>
          </a:ln>
          <a:effectLst>
            <a:outerShdw blurRad="44450" dist="27940" dir="5400000" algn="ctr">
              <a:srgbClr val="000000">
                <a:alpha val="32000"/>
              </a:srgbClr>
            </a:outerShdw>
          </a:effectLst>
          <a:scene3d>
            <a:camera prst="orthographicFront"/>
            <a:lightRig rig="balanced" dir="t">
              <a:rot lat="0" lon="0" rev="8700000"/>
            </a:lightRig>
          </a:scene3d>
          <a:sp3d>
            <a:bevelT w="190500" h="38100"/>
          </a:sp3d>
        </p:spPr>
      </p:pic>
      <p:pic>
        <p:nvPicPr>
          <p:cNvPr id="10" name="Graphic 9" descr="Single gear with solid fill">
            <a:extLst>
              <a:ext uri="{FF2B5EF4-FFF2-40B4-BE49-F238E27FC236}">
                <a16:creationId xmlns:a16="http://schemas.microsoft.com/office/drawing/2014/main" id="{F5940F85-BDA2-CD5F-A359-C5392EA5B0EF}"/>
              </a:ext>
            </a:extLst>
          </p:cNvPr>
          <p:cNvPicPr>
            <a:picLocks noChangeAspect="1"/>
          </p:cNvPicPr>
          <p:nvPr/>
        </p:nvPicPr>
        <p:blipFill>
          <a:blip r:embed="rId3">
            <a:extLst>
              <a:ext uri="{96DAC541-7B7A-43D3-8B79-37D633B846F1}">
                <asvg:svgBlip xmlns:asvg="http://schemas.microsoft.com/office/drawing/2016/SVG/main" r:embed="rId5"/>
              </a:ext>
            </a:extLst>
          </a:blip>
          <a:stretch>
            <a:fillRect/>
          </a:stretch>
        </p:blipFill>
        <p:spPr>
          <a:xfrm>
            <a:off x="2921714" y="1921555"/>
            <a:ext cx="255104" cy="255104"/>
          </a:xfrm>
          <a:prstGeom prst="rect">
            <a:avLst/>
          </a:prstGeom>
          <a:ln>
            <a:noFill/>
          </a:ln>
          <a:effectLst>
            <a:outerShdw blurRad="44450" dist="27940" dir="5400000" algn="ctr">
              <a:srgbClr val="000000">
                <a:alpha val="32000"/>
              </a:srgbClr>
            </a:outerShdw>
          </a:effectLst>
          <a:scene3d>
            <a:camera prst="orthographicFront"/>
            <a:lightRig rig="balanced" dir="t">
              <a:rot lat="0" lon="0" rev="8700000"/>
            </a:lightRig>
          </a:scene3d>
          <a:sp3d>
            <a:bevelT w="190500" h="38100"/>
          </a:sp3d>
        </p:spPr>
      </p:pic>
      <p:pic>
        <p:nvPicPr>
          <p:cNvPr id="33" name="Picture 32" descr="A yellow and black logo&#10;&#10;AI-generated content may be incorrect.">
            <a:extLst>
              <a:ext uri="{FF2B5EF4-FFF2-40B4-BE49-F238E27FC236}">
                <a16:creationId xmlns:a16="http://schemas.microsoft.com/office/drawing/2014/main" id="{8BD5D1B0-CCEC-2D0E-4478-95C4183FB811}"/>
              </a:ext>
            </a:extLst>
          </p:cNvPr>
          <p:cNvPicPr>
            <a:picLocks noChangeAspect="1"/>
          </p:cNvPicPr>
          <p:nvPr/>
        </p:nvPicPr>
        <p:blipFill>
          <a:blip r:embed="rId6">
            <a:extLst>
              <a:ext uri="{28A0092B-C50C-407E-A947-70E740481C1C}">
                <a14:useLocalDpi xmlns:a14="http://schemas.microsoft.com/office/drawing/2010/main" val="0"/>
              </a:ext>
            </a:extLst>
          </a:blip>
          <a:srcRect l="3096" t="3415" r="3468" b="2501"/>
          <a:stretch>
            <a:fillRect/>
          </a:stretch>
        </p:blipFill>
        <p:spPr>
          <a:xfrm>
            <a:off x="3063174" y="1876694"/>
            <a:ext cx="359793" cy="362283"/>
          </a:xfrm>
          <a:prstGeom prst="rect">
            <a:avLst/>
          </a:prstGeom>
          <a:solidFill>
            <a:schemeClr val="tx2"/>
          </a:solidFill>
          <a:ln>
            <a:noFill/>
          </a:ln>
          <a:effectLst>
            <a:outerShdw blurRad="50800" dist="38100" dir="2700000" algn="tl" rotWithShape="0">
              <a:prstClr val="black">
                <a:alpha val="40000"/>
              </a:prstClr>
            </a:outerShdw>
          </a:effectLst>
        </p:spPr>
      </p:pic>
      <p:sp>
        <p:nvSpPr>
          <p:cNvPr id="11" name="Rectangle: Single Corner Snipped 10">
            <a:extLst>
              <a:ext uri="{FF2B5EF4-FFF2-40B4-BE49-F238E27FC236}">
                <a16:creationId xmlns:a16="http://schemas.microsoft.com/office/drawing/2014/main" id="{D338B84B-DCB8-9E61-9A0C-55B9AC08C923}"/>
              </a:ext>
            </a:extLst>
          </p:cNvPr>
          <p:cNvSpPr/>
          <p:nvPr/>
        </p:nvSpPr>
        <p:spPr>
          <a:xfrm>
            <a:off x="3403917" y="5783143"/>
            <a:ext cx="5816283" cy="809083"/>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lnSpcReduction="10000"/>
          </a:bodyPr>
          <a:lstStyle/>
          <a:p>
            <a:pPr indent="-152407" defTabSz="609585">
              <a:buClr>
                <a:schemeClr val="bg1">
                  <a:lumMod val="95000"/>
                </a:schemeClr>
              </a:buClr>
              <a:tabLst>
                <a:tab pos="609585" algn="l"/>
              </a:tabLst>
            </a:pPr>
            <a:r>
              <a:rPr lang="en-US" sz="2000" b="1" dirty="0">
                <a:solidFill>
                  <a:schemeClr val="bg1">
                    <a:lumMod val="95000"/>
                  </a:schemeClr>
                </a:solidFill>
                <a:latin typeface="Consolas" panose="020B0609020204030204" pitchFamily="49" charset="0"/>
                <a:cs typeface="Arial"/>
                <a:sym typeface="Arial"/>
              </a:rPr>
              <a:t>Conceptual Model for Event Listeners</a:t>
            </a:r>
          </a:p>
          <a:p>
            <a:pPr indent="-152407" defTabSz="609585">
              <a:buClr>
                <a:schemeClr val="bg1">
                  <a:lumMod val="95000"/>
                </a:schemeClr>
              </a:buClr>
              <a:tabLst>
                <a:tab pos="609585" algn="l"/>
              </a:tabLst>
            </a:pPr>
            <a:r>
              <a:rPr lang="en-US" sz="2400" i="1" dirty="0">
                <a:solidFill>
                  <a:schemeClr val="bg1">
                    <a:lumMod val="95000"/>
                  </a:schemeClr>
                </a:solidFill>
                <a:latin typeface="Consolas" panose="020B0609020204030204" pitchFamily="49" charset="0"/>
                <a:cs typeface="Arial"/>
                <a:sym typeface="Arial"/>
              </a:rPr>
              <a:t>  </a:t>
            </a:r>
            <a:r>
              <a:rPr lang="en-US" sz="1600" i="1" dirty="0">
                <a:solidFill>
                  <a:schemeClr val="bg1">
                    <a:lumMod val="95000"/>
                  </a:schemeClr>
                </a:solidFill>
                <a:latin typeface="Consolas" panose="020B0609020204030204" pitchFamily="49" charset="0"/>
                <a:cs typeface="Arial"/>
                <a:sym typeface="Arial"/>
              </a:rPr>
              <a:t>Security camera that watches HTML elements</a:t>
            </a:r>
            <a:endParaRPr lang="en-US" sz="2800" dirty="0">
              <a:solidFill>
                <a:schemeClr val="bg1">
                  <a:lumMod val="95000"/>
                </a:schemeClr>
              </a:solidFill>
              <a:latin typeface="Consolas" panose="020B0609020204030204" pitchFamily="49" charset="0"/>
              <a:cs typeface="Arial"/>
              <a:sym typeface="Arial"/>
            </a:endParaRPr>
          </a:p>
        </p:txBody>
      </p:sp>
      <p:sp>
        <p:nvSpPr>
          <p:cNvPr id="12" name="Hexagon 11">
            <a:extLst>
              <a:ext uri="{FF2B5EF4-FFF2-40B4-BE49-F238E27FC236}">
                <a16:creationId xmlns:a16="http://schemas.microsoft.com/office/drawing/2014/main" id="{2E6AA85C-243A-5C8E-D898-01A36A54FB39}"/>
              </a:ext>
            </a:extLst>
          </p:cNvPr>
          <p:cNvSpPr/>
          <p:nvPr/>
        </p:nvSpPr>
        <p:spPr>
          <a:xfrm>
            <a:off x="2705772" y="5785285"/>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8" name="Picture 17">
            <a:extLst>
              <a:ext uri="{FF2B5EF4-FFF2-40B4-BE49-F238E27FC236}">
                <a16:creationId xmlns:a16="http://schemas.microsoft.com/office/drawing/2014/main" id="{AB9A4C1F-4EBD-53BF-2646-BC35CB6E512B}"/>
              </a:ext>
            </a:extLst>
          </p:cNvPr>
          <p:cNvPicPr>
            <a:picLocks noChangeAspect="1"/>
          </p:cNvPicPr>
          <p:nvPr/>
        </p:nvPicPr>
        <p:blipFill>
          <a:blip r:embed="rId7"/>
          <a:stretch>
            <a:fillRect/>
          </a:stretch>
        </p:blipFill>
        <p:spPr>
          <a:xfrm flipH="1">
            <a:off x="731398" y="4280600"/>
            <a:ext cx="1230555" cy="1230555"/>
          </a:xfrm>
          <a:prstGeom prst="rect">
            <a:avLst/>
          </a:prstGeom>
          <a:effectLst>
            <a:outerShdw blurRad="50800" dist="38100" dir="2700000" algn="tl" rotWithShape="0">
              <a:prstClr val="black">
                <a:alpha val="40000"/>
              </a:prstClr>
            </a:outerShdw>
          </a:effectLst>
        </p:spPr>
      </p:pic>
      <p:pic>
        <p:nvPicPr>
          <p:cNvPr id="20" name="Picture 19">
            <a:extLst>
              <a:ext uri="{FF2B5EF4-FFF2-40B4-BE49-F238E27FC236}">
                <a16:creationId xmlns:a16="http://schemas.microsoft.com/office/drawing/2014/main" id="{F83DF147-3813-8083-5151-CFA78F83EB57}"/>
              </a:ext>
            </a:extLst>
          </p:cNvPr>
          <p:cNvPicPr>
            <a:picLocks noChangeAspect="1"/>
          </p:cNvPicPr>
          <p:nvPr/>
        </p:nvPicPr>
        <p:blipFill>
          <a:blip r:embed="rId8"/>
          <a:stretch>
            <a:fillRect/>
          </a:stretch>
        </p:blipFill>
        <p:spPr>
          <a:xfrm>
            <a:off x="3942031" y="4280599"/>
            <a:ext cx="1230555" cy="1230555"/>
          </a:xfrm>
          <a:prstGeom prst="rect">
            <a:avLst/>
          </a:prstGeom>
        </p:spPr>
      </p:pic>
      <p:pic>
        <p:nvPicPr>
          <p:cNvPr id="22" name="Picture 21">
            <a:extLst>
              <a:ext uri="{FF2B5EF4-FFF2-40B4-BE49-F238E27FC236}">
                <a16:creationId xmlns:a16="http://schemas.microsoft.com/office/drawing/2014/main" id="{7C1D2386-317F-9B64-9B5A-B4B5F2A93921}"/>
              </a:ext>
            </a:extLst>
          </p:cNvPr>
          <p:cNvPicPr>
            <a:picLocks noChangeAspect="1"/>
          </p:cNvPicPr>
          <p:nvPr/>
        </p:nvPicPr>
        <p:blipFill>
          <a:blip r:embed="rId9"/>
          <a:stretch>
            <a:fillRect/>
          </a:stretch>
        </p:blipFill>
        <p:spPr>
          <a:xfrm>
            <a:off x="7345153" y="4280599"/>
            <a:ext cx="1230555" cy="1230555"/>
          </a:xfrm>
          <a:prstGeom prst="rect">
            <a:avLst/>
          </a:prstGeom>
        </p:spPr>
      </p:pic>
      <p:pic>
        <p:nvPicPr>
          <p:cNvPr id="24" name="Picture 23">
            <a:extLst>
              <a:ext uri="{FF2B5EF4-FFF2-40B4-BE49-F238E27FC236}">
                <a16:creationId xmlns:a16="http://schemas.microsoft.com/office/drawing/2014/main" id="{BCB82123-0DB0-C44C-8731-AD4A863F7600}"/>
              </a:ext>
            </a:extLst>
          </p:cNvPr>
          <p:cNvPicPr>
            <a:picLocks noChangeAspect="1"/>
          </p:cNvPicPr>
          <p:nvPr/>
        </p:nvPicPr>
        <p:blipFill>
          <a:blip r:embed="rId10"/>
          <a:stretch>
            <a:fillRect/>
          </a:stretch>
        </p:blipFill>
        <p:spPr>
          <a:xfrm>
            <a:off x="2890667" y="5917283"/>
            <a:ext cx="540557" cy="540557"/>
          </a:xfrm>
          <a:prstGeom prst="rect">
            <a:avLst/>
          </a:prstGeom>
        </p:spPr>
      </p:pic>
    </p:spTree>
    <p:extLst>
      <p:ext uri="{BB962C8B-B14F-4D97-AF65-F5344CB8AC3E}">
        <p14:creationId xmlns:p14="http://schemas.microsoft.com/office/powerpoint/2010/main" val="124394690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883703F-C85C-4569-D101-2B49EA524D78}"/>
              </a:ext>
            </a:extLst>
          </p:cNvPr>
          <p:cNvSpPr>
            <a:spLocks noGrp="1"/>
          </p:cNvSpPr>
          <p:nvPr>
            <p:ph type="body" sz="quarter" idx="22"/>
          </p:nvPr>
        </p:nvSpPr>
        <p:spPr/>
        <p:txBody>
          <a:bodyPr>
            <a:normAutofit/>
          </a:bodyPr>
          <a:lstStyle/>
          <a:p>
            <a:r>
              <a:rPr lang="en-US" dirty="0"/>
              <a:t>Imagine, just for a moment, that certain </a:t>
            </a:r>
            <a:r>
              <a:rPr lang="en-US" dirty="0">
                <a:solidFill>
                  <a:schemeClr val="accent2">
                    <a:lumMod val="60000"/>
                    <a:lumOff val="40000"/>
                  </a:schemeClr>
                </a:solidFill>
              </a:rPr>
              <a:t>events</a:t>
            </a:r>
            <a:r>
              <a:rPr lang="en-US" dirty="0"/>
              <a:t> in </a:t>
            </a:r>
            <a:r>
              <a:rPr lang="en-US" b="1" i="1" dirty="0">
                <a:solidFill>
                  <a:srgbClr val="F0DB4F"/>
                </a:solidFill>
              </a:rPr>
              <a:t>JavaScript</a:t>
            </a:r>
            <a:r>
              <a:rPr lang="en-US" dirty="0"/>
              <a:t> represent </a:t>
            </a:r>
            <a:r>
              <a:rPr lang="en-US" dirty="0">
                <a:solidFill>
                  <a:schemeClr val="accent2">
                    <a:lumMod val="60000"/>
                    <a:lumOff val="40000"/>
                  </a:schemeClr>
                </a:solidFill>
              </a:rPr>
              <a:t>trespassers</a:t>
            </a:r>
            <a:r>
              <a:rPr lang="en-US" dirty="0"/>
              <a:t>, who we want to catch. Bear with me.</a:t>
            </a:r>
          </a:p>
        </p:txBody>
      </p:sp>
      <p:sp>
        <p:nvSpPr>
          <p:cNvPr id="3" name="Title 2">
            <a:extLst>
              <a:ext uri="{FF2B5EF4-FFF2-40B4-BE49-F238E27FC236}">
                <a16:creationId xmlns:a16="http://schemas.microsoft.com/office/drawing/2014/main" id="{914070C5-9E84-51DA-D3C6-631461B4D9CC}"/>
              </a:ext>
            </a:extLst>
          </p:cNvPr>
          <p:cNvSpPr>
            <a:spLocks noGrp="1"/>
          </p:cNvSpPr>
          <p:nvPr>
            <p:ph type="title"/>
          </p:nvPr>
        </p:nvSpPr>
        <p:spPr>
          <a:xfrm>
            <a:off x="1637986" y="125449"/>
            <a:ext cx="8874395" cy="1143200"/>
          </a:xfrm>
        </p:spPr>
        <p:txBody>
          <a:bodyPr/>
          <a:lstStyle/>
          <a:p>
            <a:r>
              <a:rPr lang="en-US" dirty="0"/>
              <a:t>The Security Camera Analogy</a:t>
            </a:r>
          </a:p>
        </p:txBody>
      </p:sp>
      <p:sp>
        <p:nvSpPr>
          <p:cNvPr id="4" name="Content Placeholder 3">
            <a:extLst>
              <a:ext uri="{FF2B5EF4-FFF2-40B4-BE49-F238E27FC236}">
                <a16:creationId xmlns:a16="http://schemas.microsoft.com/office/drawing/2014/main" id="{BFFABF32-097A-98CE-6DD8-0AC6616A2693}"/>
              </a:ext>
            </a:extLst>
          </p:cNvPr>
          <p:cNvSpPr>
            <a:spLocks noGrp="1"/>
          </p:cNvSpPr>
          <p:nvPr>
            <p:ph sz="quarter" idx="14"/>
          </p:nvPr>
        </p:nvSpPr>
        <p:spPr/>
        <p:txBody>
          <a:bodyPr>
            <a:normAutofit fontScale="85000" lnSpcReduction="20000"/>
          </a:bodyPr>
          <a:lstStyle/>
          <a:p>
            <a:pPr marL="0" indent="0">
              <a:buNone/>
            </a:pPr>
            <a:r>
              <a:rPr lang="en-US" sz="2400" dirty="0"/>
              <a:t>Notice that we specifically said, </a:t>
            </a:r>
            <a:r>
              <a:rPr lang="en-US" sz="2400" i="1" dirty="0"/>
              <a:t>"</a:t>
            </a:r>
            <a:r>
              <a:rPr lang="en-US" sz="2400" b="1" i="1" dirty="0">
                <a:solidFill>
                  <a:schemeClr val="accent2">
                    <a:lumMod val="60000"/>
                    <a:lumOff val="40000"/>
                  </a:schemeClr>
                </a:solidFill>
              </a:rPr>
              <a:t>certain events</a:t>
            </a:r>
            <a:r>
              <a:rPr lang="en-US" sz="2400" i="1" dirty="0"/>
              <a:t>"</a:t>
            </a:r>
            <a:r>
              <a:rPr lang="en-US" sz="2400" dirty="0"/>
              <a:t>. This is an </a:t>
            </a:r>
            <a:r>
              <a:rPr lang="en-US" sz="2400" b="1" dirty="0"/>
              <a:t>important</a:t>
            </a:r>
            <a:r>
              <a:rPr lang="en-US" sz="2400" dirty="0"/>
              <a:t> distinction! </a:t>
            </a:r>
          </a:p>
          <a:p>
            <a:pPr marL="0" indent="0">
              <a:buNone/>
            </a:pPr>
            <a:endParaRPr lang="en-US" sz="2400" dirty="0"/>
          </a:p>
          <a:p>
            <a:pPr marL="0" indent="0">
              <a:buNone/>
            </a:pPr>
            <a:r>
              <a:rPr lang="en-US" sz="2400" dirty="0"/>
              <a:t>Your </a:t>
            </a:r>
            <a:r>
              <a:rPr lang="en-US" sz="2400" b="1" dirty="0">
                <a:solidFill>
                  <a:schemeClr val="accent5">
                    <a:lumMod val="60000"/>
                    <a:lumOff val="40000"/>
                  </a:schemeClr>
                </a:solidFill>
              </a:rPr>
              <a:t>security system </a:t>
            </a:r>
            <a:r>
              <a:rPr lang="en-US" sz="2400" dirty="0"/>
              <a:t>can exclusively trigger for </a:t>
            </a:r>
            <a:r>
              <a:rPr lang="en-US" sz="2400" b="1" dirty="0">
                <a:solidFill>
                  <a:schemeClr val="accent2">
                    <a:lumMod val="60000"/>
                    <a:lumOff val="40000"/>
                  </a:schemeClr>
                </a:solidFill>
              </a:rPr>
              <a:t>people you don’t trust</a:t>
            </a:r>
            <a:r>
              <a:rPr lang="en-US" sz="2400" dirty="0"/>
              <a:t>, and similarly, </a:t>
            </a:r>
            <a:r>
              <a:rPr lang="en-US" sz="2400" b="1" dirty="0">
                <a:solidFill>
                  <a:schemeClr val="accent5">
                    <a:lumMod val="60000"/>
                    <a:lumOff val="40000"/>
                  </a:schemeClr>
                </a:solidFill>
              </a:rPr>
              <a:t>event listeners</a:t>
            </a:r>
            <a:r>
              <a:rPr lang="en-US" sz="2400" dirty="0"/>
              <a:t> can exclusively target </a:t>
            </a:r>
            <a:r>
              <a:rPr lang="en-US" sz="2400" b="1" dirty="0">
                <a:solidFill>
                  <a:schemeClr val="accent2">
                    <a:lumMod val="60000"/>
                    <a:lumOff val="40000"/>
                  </a:schemeClr>
                </a:solidFill>
              </a:rPr>
              <a:t>specific types of events</a:t>
            </a:r>
            <a:r>
              <a:rPr lang="en-US" sz="2400" dirty="0"/>
              <a:t> and ignore others.</a:t>
            </a:r>
          </a:p>
        </p:txBody>
      </p:sp>
      <p:sp>
        <p:nvSpPr>
          <p:cNvPr id="5" name="Text Placeholder 4">
            <a:extLst>
              <a:ext uri="{FF2B5EF4-FFF2-40B4-BE49-F238E27FC236}">
                <a16:creationId xmlns:a16="http://schemas.microsoft.com/office/drawing/2014/main" id="{C326620B-6777-9988-B7D7-75ED65440BF5}"/>
              </a:ext>
            </a:extLst>
          </p:cNvPr>
          <p:cNvSpPr>
            <a:spLocks noGrp="1"/>
          </p:cNvSpPr>
          <p:nvPr>
            <p:ph type="body" sz="quarter" idx="23"/>
          </p:nvPr>
        </p:nvSpPr>
        <p:spPr/>
        <p:txBody>
          <a:bodyPr/>
          <a:lstStyle/>
          <a:p>
            <a:r>
              <a:rPr lang="en-US" dirty="0"/>
              <a:t>If </a:t>
            </a:r>
            <a:r>
              <a:rPr lang="en-US" dirty="0">
                <a:solidFill>
                  <a:schemeClr val="accent2">
                    <a:lumMod val="60000"/>
                    <a:lumOff val="40000"/>
                  </a:schemeClr>
                </a:solidFill>
              </a:rPr>
              <a:t>events</a:t>
            </a:r>
            <a:r>
              <a:rPr lang="en-US" dirty="0"/>
              <a:t> are </a:t>
            </a:r>
            <a:r>
              <a:rPr lang="en-US" dirty="0">
                <a:solidFill>
                  <a:schemeClr val="accent2">
                    <a:lumMod val="60000"/>
                    <a:lumOff val="40000"/>
                  </a:schemeClr>
                </a:solidFill>
              </a:rPr>
              <a:t>trespassers</a:t>
            </a:r>
            <a:r>
              <a:rPr lang="en-US" dirty="0"/>
              <a:t>, your </a:t>
            </a:r>
            <a:r>
              <a:rPr lang="en-US" b="1" dirty="0">
                <a:solidFill>
                  <a:schemeClr val="accent1">
                    <a:lumMod val="60000"/>
                    <a:lumOff val="40000"/>
                  </a:schemeClr>
                </a:solidFill>
              </a:rPr>
              <a:t>webpage</a:t>
            </a:r>
            <a:r>
              <a:rPr lang="en-US" dirty="0"/>
              <a:t> represents all </a:t>
            </a:r>
            <a:r>
              <a:rPr lang="en-US" b="1" dirty="0">
                <a:solidFill>
                  <a:schemeClr val="accent1">
                    <a:lumMod val="60000"/>
                    <a:lumOff val="40000"/>
                  </a:schemeClr>
                </a:solidFill>
              </a:rPr>
              <a:t>properties</a:t>
            </a:r>
            <a:r>
              <a:rPr lang="en-US" dirty="0"/>
              <a:t> you own, and </a:t>
            </a:r>
            <a:r>
              <a:rPr lang="en-US" dirty="0">
                <a:solidFill>
                  <a:schemeClr val="accent1">
                    <a:lumMod val="60000"/>
                    <a:lumOff val="40000"/>
                  </a:schemeClr>
                </a:solidFill>
              </a:rPr>
              <a:t>each</a:t>
            </a:r>
            <a:r>
              <a:rPr lang="en-US" dirty="0"/>
              <a:t> (</a:t>
            </a:r>
            <a:r>
              <a:rPr lang="en-US" dirty="0">
                <a:solidFill>
                  <a:schemeClr val="accent1">
                    <a:lumMod val="60000"/>
                    <a:lumOff val="40000"/>
                  </a:schemeClr>
                </a:solidFill>
              </a:rPr>
              <a:t>HTML element</a:t>
            </a:r>
            <a:r>
              <a:rPr lang="en-US" dirty="0"/>
              <a:t>) is </a:t>
            </a:r>
            <a:r>
              <a:rPr lang="en-US" b="1" dirty="0"/>
              <a:t>vulnerable</a:t>
            </a:r>
            <a:r>
              <a:rPr lang="en-US" dirty="0"/>
              <a:t>.</a:t>
            </a:r>
          </a:p>
        </p:txBody>
      </p:sp>
      <p:sp>
        <p:nvSpPr>
          <p:cNvPr id="6" name="Text Placeholder 5">
            <a:extLst>
              <a:ext uri="{FF2B5EF4-FFF2-40B4-BE49-F238E27FC236}">
                <a16:creationId xmlns:a16="http://schemas.microsoft.com/office/drawing/2014/main" id="{CB0BF11E-DB04-3432-188B-9067637DF959}"/>
              </a:ext>
            </a:extLst>
          </p:cNvPr>
          <p:cNvSpPr>
            <a:spLocks noGrp="1"/>
          </p:cNvSpPr>
          <p:nvPr>
            <p:ph type="body" sz="quarter" idx="25"/>
          </p:nvPr>
        </p:nvSpPr>
        <p:spPr/>
        <p:txBody>
          <a:bodyPr/>
          <a:lstStyle/>
          <a:p>
            <a:r>
              <a:rPr lang="en-US" dirty="0"/>
              <a:t>If you want to keep </a:t>
            </a:r>
            <a:r>
              <a:rPr lang="en-US" b="1" dirty="0">
                <a:solidFill>
                  <a:schemeClr val="accent5">
                    <a:lumMod val="60000"/>
                    <a:lumOff val="40000"/>
                  </a:schemeClr>
                </a:solidFill>
              </a:rPr>
              <a:t>track</a:t>
            </a:r>
            <a:r>
              <a:rPr lang="en-US" dirty="0"/>
              <a:t> of trespassers on a certain </a:t>
            </a:r>
            <a:r>
              <a:rPr lang="en-US" b="1" dirty="0">
                <a:solidFill>
                  <a:schemeClr val="accent1">
                    <a:lumMod val="40000"/>
                    <a:lumOff val="60000"/>
                  </a:schemeClr>
                </a:solidFill>
              </a:rPr>
              <a:t>property</a:t>
            </a:r>
            <a:r>
              <a:rPr lang="en-US" dirty="0"/>
              <a:t>, you can set up </a:t>
            </a:r>
            <a:r>
              <a:rPr lang="en-US" b="1" dirty="0">
                <a:solidFill>
                  <a:schemeClr val="accent5">
                    <a:lumMod val="60000"/>
                    <a:lumOff val="40000"/>
                  </a:schemeClr>
                </a:solidFill>
              </a:rPr>
              <a:t>security cameras</a:t>
            </a:r>
            <a:r>
              <a:rPr lang="en-US" dirty="0"/>
              <a:t> (</a:t>
            </a:r>
            <a:r>
              <a:rPr lang="en-US" b="1" dirty="0">
                <a:solidFill>
                  <a:schemeClr val="accent5">
                    <a:lumMod val="60000"/>
                    <a:lumOff val="40000"/>
                  </a:schemeClr>
                </a:solidFill>
              </a:rPr>
              <a:t>event listeners</a:t>
            </a:r>
            <a:r>
              <a:rPr lang="en-US" dirty="0"/>
              <a:t>).</a:t>
            </a:r>
          </a:p>
        </p:txBody>
      </p:sp>
      <p:sp>
        <p:nvSpPr>
          <p:cNvPr id="7" name="Text Placeholder 6">
            <a:extLst>
              <a:ext uri="{FF2B5EF4-FFF2-40B4-BE49-F238E27FC236}">
                <a16:creationId xmlns:a16="http://schemas.microsoft.com/office/drawing/2014/main" id="{9FBE6BD6-A300-E067-4B50-C9BCDCF8E334}"/>
              </a:ext>
            </a:extLst>
          </p:cNvPr>
          <p:cNvSpPr>
            <a:spLocks noGrp="1"/>
          </p:cNvSpPr>
          <p:nvPr>
            <p:ph type="body" sz="quarter" idx="27"/>
          </p:nvPr>
        </p:nvSpPr>
        <p:spPr/>
        <p:txBody>
          <a:bodyPr/>
          <a:lstStyle/>
          <a:p>
            <a:r>
              <a:rPr lang="en-US" dirty="0"/>
              <a:t>With </a:t>
            </a:r>
            <a:r>
              <a:rPr lang="en-US" b="1" dirty="0">
                <a:solidFill>
                  <a:schemeClr val="accent5">
                    <a:lumMod val="60000"/>
                    <a:lumOff val="40000"/>
                  </a:schemeClr>
                </a:solidFill>
              </a:rPr>
              <a:t>security cameras </a:t>
            </a:r>
            <a:r>
              <a:rPr lang="en-US" dirty="0"/>
              <a:t>in place on a </a:t>
            </a:r>
            <a:r>
              <a:rPr lang="en-US" b="1" dirty="0">
                <a:solidFill>
                  <a:schemeClr val="accent1">
                    <a:lumMod val="60000"/>
                    <a:lumOff val="40000"/>
                  </a:schemeClr>
                </a:solidFill>
              </a:rPr>
              <a:t>property</a:t>
            </a:r>
            <a:r>
              <a:rPr lang="en-US" dirty="0"/>
              <a:t>, you are now notified by the alarm system when </a:t>
            </a:r>
            <a:r>
              <a:rPr lang="en-US" b="1" dirty="0">
                <a:solidFill>
                  <a:schemeClr val="accent2">
                    <a:lumMod val="60000"/>
                    <a:lumOff val="40000"/>
                  </a:schemeClr>
                </a:solidFill>
              </a:rPr>
              <a:t>trespassers</a:t>
            </a:r>
            <a:r>
              <a:rPr lang="en-US" dirty="0"/>
              <a:t> enter!</a:t>
            </a:r>
          </a:p>
        </p:txBody>
      </p:sp>
      <p:pic>
        <p:nvPicPr>
          <p:cNvPr id="15" name="Picture Placeholder 14" descr="A house with check marks and a paper&#10;&#10;AI-generated content may be incorrect.">
            <a:extLst>
              <a:ext uri="{FF2B5EF4-FFF2-40B4-BE49-F238E27FC236}">
                <a16:creationId xmlns:a16="http://schemas.microsoft.com/office/drawing/2014/main" id="{E36A1C2E-DC93-31BA-EEBF-95BB840220DB}"/>
              </a:ext>
            </a:extLst>
          </p:cNvPr>
          <p:cNvPicPr>
            <a:picLocks noGrp="1" noChangeAspect="1"/>
          </p:cNvPicPr>
          <p:nvPr>
            <p:ph type="pic" sz="quarter" idx="29"/>
          </p:nvPr>
        </p:nvPicPr>
        <p:blipFill>
          <a:blip r:embed="rId3">
            <a:extLst>
              <a:ext uri="{28A0092B-C50C-407E-A947-70E740481C1C}">
                <a14:useLocalDpi xmlns:a14="http://schemas.microsoft.com/office/drawing/2010/main" val="0"/>
              </a:ext>
            </a:extLst>
          </a:blip>
          <a:srcRect l="-36693" t="-28089" r="-32537" b="-27915"/>
          <a:stretch>
            <a:fillRect/>
          </a:stretch>
        </p:blipFill>
        <p:spPr>
          <a:xfrm>
            <a:off x="1637987" y="2352408"/>
            <a:ext cx="792499" cy="731187"/>
          </a:xfrm>
        </p:spPr>
      </p:pic>
      <p:pic>
        <p:nvPicPr>
          <p:cNvPr id="13" name="Picture Placeholder 12" descr="A no hand sign with red circle and black outline&#10;&#10;AI-generated content may be incorrect.">
            <a:extLst>
              <a:ext uri="{FF2B5EF4-FFF2-40B4-BE49-F238E27FC236}">
                <a16:creationId xmlns:a16="http://schemas.microsoft.com/office/drawing/2014/main" id="{23230D11-028D-47BE-BE8D-8E1A2033215D}"/>
              </a:ext>
            </a:extLst>
          </p:cNvPr>
          <p:cNvPicPr>
            <a:picLocks noGrp="1" noChangeAspect="1"/>
          </p:cNvPicPr>
          <p:nvPr>
            <p:ph type="pic" sz="quarter" idx="30"/>
          </p:nvPr>
        </p:nvPicPr>
        <p:blipFill>
          <a:blip r:embed="rId4">
            <a:extLst>
              <a:ext uri="{28A0092B-C50C-407E-A947-70E740481C1C}">
                <a14:useLocalDpi xmlns:a14="http://schemas.microsoft.com/office/drawing/2010/main" val="0"/>
              </a:ext>
            </a:extLst>
          </a:blip>
          <a:srcRect l="-20074" t="-16441" r="-23602" b="-16292"/>
          <a:stretch>
            <a:fillRect/>
          </a:stretch>
        </p:blipFill>
        <p:spPr>
          <a:xfrm>
            <a:off x="1647718" y="1443084"/>
            <a:ext cx="792499" cy="731187"/>
          </a:xfrm>
        </p:spPr>
      </p:pic>
      <p:pic>
        <p:nvPicPr>
          <p:cNvPr id="19" name="Picture Placeholder 18" descr="A cartoon of a camera&#10;&#10;AI-generated content may be incorrect.">
            <a:extLst>
              <a:ext uri="{FF2B5EF4-FFF2-40B4-BE49-F238E27FC236}">
                <a16:creationId xmlns:a16="http://schemas.microsoft.com/office/drawing/2014/main" id="{6E16A010-92B9-738E-5B7E-2DF7873D9FCF}"/>
              </a:ext>
            </a:extLst>
          </p:cNvPr>
          <p:cNvPicPr>
            <a:picLocks noGrp="1" noChangeAspect="1"/>
          </p:cNvPicPr>
          <p:nvPr>
            <p:ph type="pic" sz="quarter" idx="31"/>
          </p:nvPr>
        </p:nvPicPr>
        <p:blipFill>
          <a:blip r:embed="rId5">
            <a:extLst>
              <a:ext uri="{28A0092B-C50C-407E-A947-70E740481C1C}">
                <a14:useLocalDpi xmlns:a14="http://schemas.microsoft.com/office/drawing/2010/main" val="0"/>
              </a:ext>
            </a:extLst>
          </a:blip>
          <a:srcRect l="-29433" t="-26596" r="-35219" b="-25516"/>
          <a:stretch>
            <a:fillRect/>
          </a:stretch>
        </p:blipFill>
        <p:spPr>
          <a:xfrm>
            <a:off x="1618937" y="3265676"/>
            <a:ext cx="792499" cy="731187"/>
          </a:xfrm>
        </p:spPr>
      </p:pic>
      <p:pic>
        <p:nvPicPr>
          <p:cNvPr id="21" name="Picture Placeholder 20" descr="A phone and a house&#10;&#10;AI-generated content may be incorrect.">
            <a:extLst>
              <a:ext uri="{FF2B5EF4-FFF2-40B4-BE49-F238E27FC236}">
                <a16:creationId xmlns:a16="http://schemas.microsoft.com/office/drawing/2014/main" id="{617F2269-33C8-DBAC-48C4-282DF8F5ED1C}"/>
              </a:ext>
            </a:extLst>
          </p:cNvPr>
          <p:cNvPicPr>
            <a:picLocks noGrp="1" noChangeAspect="1"/>
          </p:cNvPicPr>
          <p:nvPr>
            <p:ph type="pic" sz="quarter" idx="32"/>
          </p:nvPr>
        </p:nvPicPr>
        <p:blipFill>
          <a:blip r:embed="rId6">
            <a:extLst>
              <a:ext uri="{28A0092B-C50C-407E-A947-70E740481C1C}">
                <a14:useLocalDpi xmlns:a14="http://schemas.microsoft.com/office/drawing/2010/main" val="0"/>
              </a:ext>
            </a:extLst>
          </a:blip>
          <a:srcRect l="-38925" t="-29307" r="-34662" b="-30709"/>
          <a:stretch>
            <a:fillRect/>
          </a:stretch>
        </p:blipFill>
        <p:spPr>
          <a:xfrm>
            <a:off x="1637987" y="4174667"/>
            <a:ext cx="792499" cy="731187"/>
          </a:xfrm>
        </p:spPr>
      </p:pic>
    </p:spTree>
    <p:extLst>
      <p:ext uri="{BB962C8B-B14F-4D97-AF65-F5344CB8AC3E}">
        <p14:creationId xmlns:p14="http://schemas.microsoft.com/office/powerpoint/2010/main" val="49865907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64B5B1-D1D5-CA52-EEA0-572B57CF3541}"/>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CF0A879-7C31-D9B8-E891-D80C7B868899}"/>
              </a:ext>
            </a:extLst>
          </p:cNvPr>
          <p:cNvSpPr>
            <a:spLocks noGrp="1"/>
          </p:cNvSpPr>
          <p:nvPr>
            <p:ph type="body" sz="quarter" idx="22"/>
          </p:nvPr>
        </p:nvSpPr>
        <p:spPr>
          <a:xfrm>
            <a:off x="2274400" y="1243301"/>
            <a:ext cx="8257032" cy="731520"/>
          </a:xfrm>
        </p:spPr>
        <p:txBody>
          <a:bodyPr>
            <a:normAutofit/>
          </a:bodyPr>
          <a:lstStyle/>
          <a:p>
            <a:r>
              <a:rPr lang="en-US" b="1" dirty="0">
                <a:solidFill>
                  <a:schemeClr val="bg1"/>
                </a:solidFill>
              </a:rPr>
              <a:t>Event Attributes:</a:t>
            </a:r>
            <a:r>
              <a:rPr lang="en-US" dirty="0">
                <a:solidFill>
                  <a:schemeClr val="accent2">
                    <a:lumMod val="60000"/>
                    <a:lumOff val="40000"/>
                  </a:schemeClr>
                </a:solidFill>
              </a:rPr>
              <a:t> Events</a:t>
            </a:r>
            <a:r>
              <a:rPr lang="en-US" dirty="0"/>
              <a:t> in </a:t>
            </a:r>
            <a:r>
              <a:rPr lang="en-US" b="1" i="1" dirty="0">
                <a:solidFill>
                  <a:srgbClr val="F0DB4F"/>
                </a:solidFill>
              </a:rPr>
              <a:t>JavaScript </a:t>
            </a:r>
            <a:r>
              <a:rPr lang="en-US" dirty="0">
                <a:solidFill>
                  <a:schemeClr val="bg1"/>
                </a:solidFill>
              </a:rPr>
              <a:t>have </a:t>
            </a:r>
            <a:r>
              <a:rPr lang="en-US" dirty="0">
                <a:solidFill>
                  <a:srgbClr val="FF9933"/>
                </a:solidFill>
              </a:rPr>
              <a:t>data</a:t>
            </a:r>
            <a:r>
              <a:rPr lang="en-US" dirty="0">
                <a:solidFill>
                  <a:schemeClr val="bg1"/>
                </a:solidFill>
              </a:rPr>
              <a:t>. Often, an event’s </a:t>
            </a:r>
            <a:r>
              <a:rPr lang="en-US" dirty="0">
                <a:solidFill>
                  <a:srgbClr val="FF9933"/>
                </a:solidFill>
              </a:rPr>
              <a:t>attributes</a:t>
            </a:r>
            <a:r>
              <a:rPr lang="en-US" dirty="0">
                <a:solidFill>
                  <a:schemeClr val="bg1"/>
                </a:solidFill>
              </a:rPr>
              <a:t> (</a:t>
            </a:r>
            <a:r>
              <a:rPr lang="en-US" dirty="0">
                <a:solidFill>
                  <a:srgbClr val="FF9933"/>
                </a:solidFill>
              </a:rPr>
              <a:t>data</a:t>
            </a:r>
            <a:r>
              <a:rPr lang="en-US" dirty="0">
                <a:solidFill>
                  <a:schemeClr val="bg1"/>
                </a:solidFill>
              </a:rPr>
              <a:t>) are required to accomplish a task.</a:t>
            </a:r>
            <a:endParaRPr lang="en-US" dirty="0"/>
          </a:p>
        </p:txBody>
      </p:sp>
      <p:sp>
        <p:nvSpPr>
          <p:cNvPr id="3" name="Title 2">
            <a:extLst>
              <a:ext uri="{FF2B5EF4-FFF2-40B4-BE49-F238E27FC236}">
                <a16:creationId xmlns:a16="http://schemas.microsoft.com/office/drawing/2014/main" id="{58ED8910-BB55-384E-A7A3-06A65B46A937}"/>
              </a:ext>
            </a:extLst>
          </p:cNvPr>
          <p:cNvSpPr>
            <a:spLocks noGrp="1"/>
          </p:cNvSpPr>
          <p:nvPr>
            <p:ph type="title"/>
          </p:nvPr>
        </p:nvSpPr>
        <p:spPr>
          <a:xfrm>
            <a:off x="1637984" y="98877"/>
            <a:ext cx="8874395" cy="1143200"/>
          </a:xfrm>
        </p:spPr>
        <p:txBody>
          <a:bodyPr/>
          <a:lstStyle/>
          <a:p>
            <a:r>
              <a:rPr lang="en-US" dirty="0"/>
              <a:t>Event Attributes</a:t>
            </a:r>
            <a:r>
              <a:rPr lang="en-US" b="0" dirty="0"/>
              <a:t>: Cargo</a:t>
            </a:r>
            <a:endParaRPr lang="en-US" dirty="0"/>
          </a:p>
        </p:txBody>
      </p:sp>
      <p:sp>
        <p:nvSpPr>
          <p:cNvPr id="5" name="Text Placeholder 4">
            <a:extLst>
              <a:ext uri="{FF2B5EF4-FFF2-40B4-BE49-F238E27FC236}">
                <a16:creationId xmlns:a16="http://schemas.microsoft.com/office/drawing/2014/main" id="{B0782DE0-6BE3-4510-D21E-A76AB592F8F4}"/>
              </a:ext>
            </a:extLst>
          </p:cNvPr>
          <p:cNvSpPr>
            <a:spLocks noGrp="1"/>
          </p:cNvSpPr>
          <p:nvPr>
            <p:ph type="body" sz="quarter" idx="23"/>
          </p:nvPr>
        </p:nvSpPr>
        <p:spPr>
          <a:xfrm>
            <a:off x="2274400" y="2109610"/>
            <a:ext cx="8257032" cy="731520"/>
          </a:xfrm>
        </p:spPr>
        <p:txBody>
          <a:bodyPr>
            <a:normAutofit fontScale="85000" lnSpcReduction="20000"/>
          </a:bodyPr>
          <a:lstStyle/>
          <a:p>
            <a:r>
              <a:rPr lang="en-US" dirty="0"/>
              <a:t>An </a:t>
            </a:r>
            <a:r>
              <a:rPr lang="en-US" dirty="0">
                <a:solidFill>
                  <a:schemeClr val="accent2">
                    <a:lumMod val="60000"/>
                    <a:lumOff val="40000"/>
                  </a:schemeClr>
                </a:solidFill>
              </a:rPr>
              <a:t>event</a:t>
            </a:r>
            <a:r>
              <a:rPr lang="en-US" dirty="0"/>
              <a:t> is also like a delivery </a:t>
            </a:r>
            <a:r>
              <a:rPr lang="en-US" b="1" dirty="0">
                <a:solidFill>
                  <a:schemeClr val="accent2">
                    <a:lumMod val="60000"/>
                    <a:lumOff val="40000"/>
                  </a:schemeClr>
                </a:solidFill>
              </a:rPr>
              <a:t>truck</a:t>
            </a:r>
            <a:r>
              <a:rPr lang="en-US" dirty="0"/>
              <a:t>. You can look at the </a:t>
            </a:r>
            <a:r>
              <a:rPr lang="en-US" dirty="0">
                <a:solidFill>
                  <a:schemeClr val="accent2">
                    <a:lumMod val="60000"/>
                    <a:lumOff val="40000"/>
                  </a:schemeClr>
                </a:solidFill>
              </a:rPr>
              <a:t>truck</a:t>
            </a:r>
            <a:r>
              <a:rPr lang="en-US" dirty="0"/>
              <a:t>’s company logo (</a:t>
            </a:r>
            <a:r>
              <a:rPr lang="en-US" dirty="0">
                <a:solidFill>
                  <a:schemeClr val="accent2">
                    <a:lumMod val="60000"/>
                    <a:lumOff val="40000"/>
                  </a:schemeClr>
                </a:solidFill>
              </a:rPr>
              <a:t>event</a:t>
            </a:r>
            <a:r>
              <a:rPr lang="en-US" dirty="0"/>
              <a:t> type) and get an idea of what </a:t>
            </a:r>
            <a:r>
              <a:rPr lang="en-US" dirty="0">
                <a:solidFill>
                  <a:srgbClr val="FF9933"/>
                </a:solidFill>
              </a:rPr>
              <a:t>cargo</a:t>
            </a:r>
            <a:r>
              <a:rPr lang="en-US" dirty="0"/>
              <a:t> it might be carrying, but you won’t know for sure unless you open the back and look.</a:t>
            </a:r>
          </a:p>
        </p:txBody>
      </p:sp>
      <p:sp>
        <p:nvSpPr>
          <p:cNvPr id="6" name="Text Placeholder 5">
            <a:extLst>
              <a:ext uri="{FF2B5EF4-FFF2-40B4-BE49-F238E27FC236}">
                <a16:creationId xmlns:a16="http://schemas.microsoft.com/office/drawing/2014/main" id="{FB581AAA-EE15-DFA9-C3AF-FC4546B1461F}"/>
              </a:ext>
            </a:extLst>
          </p:cNvPr>
          <p:cNvSpPr>
            <a:spLocks noGrp="1"/>
          </p:cNvSpPr>
          <p:nvPr>
            <p:ph type="body" sz="quarter" idx="25"/>
          </p:nvPr>
        </p:nvSpPr>
        <p:spPr>
          <a:xfrm>
            <a:off x="2274401" y="2981384"/>
            <a:ext cx="8257032" cy="731520"/>
          </a:xfrm>
        </p:spPr>
        <p:txBody>
          <a:bodyPr/>
          <a:lstStyle/>
          <a:p>
            <a:r>
              <a:rPr lang="en-US" dirty="0"/>
              <a:t>An </a:t>
            </a:r>
            <a:r>
              <a:rPr lang="en-US" dirty="0">
                <a:solidFill>
                  <a:schemeClr val="accent2">
                    <a:lumMod val="60000"/>
                    <a:lumOff val="40000"/>
                  </a:schemeClr>
                </a:solidFill>
              </a:rPr>
              <a:t>event</a:t>
            </a:r>
            <a:r>
              <a:rPr lang="en-US" dirty="0"/>
              <a:t>’s </a:t>
            </a:r>
            <a:r>
              <a:rPr lang="en-US" dirty="0">
                <a:solidFill>
                  <a:srgbClr val="FF9933"/>
                </a:solidFill>
              </a:rPr>
              <a:t>attributes</a:t>
            </a:r>
            <a:r>
              <a:rPr lang="en-US" dirty="0"/>
              <a:t> are the </a:t>
            </a:r>
            <a:r>
              <a:rPr lang="en-US" dirty="0">
                <a:solidFill>
                  <a:schemeClr val="accent2">
                    <a:lumMod val="60000"/>
                    <a:lumOff val="40000"/>
                  </a:schemeClr>
                </a:solidFill>
              </a:rPr>
              <a:t>truck</a:t>
            </a:r>
            <a:r>
              <a:rPr lang="en-US" dirty="0"/>
              <a:t>’s </a:t>
            </a:r>
            <a:r>
              <a:rPr lang="en-US" dirty="0">
                <a:solidFill>
                  <a:srgbClr val="FF9933"/>
                </a:solidFill>
              </a:rPr>
              <a:t>cargo</a:t>
            </a:r>
            <a:r>
              <a:rPr lang="en-US" dirty="0"/>
              <a:t>; it’s what you take, store, and use after the delivery arrives.</a:t>
            </a:r>
          </a:p>
        </p:txBody>
      </p:sp>
      <p:pic>
        <p:nvPicPr>
          <p:cNvPr id="20" name="Picture Placeholder 19">
            <a:extLst>
              <a:ext uri="{FF2B5EF4-FFF2-40B4-BE49-F238E27FC236}">
                <a16:creationId xmlns:a16="http://schemas.microsoft.com/office/drawing/2014/main" id="{BEAB4DEA-1D78-43BD-5D18-9DFB9DFE07F8}"/>
              </a:ext>
            </a:extLst>
          </p:cNvPr>
          <p:cNvPicPr>
            <a:picLocks noGrp="1" noChangeAspect="1"/>
          </p:cNvPicPr>
          <p:nvPr>
            <p:ph type="pic" sz="quarter" idx="30"/>
          </p:nvPr>
        </p:nvPicPr>
        <p:blipFill>
          <a:blip r:embed="rId3"/>
          <a:srcRect l="-24245" t="-17863" r="-24245" b="-19315"/>
          <a:stretch>
            <a:fillRect/>
          </a:stretch>
        </p:blipFill>
        <p:spPr>
          <a:xfrm>
            <a:off x="1637986" y="1247336"/>
            <a:ext cx="792499" cy="731187"/>
          </a:xfrm>
          <a:prstGeom prst="hexagon">
            <a:avLst/>
          </a:prstGeom>
          <a:solidFill>
            <a:srgbClr val="244C4E"/>
          </a:solidFill>
          <a:ln w="19050">
            <a:solidFill>
              <a:srgbClr val="244C4E">
                <a:lumMod val="50000"/>
              </a:srgbClr>
            </a:solidFill>
          </a:ln>
          <a:effectLst>
            <a:outerShdw blurRad="50800" dist="38100" dir="2700000" algn="tl" rotWithShape="0">
              <a:prstClr val="black">
                <a:alpha val="40000"/>
              </a:prstClr>
            </a:outerShdw>
          </a:effectLst>
        </p:spPr>
      </p:pic>
      <p:pic>
        <p:nvPicPr>
          <p:cNvPr id="35" name="Picture Placeholder 34" descr="A yellow truck with a green box and a check mark&#10;&#10;AI-generated content may be incorrect.">
            <a:extLst>
              <a:ext uri="{FF2B5EF4-FFF2-40B4-BE49-F238E27FC236}">
                <a16:creationId xmlns:a16="http://schemas.microsoft.com/office/drawing/2014/main" id="{DBE7AEC0-2A3A-0772-868B-99F9E3BB8454}"/>
              </a:ext>
            </a:extLst>
          </p:cNvPr>
          <p:cNvPicPr>
            <a:picLocks noGrp="1" noChangeAspect="1"/>
          </p:cNvPicPr>
          <p:nvPr>
            <p:ph type="pic" sz="quarter" idx="29"/>
          </p:nvPr>
        </p:nvPicPr>
        <p:blipFill>
          <a:blip r:embed="rId4">
            <a:extLst>
              <a:ext uri="{28A0092B-C50C-407E-A947-70E740481C1C}">
                <a14:useLocalDpi xmlns:a14="http://schemas.microsoft.com/office/drawing/2010/main" val="0"/>
              </a:ext>
            </a:extLst>
          </a:blip>
          <a:srcRect l="-19327" t="-13147" r="-19380" b="-14717"/>
          <a:stretch>
            <a:fillRect/>
          </a:stretch>
        </p:blipFill>
        <p:spPr>
          <a:xfrm>
            <a:off x="1638300" y="2119313"/>
            <a:ext cx="792163" cy="730250"/>
          </a:xfrm>
        </p:spPr>
      </p:pic>
      <p:pic>
        <p:nvPicPr>
          <p:cNvPr id="37" name="Picture Placeholder 36" descr="A stack of boxes on a pallet&#10;&#10;AI-generated content may be incorrect.">
            <a:extLst>
              <a:ext uri="{FF2B5EF4-FFF2-40B4-BE49-F238E27FC236}">
                <a16:creationId xmlns:a16="http://schemas.microsoft.com/office/drawing/2014/main" id="{0F2FD59E-2B58-1E1A-CA8E-44C1D4D2BCC5}"/>
              </a:ext>
            </a:extLst>
          </p:cNvPr>
          <p:cNvPicPr>
            <a:picLocks noGrp="1" noChangeAspect="1"/>
          </p:cNvPicPr>
          <p:nvPr>
            <p:ph type="pic" sz="quarter" idx="31"/>
          </p:nvPr>
        </p:nvPicPr>
        <p:blipFill>
          <a:blip r:embed="rId5">
            <a:extLst>
              <a:ext uri="{28A0092B-C50C-407E-A947-70E740481C1C}">
                <a14:useLocalDpi xmlns:a14="http://schemas.microsoft.com/office/drawing/2010/main" val="0"/>
              </a:ext>
            </a:extLst>
          </a:blip>
          <a:srcRect l="-26246" t="-19991" r="-26304" b="-20941"/>
          <a:stretch>
            <a:fillRect/>
          </a:stretch>
        </p:blipFill>
        <p:spPr>
          <a:xfrm>
            <a:off x="1638300" y="2981325"/>
            <a:ext cx="792163" cy="731838"/>
          </a:xfrm>
        </p:spPr>
      </p:pic>
      <p:sp>
        <p:nvSpPr>
          <p:cNvPr id="28" name="Text Placeholder 5">
            <a:extLst>
              <a:ext uri="{FF2B5EF4-FFF2-40B4-BE49-F238E27FC236}">
                <a16:creationId xmlns:a16="http://schemas.microsoft.com/office/drawing/2014/main" id="{A2432BA8-BCFC-8610-6CC1-AF58D5DA0CF8}"/>
              </a:ext>
            </a:extLst>
          </p:cNvPr>
          <p:cNvSpPr txBox="1">
            <a:spLocks/>
          </p:cNvSpPr>
          <p:nvPr/>
        </p:nvSpPr>
        <p:spPr>
          <a:xfrm>
            <a:off x="2274401" y="3856860"/>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fontScale="85000" lnSpcReduction="1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800" b="0"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609585" marR="0" lvl="2"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lang="en-US" sz="1800" b="0" i="0" u="none" strike="noStrike" cap="none" dirty="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sz="1900" b="1" kern="0" dirty="0"/>
              <a:t>Truck</a:t>
            </a:r>
            <a:r>
              <a:rPr lang="en-US" kern="0" dirty="0"/>
              <a:t>: </a:t>
            </a:r>
            <a:r>
              <a:rPr lang="en-US" sz="1600" kern="0" dirty="0"/>
              <a:t>Truck arrives </a:t>
            </a:r>
            <a:r>
              <a:rPr lang="en-US" sz="1600" dirty="0"/>
              <a:t>→ </a:t>
            </a:r>
            <a:r>
              <a:rPr lang="en-US" sz="1600" kern="0" dirty="0"/>
              <a:t>Open cargo bay </a:t>
            </a:r>
            <a:r>
              <a:rPr lang="en-US" sz="1600" dirty="0"/>
              <a:t>→ Remove cargo → Put in warehouse → Use</a:t>
            </a:r>
          </a:p>
          <a:p>
            <a:r>
              <a:rPr lang="en-US" sz="1900" b="1" kern="0" dirty="0"/>
              <a:t>Event</a:t>
            </a:r>
            <a:r>
              <a:rPr lang="en-US" kern="0" dirty="0"/>
              <a:t>: </a:t>
            </a:r>
            <a:r>
              <a:rPr lang="en-US" sz="1600" kern="0" dirty="0"/>
              <a:t>Listener detects event </a:t>
            </a:r>
            <a:r>
              <a:rPr lang="en-US" sz="1600" dirty="0"/>
              <a:t>→ Access attribute → Store in a variable → Use</a:t>
            </a:r>
            <a:endParaRPr lang="en-US" kern="0" dirty="0"/>
          </a:p>
        </p:txBody>
      </p:sp>
      <p:sp>
        <p:nvSpPr>
          <p:cNvPr id="29" name="Picture Placeholder 26">
            <a:extLst>
              <a:ext uri="{FF2B5EF4-FFF2-40B4-BE49-F238E27FC236}">
                <a16:creationId xmlns:a16="http://schemas.microsoft.com/office/drawing/2014/main" id="{30421A85-FD3C-AA41-2DA8-9F4683047869}"/>
              </a:ext>
            </a:extLst>
          </p:cNvPr>
          <p:cNvSpPr txBox="1">
            <a:spLocks/>
          </p:cNvSpPr>
          <p:nvPr/>
        </p:nvSpPr>
        <p:spPr>
          <a:xfrm>
            <a:off x="1637985" y="3856860"/>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400" b="0"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endParaRPr lang="en-US" kern="0"/>
          </a:p>
        </p:txBody>
      </p:sp>
      <p:sp>
        <p:nvSpPr>
          <p:cNvPr id="30" name="Text Placeholder 5">
            <a:extLst>
              <a:ext uri="{FF2B5EF4-FFF2-40B4-BE49-F238E27FC236}">
                <a16:creationId xmlns:a16="http://schemas.microsoft.com/office/drawing/2014/main" id="{7C5A73C5-70E2-0A0A-65EA-3FA6DB62A079}"/>
              </a:ext>
            </a:extLst>
          </p:cNvPr>
          <p:cNvSpPr txBox="1">
            <a:spLocks/>
          </p:cNvSpPr>
          <p:nvPr/>
        </p:nvSpPr>
        <p:spPr>
          <a:xfrm>
            <a:off x="2274401" y="4732003"/>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800" b="0"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609585" marR="0" lvl="2"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lang="en-US" sz="1800" b="0" i="0" u="none" strike="noStrike" cap="none" dirty="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1" kern="0" dirty="0"/>
              <a:t>How to Access: </a:t>
            </a:r>
            <a:r>
              <a:rPr lang="en-US" kern="0" dirty="0"/>
              <a:t>Use the </a:t>
            </a:r>
            <a:r>
              <a:rPr lang="en-US" b="1" i="1" kern="0" dirty="0">
                <a:solidFill>
                  <a:schemeClr val="bg1"/>
                </a:solidFill>
              </a:rPr>
              <a:t>dot operator</a:t>
            </a:r>
            <a:r>
              <a:rPr lang="en-US" kern="0" dirty="0"/>
              <a:t> (</a:t>
            </a:r>
            <a:r>
              <a:rPr lang="en-US" b="1" kern="0" dirty="0">
                <a:solidFill>
                  <a:schemeClr val="accent1">
                    <a:lumMod val="40000"/>
                    <a:lumOff val="60000"/>
                  </a:schemeClr>
                </a:solidFill>
              </a:rPr>
              <a:t>.</a:t>
            </a:r>
            <a:r>
              <a:rPr lang="en-US" kern="0" dirty="0"/>
              <a:t>) on an </a:t>
            </a:r>
            <a:r>
              <a:rPr lang="en-US" kern="0" dirty="0">
                <a:solidFill>
                  <a:schemeClr val="accent2">
                    <a:lumMod val="60000"/>
                    <a:lumOff val="40000"/>
                  </a:schemeClr>
                </a:solidFill>
              </a:rPr>
              <a:t>event</a:t>
            </a:r>
            <a:r>
              <a:rPr lang="en-US" kern="0" dirty="0"/>
              <a:t> object, followed by the name of the </a:t>
            </a:r>
            <a:r>
              <a:rPr lang="en-US" kern="0" dirty="0">
                <a:solidFill>
                  <a:srgbClr val="FF9933"/>
                </a:solidFill>
              </a:rPr>
              <a:t>attribute</a:t>
            </a:r>
            <a:r>
              <a:rPr lang="en-US" kern="0" dirty="0"/>
              <a:t> you want to access</a:t>
            </a:r>
            <a:r>
              <a:rPr lang="en-US" b="1" kern="0" dirty="0"/>
              <a:t>!</a:t>
            </a:r>
            <a:endParaRPr lang="en-US" kern="0" dirty="0"/>
          </a:p>
        </p:txBody>
      </p:sp>
      <p:sp>
        <p:nvSpPr>
          <p:cNvPr id="31" name="Picture Placeholder 26">
            <a:extLst>
              <a:ext uri="{FF2B5EF4-FFF2-40B4-BE49-F238E27FC236}">
                <a16:creationId xmlns:a16="http://schemas.microsoft.com/office/drawing/2014/main" id="{CFFB3A13-F15F-C3EA-C0EE-C7C06630356A}"/>
              </a:ext>
            </a:extLst>
          </p:cNvPr>
          <p:cNvSpPr txBox="1">
            <a:spLocks/>
          </p:cNvSpPr>
          <p:nvPr/>
        </p:nvSpPr>
        <p:spPr>
          <a:xfrm>
            <a:off x="1637985" y="4732003"/>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400" b="0"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endParaRPr lang="en-US" kern="0"/>
          </a:p>
        </p:txBody>
      </p:sp>
      <p:sp>
        <p:nvSpPr>
          <p:cNvPr id="32" name="Text Placeholder 5">
            <a:extLst>
              <a:ext uri="{FF2B5EF4-FFF2-40B4-BE49-F238E27FC236}">
                <a16:creationId xmlns:a16="http://schemas.microsoft.com/office/drawing/2014/main" id="{AAF9DFDE-9E44-7B45-A75E-D6AB4E72DF94}"/>
              </a:ext>
            </a:extLst>
          </p:cNvPr>
          <p:cNvSpPr txBox="1">
            <a:spLocks/>
          </p:cNvSpPr>
          <p:nvPr/>
        </p:nvSpPr>
        <p:spPr>
          <a:xfrm>
            <a:off x="2274400" y="5606813"/>
            <a:ext cx="8257032" cy="731520"/>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lnSpcReduction="1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800" b="0"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609585" marR="0" lvl="2"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lang="en-US" sz="1800" b="0" i="0" u="none" strike="noStrike" cap="none" dirty="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1" kern="0" dirty="0"/>
              <a:t>General form</a:t>
            </a:r>
            <a:r>
              <a:rPr lang="en-US" kern="0" dirty="0"/>
              <a:t>:</a:t>
            </a:r>
          </a:p>
          <a:p>
            <a:pPr algn="ctr"/>
            <a:r>
              <a:rPr lang="en-US" sz="2000" b="1" kern="0" dirty="0" err="1">
                <a:solidFill>
                  <a:srgbClr val="FFFF00"/>
                </a:solidFill>
              </a:rPr>
              <a:t>event</a:t>
            </a:r>
            <a:r>
              <a:rPr lang="en-US" sz="2000" b="1" kern="0" dirty="0" err="1">
                <a:solidFill>
                  <a:schemeClr val="accent1">
                    <a:lumMod val="40000"/>
                    <a:lumOff val="60000"/>
                  </a:schemeClr>
                </a:solidFill>
              </a:rPr>
              <a:t>.</a:t>
            </a:r>
            <a:r>
              <a:rPr lang="en-US" sz="2000" b="1" kern="0" dirty="0" err="1">
                <a:solidFill>
                  <a:srgbClr val="FF9933"/>
                </a:solidFill>
              </a:rPr>
              <a:t>someAttribute</a:t>
            </a:r>
            <a:endParaRPr lang="en-US" sz="2000" b="1" kern="0" dirty="0">
              <a:solidFill>
                <a:srgbClr val="FF9933"/>
              </a:solidFill>
            </a:endParaRPr>
          </a:p>
        </p:txBody>
      </p:sp>
      <p:sp>
        <p:nvSpPr>
          <p:cNvPr id="33" name="Picture Placeholder 26">
            <a:extLst>
              <a:ext uri="{FF2B5EF4-FFF2-40B4-BE49-F238E27FC236}">
                <a16:creationId xmlns:a16="http://schemas.microsoft.com/office/drawing/2014/main" id="{26025640-F655-EC10-7364-42033CDC4786}"/>
              </a:ext>
            </a:extLst>
          </p:cNvPr>
          <p:cNvSpPr txBox="1">
            <a:spLocks/>
          </p:cNvSpPr>
          <p:nvPr/>
        </p:nvSpPr>
        <p:spPr>
          <a:xfrm>
            <a:off x="1637984" y="5606813"/>
            <a:ext cx="792499" cy="731187"/>
          </a:xfrm>
          <a:prstGeom prst="hexagon">
            <a:avLst/>
          </a:prstGeom>
          <a:solidFill>
            <a:schemeClr val="bg2"/>
          </a:solidFill>
          <a:ln w="19050">
            <a:solidFill>
              <a:schemeClr val="bg2">
                <a:lumMod val="50000"/>
              </a:schemeClr>
            </a:solidFill>
          </a:ln>
          <a:effectLst>
            <a:outerShdw blurRad="50800" dist="38100" dir="2700000" algn="tl" rotWithShape="0">
              <a:prstClr val="black">
                <a:alpha val="40000"/>
              </a:prstClr>
            </a:outerShdw>
          </a:effectLst>
        </p:spPr>
        <p:txBody>
          <a:bodyPr vert="horz" lIns="91440" tIns="45720" rIns="91440" bIns="45720" rtlCol="0">
            <a:no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400" b="0"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endParaRPr lang="en-US" kern="0"/>
          </a:p>
        </p:txBody>
      </p:sp>
      <p:pic>
        <p:nvPicPr>
          <p:cNvPr id="39" name="Picture 38">
            <a:extLst>
              <a:ext uri="{FF2B5EF4-FFF2-40B4-BE49-F238E27FC236}">
                <a16:creationId xmlns:a16="http://schemas.microsoft.com/office/drawing/2014/main" id="{6079C81B-5DCF-E27D-69FE-B2D04597BC51}"/>
              </a:ext>
            </a:extLst>
          </p:cNvPr>
          <p:cNvPicPr>
            <a:picLocks noChangeAspect="1"/>
          </p:cNvPicPr>
          <p:nvPr/>
        </p:nvPicPr>
        <p:blipFill>
          <a:blip r:embed="rId6"/>
          <a:stretch>
            <a:fillRect/>
          </a:stretch>
        </p:blipFill>
        <p:spPr>
          <a:xfrm>
            <a:off x="1755949" y="3944169"/>
            <a:ext cx="556567" cy="556567"/>
          </a:xfrm>
          <a:prstGeom prst="rect">
            <a:avLst/>
          </a:prstGeom>
        </p:spPr>
      </p:pic>
      <p:pic>
        <p:nvPicPr>
          <p:cNvPr id="41" name="Picture 40">
            <a:extLst>
              <a:ext uri="{FF2B5EF4-FFF2-40B4-BE49-F238E27FC236}">
                <a16:creationId xmlns:a16="http://schemas.microsoft.com/office/drawing/2014/main" id="{C611CF18-0007-444B-DF7A-2A0800F12D3B}"/>
              </a:ext>
            </a:extLst>
          </p:cNvPr>
          <p:cNvPicPr>
            <a:picLocks noChangeAspect="1"/>
          </p:cNvPicPr>
          <p:nvPr/>
        </p:nvPicPr>
        <p:blipFill>
          <a:blip r:embed="rId7"/>
          <a:stretch>
            <a:fillRect/>
          </a:stretch>
        </p:blipFill>
        <p:spPr>
          <a:xfrm>
            <a:off x="1787538" y="4850736"/>
            <a:ext cx="493388" cy="493388"/>
          </a:xfrm>
          <a:prstGeom prst="rect">
            <a:avLst/>
          </a:prstGeom>
        </p:spPr>
      </p:pic>
      <p:pic>
        <p:nvPicPr>
          <p:cNvPr id="43" name="Picture 42">
            <a:extLst>
              <a:ext uri="{FF2B5EF4-FFF2-40B4-BE49-F238E27FC236}">
                <a16:creationId xmlns:a16="http://schemas.microsoft.com/office/drawing/2014/main" id="{58AD198F-D7F4-6793-8489-8C1B19183EFF}"/>
              </a:ext>
            </a:extLst>
          </p:cNvPr>
          <p:cNvPicPr>
            <a:picLocks noChangeAspect="1"/>
          </p:cNvPicPr>
          <p:nvPr/>
        </p:nvPicPr>
        <p:blipFill>
          <a:blip r:embed="rId8"/>
          <a:stretch>
            <a:fillRect/>
          </a:stretch>
        </p:blipFill>
        <p:spPr>
          <a:xfrm>
            <a:off x="1801325" y="5739499"/>
            <a:ext cx="465813" cy="465813"/>
          </a:xfrm>
          <a:prstGeom prst="rect">
            <a:avLst/>
          </a:prstGeom>
        </p:spPr>
      </p:pic>
    </p:spTree>
    <p:extLst>
      <p:ext uri="{BB962C8B-B14F-4D97-AF65-F5344CB8AC3E}">
        <p14:creationId xmlns:p14="http://schemas.microsoft.com/office/powerpoint/2010/main" val="13974995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174BAD7-B69B-DD74-1EB1-733FCD6DF0B3}"/>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795A85EE-3E98-8024-8C09-DB2579CE36BE}"/>
              </a:ext>
            </a:extLst>
          </p:cNvPr>
          <p:cNvSpPr>
            <a:spLocks noGrp="1"/>
          </p:cNvSpPr>
          <p:nvPr>
            <p:ph type="title"/>
          </p:nvPr>
        </p:nvSpPr>
        <p:spPr/>
        <p:txBody>
          <a:bodyPr/>
          <a:lstStyle/>
          <a:p>
            <a:r>
              <a:rPr lang="en-US" dirty="0"/>
              <a:t>The  </a:t>
            </a:r>
            <a:r>
              <a:rPr lang="en-US" b="0" dirty="0">
                <a:latin typeface="Consolas" panose="020B0609020204030204" pitchFamily="49" charset="0"/>
              </a:rPr>
              <a:t>click</a:t>
            </a:r>
            <a:r>
              <a:rPr lang="en-US" dirty="0"/>
              <a:t>  Event</a:t>
            </a:r>
          </a:p>
        </p:txBody>
      </p:sp>
      <p:sp>
        <p:nvSpPr>
          <p:cNvPr id="4" name="Content Placeholder 3">
            <a:extLst>
              <a:ext uri="{FF2B5EF4-FFF2-40B4-BE49-F238E27FC236}">
                <a16:creationId xmlns:a16="http://schemas.microsoft.com/office/drawing/2014/main" id="{FD12C85F-C025-7CAD-3350-02DD10966104}"/>
              </a:ext>
            </a:extLst>
          </p:cNvPr>
          <p:cNvSpPr>
            <a:spLocks noGrp="1"/>
          </p:cNvSpPr>
          <p:nvPr>
            <p:ph sz="quarter" idx="10"/>
          </p:nvPr>
        </p:nvSpPr>
        <p:spPr/>
        <p:txBody>
          <a:bodyPr/>
          <a:lstStyle/>
          <a:p>
            <a:r>
              <a:rPr lang="en-US" dirty="0">
                <a:solidFill>
                  <a:srgbClr val="7F9F7F"/>
                </a:solidFill>
                <a:highlight>
                  <a:srgbClr val="3F3F3F"/>
                </a:highlight>
              </a:rPr>
              <a:t>// function to be executed upon detection of 'click' event</a:t>
            </a:r>
            <a:endParaRPr lang="en-US" sz="1400" b="1" dirty="0">
              <a:solidFill>
                <a:srgbClr val="DFC47D"/>
              </a:solidFill>
              <a:highlight>
                <a:srgbClr val="3F3F3F"/>
              </a:highlight>
            </a:endParaRP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handleClick</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"Clicked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"Button pressed: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1" dirty="0" err="1">
                <a:solidFill>
                  <a:srgbClr val="FFCFAF"/>
                </a:solidFill>
                <a:highlight>
                  <a:srgbClr val="3F3F3F"/>
                </a:highlight>
              </a:rPr>
              <a:t>button</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"Element clicked: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target</a:t>
            </a:r>
            <a:r>
              <a:rPr lang="en-US" sz="1400" b="1" dirty="0" err="1">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'click'</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handleClick</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455C8CC3-818F-A87A-C077-CB424AADC9F8}"/>
              </a:ext>
            </a:extLst>
          </p:cNvPr>
          <p:cNvSpPr>
            <a:spLocks noGrp="1"/>
          </p:cNvSpPr>
          <p:nvPr>
            <p:ph sz="quarter" idx="11"/>
          </p:nvPr>
        </p:nvSpPr>
        <p:spPr/>
        <p:txBody>
          <a:bodyPr/>
          <a:lstStyle/>
          <a:p>
            <a:r>
              <a:rPr lang="en-US" i="1" dirty="0">
                <a:solidFill>
                  <a:srgbClr val="F0DB4F"/>
                </a:solidFill>
              </a:rPr>
              <a:t>JavaScript</a:t>
            </a:r>
          </a:p>
        </p:txBody>
      </p:sp>
      <p:sp>
        <p:nvSpPr>
          <p:cNvPr id="6" name="Content Placeholder 5">
            <a:extLst>
              <a:ext uri="{FF2B5EF4-FFF2-40B4-BE49-F238E27FC236}">
                <a16:creationId xmlns:a16="http://schemas.microsoft.com/office/drawing/2014/main" id="{52A41D8E-C97A-C208-1EC2-AD83E4313C56}"/>
              </a:ext>
            </a:extLst>
          </p:cNvPr>
          <p:cNvSpPr>
            <a:spLocks noGrp="1"/>
          </p:cNvSpPr>
          <p:nvPr>
            <p:ph sz="quarter" idx="14"/>
          </p:nvPr>
        </p:nvSpPr>
        <p:spPr>
          <a:xfrm flipH="1">
            <a:off x="1253799" y="1336846"/>
            <a:ext cx="1469558" cy="546235"/>
          </a:xfrm>
        </p:spPr>
        <p:txBody>
          <a:bodyPr>
            <a:normAutofit lnSpcReduction="10000"/>
          </a:bodyPr>
          <a:lstStyle/>
          <a:p>
            <a:pPr marL="0" indent="0">
              <a:buNone/>
            </a:pPr>
            <a:r>
              <a:rPr lang="en-US" dirty="0">
                <a:solidFill>
                  <a:schemeClr val="accent2">
                    <a:lumMod val="60000"/>
                    <a:lumOff val="40000"/>
                  </a:schemeClr>
                </a:solidFill>
              </a:rPr>
              <a:t>click</a:t>
            </a:r>
          </a:p>
        </p:txBody>
      </p:sp>
      <p:sp>
        <p:nvSpPr>
          <p:cNvPr id="7" name="Content Placeholder 6">
            <a:extLst>
              <a:ext uri="{FF2B5EF4-FFF2-40B4-BE49-F238E27FC236}">
                <a16:creationId xmlns:a16="http://schemas.microsoft.com/office/drawing/2014/main" id="{F5A6130C-A24F-F8FB-D1B4-B237BB4DA921}"/>
              </a:ext>
            </a:extLst>
          </p:cNvPr>
          <p:cNvSpPr>
            <a:spLocks noGrp="1"/>
          </p:cNvSpPr>
          <p:nvPr>
            <p:ph sz="quarter" idx="15"/>
          </p:nvPr>
        </p:nvSpPr>
        <p:spPr>
          <a:xfrm flipH="1">
            <a:off x="3057525" y="1336845"/>
            <a:ext cx="6411118" cy="546235"/>
          </a:xfrm>
        </p:spPr>
        <p:txBody>
          <a:bodyPr>
            <a:normAutofit fontScale="85000" lnSpcReduction="10000"/>
          </a:bodyPr>
          <a:lstStyle/>
          <a:p>
            <a:pPr marL="0" indent="0">
              <a:buNone/>
            </a:pPr>
            <a:r>
              <a:rPr lang="en-US" sz="1800" b="1" dirty="0"/>
              <a:t>The most fundamental mouse interaction </a:t>
            </a:r>
            <a:r>
              <a:rPr lang="en-US" sz="1800" dirty="0"/>
              <a:t>– triggered when a user presses and releases a mouse button on an element</a:t>
            </a:r>
          </a:p>
        </p:txBody>
      </p:sp>
      <p:sp>
        <p:nvSpPr>
          <p:cNvPr id="24" name="Content Placeholder 7">
            <a:extLst>
              <a:ext uri="{FF2B5EF4-FFF2-40B4-BE49-F238E27FC236}">
                <a16:creationId xmlns:a16="http://schemas.microsoft.com/office/drawing/2014/main" id="{186A97E3-7984-5201-3C6D-42FF8544BAF4}"/>
              </a:ext>
            </a:extLst>
          </p:cNvPr>
          <p:cNvSpPr>
            <a:spLocks noGrp="1"/>
          </p:cNvSpPr>
          <p:nvPr>
            <p:ph sz="quarter" idx="16"/>
          </p:nvPr>
        </p:nvSpPr>
        <p:spPr>
          <a:xfrm flipH="1">
            <a:off x="1253799" y="4946912"/>
            <a:ext cx="2070532" cy="305884"/>
          </a:xfrm>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dirty="0"/>
          </a:p>
        </p:txBody>
      </p:sp>
      <p:sp>
        <p:nvSpPr>
          <p:cNvPr id="25" name="Content Placeholder 8">
            <a:extLst>
              <a:ext uri="{FF2B5EF4-FFF2-40B4-BE49-F238E27FC236}">
                <a16:creationId xmlns:a16="http://schemas.microsoft.com/office/drawing/2014/main" id="{BC3ACA75-6E86-BAE1-9FAF-6737FBB9BCEC}"/>
              </a:ext>
            </a:extLst>
          </p:cNvPr>
          <p:cNvSpPr>
            <a:spLocks noGrp="1"/>
          </p:cNvSpPr>
          <p:nvPr>
            <p:ph sz="quarter" idx="17"/>
          </p:nvPr>
        </p:nvSpPr>
        <p:spPr>
          <a:xfrm flipH="1">
            <a:off x="3667125" y="4946911"/>
            <a:ext cx="5801518" cy="305884"/>
          </a:xfrm>
        </p:spPr>
        <p:txBody>
          <a:bodyPr>
            <a:normAutofit fontScale="47500" lnSpcReduction="20000"/>
          </a:bodyPr>
          <a:lstStyle/>
          <a:p>
            <a:pPr marL="0" indent="0">
              <a:buNone/>
            </a:pPr>
            <a:r>
              <a:rPr lang="en-US" dirty="0"/>
              <a:t>X/Y-coordinate of mouse pointer (two separate attributes)</a:t>
            </a:r>
          </a:p>
          <a:p>
            <a:pPr marL="0" indent="0">
              <a:buNone/>
            </a:pPr>
            <a:endParaRPr lang="en-US" dirty="0"/>
          </a:p>
        </p:txBody>
      </p:sp>
      <p:sp>
        <p:nvSpPr>
          <p:cNvPr id="26" name="Content Placeholder 9">
            <a:extLst>
              <a:ext uri="{FF2B5EF4-FFF2-40B4-BE49-F238E27FC236}">
                <a16:creationId xmlns:a16="http://schemas.microsoft.com/office/drawing/2014/main" id="{797B2F89-FA52-FE18-D3F6-E0CF3607AE5E}"/>
              </a:ext>
            </a:extLst>
          </p:cNvPr>
          <p:cNvSpPr>
            <a:spLocks noGrp="1"/>
          </p:cNvSpPr>
          <p:nvPr>
            <p:ph sz="quarter" idx="18"/>
          </p:nvPr>
        </p:nvSpPr>
        <p:spPr>
          <a:xfrm flipH="1">
            <a:off x="1254195" y="5324586"/>
            <a:ext cx="2070532" cy="305884"/>
          </a:xfrm>
        </p:spPr>
        <p:txBody>
          <a:bodyPr>
            <a:normAutofit fontScale="55000" lnSpcReduction="20000"/>
          </a:bodyPr>
          <a:lstStyle/>
          <a:p>
            <a:pPr marL="0" indent="0">
              <a:buNone/>
            </a:pPr>
            <a:r>
              <a:rPr lang="en-US" b="1" dirty="0">
                <a:solidFill>
                  <a:srgbClr val="FF9933"/>
                </a:solidFill>
              </a:rPr>
              <a:t>button</a:t>
            </a:r>
            <a:endParaRPr lang="en-US" dirty="0"/>
          </a:p>
        </p:txBody>
      </p:sp>
      <p:sp>
        <p:nvSpPr>
          <p:cNvPr id="27" name="Content Placeholder 10">
            <a:extLst>
              <a:ext uri="{FF2B5EF4-FFF2-40B4-BE49-F238E27FC236}">
                <a16:creationId xmlns:a16="http://schemas.microsoft.com/office/drawing/2014/main" id="{DB0AF511-9054-0ED8-4791-26A71E50BD89}"/>
              </a:ext>
            </a:extLst>
          </p:cNvPr>
          <p:cNvSpPr>
            <a:spLocks noGrp="1"/>
          </p:cNvSpPr>
          <p:nvPr>
            <p:ph sz="quarter" idx="19"/>
          </p:nvPr>
        </p:nvSpPr>
        <p:spPr>
          <a:xfrm flipH="1">
            <a:off x="3667521" y="5324585"/>
            <a:ext cx="5801518" cy="305884"/>
          </a:xfrm>
        </p:spPr>
        <p:txBody>
          <a:bodyPr>
            <a:normAutofit fontScale="47500" lnSpcReduction="20000"/>
          </a:bodyPr>
          <a:lstStyle/>
          <a:p>
            <a:pPr marL="0" indent="0">
              <a:buNone/>
            </a:pPr>
            <a:r>
              <a:rPr lang="en-US" dirty="0"/>
              <a:t>Which mouse button was pressed (0=left, 1=middle, 2=right)</a:t>
            </a:r>
          </a:p>
          <a:p>
            <a:pPr marL="0" indent="0">
              <a:buNone/>
            </a:pPr>
            <a:endParaRPr lang="en-US" dirty="0"/>
          </a:p>
        </p:txBody>
      </p:sp>
      <p:sp>
        <p:nvSpPr>
          <p:cNvPr id="28" name="Content Placeholder 15">
            <a:extLst>
              <a:ext uri="{FF2B5EF4-FFF2-40B4-BE49-F238E27FC236}">
                <a16:creationId xmlns:a16="http://schemas.microsoft.com/office/drawing/2014/main" id="{E1D8C61F-95A5-7489-7BCD-232F432F0AB6}"/>
              </a:ext>
            </a:extLst>
          </p:cNvPr>
          <p:cNvSpPr>
            <a:spLocks noGrp="1"/>
          </p:cNvSpPr>
          <p:nvPr>
            <p:ph sz="quarter" idx="20"/>
          </p:nvPr>
        </p:nvSpPr>
        <p:spPr>
          <a:xfrm flipH="1">
            <a:off x="1253799" y="5699216"/>
            <a:ext cx="2070532" cy="305884"/>
          </a:xfrm>
        </p:spPr>
        <p:txBody>
          <a:bodyPr>
            <a:normAutofit fontScale="55000" lnSpcReduction="20000"/>
          </a:bodyPr>
          <a:lstStyle/>
          <a:p>
            <a:pPr marL="0" indent="0">
              <a:buNone/>
            </a:pPr>
            <a:r>
              <a:rPr lang="en-US" b="1" dirty="0">
                <a:solidFill>
                  <a:srgbClr val="FF9933"/>
                </a:solidFill>
              </a:rPr>
              <a:t>target</a:t>
            </a:r>
            <a:endParaRPr lang="en-US" dirty="0"/>
          </a:p>
          <a:p>
            <a:pPr marL="0" indent="0">
              <a:buNone/>
            </a:pPr>
            <a:endParaRPr lang="en-US" dirty="0"/>
          </a:p>
        </p:txBody>
      </p:sp>
      <p:sp>
        <p:nvSpPr>
          <p:cNvPr id="29" name="Content Placeholder 16">
            <a:extLst>
              <a:ext uri="{FF2B5EF4-FFF2-40B4-BE49-F238E27FC236}">
                <a16:creationId xmlns:a16="http://schemas.microsoft.com/office/drawing/2014/main" id="{2EB3A924-C048-1C0D-BA2A-06F3F23D24C8}"/>
              </a:ext>
            </a:extLst>
          </p:cNvPr>
          <p:cNvSpPr>
            <a:spLocks noGrp="1"/>
          </p:cNvSpPr>
          <p:nvPr>
            <p:ph sz="quarter" idx="21"/>
          </p:nvPr>
        </p:nvSpPr>
        <p:spPr>
          <a:xfrm flipH="1">
            <a:off x="3667125" y="5699215"/>
            <a:ext cx="5801518" cy="305884"/>
          </a:xfrm>
        </p:spPr>
        <p:txBody>
          <a:bodyPr>
            <a:normAutofit fontScale="55000" lnSpcReduction="20000"/>
          </a:bodyPr>
          <a:lstStyle/>
          <a:p>
            <a:pPr marL="0" indent="0">
              <a:buNone/>
            </a:pPr>
            <a:r>
              <a:rPr lang="en-US" dirty="0"/>
              <a:t>The HTML object subjected to triggering event</a:t>
            </a:r>
          </a:p>
          <a:p>
            <a:endParaRPr lang="en-US" dirty="0"/>
          </a:p>
        </p:txBody>
      </p:sp>
      <p:sp>
        <p:nvSpPr>
          <p:cNvPr id="30" name="Content Placeholder 17">
            <a:extLst>
              <a:ext uri="{FF2B5EF4-FFF2-40B4-BE49-F238E27FC236}">
                <a16:creationId xmlns:a16="http://schemas.microsoft.com/office/drawing/2014/main" id="{FE19F30A-938C-11B5-32B4-5A06F83A7957}"/>
              </a:ext>
            </a:extLst>
          </p:cNvPr>
          <p:cNvSpPr>
            <a:spLocks noGrp="1"/>
          </p:cNvSpPr>
          <p:nvPr>
            <p:ph sz="quarter" idx="22"/>
          </p:nvPr>
        </p:nvSpPr>
        <p:spPr>
          <a:xfrm flipH="1">
            <a:off x="1253799" y="6077763"/>
            <a:ext cx="2070532" cy="305884"/>
          </a:xfrm>
        </p:spPr>
        <p:txBody>
          <a:bodyPr>
            <a:normAutofit fontScale="55000" lnSpcReduction="20000"/>
          </a:bodyPr>
          <a:lstStyle/>
          <a:p>
            <a:pPr marL="0" indent="0">
              <a:buNone/>
            </a:pPr>
            <a:r>
              <a:rPr lang="en-US" b="1" dirty="0" err="1">
                <a:solidFill>
                  <a:srgbClr val="FF9933"/>
                </a:solidFill>
              </a:rPr>
              <a:t>timeStamp</a:t>
            </a:r>
            <a:endParaRPr lang="en-US" dirty="0"/>
          </a:p>
        </p:txBody>
      </p:sp>
      <p:sp>
        <p:nvSpPr>
          <p:cNvPr id="31" name="Content Placeholder 18">
            <a:extLst>
              <a:ext uri="{FF2B5EF4-FFF2-40B4-BE49-F238E27FC236}">
                <a16:creationId xmlns:a16="http://schemas.microsoft.com/office/drawing/2014/main" id="{A2541EEB-50C3-911D-B845-EDE0842F90A4}"/>
              </a:ext>
            </a:extLst>
          </p:cNvPr>
          <p:cNvSpPr>
            <a:spLocks noGrp="1"/>
          </p:cNvSpPr>
          <p:nvPr>
            <p:ph sz="quarter" idx="23"/>
          </p:nvPr>
        </p:nvSpPr>
        <p:spPr>
          <a:xfrm flipH="1">
            <a:off x="3667125" y="6077762"/>
            <a:ext cx="5801518" cy="305884"/>
          </a:xfrm>
        </p:spPr>
        <p:txBody>
          <a:bodyPr>
            <a:normAutofit fontScale="55000" lnSpcReduction="20000"/>
          </a:bodyPr>
          <a:lstStyle/>
          <a:p>
            <a:pPr marL="0" indent="0">
              <a:buNone/>
            </a:pPr>
            <a:r>
              <a:rPr lang="en-US" dirty="0"/>
              <a:t>Precise time when the event was detected</a:t>
            </a:r>
          </a:p>
          <a:p>
            <a:pPr marL="0" indent="0">
              <a:buNone/>
            </a:pPr>
            <a:endParaRPr lang="en-US" dirty="0"/>
          </a:p>
        </p:txBody>
      </p:sp>
      <p:sp>
        <p:nvSpPr>
          <p:cNvPr id="32" name="Content Placeholder 19">
            <a:extLst>
              <a:ext uri="{FF2B5EF4-FFF2-40B4-BE49-F238E27FC236}">
                <a16:creationId xmlns:a16="http://schemas.microsoft.com/office/drawing/2014/main" id="{9F9FC633-763D-DB06-356C-548F20410B1A}"/>
              </a:ext>
            </a:extLst>
          </p:cNvPr>
          <p:cNvSpPr>
            <a:spLocks noGrp="1"/>
          </p:cNvSpPr>
          <p:nvPr>
            <p:ph sz="quarter" idx="24"/>
          </p:nvPr>
        </p:nvSpPr>
        <p:spPr>
          <a:xfrm flipH="1">
            <a:off x="1253799" y="6460280"/>
            <a:ext cx="2070532" cy="305884"/>
          </a:xfrm>
        </p:spPr>
        <p:txBody>
          <a:bodyPr>
            <a:normAutofit fontScale="55000" lnSpcReduction="20000"/>
          </a:bodyPr>
          <a:lstStyle/>
          <a:p>
            <a:pPr marL="0" indent="0">
              <a:buNone/>
            </a:pPr>
            <a:r>
              <a:rPr lang="en-US" b="1" dirty="0" err="1">
                <a:solidFill>
                  <a:srgbClr val="FF9933"/>
                </a:solidFill>
              </a:rPr>
              <a:t>currentTarget</a:t>
            </a:r>
            <a:endParaRPr lang="en-US" b="1" dirty="0">
              <a:solidFill>
                <a:srgbClr val="FF9933"/>
              </a:solidFill>
            </a:endParaRPr>
          </a:p>
        </p:txBody>
      </p:sp>
      <p:sp>
        <p:nvSpPr>
          <p:cNvPr id="33" name="Content Placeholder 20">
            <a:extLst>
              <a:ext uri="{FF2B5EF4-FFF2-40B4-BE49-F238E27FC236}">
                <a16:creationId xmlns:a16="http://schemas.microsoft.com/office/drawing/2014/main" id="{306B799B-1B74-4484-CE9E-CAD180E836FE}"/>
              </a:ext>
            </a:extLst>
          </p:cNvPr>
          <p:cNvSpPr>
            <a:spLocks noGrp="1"/>
          </p:cNvSpPr>
          <p:nvPr>
            <p:ph sz="quarter" idx="25"/>
          </p:nvPr>
        </p:nvSpPr>
        <p:spPr>
          <a:xfrm flipH="1">
            <a:off x="3667125" y="6460279"/>
            <a:ext cx="5801518" cy="305884"/>
          </a:xfrm>
        </p:spPr>
        <p:txBody>
          <a:bodyPr>
            <a:normAutofit fontScale="55000" lnSpcReduction="20000"/>
          </a:bodyPr>
          <a:lstStyle/>
          <a:p>
            <a:pPr marL="0" indent="0">
              <a:buNone/>
            </a:pPr>
            <a:r>
              <a:rPr lang="en-US" dirty="0"/>
              <a:t>Element that the event listener is attached to</a:t>
            </a:r>
          </a:p>
        </p:txBody>
      </p:sp>
    </p:spTree>
    <p:extLst>
      <p:ext uri="{BB962C8B-B14F-4D97-AF65-F5344CB8AC3E}">
        <p14:creationId xmlns:p14="http://schemas.microsoft.com/office/powerpoint/2010/main" val="123775942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39C935-C843-BEA4-716E-BD2D4BD5FBC6}"/>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907DF5E-7537-1AC0-797A-CAC398C23C92}"/>
              </a:ext>
            </a:extLst>
          </p:cNvPr>
          <p:cNvSpPr>
            <a:spLocks noGrp="1"/>
          </p:cNvSpPr>
          <p:nvPr>
            <p:ph type="body" sz="quarter" idx="13"/>
          </p:nvPr>
        </p:nvSpPr>
        <p:spPr>
          <a:xfrm flipH="1">
            <a:off x="1128069" y="2010337"/>
            <a:ext cx="460238" cy="2385732"/>
          </a:xfrm>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E03756AE-5226-9116-17D6-A4127F04ADB4}"/>
              </a:ext>
            </a:extLst>
          </p:cNvPr>
          <p:cNvSpPr>
            <a:spLocks noGrp="1"/>
          </p:cNvSpPr>
          <p:nvPr>
            <p:ph type="title"/>
          </p:nvPr>
        </p:nvSpPr>
        <p:spPr/>
        <p:txBody>
          <a:bodyPr/>
          <a:lstStyle/>
          <a:p>
            <a:r>
              <a:rPr lang="en-US" dirty="0"/>
              <a:t>The  </a:t>
            </a:r>
            <a:r>
              <a:rPr lang="en-US" b="0" dirty="0" err="1">
                <a:latin typeface="Consolas" panose="020B0609020204030204" pitchFamily="49" charset="0"/>
              </a:rPr>
              <a:t>dblclick</a:t>
            </a:r>
            <a:r>
              <a:rPr lang="en-US" dirty="0">
                <a:latin typeface="Consolas" panose="020B0609020204030204" pitchFamily="49" charset="0"/>
              </a:rPr>
              <a:t> </a:t>
            </a:r>
            <a:r>
              <a:rPr lang="en-US" dirty="0"/>
              <a:t> Event</a:t>
            </a:r>
          </a:p>
        </p:txBody>
      </p:sp>
      <p:sp>
        <p:nvSpPr>
          <p:cNvPr id="4" name="Content Placeholder 3">
            <a:extLst>
              <a:ext uri="{FF2B5EF4-FFF2-40B4-BE49-F238E27FC236}">
                <a16:creationId xmlns:a16="http://schemas.microsoft.com/office/drawing/2014/main" id="{DC4BE6DA-24F1-E7F1-A82D-0397ACDDFA8C}"/>
              </a:ext>
            </a:extLst>
          </p:cNvPr>
          <p:cNvSpPr>
            <a:spLocks noGrp="1"/>
          </p:cNvSpPr>
          <p:nvPr>
            <p:ph sz="quarter" idx="10"/>
          </p:nvPr>
        </p:nvSpPr>
        <p:spPr>
          <a:xfrm>
            <a:off x="1668781" y="2005294"/>
            <a:ext cx="7971312" cy="2385732"/>
          </a:xfrm>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dblclick</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handleDoubleClick</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"Double-clicked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"Time of event: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timeStamp</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"Target element: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target</a:t>
            </a:r>
            <a:r>
              <a:rPr lang="en-US" sz="1400" b="1" dirty="0">
                <a:solidFill>
                  <a:srgbClr val="9F9D6D"/>
                </a:solidFill>
                <a:highlight>
                  <a:srgbClr val="3F3F3F"/>
                </a:highlight>
              </a:rPr>
              <a:t>.</a:t>
            </a:r>
            <a:r>
              <a:rPr lang="en-US" sz="1400" b="0" dirty="0">
                <a:solidFill>
                  <a:srgbClr val="DCDCCC"/>
                </a:solidFill>
                <a:highlight>
                  <a:srgbClr val="3F3F3F"/>
                </a:highlight>
              </a:rPr>
              <a:t>id</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dblclick</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handleDoubleClick</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751E21B2-F68E-73B0-28D5-424F95236560}"/>
              </a:ext>
            </a:extLst>
          </p:cNvPr>
          <p:cNvSpPr>
            <a:spLocks noGrp="1"/>
          </p:cNvSpPr>
          <p:nvPr>
            <p:ph sz="quarter" idx="11"/>
          </p:nvPr>
        </p:nvSpPr>
        <p:spPr>
          <a:xfrm>
            <a:off x="8043466" y="2005293"/>
            <a:ext cx="1596627" cy="405358"/>
          </a:xfrm>
        </p:spPr>
        <p:txBody>
          <a:bodyPr/>
          <a:lstStyle/>
          <a:p>
            <a:r>
              <a:rPr lang="en-US" i="1" dirty="0">
                <a:solidFill>
                  <a:srgbClr val="F0DB4F"/>
                </a:solidFill>
              </a:rPr>
              <a:t>JavaScript</a:t>
            </a:r>
          </a:p>
        </p:txBody>
      </p:sp>
      <p:sp>
        <p:nvSpPr>
          <p:cNvPr id="6" name="Content Placeholder 5">
            <a:extLst>
              <a:ext uri="{FF2B5EF4-FFF2-40B4-BE49-F238E27FC236}">
                <a16:creationId xmlns:a16="http://schemas.microsoft.com/office/drawing/2014/main" id="{0A816252-EE16-C178-2D5B-4B2DFFD7486F}"/>
              </a:ext>
            </a:extLst>
          </p:cNvPr>
          <p:cNvSpPr>
            <a:spLocks noGrp="1"/>
          </p:cNvSpPr>
          <p:nvPr>
            <p:ph sz="quarter" idx="14"/>
          </p:nvPr>
        </p:nvSpPr>
        <p:spPr/>
        <p:txBody>
          <a:bodyPr>
            <a:normAutofit lnSpcReduction="10000"/>
          </a:bodyPr>
          <a:lstStyle/>
          <a:p>
            <a:pPr marL="0" indent="0">
              <a:buNone/>
            </a:pPr>
            <a:r>
              <a:rPr lang="en-US" b="1" dirty="0" err="1">
                <a:solidFill>
                  <a:schemeClr val="accent2">
                    <a:lumMod val="60000"/>
                    <a:lumOff val="40000"/>
                  </a:schemeClr>
                </a:solidFill>
              </a:rPr>
              <a:t>dblclick</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BCDEDE02-F4C1-1C8D-0E4F-7DBDE14F14EC}"/>
              </a:ext>
            </a:extLst>
          </p:cNvPr>
          <p:cNvSpPr>
            <a:spLocks noGrp="1"/>
          </p:cNvSpPr>
          <p:nvPr>
            <p:ph sz="quarter" idx="15"/>
          </p:nvPr>
        </p:nvSpPr>
        <p:spPr/>
        <p:txBody>
          <a:bodyPr>
            <a:normAutofit fontScale="55000" lnSpcReduction="20000"/>
          </a:bodyPr>
          <a:lstStyle/>
          <a:p>
            <a:pPr marL="0" indent="0">
              <a:buNone/>
            </a:pPr>
            <a:r>
              <a:rPr lang="en-US" dirty="0"/>
              <a:t>Triggered when a user quickly clicks the same element twice in a row – good for actions like opening files</a:t>
            </a:r>
          </a:p>
        </p:txBody>
      </p:sp>
      <p:sp>
        <p:nvSpPr>
          <p:cNvPr id="42" name="Content Placeholder 7">
            <a:extLst>
              <a:ext uri="{FF2B5EF4-FFF2-40B4-BE49-F238E27FC236}">
                <a16:creationId xmlns:a16="http://schemas.microsoft.com/office/drawing/2014/main" id="{45C283E5-1C1A-416C-0CB0-C360F9DC6D20}"/>
              </a:ext>
            </a:extLst>
          </p:cNvPr>
          <p:cNvSpPr>
            <a:spLocks noGrp="1"/>
          </p:cNvSpPr>
          <p:nvPr>
            <p:ph sz="quarter" idx="16"/>
          </p:nvPr>
        </p:nvSpPr>
        <p:spPr>
          <a:xfrm flipH="1">
            <a:off x="1253799" y="4946912"/>
            <a:ext cx="2070532" cy="305884"/>
          </a:xfrm>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dirty="0"/>
          </a:p>
        </p:txBody>
      </p:sp>
      <p:sp>
        <p:nvSpPr>
          <p:cNvPr id="43" name="Content Placeholder 8">
            <a:extLst>
              <a:ext uri="{FF2B5EF4-FFF2-40B4-BE49-F238E27FC236}">
                <a16:creationId xmlns:a16="http://schemas.microsoft.com/office/drawing/2014/main" id="{6E927FA8-C5EE-4818-A9D1-E17FBE9A9902}"/>
              </a:ext>
            </a:extLst>
          </p:cNvPr>
          <p:cNvSpPr>
            <a:spLocks noGrp="1"/>
          </p:cNvSpPr>
          <p:nvPr>
            <p:ph sz="quarter" idx="17"/>
          </p:nvPr>
        </p:nvSpPr>
        <p:spPr>
          <a:xfrm flipH="1">
            <a:off x="3667125" y="4946911"/>
            <a:ext cx="5801518" cy="305884"/>
          </a:xfrm>
        </p:spPr>
        <p:txBody>
          <a:bodyPr>
            <a:normAutofit fontScale="47500" lnSpcReduction="20000"/>
          </a:bodyPr>
          <a:lstStyle/>
          <a:p>
            <a:pPr marL="0" indent="0">
              <a:buNone/>
            </a:pPr>
            <a:r>
              <a:rPr lang="en-US" dirty="0"/>
              <a:t>X/Y-coordinate of mouse pointer (two separate attributes)</a:t>
            </a:r>
          </a:p>
          <a:p>
            <a:pPr marL="0" indent="0">
              <a:buNone/>
            </a:pPr>
            <a:endParaRPr lang="en-US" dirty="0"/>
          </a:p>
        </p:txBody>
      </p:sp>
      <p:sp>
        <p:nvSpPr>
          <p:cNvPr id="44" name="Content Placeholder 9">
            <a:extLst>
              <a:ext uri="{FF2B5EF4-FFF2-40B4-BE49-F238E27FC236}">
                <a16:creationId xmlns:a16="http://schemas.microsoft.com/office/drawing/2014/main" id="{72E9EEF2-4EA3-B942-1FBF-6BB7DA83749F}"/>
              </a:ext>
            </a:extLst>
          </p:cNvPr>
          <p:cNvSpPr>
            <a:spLocks noGrp="1"/>
          </p:cNvSpPr>
          <p:nvPr>
            <p:ph sz="quarter" idx="18"/>
          </p:nvPr>
        </p:nvSpPr>
        <p:spPr>
          <a:xfrm flipH="1">
            <a:off x="1254195" y="5324586"/>
            <a:ext cx="2070532" cy="305884"/>
          </a:xfrm>
        </p:spPr>
        <p:txBody>
          <a:bodyPr>
            <a:normAutofit fontScale="55000" lnSpcReduction="20000"/>
          </a:bodyPr>
          <a:lstStyle/>
          <a:p>
            <a:pPr marL="0" indent="0">
              <a:buNone/>
            </a:pPr>
            <a:r>
              <a:rPr lang="en-US" b="1" dirty="0">
                <a:solidFill>
                  <a:srgbClr val="FF9933"/>
                </a:solidFill>
              </a:rPr>
              <a:t>button</a:t>
            </a:r>
            <a:endParaRPr lang="en-US" dirty="0"/>
          </a:p>
        </p:txBody>
      </p:sp>
      <p:sp>
        <p:nvSpPr>
          <p:cNvPr id="45" name="Content Placeholder 10">
            <a:extLst>
              <a:ext uri="{FF2B5EF4-FFF2-40B4-BE49-F238E27FC236}">
                <a16:creationId xmlns:a16="http://schemas.microsoft.com/office/drawing/2014/main" id="{E83F62F3-3544-7BA0-C037-486FC5363722}"/>
              </a:ext>
            </a:extLst>
          </p:cNvPr>
          <p:cNvSpPr>
            <a:spLocks noGrp="1"/>
          </p:cNvSpPr>
          <p:nvPr>
            <p:ph sz="quarter" idx="19"/>
          </p:nvPr>
        </p:nvSpPr>
        <p:spPr>
          <a:xfrm flipH="1">
            <a:off x="3667521" y="5324585"/>
            <a:ext cx="5801518" cy="305884"/>
          </a:xfrm>
        </p:spPr>
        <p:txBody>
          <a:bodyPr>
            <a:normAutofit fontScale="47500" lnSpcReduction="20000"/>
          </a:bodyPr>
          <a:lstStyle/>
          <a:p>
            <a:pPr marL="0" indent="0">
              <a:buNone/>
            </a:pPr>
            <a:r>
              <a:rPr lang="en-US" dirty="0"/>
              <a:t>Which mouse button was pressed (0=left, 1=middle, 2=right)</a:t>
            </a:r>
          </a:p>
          <a:p>
            <a:pPr marL="0" indent="0">
              <a:buNone/>
            </a:pPr>
            <a:endParaRPr lang="en-US" dirty="0"/>
          </a:p>
        </p:txBody>
      </p:sp>
      <p:sp>
        <p:nvSpPr>
          <p:cNvPr id="46" name="Content Placeholder 15">
            <a:extLst>
              <a:ext uri="{FF2B5EF4-FFF2-40B4-BE49-F238E27FC236}">
                <a16:creationId xmlns:a16="http://schemas.microsoft.com/office/drawing/2014/main" id="{96EB47E7-5C66-0678-E14B-4C91FBF66AB9}"/>
              </a:ext>
            </a:extLst>
          </p:cNvPr>
          <p:cNvSpPr>
            <a:spLocks noGrp="1"/>
          </p:cNvSpPr>
          <p:nvPr>
            <p:ph sz="quarter" idx="20"/>
          </p:nvPr>
        </p:nvSpPr>
        <p:spPr>
          <a:xfrm flipH="1">
            <a:off x="1253799" y="5699216"/>
            <a:ext cx="2070532" cy="305884"/>
          </a:xfrm>
        </p:spPr>
        <p:txBody>
          <a:bodyPr>
            <a:normAutofit fontScale="55000" lnSpcReduction="20000"/>
          </a:bodyPr>
          <a:lstStyle/>
          <a:p>
            <a:pPr marL="0" indent="0">
              <a:buNone/>
            </a:pPr>
            <a:r>
              <a:rPr lang="en-US" b="1" dirty="0">
                <a:solidFill>
                  <a:srgbClr val="FF9933"/>
                </a:solidFill>
              </a:rPr>
              <a:t>target</a:t>
            </a:r>
            <a:endParaRPr lang="en-US" dirty="0"/>
          </a:p>
          <a:p>
            <a:pPr marL="0" indent="0">
              <a:buNone/>
            </a:pPr>
            <a:endParaRPr lang="en-US" dirty="0"/>
          </a:p>
        </p:txBody>
      </p:sp>
      <p:sp>
        <p:nvSpPr>
          <p:cNvPr id="47" name="Content Placeholder 16">
            <a:extLst>
              <a:ext uri="{FF2B5EF4-FFF2-40B4-BE49-F238E27FC236}">
                <a16:creationId xmlns:a16="http://schemas.microsoft.com/office/drawing/2014/main" id="{03EE7098-BBFC-9186-DA2B-3F1BA1731EBF}"/>
              </a:ext>
            </a:extLst>
          </p:cNvPr>
          <p:cNvSpPr>
            <a:spLocks noGrp="1"/>
          </p:cNvSpPr>
          <p:nvPr>
            <p:ph sz="quarter" idx="21"/>
          </p:nvPr>
        </p:nvSpPr>
        <p:spPr>
          <a:xfrm flipH="1">
            <a:off x="3667125" y="5699215"/>
            <a:ext cx="5801518" cy="305884"/>
          </a:xfrm>
        </p:spPr>
        <p:txBody>
          <a:bodyPr>
            <a:normAutofit fontScale="55000" lnSpcReduction="20000"/>
          </a:bodyPr>
          <a:lstStyle/>
          <a:p>
            <a:pPr marL="0" indent="0">
              <a:buNone/>
            </a:pPr>
            <a:r>
              <a:rPr lang="en-US" dirty="0"/>
              <a:t>The HTML object subjected to triggering event</a:t>
            </a:r>
          </a:p>
          <a:p>
            <a:endParaRPr lang="en-US" dirty="0"/>
          </a:p>
        </p:txBody>
      </p:sp>
      <p:sp>
        <p:nvSpPr>
          <p:cNvPr id="48" name="Content Placeholder 17">
            <a:extLst>
              <a:ext uri="{FF2B5EF4-FFF2-40B4-BE49-F238E27FC236}">
                <a16:creationId xmlns:a16="http://schemas.microsoft.com/office/drawing/2014/main" id="{72B62950-CC71-D1D5-F5A0-0E2FE342EDAD}"/>
              </a:ext>
            </a:extLst>
          </p:cNvPr>
          <p:cNvSpPr>
            <a:spLocks noGrp="1"/>
          </p:cNvSpPr>
          <p:nvPr>
            <p:ph sz="quarter" idx="22"/>
          </p:nvPr>
        </p:nvSpPr>
        <p:spPr>
          <a:xfrm flipH="1">
            <a:off x="1253799" y="6077763"/>
            <a:ext cx="2070532" cy="305884"/>
          </a:xfrm>
        </p:spPr>
        <p:txBody>
          <a:bodyPr>
            <a:normAutofit fontScale="55000" lnSpcReduction="20000"/>
          </a:bodyPr>
          <a:lstStyle/>
          <a:p>
            <a:pPr marL="0" indent="0">
              <a:buNone/>
            </a:pPr>
            <a:r>
              <a:rPr lang="en-US" b="1" dirty="0" err="1">
                <a:solidFill>
                  <a:srgbClr val="FF9933"/>
                </a:solidFill>
              </a:rPr>
              <a:t>timeStamp</a:t>
            </a:r>
            <a:endParaRPr lang="en-US" dirty="0"/>
          </a:p>
        </p:txBody>
      </p:sp>
      <p:sp>
        <p:nvSpPr>
          <p:cNvPr id="49" name="Content Placeholder 18">
            <a:extLst>
              <a:ext uri="{FF2B5EF4-FFF2-40B4-BE49-F238E27FC236}">
                <a16:creationId xmlns:a16="http://schemas.microsoft.com/office/drawing/2014/main" id="{4AC457F1-B79A-2A16-18A7-9B086BEFAF1F}"/>
              </a:ext>
            </a:extLst>
          </p:cNvPr>
          <p:cNvSpPr>
            <a:spLocks noGrp="1"/>
          </p:cNvSpPr>
          <p:nvPr>
            <p:ph sz="quarter" idx="23"/>
          </p:nvPr>
        </p:nvSpPr>
        <p:spPr>
          <a:xfrm flipH="1">
            <a:off x="3667125" y="6077762"/>
            <a:ext cx="5801518" cy="305884"/>
          </a:xfrm>
        </p:spPr>
        <p:txBody>
          <a:bodyPr>
            <a:normAutofit fontScale="55000" lnSpcReduction="20000"/>
          </a:bodyPr>
          <a:lstStyle/>
          <a:p>
            <a:pPr marL="0" indent="0">
              <a:buNone/>
            </a:pPr>
            <a:r>
              <a:rPr lang="en-US" dirty="0"/>
              <a:t>Precise time when the event was detected</a:t>
            </a:r>
          </a:p>
          <a:p>
            <a:pPr marL="0" indent="0">
              <a:buNone/>
            </a:pPr>
            <a:endParaRPr lang="en-US" dirty="0"/>
          </a:p>
        </p:txBody>
      </p:sp>
      <p:sp>
        <p:nvSpPr>
          <p:cNvPr id="50" name="Content Placeholder 19">
            <a:extLst>
              <a:ext uri="{FF2B5EF4-FFF2-40B4-BE49-F238E27FC236}">
                <a16:creationId xmlns:a16="http://schemas.microsoft.com/office/drawing/2014/main" id="{8CD09BA2-E797-7AB1-2B4A-A062DB430E1A}"/>
              </a:ext>
            </a:extLst>
          </p:cNvPr>
          <p:cNvSpPr>
            <a:spLocks noGrp="1"/>
          </p:cNvSpPr>
          <p:nvPr>
            <p:ph sz="quarter" idx="24"/>
          </p:nvPr>
        </p:nvSpPr>
        <p:spPr>
          <a:xfrm flipH="1">
            <a:off x="1253799" y="6460280"/>
            <a:ext cx="2070532" cy="305884"/>
          </a:xfrm>
        </p:spPr>
        <p:txBody>
          <a:bodyPr>
            <a:normAutofit fontScale="55000" lnSpcReduction="20000"/>
          </a:bodyPr>
          <a:lstStyle/>
          <a:p>
            <a:pPr marL="0" indent="0">
              <a:buNone/>
            </a:pPr>
            <a:r>
              <a:rPr lang="en-US" b="1" dirty="0" err="1">
                <a:solidFill>
                  <a:srgbClr val="FF9933"/>
                </a:solidFill>
              </a:rPr>
              <a:t>currentTarget</a:t>
            </a:r>
            <a:endParaRPr lang="en-US" b="1" dirty="0">
              <a:solidFill>
                <a:srgbClr val="FF9933"/>
              </a:solidFill>
            </a:endParaRPr>
          </a:p>
        </p:txBody>
      </p:sp>
      <p:sp>
        <p:nvSpPr>
          <p:cNvPr id="51" name="Content Placeholder 20">
            <a:extLst>
              <a:ext uri="{FF2B5EF4-FFF2-40B4-BE49-F238E27FC236}">
                <a16:creationId xmlns:a16="http://schemas.microsoft.com/office/drawing/2014/main" id="{713A09E0-3DEC-281A-C5A4-202F2AA0B3E4}"/>
              </a:ext>
            </a:extLst>
          </p:cNvPr>
          <p:cNvSpPr>
            <a:spLocks noGrp="1"/>
          </p:cNvSpPr>
          <p:nvPr>
            <p:ph sz="quarter" idx="25"/>
          </p:nvPr>
        </p:nvSpPr>
        <p:spPr>
          <a:xfrm flipH="1">
            <a:off x="3667125" y="6460279"/>
            <a:ext cx="5801518" cy="305884"/>
          </a:xfrm>
        </p:spPr>
        <p:txBody>
          <a:bodyPr>
            <a:normAutofit fontScale="55000" lnSpcReduction="20000"/>
          </a:bodyPr>
          <a:lstStyle/>
          <a:p>
            <a:pPr marL="0" indent="0">
              <a:buNone/>
            </a:pPr>
            <a:r>
              <a:rPr lang="en-US" dirty="0"/>
              <a:t>Element that the event listener is attached to</a:t>
            </a:r>
          </a:p>
        </p:txBody>
      </p:sp>
    </p:spTree>
    <p:extLst>
      <p:ext uri="{BB962C8B-B14F-4D97-AF65-F5344CB8AC3E}">
        <p14:creationId xmlns:p14="http://schemas.microsoft.com/office/powerpoint/2010/main" val="346078188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951E3D6-7055-BFD9-3F22-87F23278FD33}"/>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9D6BEC07-F824-88E6-85F9-FD32FE30B056}"/>
              </a:ext>
            </a:extLst>
          </p:cNvPr>
          <p:cNvSpPr>
            <a:spLocks noGrp="1"/>
          </p:cNvSpPr>
          <p:nvPr>
            <p:ph type="title"/>
          </p:nvPr>
        </p:nvSpPr>
        <p:spPr/>
        <p:txBody>
          <a:bodyPr/>
          <a:lstStyle/>
          <a:p>
            <a:r>
              <a:rPr lang="en-US" dirty="0"/>
              <a:t>The  </a:t>
            </a:r>
            <a:r>
              <a:rPr lang="en-US" b="0" dirty="0" err="1">
                <a:latin typeface="Consolas" panose="020B0609020204030204" pitchFamily="49" charset="0"/>
              </a:rPr>
              <a:t>mousedown</a:t>
            </a:r>
            <a:r>
              <a:rPr lang="en-US" dirty="0"/>
              <a:t>  Event</a:t>
            </a:r>
          </a:p>
        </p:txBody>
      </p:sp>
      <p:sp>
        <p:nvSpPr>
          <p:cNvPr id="4" name="Content Placeholder 3">
            <a:extLst>
              <a:ext uri="{FF2B5EF4-FFF2-40B4-BE49-F238E27FC236}">
                <a16:creationId xmlns:a16="http://schemas.microsoft.com/office/drawing/2014/main" id="{CF96F998-473C-0887-7D75-10B40B72315C}"/>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mousedown</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handleMouseDown</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"Mouse pressed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"Button held: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1" dirty="0" err="1">
                <a:solidFill>
                  <a:srgbClr val="FFCFAF"/>
                </a:solidFill>
                <a:highlight>
                  <a:srgbClr val="3F3F3F"/>
                </a:highlight>
              </a:rPr>
              <a:t>button</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"Starting interaction..."</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mousedown</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handleMouseDown</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D22F929E-197F-809A-8072-23D0B40B13FA}"/>
              </a:ext>
            </a:extLst>
          </p:cNvPr>
          <p:cNvSpPr>
            <a:spLocks noGrp="1"/>
          </p:cNvSpPr>
          <p:nvPr>
            <p:ph sz="quarter" idx="11"/>
          </p:nvPr>
        </p:nvSpPr>
        <p:spPr/>
        <p:txBody>
          <a:bodyPr/>
          <a:lstStyle/>
          <a:p>
            <a:r>
              <a:rPr lang="en-US" i="1" dirty="0">
                <a:solidFill>
                  <a:srgbClr val="F0DB4F"/>
                </a:solidFill>
              </a:rPr>
              <a:t>JavaScript</a:t>
            </a:r>
          </a:p>
        </p:txBody>
      </p:sp>
      <p:sp>
        <p:nvSpPr>
          <p:cNvPr id="6" name="Content Placeholder 5">
            <a:extLst>
              <a:ext uri="{FF2B5EF4-FFF2-40B4-BE49-F238E27FC236}">
                <a16:creationId xmlns:a16="http://schemas.microsoft.com/office/drawing/2014/main" id="{7135A478-CB7E-0E1E-1CD5-BD193A05F7A8}"/>
              </a:ext>
            </a:extLst>
          </p:cNvPr>
          <p:cNvSpPr>
            <a:spLocks noGrp="1"/>
          </p:cNvSpPr>
          <p:nvPr>
            <p:ph sz="quarter" idx="14"/>
          </p:nvPr>
        </p:nvSpPr>
        <p:spPr/>
        <p:txBody>
          <a:bodyPr>
            <a:normAutofit lnSpcReduction="10000"/>
          </a:bodyPr>
          <a:lstStyle/>
          <a:p>
            <a:pPr marL="0" indent="0">
              <a:buNone/>
            </a:pPr>
            <a:r>
              <a:rPr lang="en-US" b="1" dirty="0" err="1">
                <a:solidFill>
                  <a:schemeClr val="accent2">
                    <a:lumMod val="60000"/>
                    <a:lumOff val="40000"/>
                  </a:schemeClr>
                </a:solidFill>
              </a:rPr>
              <a:t>mousedown</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42A175E5-6958-3215-8683-03364FB7F16B}"/>
              </a:ext>
            </a:extLst>
          </p:cNvPr>
          <p:cNvSpPr>
            <a:spLocks noGrp="1"/>
          </p:cNvSpPr>
          <p:nvPr>
            <p:ph sz="quarter" idx="15"/>
          </p:nvPr>
        </p:nvSpPr>
        <p:spPr/>
        <p:txBody>
          <a:bodyPr>
            <a:normAutofit fontScale="55000" lnSpcReduction="20000"/>
          </a:bodyPr>
          <a:lstStyle/>
          <a:p>
            <a:pPr marL="0" indent="0">
              <a:buNone/>
            </a:pPr>
            <a:r>
              <a:rPr lang="en-US" dirty="0"/>
              <a:t>Fired when any mouse button is pressed down – this is the first part of what becomes a click event</a:t>
            </a:r>
          </a:p>
        </p:txBody>
      </p:sp>
      <p:sp>
        <p:nvSpPr>
          <p:cNvPr id="28" name="Content Placeholder 7">
            <a:extLst>
              <a:ext uri="{FF2B5EF4-FFF2-40B4-BE49-F238E27FC236}">
                <a16:creationId xmlns:a16="http://schemas.microsoft.com/office/drawing/2014/main" id="{8B324184-ACF2-B024-4B0E-059837681887}"/>
              </a:ext>
            </a:extLst>
          </p:cNvPr>
          <p:cNvSpPr txBox="1">
            <a:spLocks/>
          </p:cNvSpPr>
          <p:nvPr/>
        </p:nvSpPr>
        <p:spPr>
          <a:xfrm flipH="1">
            <a:off x="1253799" y="4974920"/>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clientX</a:t>
            </a:r>
            <a:r>
              <a:rPr lang="en-US" b="1" kern="0">
                <a:solidFill>
                  <a:schemeClr val="bg1"/>
                </a:solidFill>
              </a:rPr>
              <a:t>/</a:t>
            </a:r>
            <a:r>
              <a:rPr lang="en-US" b="1" kern="0">
                <a:solidFill>
                  <a:srgbClr val="FF9933"/>
                </a:solidFill>
              </a:rPr>
              <a:t>clientY</a:t>
            </a:r>
            <a:endParaRPr lang="en-US" kern="0" dirty="0"/>
          </a:p>
        </p:txBody>
      </p:sp>
      <p:sp>
        <p:nvSpPr>
          <p:cNvPr id="29" name="Content Placeholder 8">
            <a:extLst>
              <a:ext uri="{FF2B5EF4-FFF2-40B4-BE49-F238E27FC236}">
                <a16:creationId xmlns:a16="http://schemas.microsoft.com/office/drawing/2014/main" id="{461E794B-1F67-92D9-46F9-DF1E74F64B36}"/>
              </a:ext>
            </a:extLst>
          </p:cNvPr>
          <p:cNvSpPr txBox="1">
            <a:spLocks/>
          </p:cNvSpPr>
          <p:nvPr/>
        </p:nvSpPr>
        <p:spPr>
          <a:xfrm flipH="1">
            <a:off x="3667125" y="4974919"/>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X/Y-coordinate of mouse pointer (two separate attributes)</a:t>
            </a:r>
          </a:p>
          <a:p>
            <a:pPr marL="0" indent="0">
              <a:buFont typeface="Wingdings" panose="05000000000000000000" pitchFamily="2" charset="2"/>
              <a:buNone/>
            </a:pPr>
            <a:endParaRPr lang="en-US" kern="0" dirty="0"/>
          </a:p>
        </p:txBody>
      </p:sp>
      <p:sp>
        <p:nvSpPr>
          <p:cNvPr id="30" name="Content Placeholder 9">
            <a:extLst>
              <a:ext uri="{FF2B5EF4-FFF2-40B4-BE49-F238E27FC236}">
                <a16:creationId xmlns:a16="http://schemas.microsoft.com/office/drawing/2014/main" id="{AE441315-2774-A028-442D-86C8BC007673}"/>
              </a:ext>
            </a:extLst>
          </p:cNvPr>
          <p:cNvSpPr txBox="1">
            <a:spLocks/>
          </p:cNvSpPr>
          <p:nvPr/>
        </p:nvSpPr>
        <p:spPr>
          <a:xfrm flipH="1">
            <a:off x="1254195" y="5352594"/>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button</a:t>
            </a:r>
            <a:endParaRPr lang="en-US" kern="0" dirty="0"/>
          </a:p>
        </p:txBody>
      </p:sp>
      <p:sp>
        <p:nvSpPr>
          <p:cNvPr id="31" name="Content Placeholder 10">
            <a:extLst>
              <a:ext uri="{FF2B5EF4-FFF2-40B4-BE49-F238E27FC236}">
                <a16:creationId xmlns:a16="http://schemas.microsoft.com/office/drawing/2014/main" id="{D5399906-5C8D-A99E-C042-CC67A321471E}"/>
              </a:ext>
            </a:extLst>
          </p:cNvPr>
          <p:cNvSpPr txBox="1">
            <a:spLocks/>
          </p:cNvSpPr>
          <p:nvPr/>
        </p:nvSpPr>
        <p:spPr>
          <a:xfrm flipH="1">
            <a:off x="3667521" y="5352593"/>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Which mouse button was pressed (0=left, 1=middle, 2=right)</a:t>
            </a:r>
          </a:p>
          <a:p>
            <a:pPr marL="0" indent="0">
              <a:buFont typeface="Wingdings" panose="05000000000000000000" pitchFamily="2" charset="2"/>
              <a:buNone/>
            </a:pPr>
            <a:endParaRPr lang="en-US" kern="0" dirty="0"/>
          </a:p>
        </p:txBody>
      </p:sp>
      <p:sp>
        <p:nvSpPr>
          <p:cNvPr id="32" name="Content Placeholder 15">
            <a:extLst>
              <a:ext uri="{FF2B5EF4-FFF2-40B4-BE49-F238E27FC236}">
                <a16:creationId xmlns:a16="http://schemas.microsoft.com/office/drawing/2014/main" id="{DD4E8792-BADB-DA07-A088-DD41DD171DE1}"/>
              </a:ext>
            </a:extLst>
          </p:cNvPr>
          <p:cNvSpPr txBox="1">
            <a:spLocks/>
          </p:cNvSpPr>
          <p:nvPr/>
        </p:nvSpPr>
        <p:spPr>
          <a:xfrm flipH="1">
            <a:off x="1253799" y="5727224"/>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target</a:t>
            </a:r>
            <a:endParaRPr lang="en-US" kern="0"/>
          </a:p>
          <a:p>
            <a:pPr marL="0" indent="0">
              <a:buFont typeface="Wingdings" panose="05000000000000000000" pitchFamily="2" charset="2"/>
              <a:buNone/>
            </a:pPr>
            <a:endParaRPr lang="en-US" kern="0" dirty="0"/>
          </a:p>
        </p:txBody>
      </p:sp>
      <p:sp>
        <p:nvSpPr>
          <p:cNvPr id="33" name="Content Placeholder 16">
            <a:extLst>
              <a:ext uri="{FF2B5EF4-FFF2-40B4-BE49-F238E27FC236}">
                <a16:creationId xmlns:a16="http://schemas.microsoft.com/office/drawing/2014/main" id="{58FE6D66-E072-18A4-2DAB-2C372B6B9A9F}"/>
              </a:ext>
            </a:extLst>
          </p:cNvPr>
          <p:cNvSpPr txBox="1">
            <a:spLocks/>
          </p:cNvSpPr>
          <p:nvPr/>
        </p:nvSpPr>
        <p:spPr>
          <a:xfrm flipH="1">
            <a:off x="3667125" y="5727223"/>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The HTML object subjected to triggering event</a:t>
            </a:r>
          </a:p>
          <a:p>
            <a:endParaRPr lang="en-US" kern="0" dirty="0"/>
          </a:p>
        </p:txBody>
      </p:sp>
      <p:sp>
        <p:nvSpPr>
          <p:cNvPr id="34" name="Content Placeholder 17">
            <a:extLst>
              <a:ext uri="{FF2B5EF4-FFF2-40B4-BE49-F238E27FC236}">
                <a16:creationId xmlns:a16="http://schemas.microsoft.com/office/drawing/2014/main" id="{0967BC1D-799D-11A2-19C2-D1C342025F7B}"/>
              </a:ext>
            </a:extLst>
          </p:cNvPr>
          <p:cNvSpPr txBox="1">
            <a:spLocks/>
          </p:cNvSpPr>
          <p:nvPr/>
        </p:nvSpPr>
        <p:spPr>
          <a:xfrm flipH="1">
            <a:off x="1253799" y="6105771"/>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timeStamp</a:t>
            </a:r>
            <a:endParaRPr lang="en-US" kern="0" dirty="0"/>
          </a:p>
        </p:txBody>
      </p:sp>
      <p:sp>
        <p:nvSpPr>
          <p:cNvPr id="35" name="Content Placeholder 18">
            <a:extLst>
              <a:ext uri="{FF2B5EF4-FFF2-40B4-BE49-F238E27FC236}">
                <a16:creationId xmlns:a16="http://schemas.microsoft.com/office/drawing/2014/main" id="{10DD8F2B-5F6D-BF17-FBFA-5A691D802832}"/>
              </a:ext>
            </a:extLst>
          </p:cNvPr>
          <p:cNvSpPr txBox="1">
            <a:spLocks/>
          </p:cNvSpPr>
          <p:nvPr/>
        </p:nvSpPr>
        <p:spPr>
          <a:xfrm flipH="1">
            <a:off x="3667125" y="6105770"/>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Precise time when the event was detected</a:t>
            </a:r>
          </a:p>
          <a:p>
            <a:pPr marL="0" indent="0">
              <a:buFont typeface="Wingdings" panose="05000000000000000000" pitchFamily="2" charset="2"/>
              <a:buNone/>
            </a:pPr>
            <a:endParaRPr lang="en-US" kern="0" dirty="0"/>
          </a:p>
        </p:txBody>
      </p:sp>
      <p:sp>
        <p:nvSpPr>
          <p:cNvPr id="36" name="Content Placeholder 19">
            <a:extLst>
              <a:ext uri="{FF2B5EF4-FFF2-40B4-BE49-F238E27FC236}">
                <a16:creationId xmlns:a16="http://schemas.microsoft.com/office/drawing/2014/main" id="{FD338ABA-FD53-A976-53BA-2D854FB13C59}"/>
              </a:ext>
            </a:extLst>
          </p:cNvPr>
          <p:cNvSpPr txBox="1">
            <a:spLocks/>
          </p:cNvSpPr>
          <p:nvPr/>
        </p:nvSpPr>
        <p:spPr>
          <a:xfrm flipH="1">
            <a:off x="1253799" y="6488288"/>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currentTarget</a:t>
            </a:r>
            <a:endParaRPr lang="en-US" b="1" kern="0" dirty="0">
              <a:solidFill>
                <a:srgbClr val="FF9933"/>
              </a:solidFill>
            </a:endParaRPr>
          </a:p>
        </p:txBody>
      </p:sp>
      <p:sp>
        <p:nvSpPr>
          <p:cNvPr id="37" name="Content Placeholder 20">
            <a:extLst>
              <a:ext uri="{FF2B5EF4-FFF2-40B4-BE49-F238E27FC236}">
                <a16:creationId xmlns:a16="http://schemas.microsoft.com/office/drawing/2014/main" id="{2A597BC6-66B5-A669-E992-DBB756BB0538}"/>
              </a:ext>
            </a:extLst>
          </p:cNvPr>
          <p:cNvSpPr txBox="1">
            <a:spLocks/>
          </p:cNvSpPr>
          <p:nvPr/>
        </p:nvSpPr>
        <p:spPr>
          <a:xfrm flipH="1">
            <a:off x="3667125" y="6488287"/>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Element that the event listener is attached to</a:t>
            </a:r>
            <a:endParaRPr lang="en-US" kern="0" dirty="0"/>
          </a:p>
        </p:txBody>
      </p:sp>
    </p:spTree>
    <p:extLst>
      <p:ext uri="{BB962C8B-B14F-4D97-AF65-F5344CB8AC3E}">
        <p14:creationId xmlns:p14="http://schemas.microsoft.com/office/powerpoint/2010/main" val="192628732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BF0DF8-A11F-0B69-DA4F-A4F588BE4D0B}"/>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3728B27-A18D-EA1A-96C7-8E7492750599}"/>
              </a:ext>
            </a:extLst>
          </p:cNvPr>
          <p:cNvSpPr>
            <a:spLocks noGrp="1"/>
          </p:cNvSpPr>
          <p:nvPr>
            <p:ph type="body" sz="quarter" idx="13"/>
          </p:nvPr>
        </p:nvSpPr>
        <p:spPr>
          <a:xfrm flipH="1">
            <a:off x="1242369" y="2028154"/>
            <a:ext cx="460238" cy="2385732"/>
          </a:xfrm>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FF5312CE-8CC2-0E9D-3C92-95919F1A8550}"/>
              </a:ext>
            </a:extLst>
          </p:cNvPr>
          <p:cNvSpPr>
            <a:spLocks noGrp="1"/>
          </p:cNvSpPr>
          <p:nvPr>
            <p:ph type="title"/>
          </p:nvPr>
        </p:nvSpPr>
        <p:spPr/>
        <p:txBody>
          <a:bodyPr/>
          <a:lstStyle/>
          <a:p>
            <a:r>
              <a:rPr lang="en-US" dirty="0"/>
              <a:t>The  </a:t>
            </a:r>
            <a:r>
              <a:rPr lang="en-US" b="0" dirty="0" err="1">
                <a:latin typeface="Consolas" panose="020B0609020204030204" pitchFamily="49" charset="0"/>
              </a:rPr>
              <a:t>mouseup</a:t>
            </a:r>
            <a:r>
              <a:rPr lang="en-US" dirty="0"/>
              <a:t>  Event</a:t>
            </a:r>
          </a:p>
        </p:txBody>
      </p:sp>
      <p:sp>
        <p:nvSpPr>
          <p:cNvPr id="4" name="Content Placeholder 3">
            <a:extLst>
              <a:ext uri="{FF2B5EF4-FFF2-40B4-BE49-F238E27FC236}">
                <a16:creationId xmlns:a16="http://schemas.microsoft.com/office/drawing/2014/main" id="{E5ADCCFC-35A4-3580-9ED1-750BAE496C94}"/>
              </a:ext>
            </a:extLst>
          </p:cNvPr>
          <p:cNvSpPr>
            <a:spLocks noGrp="1"/>
          </p:cNvSpPr>
          <p:nvPr>
            <p:ph sz="quarter" idx="10"/>
          </p:nvPr>
        </p:nvSpPr>
        <p:spPr>
          <a:xfrm>
            <a:off x="1794510" y="2028154"/>
            <a:ext cx="7742714" cy="2385732"/>
          </a:xfrm>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mouseup</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handleMouseUp</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"Mouse released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"Button released: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1" dirty="0" err="1">
                <a:solidFill>
                  <a:srgbClr val="FFCFAF"/>
                </a:solidFill>
                <a:highlight>
                  <a:srgbClr val="3F3F3F"/>
                </a:highlight>
              </a:rPr>
              <a:t>button</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"Interaction complete!"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mouseup</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handleMouseUp</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BFAD5BFD-E2A5-6118-C678-223145E02112}"/>
              </a:ext>
            </a:extLst>
          </p:cNvPr>
          <p:cNvSpPr>
            <a:spLocks noGrp="1"/>
          </p:cNvSpPr>
          <p:nvPr>
            <p:ph sz="quarter" idx="11"/>
          </p:nvPr>
        </p:nvSpPr>
        <p:spPr>
          <a:xfrm>
            <a:off x="7940596" y="2028154"/>
            <a:ext cx="1596627" cy="405358"/>
          </a:xfrm>
        </p:spPr>
        <p:txBody>
          <a:bodyPr/>
          <a:lstStyle/>
          <a:p>
            <a:r>
              <a:rPr lang="en-US" i="1" dirty="0">
                <a:solidFill>
                  <a:srgbClr val="F0DB4F"/>
                </a:solidFill>
              </a:rPr>
              <a:t>JavaScript</a:t>
            </a:r>
          </a:p>
        </p:txBody>
      </p:sp>
      <p:sp>
        <p:nvSpPr>
          <p:cNvPr id="6" name="Content Placeholder 5">
            <a:extLst>
              <a:ext uri="{FF2B5EF4-FFF2-40B4-BE49-F238E27FC236}">
                <a16:creationId xmlns:a16="http://schemas.microsoft.com/office/drawing/2014/main" id="{3A9E3DCD-8EB3-8709-CCC7-A8CBD682425C}"/>
              </a:ext>
            </a:extLst>
          </p:cNvPr>
          <p:cNvSpPr>
            <a:spLocks noGrp="1"/>
          </p:cNvSpPr>
          <p:nvPr>
            <p:ph sz="quarter" idx="14"/>
          </p:nvPr>
        </p:nvSpPr>
        <p:spPr/>
        <p:txBody>
          <a:bodyPr>
            <a:normAutofit lnSpcReduction="10000"/>
          </a:bodyPr>
          <a:lstStyle/>
          <a:p>
            <a:pPr marL="0" indent="0">
              <a:buNone/>
            </a:pPr>
            <a:r>
              <a:rPr lang="en-US" b="1" dirty="0" err="1">
                <a:solidFill>
                  <a:schemeClr val="accent2">
                    <a:lumMod val="60000"/>
                    <a:lumOff val="40000"/>
                  </a:schemeClr>
                </a:solidFill>
              </a:rPr>
              <a:t>mouseup</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519376D7-0790-FE6D-FE6C-D3EDB37A7E15}"/>
              </a:ext>
            </a:extLst>
          </p:cNvPr>
          <p:cNvSpPr>
            <a:spLocks noGrp="1"/>
          </p:cNvSpPr>
          <p:nvPr>
            <p:ph sz="quarter" idx="15"/>
          </p:nvPr>
        </p:nvSpPr>
        <p:spPr/>
        <p:txBody>
          <a:bodyPr>
            <a:normAutofit fontScale="55000" lnSpcReduction="20000"/>
          </a:bodyPr>
          <a:lstStyle/>
          <a:p>
            <a:pPr marL="0" indent="0">
              <a:buNone/>
            </a:pPr>
            <a:r>
              <a:rPr lang="en-US" dirty="0"/>
              <a:t>Fired when any mouse button is released - completes the click sequence that began with </a:t>
            </a:r>
            <a:r>
              <a:rPr lang="en-US" dirty="0" err="1"/>
              <a:t>mousedown</a:t>
            </a:r>
            <a:endParaRPr lang="en-US" dirty="0"/>
          </a:p>
        </p:txBody>
      </p:sp>
      <p:sp>
        <p:nvSpPr>
          <p:cNvPr id="28" name="Content Placeholder 7">
            <a:extLst>
              <a:ext uri="{FF2B5EF4-FFF2-40B4-BE49-F238E27FC236}">
                <a16:creationId xmlns:a16="http://schemas.microsoft.com/office/drawing/2014/main" id="{6718EB33-163D-192F-031F-09BE70FDB910}"/>
              </a:ext>
            </a:extLst>
          </p:cNvPr>
          <p:cNvSpPr txBox="1">
            <a:spLocks/>
          </p:cNvSpPr>
          <p:nvPr/>
        </p:nvSpPr>
        <p:spPr>
          <a:xfrm flipH="1">
            <a:off x="1253799" y="4974920"/>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clientX</a:t>
            </a:r>
            <a:r>
              <a:rPr lang="en-US" b="1" kern="0">
                <a:solidFill>
                  <a:schemeClr val="bg1"/>
                </a:solidFill>
              </a:rPr>
              <a:t>/</a:t>
            </a:r>
            <a:r>
              <a:rPr lang="en-US" b="1" kern="0">
                <a:solidFill>
                  <a:srgbClr val="FF9933"/>
                </a:solidFill>
              </a:rPr>
              <a:t>clientY</a:t>
            </a:r>
            <a:endParaRPr lang="en-US" kern="0" dirty="0"/>
          </a:p>
        </p:txBody>
      </p:sp>
      <p:sp>
        <p:nvSpPr>
          <p:cNvPr id="29" name="Content Placeholder 8">
            <a:extLst>
              <a:ext uri="{FF2B5EF4-FFF2-40B4-BE49-F238E27FC236}">
                <a16:creationId xmlns:a16="http://schemas.microsoft.com/office/drawing/2014/main" id="{C0315D00-04C6-D417-62C9-D74F369C946E}"/>
              </a:ext>
            </a:extLst>
          </p:cNvPr>
          <p:cNvSpPr txBox="1">
            <a:spLocks/>
          </p:cNvSpPr>
          <p:nvPr/>
        </p:nvSpPr>
        <p:spPr>
          <a:xfrm flipH="1">
            <a:off x="3667125" y="4974919"/>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X/Y-coordinate of mouse pointer (two separate attributes)</a:t>
            </a:r>
          </a:p>
          <a:p>
            <a:pPr marL="0" indent="0">
              <a:buFont typeface="Wingdings" panose="05000000000000000000" pitchFamily="2" charset="2"/>
              <a:buNone/>
            </a:pPr>
            <a:endParaRPr lang="en-US" kern="0" dirty="0"/>
          </a:p>
        </p:txBody>
      </p:sp>
      <p:sp>
        <p:nvSpPr>
          <p:cNvPr id="30" name="Content Placeholder 9">
            <a:extLst>
              <a:ext uri="{FF2B5EF4-FFF2-40B4-BE49-F238E27FC236}">
                <a16:creationId xmlns:a16="http://schemas.microsoft.com/office/drawing/2014/main" id="{EBEA7FF3-D4D4-FF18-BFDC-25234882FAFB}"/>
              </a:ext>
            </a:extLst>
          </p:cNvPr>
          <p:cNvSpPr txBox="1">
            <a:spLocks/>
          </p:cNvSpPr>
          <p:nvPr/>
        </p:nvSpPr>
        <p:spPr>
          <a:xfrm flipH="1">
            <a:off x="1254195" y="5352594"/>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button</a:t>
            </a:r>
            <a:endParaRPr lang="en-US" kern="0" dirty="0"/>
          </a:p>
        </p:txBody>
      </p:sp>
      <p:sp>
        <p:nvSpPr>
          <p:cNvPr id="31" name="Content Placeholder 10">
            <a:extLst>
              <a:ext uri="{FF2B5EF4-FFF2-40B4-BE49-F238E27FC236}">
                <a16:creationId xmlns:a16="http://schemas.microsoft.com/office/drawing/2014/main" id="{2217ED73-84E4-D9FE-5615-BB62DE56431A}"/>
              </a:ext>
            </a:extLst>
          </p:cNvPr>
          <p:cNvSpPr txBox="1">
            <a:spLocks/>
          </p:cNvSpPr>
          <p:nvPr/>
        </p:nvSpPr>
        <p:spPr>
          <a:xfrm flipH="1">
            <a:off x="3667521" y="5352593"/>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Which mouse button was pressed (0=left, 1=middle, 2=right)</a:t>
            </a:r>
          </a:p>
          <a:p>
            <a:pPr marL="0" indent="0">
              <a:buFont typeface="Wingdings" panose="05000000000000000000" pitchFamily="2" charset="2"/>
              <a:buNone/>
            </a:pPr>
            <a:endParaRPr lang="en-US" kern="0" dirty="0"/>
          </a:p>
        </p:txBody>
      </p:sp>
      <p:sp>
        <p:nvSpPr>
          <p:cNvPr id="32" name="Content Placeholder 15">
            <a:extLst>
              <a:ext uri="{FF2B5EF4-FFF2-40B4-BE49-F238E27FC236}">
                <a16:creationId xmlns:a16="http://schemas.microsoft.com/office/drawing/2014/main" id="{FE4C090A-148D-F447-C317-1C0F2E3D2F79}"/>
              </a:ext>
            </a:extLst>
          </p:cNvPr>
          <p:cNvSpPr txBox="1">
            <a:spLocks/>
          </p:cNvSpPr>
          <p:nvPr/>
        </p:nvSpPr>
        <p:spPr>
          <a:xfrm flipH="1">
            <a:off x="1253799" y="5727224"/>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target</a:t>
            </a:r>
            <a:endParaRPr lang="en-US" kern="0"/>
          </a:p>
          <a:p>
            <a:pPr marL="0" indent="0">
              <a:buFont typeface="Wingdings" panose="05000000000000000000" pitchFamily="2" charset="2"/>
              <a:buNone/>
            </a:pPr>
            <a:endParaRPr lang="en-US" kern="0" dirty="0"/>
          </a:p>
        </p:txBody>
      </p:sp>
      <p:sp>
        <p:nvSpPr>
          <p:cNvPr id="33" name="Content Placeholder 16">
            <a:extLst>
              <a:ext uri="{FF2B5EF4-FFF2-40B4-BE49-F238E27FC236}">
                <a16:creationId xmlns:a16="http://schemas.microsoft.com/office/drawing/2014/main" id="{FAEE8C7A-9AF2-2829-E012-B59FB9476F27}"/>
              </a:ext>
            </a:extLst>
          </p:cNvPr>
          <p:cNvSpPr txBox="1">
            <a:spLocks/>
          </p:cNvSpPr>
          <p:nvPr/>
        </p:nvSpPr>
        <p:spPr>
          <a:xfrm flipH="1">
            <a:off x="3667125" y="5727223"/>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The HTML object subjected to triggering event</a:t>
            </a:r>
          </a:p>
          <a:p>
            <a:endParaRPr lang="en-US" kern="0" dirty="0"/>
          </a:p>
        </p:txBody>
      </p:sp>
      <p:sp>
        <p:nvSpPr>
          <p:cNvPr id="34" name="Content Placeholder 17">
            <a:extLst>
              <a:ext uri="{FF2B5EF4-FFF2-40B4-BE49-F238E27FC236}">
                <a16:creationId xmlns:a16="http://schemas.microsoft.com/office/drawing/2014/main" id="{8F405B3A-EC13-FC5E-01A2-ED9793BC7EBB}"/>
              </a:ext>
            </a:extLst>
          </p:cNvPr>
          <p:cNvSpPr txBox="1">
            <a:spLocks/>
          </p:cNvSpPr>
          <p:nvPr/>
        </p:nvSpPr>
        <p:spPr>
          <a:xfrm flipH="1">
            <a:off x="1253799" y="6105771"/>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timeStamp</a:t>
            </a:r>
            <a:endParaRPr lang="en-US" kern="0" dirty="0"/>
          </a:p>
        </p:txBody>
      </p:sp>
      <p:sp>
        <p:nvSpPr>
          <p:cNvPr id="35" name="Content Placeholder 18">
            <a:extLst>
              <a:ext uri="{FF2B5EF4-FFF2-40B4-BE49-F238E27FC236}">
                <a16:creationId xmlns:a16="http://schemas.microsoft.com/office/drawing/2014/main" id="{4A49C95C-9B7A-604A-91DB-24B7D426478B}"/>
              </a:ext>
            </a:extLst>
          </p:cNvPr>
          <p:cNvSpPr txBox="1">
            <a:spLocks/>
          </p:cNvSpPr>
          <p:nvPr/>
        </p:nvSpPr>
        <p:spPr>
          <a:xfrm flipH="1">
            <a:off x="3667125" y="6105770"/>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Precise time when the event was detected</a:t>
            </a:r>
          </a:p>
          <a:p>
            <a:pPr marL="0" indent="0">
              <a:buFont typeface="Wingdings" panose="05000000000000000000" pitchFamily="2" charset="2"/>
              <a:buNone/>
            </a:pPr>
            <a:endParaRPr lang="en-US" kern="0" dirty="0"/>
          </a:p>
        </p:txBody>
      </p:sp>
      <p:sp>
        <p:nvSpPr>
          <p:cNvPr id="36" name="Content Placeholder 19">
            <a:extLst>
              <a:ext uri="{FF2B5EF4-FFF2-40B4-BE49-F238E27FC236}">
                <a16:creationId xmlns:a16="http://schemas.microsoft.com/office/drawing/2014/main" id="{9A111BD9-35BD-9CA6-3832-79BC62642258}"/>
              </a:ext>
            </a:extLst>
          </p:cNvPr>
          <p:cNvSpPr txBox="1">
            <a:spLocks/>
          </p:cNvSpPr>
          <p:nvPr/>
        </p:nvSpPr>
        <p:spPr>
          <a:xfrm flipH="1">
            <a:off x="1253799" y="6488288"/>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currentTarget</a:t>
            </a:r>
            <a:endParaRPr lang="en-US" b="1" kern="0" dirty="0">
              <a:solidFill>
                <a:srgbClr val="FF9933"/>
              </a:solidFill>
            </a:endParaRPr>
          </a:p>
        </p:txBody>
      </p:sp>
      <p:sp>
        <p:nvSpPr>
          <p:cNvPr id="37" name="Content Placeholder 20">
            <a:extLst>
              <a:ext uri="{FF2B5EF4-FFF2-40B4-BE49-F238E27FC236}">
                <a16:creationId xmlns:a16="http://schemas.microsoft.com/office/drawing/2014/main" id="{2DB31D0C-EFA2-684B-7042-61D8C8568914}"/>
              </a:ext>
            </a:extLst>
          </p:cNvPr>
          <p:cNvSpPr txBox="1">
            <a:spLocks/>
          </p:cNvSpPr>
          <p:nvPr/>
        </p:nvSpPr>
        <p:spPr>
          <a:xfrm flipH="1">
            <a:off x="3667125" y="6488287"/>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Element that the event listener is attached to</a:t>
            </a:r>
            <a:endParaRPr lang="en-US" kern="0" dirty="0"/>
          </a:p>
        </p:txBody>
      </p:sp>
    </p:spTree>
    <p:extLst>
      <p:ext uri="{BB962C8B-B14F-4D97-AF65-F5344CB8AC3E}">
        <p14:creationId xmlns:p14="http://schemas.microsoft.com/office/powerpoint/2010/main" val="384783054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FCA285-FCFE-121F-899F-267172615FA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C139B447-7195-723E-E51F-6BB5196F5526}"/>
              </a:ext>
            </a:extLst>
          </p:cNvPr>
          <p:cNvSpPr>
            <a:spLocks noGrp="1"/>
          </p:cNvSpPr>
          <p:nvPr>
            <p:ph type="body" sz="quarter" idx="13"/>
          </p:nvPr>
        </p:nvSpPr>
        <p:spPr>
          <a:xfrm flipH="1">
            <a:off x="1242369" y="2028154"/>
            <a:ext cx="460238" cy="2385732"/>
          </a:xfrm>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71D8CAF0-DAE8-048A-04B9-FF73BC58DC37}"/>
              </a:ext>
            </a:extLst>
          </p:cNvPr>
          <p:cNvSpPr>
            <a:spLocks noGrp="1"/>
          </p:cNvSpPr>
          <p:nvPr>
            <p:ph type="title"/>
          </p:nvPr>
        </p:nvSpPr>
        <p:spPr/>
        <p:txBody>
          <a:bodyPr/>
          <a:lstStyle/>
          <a:p>
            <a:r>
              <a:rPr lang="en-US" dirty="0"/>
              <a:t>The  </a:t>
            </a:r>
            <a:r>
              <a:rPr lang="en-US" b="0" dirty="0">
                <a:latin typeface="Consolas" panose="020B0609020204030204" pitchFamily="49" charset="0"/>
              </a:rPr>
              <a:t>mouseover</a:t>
            </a:r>
            <a:r>
              <a:rPr lang="en-US" dirty="0"/>
              <a:t>  Event</a:t>
            </a:r>
          </a:p>
        </p:txBody>
      </p:sp>
      <p:sp>
        <p:nvSpPr>
          <p:cNvPr id="4" name="Content Placeholder 3">
            <a:extLst>
              <a:ext uri="{FF2B5EF4-FFF2-40B4-BE49-F238E27FC236}">
                <a16:creationId xmlns:a16="http://schemas.microsoft.com/office/drawing/2014/main" id="{636BAC46-A0BD-442D-6854-786D631B221D}"/>
              </a:ext>
            </a:extLst>
          </p:cNvPr>
          <p:cNvSpPr>
            <a:spLocks noGrp="1"/>
          </p:cNvSpPr>
          <p:nvPr>
            <p:ph sz="quarter" idx="10"/>
          </p:nvPr>
        </p:nvSpPr>
        <p:spPr>
          <a:xfrm>
            <a:off x="1794510" y="2028154"/>
            <a:ext cx="7742714" cy="2385732"/>
          </a:xfrm>
        </p:spPr>
        <p:txBody>
          <a:bodyPr/>
          <a:lstStyle/>
          <a:p>
            <a:r>
              <a:rPr lang="en-US" sz="1400" dirty="0">
                <a:solidFill>
                  <a:srgbClr val="7F9F7F"/>
                </a:solidFill>
                <a:highlight>
                  <a:srgbClr val="3F3F3F"/>
                </a:highlight>
              </a:rPr>
              <a:t>// function to be executed upon detection of 'mouseover'</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handleMouseOver</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"Mouse entered: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target</a:t>
            </a:r>
            <a:r>
              <a:rPr lang="en-US" sz="1400" b="1" dirty="0" err="1">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"Came from: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err="1">
                <a:solidFill>
                  <a:srgbClr val="DCDCCC"/>
                </a:solidFill>
                <a:highlight>
                  <a:srgbClr val="3F3F3F"/>
                </a:highlight>
              </a:rPr>
              <a:t>relatedTarget</a:t>
            </a:r>
            <a:r>
              <a:rPr lang="en-US" sz="1400" b="1" dirty="0">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"Position: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'mouseover'</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handleMouseOver</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D665DEC2-2E04-8A6C-F304-E9E8CFCA9515}"/>
              </a:ext>
            </a:extLst>
          </p:cNvPr>
          <p:cNvSpPr>
            <a:spLocks noGrp="1"/>
          </p:cNvSpPr>
          <p:nvPr>
            <p:ph sz="quarter" idx="11"/>
          </p:nvPr>
        </p:nvSpPr>
        <p:spPr>
          <a:xfrm>
            <a:off x="7940596" y="2028154"/>
            <a:ext cx="1596627" cy="405358"/>
          </a:xfrm>
        </p:spPr>
        <p:txBody>
          <a:bodyPr/>
          <a:lstStyle/>
          <a:p>
            <a:r>
              <a:rPr lang="en-US" i="1" dirty="0">
                <a:solidFill>
                  <a:srgbClr val="F0DB4F"/>
                </a:solidFill>
              </a:rPr>
              <a:t>JavaScript</a:t>
            </a:r>
          </a:p>
        </p:txBody>
      </p:sp>
      <p:sp>
        <p:nvSpPr>
          <p:cNvPr id="6" name="Content Placeholder 5">
            <a:extLst>
              <a:ext uri="{FF2B5EF4-FFF2-40B4-BE49-F238E27FC236}">
                <a16:creationId xmlns:a16="http://schemas.microsoft.com/office/drawing/2014/main" id="{DC478A58-8F2C-B3E1-356F-EC497DB78157}"/>
              </a:ext>
            </a:extLst>
          </p:cNvPr>
          <p:cNvSpPr>
            <a:spLocks noGrp="1"/>
          </p:cNvSpPr>
          <p:nvPr>
            <p:ph sz="quarter" idx="14"/>
          </p:nvPr>
        </p:nvSpPr>
        <p:spPr/>
        <p:txBody>
          <a:bodyPr>
            <a:normAutofit lnSpcReduction="10000"/>
          </a:bodyPr>
          <a:lstStyle/>
          <a:p>
            <a:pPr marL="0" indent="0">
              <a:buNone/>
            </a:pPr>
            <a:r>
              <a:rPr lang="en-US" b="1" dirty="0">
                <a:solidFill>
                  <a:schemeClr val="accent2">
                    <a:lumMod val="60000"/>
                    <a:lumOff val="40000"/>
                  </a:schemeClr>
                </a:solidFill>
              </a:rPr>
              <a:t>mouseover</a:t>
            </a:r>
          </a:p>
        </p:txBody>
      </p:sp>
      <p:sp>
        <p:nvSpPr>
          <p:cNvPr id="7" name="Content Placeholder 6">
            <a:extLst>
              <a:ext uri="{FF2B5EF4-FFF2-40B4-BE49-F238E27FC236}">
                <a16:creationId xmlns:a16="http://schemas.microsoft.com/office/drawing/2014/main" id="{EC5F6472-87F3-6420-C3A2-93A69F9C7D04}"/>
              </a:ext>
            </a:extLst>
          </p:cNvPr>
          <p:cNvSpPr>
            <a:spLocks noGrp="1"/>
          </p:cNvSpPr>
          <p:nvPr>
            <p:ph sz="quarter" idx="15"/>
          </p:nvPr>
        </p:nvSpPr>
        <p:spPr/>
        <p:txBody>
          <a:bodyPr>
            <a:normAutofit fontScale="47500" lnSpcReduction="20000"/>
          </a:bodyPr>
          <a:lstStyle/>
          <a:p>
            <a:pPr marL="0" indent="0">
              <a:buNone/>
            </a:pPr>
            <a:r>
              <a:rPr lang="en-US" dirty="0"/>
              <a:t>Triggered when the mouse pointer </a:t>
            </a:r>
            <a:r>
              <a:rPr lang="en-US" b="1" dirty="0"/>
              <a:t>enters</a:t>
            </a:r>
            <a:r>
              <a:rPr lang="en-US" dirty="0"/>
              <a:t> an element - includes entering from child elements due to </a:t>
            </a:r>
            <a:r>
              <a:rPr lang="en-US" b="1" dirty="0"/>
              <a:t>event bubbling</a:t>
            </a:r>
          </a:p>
        </p:txBody>
      </p:sp>
      <p:sp>
        <p:nvSpPr>
          <p:cNvPr id="28" name="Content Placeholder 7">
            <a:extLst>
              <a:ext uri="{FF2B5EF4-FFF2-40B4-BE49-F238E27FC236}">
                <a16:creationId xmlns:a16="http://schemas.microsoft.com/office/drawing/2014/main" id="{D832351E-4C4A-056A-9667-82A4E9C22405}"/>
              </a:ext>
            </a:extLst>
          </p:cNvPr>
          <p:cNvSpPr txBox="1">
            <a:spLocks/>
          </p:cNvSpPr>
          <p:nvPr/>
        </p:nvSpPr>
        <p:spPr>
          <a:xfrm flipH="1">
            <a:off x="1253799" y="4974920"/>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clientX</a:t>
            </a:r>
            <a:r>
              <a:rPr lang="en-US" b="1" kern="0">
                <a:solidFill>
                  <a:schemeClr val="bg1"/>
                </a:solidFill>
              </a:rPr>
              <a:t>/</a:t>
            </a:r>
            <a:r>
              <a:rPr lang="en-US" b="1" kern="0">
                <a:solidFill>
                  <a:srgbClr val="FF9933"/>
                </a:solidFill>
              </a:rPr>
              <a:t>clientY</a:t>
            </a:r>
            <a:endParaRPr lang="en-US" kern="0" dirty="0"/>
          </a:p>
        </p:txBody>
      </p:sp>
      <p:sp>
        <p:nvSpPr>
          <p:cNvPr id="29" name="Content Placeholder 8">
            <a:extLst>
              <a:ext uri="{FF2B5EF4-FFF2-40B4-BE49-F238E27FC236}">
                <a16:creationId xmlns:a16="http://schemas.microsoft.com/office/drawing/2014/main" id="{0E1A3E99-37F0-1AD4-DD33-5CCDFA78BE6B}"/>
              </a:ext>
            </a:extLst>
          </p:cNvPr>
          <p:cNvSpPr txBox="1">
            <a:spLocks/>
          </p:cNvSpPr>
          <p:nvPr/>
        </p:nvSpPr>
        <p:spPr>
          <a:xfrm flipH="1">
            <a:off x="3667125" y="4974919"/>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X/Y-coordinate of mouse pointer (two separate attributes)</a:t>
            </a:r>
          </a:p>
          <a:p>
            <a:pPr marL="0" indent="0">
              <a:buFont typeface="Wingdings" panose="05000000000000000000" pitchFamily="2" charset="2"/>
              <a:buNone/>
            </a:pPr>
            <a:endParaRPr lang="en-US" kern="0" dirty="0"/>
          </a:p>
        </p:txBody>
      </p:sp>
      <p:sp>
        <p:nvSpPr>
          <p:cNvPr id="32" name="Content Placeholder 15">
            <a:extLst>
              <a:ext uri="{FF2B5EF4-FFF2-40B4-BE49-F238E27FC236}">
                <a16:creationId xmlns:a16="http://schemas.microsoft.com/office/drawing/2014/main" id="{29CE5BF2-AA25-B1FA-7523-F775BE710B90}"/>
              </a:ext>
            </a:extLst>
          </p:cNvPr>
          <p:cNvSpPr txBox="1">
            <a:spLocks/>
          </p:cNvSpPr>
          <p:nvPr/>
        </p:nvSpPr>
        <p:spPr>
          <a:xfrm flipH="1">
            <a:off x="1253799" y="5345353"/>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target</a:t>
            </a:r>
            <a:endParaRPr lang="en-US" kern="0"/>
          </a:p>
          <a:p>
            <a:pPr marL="0" indent="0">
              <a:buFont typeface="Wingdings" panose="05000000000000000000" pitchFamily="2" charset="2"/>
              <a:buNone/>
            </a:pPr>
            <a:endParaRPr lang="en-US" kern="0" dirty="0"/>
          </a:p>
        </p:txBody>
      </p:sp>
      <p:sp>
        <p:nvSpPr>
          <p:cNvPr id="33" name="Content Placeholder 16">
            <a:extLst>
              <a:ext uri="{FF2B5EF4-FFF2-40B4-BE49-F238E27FC236}">
                <a16:creationId xmlns:a16="http://schemas.microsoft.com/office/drawing/2014/main" id="{2C13B145-8C2F-ED4D-5470-14D42A93AB02}"/>
              </a:ext>
            </a:extLst>
          </p:cNvPr>
          <p:cNvSpPr txBox="1">
            <a:spLocks/>
          </p:cNvSpPr>
          <p:nvPr/>
        </p:nvSpPr>
        <p:spPr>
          <a:xfrm flipH="1">
            <a:off x="3667125" y="5345352"/>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The HTML object subjected to triggering event</a:t>
            </a:r>
          </a:p>
          <a:p>
            <a:endParaRPr lang="en-US" kern="0" dirty="0"/>
          </a:p>
        </p:txBody>
      </p:sp>
      <p:sp>
        <p:nvSpPr>
          <p:cNvPr id="34" name="Content Placeholder 17">
            <a:extLst>
              <a:ext uri="{FF2B5EF4-FFF2-40B4-BE49-F238E27FC236}">
                <a16:creationId xmlns:a16="http://schemas.microsoft.com/office/drawing/2014/main" id="{7980C81A-6DCC-0338-3352-BAC25BF9FD70}"/>
              </a:ext>
            </a:extLst>
          </p:cNvPr>
          <p:cNvSpPr txBox="1">
            <a:spLocks/>
          </p:cNvSpPr>
          <p:nvPr/>
        </p:nvSpPr>
        <p:spPr>
          <a:xfrm flipH="1">
            <a:off x="1253799" y="6084048"/>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timeStamp</a:t>
            </a:r>
            <a:endParaRPr lang="en-US" kern="0" dirty="0"/>
          </a:p>
        </p:txBody>
      </p:sp>
      <p:sp>
        <p:nvSpPr>
          <p:cNvPr id="35" name="Content Placeholder 18">
            <a:extLst>
              <a:ext uri="{FF2B5EF4-FFF2-40B4-BE49-F238E27FC236}">
                <a16:creationId xmlns:a16="http://schemas.microsoft.com/office/drawing/2014/main" id="{A5887A99-73AF-EE78-8239-AB53E3FBEAC9}"/>
              </a:ext>
            </a:extLst>
          </p:cNvPr>
          <p:cNvSpPr txBox="1">
            <a:spLocks/>
          </p:cNvSpPr>
          <p:nvPr/>
        </p:nvSpPr>
        <p:spPr>
          <a:xfrm flipH="1">
            <a:off x="3667125" y="6084047"/>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dirty="0"/>
              <a:t>Precise time when the event was detected</a:t>
            </a:r>
          </a:p>
          <a:p>
            <a:pPr marL="0" indent="0">
              <a:buFont typeface="Wingdings" panose="05000000000000000000" pitchFamily="2" charset="2"/>
              <a:buNone/>
            </a:pPr>
            <a:endParaRPr lang="en-US" kern="0" dirty="0"/>
          </a:p>
        </p:txBody>
      </p:sp>
      <p:sp>
        <p:nvSpPr>
          <p:cNvPr id="36" name="Content Placeholder 19">
            <a:extLst>
              <a:ext uri="{FF2B5EF4-FFF2-40B4-BE49-F238E27FC236}">
                <a16:creationId xmlns:a16="http://schemas.microsoft.com/office/drawing/2014/main" id="{0951A831-2E51-3CCC-6796-1347E9839DA1}"/>
              </a:ext>
            </a:extLst>
          </p:cNvPr>
          <p:cNvSpPr txBox="1">
            <a:spLocks/>
          </p:cNvSpPr>
          <p:nvPr/>
        </p:nvSpPr>
        <p:spPr>
          <a:xfrm flipH="1">
            <a:off x="1253799" y="6453395"/>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currentTarget</a:t>
            </a:r>
            <a:endParaRPr lang="en-US" b="1" kern="0" dirty="0">
              <a:solidFill>
                <a:srgbClr val="FF9933"/>
              </a:solidFill>
            </a:endParaRPr>
          </a:p>
        </p:txBody>
      </p:sp>
      <p:sp>
        <p:nvSpPr>
          <p:cNvPr id="37" name="Content Placeholder 20">
            <a:extLst>
              <a:ext uri="{FF2B5EF4-FFF2-40B4-BE49-F238E27FC236}">
                <a16:creationId xmlns:a16="http://schemas.microsoft.com/office/drawing/2014/main" id="{CBB77C4C-0C94-E101-FE63-A9EF16AB67F2}"/>
              </a:ext>
            </a:extLst>
          </p:cNvPr>
          <p:cNvSpPr txBox="1">
            <a:spLocks/>
          </p:cNvSpPr>
          <p:nvPr/>
        </p:nvSpPr>
        <p:spPr>
          <a:xfrm flipH="1">
            <a:off x="3667125" y="6453394"/>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Element that the event listener is attached to</a:t>
            </a:r>
            <a:endParaRPr lang="en-US" kern="0" dirty="0"/>
          </a:p>
        </p:txBody>
      </p:sp>
      <p:sp>
        <p:nvSpPr>
          <p:cNvPr id="10" name="Content Placeholder 9">
            <a:extLst>
              <a:ext uri="{FF2B5EF4-FFF2-40B4-BE49-F238E27FC236}">
                <a16:creationId xmlns:a16="http://schemas.microsoft.com/office/drawing/2014/main" id="{FB4671AD-2C1D-423A-2CEE-46C144C20E09}"/>
              </a:ext>
            </a:extLst>
          </p:cNvPr>
          <p:cNvSpPr txBox="1">
            <a:spLocks/>
          </p:cNvSpPr>
          <p:nvPr/>
        </p:nvSpPr>
        <p:spPr>
          <a:xfrm flipH="1">
            <a:off x="1253799" y="5714701"/>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dirty="0" err="1">
                <a:solidFill>
                  <a:srgbClr val="FF9933"/>
                </a:solidFill>
              </a:rPr>
              <a:t>relatedTarget</a:t>
            </a:r>
            <a:endParaRPr lang="en-US" b="1" kern="0" dirty="0">
              <a:solidFill>
                <a:srgbClr val="FF9933"/>
              </a:solidFill>
            </a:endParaRPr>
          </a:p>
        </p:txBody>
      </p:sp>
      <p:sp>
        <p:nvSpPr>
          <p:cNvPr id="11" name="Content Placeholder 10">
            <a:extLst>
              <a:ext uri="{FF2B5EF4-FFF2-40B4-BE49-F238E27FC236}">
                <a16:creationId xmlns:a16="http://schemas.microsoft.com/office/drawing/2014/main" id="{BD234D11-25EA-539C-A9F8-6B88DCCD4145}"/>
              </a:ext>
            </a:extLst>
          </p:cNvPr>
          <p:cNvSpPr txBox="1">
            <a:spLocks/>
          </p:cNvSpPr>
          <p:nvPr/>
        </p:nvSpPr>
        <p:spPr>
          <a:xfrm flipH="1">
            <a:off x="3667125" y="5714700"/>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r>
              <a:rPr lang="en-US" dirty="0"/>
              <a:t>The element the mouse came from (null if from outside page)</a:t>
            </a:r>
            <a:endParaRPr lang="en-US" kern="0" dirty="0"/>
          </a:p>
        </p:txBody>
      </p:sp>
      <p:sp>
        <p:nvSpPr>
          <p:cNvPr id="12" name="Speech Bubble: Rectangle 11">
            <a:extLst>
              <a:ext uri="{FF2B5EF4-FFF2-40B4-BE49-F238E27FC236}">
                <a16:creationId xmlns:a16="http://schemas.microsoft.com/office/drawing/2014/main" id="{94CE487F-25B3-1E8C-9AF3-AFD55621BF77}"/>
              </a:ext>
            </a:extLst>
          </p:cNvPr>
          <p:cNvSpPr/>
          <p:nvPr/>
        </p:nvSpPr>
        <p:spPr>
          <a:xfrm>
            <a:off x="9734551" y="168742"/>
            <a:ext cx="2371726" cy="2488733"/>
          </a:xfrm>
          <a:prstGeom prst="wedgeRectCallout">
            <a:avLst>
              <a:gd name="adj1" fmla="val -102110"/>
              <a:gd name="adj2" fmla="val 8411"/>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400" b="1" u="sng" dirty="0">
                <a:latin typeface="Consolas" panose="020B0609020204030204" pitchFamily="49" charset="0"/>
              </a:rPr>
              <a:t>Event Bubbling</a:t>
            </a:r>
          </a:p>
          <a:p>
            <a:pPr algn="ctr"/>
            <a:endParaRPr lang="en-US" sz="1400" b="1" u="sng" dirty="0">
              <a:latin typeface="Consolas" panose="020B0609020204030204" pitchFamily="49" charset="0"/>
            </a:endParaRPr>
          </a:p>
          <a:p>
            <a:pPr algn="ctr"/>
            <a:r>
              <a:rPr lang="en-US" sz="1200" dirty="0">
                <a:latin typeface="Consolas" panose="020B0609020204030204" pitchFamily="49" charset="0"/>
              </a:rPr>
              <a:t>A core </a:t>
            </a:r>
            <a:r>
              <a:rPr lang="en-US" sz="1200" b="1" dirty="0">
                <a:solidFill>
                  <a:srgbClr val="F0DB4F"/>
                </a:solidFill>
                <a:latin typeface="Consolas" panose="020B0609020204030204" pitchFamily="49" charset="0"/>
              </a:rPr>
              <a:t>JavaScript</a:t>
            </a:r>
            <a:r>
              <a:rPr lang="en-US" sz="1200" dirty="0">
                <a:latin typeface="Consolas" panose="020B0609020204030204" pitchFamily="49" charset="0"/>
              </a:rPr>
              <a:t> behavior, characterized by </a:t>
            </a:r>
            <a:r>
              <a:rPr lang="en-US" sz="1200" b="1" dirty="0">
                <a:latin typeface="Consolas" panose="020B0609020204030204" pitchFamily="49" charset="0"/>
              </a:rPr>
              <a:t>events</a:t>
            </a:r>
            <a:r>
              <a:rPr lang="en-US" sz="1200" dirty="0">
                <a:latin typeface="Consolas" panose="020B0609020204030204" pitchFamily="49" charset="0"/>
              </a:rPr>
              <a:t> </a:t>
            </a:r>
            <a:r>
              <a:rPr lang="en-US" sz="1200" i="1" dirty="0">
                <a:latin typeface="Consolas" panose="020B0609020204030204" pitchFamily="49" charset="0"/>
              </a:rPr>
              <a:t>‘bubbling’</a:t>
            </a:r>
            <a:r>
              <a:rPr lang="en-US" sz="1200" dirty="0">
                <a:latin typeface="Consolas" panose="020B0609020204030204" pitchFamily="49" charset="0"/>
              </a:rPr>
              <a:t> up to parent elements. If you click on a button inside a </a:t>
            </a:r>
            <a:r>
              <a:rPr lang="en-US" sz="1200" b="1" dirty="0">
                <a:latin typeface="Consolas" panose="020B0609020204030204" pitchFamily="49" charset="0"/>
              </a:rPr>
              <a:t>&lt;div&gt;</a:t>
            </a:r>
            <a:r>
              <a:rPr lang="en-US" sz="1200" dirty="0">
                <a:latin typeface="Consolas" panose="020B0609020204030204" pitchFamily="49" charset="0"/>
              </a:rPr>
              <a:t>, the </a:t>
            </a:r>
            <a:r>
              <a:rPr lang="en-US" sz="1200" b="1" dirty="0">
                <a:latin typeface="Consolas" panose="020B0609020204030204" pitchFamily="49" charset="0"/>
              </a:rPr>
              <a:t>&lt;button&gt;</a:t>
            </a:r>
            <a:r>
              <a:rPr lang="en-US" sz="1200" dirty="0">
                <a:latin typeface="Consolas" panose="020B0609020204030204" pitchFamily="49" charset="0"/>
              </a:rPr>
              <a:t> gets the `</a:t>
            </a:r>
            <a:r>
              <a:rPr lang="en-US" sz="1200" b="1" dirty="0">
                <a:latin typeface="Consolas" panose="020B0609020204030204" pitchFamily="49" charset="0"/>
              </a:rPr>
              <a:t>click</a:t>
            </a:r>
            <a:r>
              <a:rPr lang="en-US" sz="1200" dirty="0">
                <a:latin typeface="Consolas" panose="020B0609020204030204" pitchFamily="49" charset="0"/>
              </a:rPr>
              <a:t>` event, and then the </a:t>
            </a:r>
            <a:r>
              <a:rPr lang="en-US" sz="1200" b="1" dirty="0">
                <a:latin typeface="Consolas" panose="020B0609020204030204" pitchFamily="49" charset="0"/>
              </a:rPr>
              <a:t>&lt;div&gt;</a:t>
            </a:r>
          </a:p>
          <a:p>
            <a:pPr algn="ctr"/>
            <a:r>
              <a:rPr lang="en-US" sz="1200" dirty="0">
                <a:latin typeface="Consolas" panose="020B0609020204030204" pitchFamily="49" charset="0"/>
              </a:rPr>
              <a:t>gets the `</a:t>
            </a:r>
            <a:r>
              <a:rPr lang="en-US" sz="1200" b="1" dirty="0">
                <a:latin typeface="Consolas" panose="020B0609020204030204" pitchFamily="49" charset="0"/>
              </a:rPr>
              <a:t>click</a:t>
            </a:r>
            <a:r>
              <a:rPr lang="en-US" sz="1200" dirty="0">
                <a:latin typeface="Consolas" panose="020B0609020204030204" pitchFamily="49" charset="0"/>
              </a:rPr>
              <a:t>` event.</a:t>
            </a:r>
          </a:p>
        </p:txBody>
      </p:sp>
    </p:spTree>
    <p:extLst>
      <p:ext uri="{BB962C8B-B14F-4D97-AF65-F5344CB8AC3E}">
        <p14:creationId xmlns:p14="http://schemas.microsoft.com/office/powerpoint/2010/main" val="26113921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45F1CA-1F27-DB3F-433B-71971C20272B}"/>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2590CFC-2C36-9A4C-F4E9-7A9209C0A152}"/>
              </a:ext>
            </a:extLst>
          </p:cNvPr>
          <p:cNvSpPr>
            <a:spLocks noGrp="1"/>
          </p:cNvSpPr>
          <p:nvPr>
            <p:ph type="body" sz="quarter" idx="13"/>
          </p:nvPr>
        </p:nvSpPr>
        <p:spPr>
          <a:xfrm flipH="1">
            <a:off x="1242369" y="2028154"/>
            <a:ext cx="460238" cy="2385732"/>
          </a:xfrm>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06C0F574-FF74-52B7-DB44-DB3EDA3AACFB}"/>
              </a:ext>
            </a:extLst>
          </p:cNvPr>
          <p:cNvSpPr>
            <a:spLocks noGrp="1"/>
          </p:cNvSpPr>
          <p:nvPr>
            <p:ph type="title"/>
          </p:nvPr>
        </p:nvSpPr>
        <p:spPr/>
        <p:txBody>
          <a:bodyPr/>
          <a:lstStyle/>
          <a:p>
            <a:r>
              <a:rPr lang="en-US" dirty="0"/>
              <a:t>The  </a:t>
            </a:r>
            <a:r>
              <a:rPr lang="en-US" b="0" dirty="0" err="1">
                <a:latin typeface="Consolas" panose="020B0609020204030204" pitchFamily="49" charset="0"/>
              </a:rPr>
              <a:t>mouseout</a:t>
            </a:r>
            <a:r>
              <a:rPr lang="en-US" dirty="0"/>
              <a:t>  Event</a:t>
            </a:r>
          </a:p>
        </p:txBody>
      </p:sp>
      <p:sp>
        <p:nvSpPr>
          <p:cNvPr id="4" name="Content Placeholder 3">
            <a:extLst>
              <a:ext uri="{FF2B5EF4-FFF2-40B4-BE49-F238E27FC236}">
                <a16:creationId xmlns:a16="http://schemas.microsoft.com/office/drawing/2014/main" id="{F970066A-21CB-1CB5-EC4C-70D61D99EA63}"/>
              </a:ext>
            </a:extLst>
          </p:cNvPr>
          <p:cNvSpPr>
            <a:spLocks noGrp="1"/>
          </p:cNvSpPr>
          <p:nvPr>
            <p:ph sz="quarter" idx="10"/>
          </p:nvPr>
        </p:nvSpPr>
        <p:spPr>
          <a:xfrm>
            <a:off x="1794510" y="2028154"/>
            <a:ext cx="7742714" cy="2385732"/>
          </a:xfrm>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mouseout</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handleMouseOut</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"Mouse left: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target</a:t>
            </a:r>
            <a:r>
              <a:rPr lang="en-US" sz="1400" b="1" dirty="0" err="1">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"Going to: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err="1">
                <a:solidFill>
                  <a:srgbClr val="DCDCCC"/>
                </a:solidFill>
                <a:highlight>
                  <a:srgbClr val="3F3F3F"/>
                </a:highlight>
              </a:rPr>
              <a:t>relatedTarget</a:t>
            </a:r>
            <a:r>
              <a:rPr lang="en-US" sz="1400" b="1" dirty="0">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"Exit position: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mouseout</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handleMouseOut</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4BBD5420-E81E-547A-43EF-9A4ED0FE6A7A}"/>
              </a:ext>
            </a:extLst>
          </p:cNvPr>
          <p:cNvSpPr>
            <a:spLocks noGrp="1"/>
          </p:cNvSpPr>
          <p:nvPr>
            <p:ph sz="quarter" idx="11"/>
          </p:nvPr>
        </p:nvSpPr>
        <p:spPr>
          <a:xfrm>
            <a:off x="7940596" y="2028154"/>
            <a:ext cx="1596627" cy="405358"/>
          </a:xfrm>
        </p:spPr>
        <p:txBody>
          <a:bodyPr/>
          <a:lstStyle/>
          <a:p>
            <a:r>
              <a:rPr lang="en-US" i="1" dirty="0">
                <a:solidFill>
                  <a:srgbClr val="F0DB4F"/>
                </a:solidFill>
              </a:rPr>
              <a:t>JavaScript</a:t>
            </a:r>
          </a:p>
        </p:txBody>
      </p:sp>
      <p:sp>
        <p:nvSpPr>
          <p:cNvPr id="6" name="Content Placeholder 5">
            <a:extLst>
              <a:ext uri="{FF2B5EF4-FFF2-40B4-BE49-F238E27FC236}">
                <a16:creationId xmlns:a16="http://schemas.microsoft.com/office/drawing/2014/main" id="{D72CC483-4707-7F2E-5F62-4F919350EC0B}"/>
              </a:ext>
            </a:extLst>
          </p:cNvPr>
          <p:cNvSpPr>
            <a:spLocks noGrp="1"/>
          </p:cNvSpPr>
          <p:nvPr>
            <p:ph sz="quarter" idx="14"/>
          </p:nvPr>
        </p:nvSpPr>
        <p:spPr/>
        <p:txBody>
          <a:bodyPr>
            <a:normAutofit lnSpcReduction="10000"/>
          </a:bodyPr>
          <a:lstStyle/>
          <a:p>
            <a:pPr marL="0" indent="0">
              <a:buNone/>
            </a:pPr>
            <a:r>
              <a:rPr lang="en-US" b="1" dirty="0" err="1">
                <a:solidFill>
                  <a:schemeClr val="accent2">
                    <a:lumMod val="60000"/>
                    <a:lumOff val="40000"/>
                  </a:schemeClr>
                </a:solidFill>
              </a:rPr>
              <a:t>mouseout</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D6FE7F67-886C-FE9D-8CFC-0C1EB6D26ED3}"/>
              </a:ext>
            </a:extLst>
          </p:cNvPr>
          <p:cNvSpPr>
            <a:spLocks noGrp="1"/>
          </p:cNvSpPr>
          <p:nvPr>
            <p:ph sz="quarter" idx="15"/>
          </p:nvPr>
        </p:nvSpPr>
        <p:spPr/>
        <p:txBody>
          <a:bodyPr>
            <a:normAutofit fontScale="47500" lnSpcReduction="20000"/>
          </a:bodyPr>
          <a:lstStyle/>
          <a:p>
            <a:pPr marL="0" indent="0">
              <a:buNone/>
            </a:pPr>
            <a:r>
              <a:rPr lang="en-US" dirty="0"/>
              <a:t>Triggered when the mouse pointer </a:t>
            </a:r>
            <a:r>
              <a:rPr lang="en-US" b="1" dirty="0"/>
              <a:t>leaves</a:t>
            </a:r>
            <a:r>
              <a:rPr lang="en-US" dirty="0"/>
              <a:t> an element - includes leaving to child elements due to </a:t>
            </a:r>
            <a:r>
              <a:rPr lang="en-US" b="1" dirty="0"/>
              <a:t>event bubbling</a:t>
            </a:r>
          </a:p>
        </p:txBody>
      </p:sp>
      <p:sp>
        <p:nvSpPr>
          <p:cNvPr id="28" name="Content Placeholder 7">
            <a:extLst>
              <a:ext uri="{FF2B5EF4-FFF2-40B4-BE49-F238E27FC236}">
                <a16:creationId xmlns:a16="http://schemas.microsoft.com/office/drawing/2014/main" id="{C0463A73-F826-199B-9683-988913FCA38F}"/>
              </a:ext>
            </a:extLst>
          </p:cNvPr>
          <p:cNvSpPr txBox="1">
            <a:spLocks/>
          </p:cNvSpPr>
          <p:nvPr/>
        </p:nvSpPr>
        <p:spPr>
          <a:xfrm flipH="1">
            <a:off x="1253799" y="4974920"/>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clientX</a:t>
            </a:r>
            <a:r>
              <a:rPr lang="en-US" b="1" kern="0">
                <a:solidFill>
                  <a:schemeClr val="bg1"/>
                </a:solidFill>
              </a:rPr>
              <a:t>/</a:t>
            </a:r>
            <a:r>
              <a:rPr lang="en-US" b="1" kern="0">
                <a:solidFill>
                  <a:srgbClr val="FF9933"/>
                </a:solidFill>
              </a:rPr>
              <a:t>clientY</a:t>
            </a:r>
            <a:endParaRPr lang="en-US" kern="0" dirty="0"/>
          </a:p>
        </p:txBody>
      </p:sp>
      <p:sp>
        <p:nvSpPr>
          <p:cNvPr id="29" name="Content Placeholder 8">
            <a:extLst>
              <a:ext uri="{FF2B5EF4-FFF2-40B4-BE49-F238E27FC236}">
                <a16:creationId xmlns:a16="http://schemas.microsoft.com/office/drawing/2014/main" id="{69D1F754-2E39-C96F-4A80-7A1652582B36}"/>
              </a:ext>
            </a:extLst>
          </p:cNvPr>
          <p:cNvSpPr txBox="1">
            <a:spLocks/>
          </p:cNvSpPr>
          <p:nvPr/>
        </p:nvSpPr>
        <p:spPr>
          <a:xfrm flipH="1">
            <a:off x="3667125" y="4974919"/>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X/Y-coordinate of mouse pointer (two separate attributes)</a:t>
            </a:r>
          </a:p>
          <a:p>
            <a:pPr marL="0" indent="0">
              <a:buFont typeface="Wingdings" panose="05000000000000000000" pitchFamily="2" charset="2"/>
              <a:buNone/>
            </a:pPr>
            <a:endParaRPr lang="en-US" kern="0" dirty="0"/>
          </a:p>
        </p:txBody>
      </p:sp>
      <p:sp>
        <p:nvSpPr>
          <p:cNvPr id="32" name="Content Placeholder 15">
            <a:extLst>
              <a:ext uri="{FF2B5EF4-FFF2-40B4-BE49-F238E27FC236}">
                <a16:creationId xmlns:a16="http://schemas.microsoft.com/office/drawing/2014/main" id="{D694A0AF-3C09-E31A-5E22-2E92A64773BF}"/>
              </a:ext>
            </a:extLst>
          </p:cNvPr>
          <p:cNvSpPr txBox="1">
            <a:spLocks/>
          </p:cNvSpPr>
          <p:nvPr/>
        </p:nvSpPr>
        <p:spPr>
          <a:xfrm flipH="1">
            <a:off x="1253799" y="5345353"/>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target</a:t>
            </a:r>
            <a:endParaRPr lang="en-US" kern="0"/>
          </a:p>
          <a:p>
            <a:pPr marL="0" indent="0">
              <a:buFont typeface="Wingdings" panose="05000000000000000000" pitchFamily="2" charset="2"/>
              <a:buNone/>
            </a:pPr>
            <a:endParaRPr lang="en-US" kern="0" dirty="0"/>
          </a:p>
        </p:txBody>
      </p:sp>
      <p:sp>
        <p:nvSpPr>
          <p:cNvPr id="33" name="Content Placeholder 16">
            <a:extLst>
              <a:ext uri="{FF2B5EF4-FFF2-40B4-BE49-F238E27FC236}">
                <a16:creationId xmlns:a16="http://schemas.microsoft.com/office/drawing/2014/main" id="{BD998AE6-F3A0-6ED5-0A58-D413D9E55A2B}"/>
              </a:ext>
            </a:extLst>
          </p:cNvPr>
          <p:cNvSpPr txBox="1">
            <a:spLocks/>
          </p:cNvSpPr>
          <p:nvPr/>
        </p:nvSpPr>
        <p:spPr>
          <a:xfrm flipH="1">
            <a:off x="3667125" y="5345352"/>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The HTML object subjected to triggering event</a:t>
            </a:r>
          </a:p>
          <a:p>
            <a:endParaRPr lang="en-US" kern="0" dirty="0"/>
          </a:p>
        </p:txBody>
      </p:sp>
      <p:sp>
        <p:nvSpPr>
          <p:cNvPr id="34" name="Content Placeholder 17">
            <a:extLst>
              <a:ext uri="{FF2B5EF4-FFF2-40B4-BE49-F238E27FC236}">
                <a16:creationId xmlns:a16="http://schemas.microsoft.com/office/drawing/2014/main" id="{B2918124-3AF3-F1B8-8BFD-1646FD4C4B33}"/>
              </a:ext>
            </a:extLst>
          </p:cNvPr>
          <p:cNvSpPr txBox="1">
            <a:spLocks/>
          </p:cNvSpPr>
          <p:nvPr/>
        </p:nvSpPr>
        <p:spPr>
          <a:xfrm flipH="1">
            <a:off x="1253799" y="6084048"/>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timeStamp</a:t>
            </a:r>
            <a:endParaRPr lang="en-US" kern="0" dirty="0"/>
          </a:p>
        </p:txBody>
      </p:sp>
      <p:sp>
        <p:nvSpPr>
          <p:cNvPr id="35" name="Content Placeholder 18">
            <a:extLst>
              <a:ext uri="{FF2B5EF4-FFF2-40B4-BE49-F238E27FC236}">
                <a16:creationId xmlns:a16="http://schemas.microsoft.com/office/drawing/2014/main" id="{69AC4EA3-4EA2-AF8D-ADED-667C9E644BC7}"/>
              </a:ext>
            </a:extLst>
          </p:cNvPr>
          <p:cNvSpPr txBox="1">
            <a:spLocks/>
          </p:cNvSpPr>
          <p:nvPr/>
        </p:nvSpPr>
        <p:spPr>
          <a:xfrm flipH="1">
            <a:off x="3667125" y="6084047"/>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dirty="0"/>
              <a:t>Precise time when the event was detected</a:t>
            </a:r>
          </a:p>
          <a:p>
            <a:pPr marL="0" indent="0">
              <a:buFont typeface="Wingdings" panose="05000000000000000000" pitchFamily="2" charset="2"/>
              <a:buNone/>
            </a:pPr>
            <a:endParaRPr lang="en-US" kern="0" dirty="0"/>
          </a:p>
        </p:txBody>
      </p:sp>
      <p:sp>
        <p:nvSpPr>
          <p:cNvPr id="36" name="Content Placeholder 19">
            <a:extLst>
              <a:ext uri="{FF2B5EF4-FFF2-40B4-BE49-F238E27FC236}">
                <a16:creationId xmlns:a16="http://schemas.microsoft.com/office/drawing/2014/main" id="{12F4EFEC-9F66-10F7-0858-EB5F7FD24F96}"/>
              </a:ext>
            </a:extLst>
          </p:cNvPr>
          <p:cNvSpPr txBox="1">
            <a:spLocks/>
          </p:cNvSpPr>
          <p:nvPr/>
        </p:nvSpPr>
        <p:spPr>
          <a:xfrm flipH="1">
            <a:off x="1253799" y="6453395"/>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a:solidFill>
                  <a:srgbClr val="FF9933"/>
                </a:solidFill>
              </a:rPr>
              <a:t>currentTarget</a:t>
            </a:r>
            <a:endParaRPr lang="en-US" b="1" kern="0" dirty="0">
              <a:solidFill>
                <a:srgbClr val="FF9933"/>
              </a:solidFill>
            </a:endParaRPr>
          </a:p>
        </p:txBody>
      </p:sp>
      <p:sp>
        <p:nvSpPr>
          <p:cNvPr id="37" name="Content Placeholder 20">
            <a:extLst>
              <a:ext uri="{FF2B5EF4-FFF2-40B4-BE49-F238E27FC236}">
                <a16:creationId xmlns:a16="http://schemas.microsoft.com/office/drawing/2014/main" id="{C23D5384-819A-D8C8-BE81-2E004C97E7E2}"/>
              </a:ext>
            </a:extLst>
          </p:cNvPr>
          <p:cNvSpPr txBox="1">
            <a:spLocks/>
          </p:cNvSpPr>
          <p:nvPr/>
        </p:nvSpPr>
        <p:spPr>
          <a:xfrm flipH="1">
            <a:off x="3667125" y="6453394"/>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kern="0"/>
              <a:t>Element that the event listener is attached to</a:t>
            </a:r>
            <a:endParaRPr lang="en-US" kern="0" dirty="0"/>
          </a:p>
        </p:txBody>
      </p:sp>
      <p:sp>
        <p:nvSpPr>
          <p:cNvPr id="10" name="Content Placeholder 9">
            <a:extLst>
              <a:ext uri="{FF2B5EF4-FFF2-40B4-BE49-F238E27FC236}">
                <a16:creationId xmlns:a16="http://schemas.microsoft.com/office/drawing/2014/main" id="{1B968187-52EA-5325-F016-14D5D67CEEFB}"/>
              </a:ext>
            </a:extLst>
          </p:cNvPr>
          <p:cNvSpPr txBox="1">
            <a:spLocks/>
          </p:cNvSpPr>
          <p:nvPr/>
        </p:nvSpPr>
        <p:spPr>
          <a:xfrm flipH="1">
            <a:off x="1253799" y="5714701"/>
            <a:ext cx="2070532"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5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20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Font typeface="Wingdings" panose="05000000000000000000" pitchFamily="2" charset="2"/>
              <a:buNone/>
            </a:pPr>
            <a:r>
              <a:rPr lang="en-US" b="1" kern="0" dirty="0" err="1">
                <a:solidFill>
                  <a:srgbClr val="FF9933"/>
                </a:solidFill>
              </a:rPr>
              <a:t>relatedTarget</a:t>
            </a:r>
            <a:endParaRPr lang="en-US" b="1" kern="0" dirty="0">
              <a:solidFill>
                <a:srgbClr val="FF9933"/>
              </a:solidFill>
            </a:endParaRPr>
          </a:p>
        </p:txBody>
      </p:sp>
      <p:sp>
        <p:nvSpPr>
          <p:cNvPr id="11" name="Content Placeholder 10">
            <a:extLst>
              <a:ext uri="{FF2B5EF4-FFF2-40B4-BE49-F238E27FC236}">
                <a16:creationId xmlns:a16="http://schemas.microsoft.com/office/drawing/2014/main" id="{2A9F87D1-7C51-8D3D-DD06-D66BD172CE1C}"/>
              </a:ext>
            </a:extLst>
          </p:cNvPr>
          <p:cNvSpPr txBox="1">
            <a:spLocks/>
          </p:cNvSpPr>
          <p:nvPr/>
        </p:nvSpPr>
        <p:spPr>
          <a:xfrm flipH="1">
            <a:off x="3667125" y="5714700"/>
            <a:ext cx="5801518" cy="305884"/>
          </a:xfrm>
          <a:prstGeom prst="snip1Rect">
            <a:avLst>
              <a:gd name="adj" fmla="val 13786"/>
            </a:avLst>
          </a:prstGeom>
          <a:solidFill>
            <a:schemeClr val="tx2"/>
          </a:solidFill>
          <a:effectLst>
            <a:outerShdw blurRad="50800" dist="38100" dir="2700000" algn="tl" rotWithShape="0">
              <a:prstClr val="black">
                <a:alpha val="40000"/>
              </a:prstClr>
            </a:outerShdw>
          </a:effectLst>
        </p:spPr>
        <p:txBody>
          <a:bodyPr vert="horz" lIns="91440" tIns="45720" rIns="91440" bIns="45720" rtlCol="0">
            <a:normAutofit fontScale="475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800" b="0" i="0" u="none" strike="noStrike" cap="none" smtClean="0">
                <a:solidFill>
                  <a:schemeClr val="bg1">
                    <a:lumMod val="95000"/>
                  </a:schemeClr>
                </a:solidFill>
                <a:latin typeface="Consolas" panose="020B0609020204030204" pitchFamily="49" charset="0"/>
                <a:ea typeface="Arial"/>
                <a:cs typeface="Arial"/>
                <a:sym typeface="Arial"/>
              </a:defRPr>
            </a:lvl1pPr>
            <a:lvl2pPr marL="304793" marR="0" lvl="1"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tabLst>
                <a:tab pos="609585" algn="l"/>
              </a:tabLst>
              <a:defRPr lang="en-US" sz="1800" b="0" i="0" u="none" strike="noStrike" cap="none" smtClean="0">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400" b="0" i="0" u="none" strike="noStrike" cap="none" smtClean="0">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r>
              <a:rPr lang="en-US" dirty="0"/>
              <a:t>The element the mouse came from (null if from outside page)</a:t>
            </a:r>
            <a:endParaRPr lang="en-US" kern="0" dirty="0"/>
          </a:p>
        </p:txBody>
      </p:sp>
      <p:sp>
        <p:nvSpPr>
          <p:cNvPr id="12" name="Speech Bubble: Rectangle 11">
            <a:extLst>
              <a:ext uri="{FF2B5EF4-FFF2-40B4-BE49-F238E27FC236}">
                <a16:creationId xmlns:a16="http://schemas.microsoft.com/office/drawing/2014/main" id="{59E29926-4F77-216B-AE36-C74B97AB8DE0}"/>
              </a:ext>
            </a:extLst>
          </p:cNvPr>
          <p:cNvSpPr/>
          <p:nvPr/>
        </p:nvSpPr>
        <p:spPr>
          <a:xfrm>
            <a:off x="9734551" y="168742"/>
            <a:ext cx="2371726" cy="2488733"/>
          </a:xfrm>
          <a:prstGeom prst="wedgeRectCallout">
            <a:avLst>
              <a:gd name="adj1" fmla="val -102110"/>
              <a:gd name="adj2" fmla="val 8411"/>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400" b="1" u="sng" dirty="0">
                <a:latin typeface="Consolas" panose="020B0609020204030204" pitchFamily="49" charset="0"/>
              </a:rPr>
              <a:t>Event Bubbling</a:t>
            </a:r>
          </a:p>
          <a:p>
            <a:pPr algn="ctr"/>
            <a:endParaRPr lang="en-US" sz="1400" b="1" u="sng" dirty="0">
              <a:latin typeface="Consolas" panose="020B0609020204030204" pitchFamily="49" charset="0"/>
            </a:endParaRPr>
          </a:p>
          <a:p>
            <a:pPr algn="ctr"/>
            <a:r>
              <a:rPr lang="en-US" sz="1200" dirty="0">
                <a:latin typeface="Consolas" panose="020B0609020204030204" pitchFamily="49" charset="0"/>
              </a:rPr>
              <a:t>A core </a:t>
            </a:r>
            <a:r>
              <a:rPr lang="en-US" sz="1200" b="1" dirty="0">
                <a:solidFill>
                  <a:srgbClr val="F0DB4F"/>
                </a:solidFill>
                <a:latin typeface="Consolas" panose="020B0609020204030204" pitchFamily="49" charset="0"/>
              </a:rPr>
              <a:t>JavaScript</a:t>
            </a:r>
            <a:r>
              <a:rPr lang="en-US" sz="1200" dirty="0">
                <a:latin typeface="Consolas" panose="020B0609020204030204" pitchFamily="49" charset="0"/>
              </a:rPr>
              <a:t> behavior, characterized by </a:t>
            </a:r>
            <a:r>
              <a:rPr lang="en-US" sz="1200" b="1" dirty="0">
                <a:latin typeface="Consolas" panose="020B0609020204030204" pitchFamily="49" charset="0"/>
              </a:rPr>
              <a:t>events</a:t>
            </a:r>
            <a:r>
              <a:rPr lang="en-US" sz="1200" dirty="0">
                <a:latin typeface="Consolas" panose="020B0609020204030204" pitchFamily="49" charset="0"/>
              </a:rPr>
              <a:t> </a:t>
            </a:r>
            <a:r>
              <a:rPr lang="en-US" sz="1200" i="1" dirty="0">
                <a:latin typeface="Consolas" panose="020B0609020204030204" pitchFamily="49" charset="0"/>
              </a:rPr>
              <a:t>‘bubbling’</a:t>
            </a:r>
            <a:r>
              <a:rPr lang="en-US" sz="1200" dirty="0">
                <a:latin typeface="Consolas" panose="020B0609020204030204" pitchFamily="49" charset="0"/>
              </a:rPr>
              <a:t> up to parent elements. If you click on a button inside a </a:t>
            </a:r>
            <a:r>
              <a:rPr lang="en-US" sz="1200" b="1" dirty="0">
                <a:latin typeface="Consolas" panose="020B0609020204030204" pitchFamily="49" charset="0"/>
              </a:rPr>
              <a:t>&lt;div&gt;</a:t>
            </a:r>
            <a:r>
              <a:rPr lang="en-US" sz="1200" dirty="0">
                <a:latin typeface="Consolas" panose="020B0609020204030204" pitchFamily="49" charset="0"/>
              </a:rPr>
              <a:t>, the </a:t>
            </a:r>
            <a:r>
              <a:rPr lang="en-US" sz="1200" b="1" dirty="0">
                <a:latin typeface="Consolas" panose="020B0609020204030204" pitchFamily="49" charset="0"/>
              </a:rPr>
              <a:t>&lt;button&gt;</a:t>
            </a:r>
            <a:r>
              <a:rPr lang="en-US" sz="1200" dirty="0">
                <a:latin typeface="Consolas" panose="020B0609020204030204" pitchFamily="49" charset="0"/>
              </a:rPr>
              <a:t> gets the `</a:t>
            </a:r>
            <a:r>
              <a:rPr lang="en-US" sz="1200" b="1" dirty="0">
                <a:latin typeface="Consolas" panose="020B0609020204030204" pitchFamily="49" charset="0"/>
              </a:rPr>
              <a:t>click</a:t>
            </a:r>
            <a:r>
              <a:rPr lang="en-US" sz="1200" dirty="0">
                <a:latin typeface="Consolas" panose="020B0609020204030204" pitchFamily="49" charset="0"/>
              </a:rPr>
              <a:t>` event, and then the </a:t>
            </a:r>
            <a:r>
              <a:rPr lang="en-US" sz="1200" b="1" dirty="0">
                <a:latin typeface="Consolas" panose="020B0609020204030204" pitchFamily="49" charset="0"/>
              </a:rPr>
              <a:t>&lt;div&gt;</a:t>
            </a:r>
          </a:p>
          <a:p>
            <a:pPr algn="ctr"/>
            <a:r>
              <a:rPr lang="en-US" sz="1200" dirty="0">
                <a:latin typeface="Consolas" panose="020B0609020204030204" pitchFamily="49" charset="0"/>
              </a:rPr>
              <a:t>gets the `</a:t>
            </a:r>
            <a:r>
              <a:rPr lang="en-US" sz="1200" b="1" dirty="0">
                <a:latin typeface="Consolas" panose="020B0609020204030204" pitchFamily="49" charset="0"/>
              </a:rPr>
              <a:t>click</a:t>
            </a:r>
            <a:r>
              <a:rPr lang="en-US" sz="1200" dirty="0">
                <a:latin typeface="Consolas" panose="020B0609020204030204" pitchFamily="49" charset="0"/>
              </a:rPr>
              <a:t>` event.</a:t>
            </a:r>
          </a:p>
        </p:txBody>
      </p:sp>
    </p:spTree>
    <p:extLst>
      <p:ext uri="{BB962C8B-B14F-4D97-AF65-F5344CB8AC3E}">
        <p14:creationId xmlns:p14="http://schemas.microsoft.com/office/powerpoint/2010/main" val="28304205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F20613-D18B-2D19-56BE-A2828D025BA1}"/>
            </a:ext>
          </a:extLst>
        </p:cNvPr>
        <p:cNvGrpSpPr/>
        <p:nvPr/>
      </p:nvGrpSpPr>
      <p:grpSpPr>
        <a:xfrm>
          <a:off x="0" y="0"/>
          <a:ext cx="0" cy="0"/>
          <a:chOff x="0" y="0"/>
          <a:chExt cx="0" cy="0"/>
        </a:xfrm>
      </p:grpSpPr>
      <p:graphicFrame>
        <p:nvGraphicFramePr>
          <p:cNvPr id="54" name="Object 53">
            <a:extLst>
              <a:ext uri="{FF2B5EF4-FFF2-40B4-BE49-F238E27FC236}">
                <a16:creationId xmlns:a16="http://schemas.microsoft.com/office/drawing/2014/main" id="{DFC2E092-7449-83CC-74E2-469ACAEA31E9}"/>
              </a:ext>
            </a:extLst>
          </p:cNvPr>
          <p:cNvGraphicFramePr>
            <a:graphicFrameLocks noChangeAspect="1"/>
          </p:cNvGraphicFramePr>
          <p:nvPr>
            <p:extLst>
              <p:ext uri="{D42A27DB-BD31-4B8C-83A1-F6EECF244321}">
                <p14:modId xmlns:p14="http://schemas.microsoft.com/office/powerpoint/2010/main" val="2032653895"/>
              </p:ext>
            </p:extLst>
          </p:nvPr>
        </p:nvGraphicFramePr>
        <p:xfrm>
          <a:off x="1329217" y="4978700"/>
          <a:ext cx="1684532" cy="1421324"/>
        </p:xfrm>
        <a:graphic>
          <a:graphicData uri="http://schemas.openxmlformats.org/presentationml/2006/ole">
            <mc:AlternateContent xmlns:mc="http://schemas.openxmlformats.org/markup-compatibility/2006">
              <mc:Choice xmlns:v="urn:schemas-microsoft-com:vml" Requires="v">
                <p:oleObj name="Packager Shell Object" showAsIcon="1" r:id="rId3" imgW="914400" imgH="771695" progId="Package">
                  <p:embed/>
                </p:oleObj>
              </mc:Choice>
              <mc:Fallback>
                <p:oleObj name="Packager Shell Object" showAsIcon="1" r:id="rId3" imgW="914400" imgH="771695" progId="Package">
                  <p:embed/>
                  <p:pic>
                    <p:nvPicPr>
                      <p:cNvPr id="54" name="Object 53">
                        <a:extLst>
                          <a:ext uri="{FF2B5EF4-FFF2-40B4-BE49-F238E27FC236}">
                            <a16:creationId xmlns:a16="http://schemas.microsoft.com/office/drawing/2014/main" id="{DFC2E092-7449-83CC-74E2-469ACAEA31E9}"/>
                          </a:ext>
                        </a:extLst>
                      </p:cNvPr>
                      <p:cNvPicPr/>
                      <p:nvPr/>
                    </p:nvPicPr>
                    <p:blipFill>
                      <a:blip r:embed="rId4"/>
                      <a:stretch>
                        <a:fillRect/>
                      </a:stretch>
                    </p:blipFill>
                    <p:spPr>
                      <a:xfrm>
                        <a:off x="1329217" y="4978700"/>
                        <a:ext cx="1684532" cy="1421324"/>
                      </a:xfrm>
                      <a:prstGeom prst="rect">
                        <a:avLst/>
                      </a:prstGeom>
                      <a:solidFill>
                        <a:schemeClr val="bg1"/>
                      </a:solidFill>
                    </p:spPr>
                  </p:pic>
                </p:oleObj>
              </mc:Fallback>
            </mc:AlternateContent>
          </a:graphicData>
        </a:graphic>
      </p:graphicFrame>
      <p:sp>
        <p:nvSpPr>
          <p:cNvPr id="2" name="Title 1">
            <a:extLst>
              <a:ext uri="{FF2B5EF4-FFF2-40B4-BE49-F238E27FC236}">
                <a16:creationId xmlns:a16="http://schemas.microsoft.com/office/drawing/2014/main" id="{D9E72995-ECDF-9421-65B8-3693308A7D89}"/>
              </a:ext>
            </a:extLst>
          </p:cNvPr>
          <p:cNvSpPr>
            <a:spLocks noGrp="1"/>
          </p:cNvSpPr>
          <p:nvPr>
            <p:ph type="title"/>
          </p:nvPr>
        </p:nvSpPr>
        <p:spPr/>
        <p:txBody>
          <a:bodyPr/>
          <a:lstStyle/>
          <a:p>
            <a:pPr algn="ctr"/>
            <a:r>
              <a:rPr lang="en-US" sz="4800" b="1" dirty="0"/>
              <a:t>Sneak Peek:</a:t>
            </a:r>
            <a:r>
              <a:rPr lang="en-US" sz="4800" dirty="0"/>
              <a:t> Content Next Class</a:t>
            </a:r>
          </a:p>
        </p:txBody>
      </p:sp>
      <p:sp>
        <p:nvSpPr>
          <p:cNvPr id="29" name="Content Placeholder 1">
            <a:extLst>
              <a:ext uri="{FF2B5EF4-FFF2-40B4-BE49-F238E27FC236}">
                <a16:creationId xmlns:a16="http://schemas.microsoft.com/office/drawing/2014/main" id="{9BFCA97C-2E93-6D11-A7E2-4DE0BA5B3DA0}"/>
              </a:ext>
            </a:extLst>
          </p:cNvPr>
          <p:cNvSpPr txBox="1">
            <a:spLocks/>
          </p:cNvSpPr>
          <p:nvPr/>
        </p:nvSpPr>
        <p:spPr>
          <a:xfrm>
            <a:off x="263415" y="1538294"/>
            <a:ext cx="4325858" cy="2897584"/>
          </a:xfrm>
          <a:prstGeom prst="snip1Rect">
            <a:avLst>
              <a:gd name="adj" fmla="val 10757"/>
            </a:avLst>
          </a:prstGeom>
          <a:solidFill>
            <a:srgbClr val="2C5C5E"/>
          </a:solidFill>
        </p:spPr>
        <p:txBody>
          <a:bodyPr>
            <a:norm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800" b="0" i="0" u="none" strike="noStrike" cap="none">
                <a:solidFill>
                  <a:schemeClr val="bg1">
                    <a:lumMod val="95000"/>
                  </a:schemeClr>
                </a:solidFill>
                <a:latin typeface="+mn-lt"/>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lgn="ctr">
              <a:buFont typeface="Wingdings" panose="05000000000000000000" pitchFamily="2" charset="2"/>
              <a:buNone/>
            </a:pPr>
            <a:r>
              <a:rPr lang="en-US" b="1" i="1" u="sng" kern="0" dirty="0">
                <a:solidFill>
                  <a:srgbClr val="F2F2F2"/>
                </a:solidFill>
                <a:highlight>
                  <a:srgbClr val="008000"/>
                </a:highlight>
                <a:latin typeface="Consolas" panose="020B0609020204030204" pitchFamily="49" charset="0"/>
              </a:rPr>
              <a:t>Learning Files</a:t>
            </a:r>
          </a:p>
          <a:p>
            <a:pPr marL="0" indent="0">
              <a:buFont typeface="Wingdings" panose="05000000000000000000" pitchFamily="2" charset="2"/>
              <a:buNone/>
            </a:pPr>
            <a:endParaRPr lang="en-US" sz="1800" b="1" i="1" u="sng" kern="0" dirty="0">
              <a:solidFill>
                <a:srgbClr val="F2F2F2"/>
              </a:solidFill>
              <a:highlight>
                <a:srgbClr val="008000"/>
              </a:highlight>
              <a:latin typeface="Consolas" panose="020B0609020204030204" pitchFamily="49" charset="0"/>
            </a:endParaRPr>
          </a:p>
          <a:p>
            <a:pPr marL="0" indent="0">
              <a:buFont typeface="Wingdings" panose="05000000000000000000" pitchFamily="2" charset="2"/>
              <a:buNone/>
            </a:pPr>
            <a:r>
              <a:rPr lang="en-US" sz="1800" b="1" kern="0" dirty="0" err="1">
                <a:solidFill>
                  <a:srgbClr val="0000FF"/>
                </a:solidFill>
                <a:latin typeface="Consolas" panose="020B0609020204030204" pitchFamily="49" charset="0"/>
              </a:rPr>
              <a:t>js_events</a:t>
            </a:r>
            <a:r>
              <a:rPr lang="en-US" sz="1800" kern="0" dirty="0">
                <a:solidFill>
                  <a:srgbClr val="F2F2F2"/>
                </a:solidFill>
                <a:latin typeface="Consolas" panose="020B0609020204030204" pitchFamily="49" charset="0"/>
              </a:rPr>
              <a:t>/</a:t>
            </a:r>
            <a:endParaRPr lang="en-US" sz="1600" kern="0" dirty="0">
              <a:solidFill>
                <a:srgbClr val="F2F2F2"/>
              </a:solidFill>
              <a:latin typeface="Consolas" panose="020B0609020204030204" pitchFamily="49" charset="0"/>
            </a:endParaRPr>
          </a:p>
          <a:p>
            <a:pPr marL="0" indent="0">
              <a:buFont typeface="Wingdings" panose="05000000000000000000" pitchFamily="2" charset="2"/>
              <a:buNone/>
            </a:pPr>
            <a:r>
              <a:rPr lang="en-US" sz="1800" kern="0" dirty="0">
                <a:solidFill>
                  <a:srgbClr val="F2F2F2"/>
                </a:solidFill>
                <a:latin typeface="Consolas" panose="020B0609020204030204" pitchFamily="49" charset="0"/>
              </a:rPr>
              <a:t>├── </a:t>
            </a:r>
            <a:r>
              <a:rPr lang="en-US" sz="1800" b="1" kern="0" dirty="0">
                <a:solidFill>
                  <a:srgbClr val="159D0B"/>
                </a:solidFill>
                <a:latin typeface="Consolas" panose="020B0609020204030204" pitchFamily="49" charset="0"/>
              </a:rPr>
              <a:t>js_event_practice.html</a:t>
            </a:r>
            <a:endParaRPr lang="en-US" sz="1800" b="1" kern="0" dirty="0">
              <a:solidFill>
                <a:srgbClr val="C49500"/>
              </a:solidFill>
              <a:latin typeface="Consolas" panose="020B0609020204030204" pitchFamily="49" charset="0"/>
            </a:endParaRPr>
          </a:p>
          <a:p>
            <a:pPr marL="0" indent="0">
              <a:buNone/>
            </a:pPr>
            <a:r>
              <a:rPr lang="en-US" sz="1800" kern="0" dirty="0">
                <a:solidFill>
                  <a:srgbClr val="F2F2F2"/>
                </a:solidFill>
                <a:latin typeface="Consolas" panose="020B0609020204030204" pitchFamily="49" charset="0"/>
              </a:rPr>
              <a:t>├── </a:t>
            </a:r>
            <a:r>
              <a:rPr lang="en-US" sz="1800" b="1" kern="0" dirty="0" err="1">
                <a:solidFill>
                  <a:srgbClr val="0000FF"/>
                </a:solidFill>
                <a:latin typeface="Consolas" panose="020B0609020204030204" pitchFamily="49" charset="0"/>
              </a:rPr>
              <a:t>css</a:t>
            </a:r>
            <a:r>
              <a:rPr lang="en-US" sz="1800" kern="0" dirty="0">
                <a:solidFill>
                  <a:srgbClr val="F2F2F2"/>
                </a:solidFill>
                <a:latin typeface="Consolas" panose="020B0609020204030204" pitchFamily="49" charset="0"/>
              </a:rPr>
              <a:t>/</a:t>
            </a:r>
          </a:p>
          <a:p>
            <a:pPr marL="0" indent="0">
              <a:buNone/>
            </a:pPr>
            <a:r>
              <a:rPr lang="en-US" sz="1800" b="1" kern="0" dirty="0">
                <a:solidFill>
                  <a:schemeClr val="bg1"/>
                </a:solidFill>
                <a:latin typeface="Consolas" panose="020B0609020204030204" pitchFamily="49" charset="0"/>
              </a:rPr>
              <a:t>│   </a:t>
            </a:r>
            <a:r>
              <a:rPr lang="en-US" sz="1800" kern="0" dirty="0">
                <a:solidFill>
                  <a:srgbClr val="F2F2F2"/>
                </a:solidFill>
                <a:latin typeface="Consolas" panose="020B0609020204030204" pitchFamily="49" charset="0"/>
              </a:rPr>
              <a:t>└── </a:t>
            </a:r>
            <a:r>
              <a:rPr lang="en-US" sz="1800" b="1" kern="0" dirty="0">
                <a:solidFill>
                  <a:srgbClr val="159D0B"/>
                </a:solidFill>
                <a:latin typeface="Consolas" panose="020B0609020204030204" pitchFamily="49" charset="0"/>
              </a:rPr>
              <a:t>styles.css</a:t>
            </a:r>
            <a:endParaRPr lang="en-US" sz="1800" b="1" kern="0" dirty="0">
              <a:solidFill>
                <a:schemeClr val="bg1"/>
              </a:solidFill>
              <a:latin typeface="Consolas" panose="020B0609020204030204" pitchFamily="49" charset="0"/>
            </a:endParaRPr>
          </a:p>
          <a:p>
            <a:pPr marL="0" indent="0">
              <a:buNone/>
            </a:pPr>
            <a:r>
              <a:rPr lang="en-US" sz="1800" kern="0" dirty="0">
                <a:solidFill>
                  <a:srgbClr val="F2F2F2"/>
                </a:solidFill>
                <a:latin typeface="Consolas" panose="020B0609020204030204" pitchFamily="49" charset="0"/>
              </a:rPr>
              <a:t>└── </a:t>
            </a:r>
            <a:r>
              <a:rPr lang="en-US" sz="1800" b="1" kern="0" dirty="0" err="1">
                <a:solidFill>
                  <a:srgbClr val="0000FF"/>
                </a:solidFill>
                <a:latin typeface="Consolas" panose="020B0609020204030204" pitchFamily="49" charset="0"/>
              </a:rPr>
              <a:t>js</a:t>
            </a:r>
            <a:r>
              <a:rPr lang="en-US" sz="1800" kern="0" dirty="0">
                <a:solidFill>
                  <a:srgbClr val="F2F2F2"/>
                </a:solidFill>
                <a:latin typeface="Consolas" panose="020B0609020204030204" pitchFamily="49" charset="0"/>
              </a:rPr>
              <a:t>/</a:t>
            </a:r>
          </a:p>
          <a:p>
            <a:pPr marL="0" indent="0">
              <a:buNone/>
            </a:pPr>
            <a:r>
              <a:rPr lang="en-US" sz="1800" b="1" kern="0" dirty="0">
                <a:solidFill>
                  <a:schemeClr val="bg1"/>
                </a:solidFill>
                <a:latin typeface="Consolas" panose="020B0609020204030204" pitchFamily="49" charset="0"/>
              </a:rPr>
              <a:t>    </a:t>
            </a:r>
            <a:r>
              <a:rPr lang="en-US" sz="1800" kern="0" dirty="0">
                <a:solidFill>
                  <a:srgbClr val="F2F2F2"/>
                </a:solidFill>
                <a:latin typeface="Consolas" panose="020B0609020204030204" pitchFamily="49" charset="0"/>
              </a:rPr>
              <a:t>└── </a:t>
            </a:r>
            <a:r>
              <a:rPr lang="en-US" sz="1800" b="1" kern="0" dirty="0">
                <a:solidFill>
                  <a:srgbClr val="159D0B"/>
                </a:solidFill>
                <a:latin typeface="Consolas" panose="020B0609020204030204" pitchFamily="49" charset="0"/>
              </a:rPr>
              <a:t>event_ex_script.js</a:t>
            </a:r>
            <a:endParaRPr lang="en-US" sz="1800" b="1" kern="0" dirty="0">
              <a:solidFill>
                <a:srgbClr val="C49500"/>
              </a:solidFill>
              <a:latin typeface="Consolas" panose="020B0609020204030204" pitchFamily="49" charset="0"/>
            </a:endParaRPr>
          </a:p>
        </p:txBody>
      </p:sp>
      <p:sp>
        <p:nvSpPr>
          <p:cNvPr id="30" name="Rectangle: Single Corner Snipped 29">
            <a:extLst>
              <a:ext uri="{FF2B5EF4-FFF2-40B4-BE49-F238E27FC236}">
                <a16:creationId xmlns:a16="http://schemas.microsoft.com/office/drawing/2014/main" id="{84B16230-00B3-0742-7C9E-B48607074DAF}"/>
              </a:ext>
            </a:extLst>
          </p:cNvPr>
          <p:cNvSpPr/>
          <p:nvPr/>
        </p:nvSpPr>
        <p:spPr>
          <a:xfrm>
            <a:off x="7082305" y="1538294"/>
            <a:ext cx="2743200" cy="518563"/>
          </a:xfrm>
          <a:prstGeom prst="snip1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t">
            <a:noAutofit/>
          </a:bodyPr>
          <a:lstStyle/>
          <a:p>
            <a:pPr algn="ctr"/>
            <a:r>
              <a:rPr lang="en-US" sz="2400" b="1" dirty="0">
                <a:solidFill>
                  <a:srgbClr val="F2F2F2"/>
                </a:solidFill>
                <a:latin typeface="Consolas" panose="020B0609020204030204" pitchFamily="49" charset="0"/>
              </a:rPr>
              <a:t>We’ll learn</a:t>
            </a:r>
          </a:p>
        </p:txBody>
      </p:sp>
      <p:sp>
        <p:nvSpPr>
          <p:cNvPr id="32" name="Rectangle: Single Corner Snipped 31">
            <a:extLst>
              <a:ext uri="{FF2B5EF4-FFF2-40B4-BE49-F238E27FC236}">
                <a16:creationId xmlns:a16="http://schemas.microsoft.com/office/drawing/2014/main" id="{CB45481E-D5DE-EA30-9117-388762563FD1}"/>
              </a:ext>
            </a:extLst>
          </p:cNvPr>
          <p:cNvSpPr/>
          <p:nvPr/>
        </p:nvSpPr>
        <p:spPr>
          <a:xfrm>
            <a:off x="1329217" y="4617174"/>
            <a:ext cx="1684533" cy="365098"/>
          </a:xfrm>
          <a:prstGeom prst="snip1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t">
            <a:noAutofit/>
          </a:bodyPr>
          <a:lstStyle/>
          <a:p>
            <a:pPr algn="ctr"/>
            <a:r>
              <a:rPr lang="en-US" sz="1600" b="1" i="1" dirty="0">
                <a:solidFill>
                  <a:schemeClr val="bg1"/>
                </a:solidFill>
                <a:effectLst>
                  <a:outerShdw blurRad="38100" dist="38100" dir="2700000" algn="tl">
                    <a:srgbClr val="000000">
                      <a:alpha val="43137"/>
                    </a:srgbClr>
                  </a:outerShdw>
                </a:effectLst>
                <a:latin typeface="Consolas" panose="020B0609020204030204" pitchFamily="49" charset="0"/>
              </a:rPr>
              <a:t>js_events.zip</a:t>
            </a:r>
          </a:p>
        </p:txBody>
      </p:sp>
      <p:sp>
        <p:nvSpPr>
          <p:cNvPr id="35" name="Rectangle 34">
            <a:extLst>
              <a:ext uri="{FF2B5EF4-FFF2-40B4-BE49-F238E27FC236}">
                <a16:creationId xmlns:a16="http://schemas.microsoft.com/office/drawing/2014/main" id="{1DCC1401-D5E4-310E-7EA5-D52428CF42A5}"/>
              </a:ext>
            </a:extLst>
          </p:cNvPr>
          <p:cNvSpPr/>
          <p:nvPr/>
        </p:nvSpPr>
        <p:spPr>
          <a:xfrm>
            <a:off x="1329217" y="6327043"/>
            <a:ext cx="1684533" cy="365098"/>
          </a:xfrm>
          <a:prstGeom prst="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t">
            <a:noAutofit/>
          </a:bodyPr>
          <a:lstStyle/>
          <a:p>
            <a:pPr algn="ctr"/>
            <a:r>
              <a:rPr lang="en-US" b="1" i="1" dirty="0">
                <a:solidFill>
                  <a:srgbClr val="F2F2F2"/>
                </a:solidFill>
                <a:latin typeface="Consolas" panose="020B0609020204030204" pitchFamily="49" charset="0"/>
              </a:rPr>
              <a:t>learn</a:t>
            </a:r>
          </a:p>
        </p:txBody>
      </p:sp>
      <p:grpSp>
        <p:nvGrpSpPr>
          <p:cNvPr id="37" name="Group 36">
            <a:extLst>
              <a:ext uri="{FF2B5EF4-FFF2-40B4-BE49-F238E27FC236}">
                <a16:creationId xmlns:a16="http://schemas.microsoft.com/office/drawing/2014/main" id="{520E6B9F-FECC-8740-990F-13E7905B268C}"/>
              </a:ext>
            </a:extLst>
          </p:cNvPr>
          <p:cNvGrpSpPr/>
          <p:nvPr/>
        </p:nvGrpSpPr>
        <p:grpSpPr>
          <a:xfrm>
            <a:off x="4873237" y="2170732"/>
            <a:ext cx="7195043" cy="719696"/>
            <a:chOff x="2865462" y="2550028"/>
            <a:chExt cx="5198964" cy="591402"/>
          </a:xfrm>
        </p:grpSpPr>
        <p:sp>
          <p:nvSpPr>
            <p:cNvPr id="38" name="Content Placeholder 42">
              <a:extLst>
                <a:ext uri="{FF2B5EF4-FFF2-40B4-BE49-F238E27FC236}">
                  <a16:creationId xmlns:a16="http://schemas.microsoft.com/office/drawing/2014/main" id="{A596C8BC-2FBB-AED5-AF31-5BCE7B813AAB}"/>
                </a:ext>
              </a:extLst>
            </p:cNvPr>
            <p:cNvSpPr txBox="1">
              <a:spLocks/>
            </p:cNvSpPr>
            <p:nvPr/>
          </p:nvSpPr>
          <p:spPr>
            <a:xfrm>
              <a:off x="3275833" y="2550029"/>
              <a:ext cx="4788593" cy="591401"/>
            </a:xfrm>
            <a:prstGeom prst="snip1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defRPr/>
              </a:pPr>
              <a:r>
                <a:rPr kumimoji="0" lang="en-US" sz="2000" i="0" u="none" strike="noStrike" kern="1200" cap="none" spc="0" normalizeH="0" baseline="0" noProof="0" dirty="0">
                  <a:ln>
                    <a:noFill/>
                  </a:ln>
                  <a:solidFill>
                    <a:srgbClr val="F2F2F2"/>
                  </a:solidFill>
                  <a:effectLst/>
                  <a:uLnTx/>
                  <a:uFillTx/>
                  <a:latin typeface="Consolas" panose="020B0609020204030204" pitchFamily="49" charset="0"/>
                  <a:ea typeface="+mn-ea"/>
                  <a:cs typeface="+mn-cs"/>
                </a:rPr>
                <a:t>The remaining seven mouse event types</a:t>
              </a:r>
              <a:endParaRPr kumimoji="0" lang="en-US" sz="2400" i="0" u="none" strike="noStrike" kern="1200" cap="none" spc="0" normalizeH="0" baseline="0" noProof="0" dirty="0">
                <a:ln>
                  <a:noFill/>
                </a:ln>
                <a:solidFill>
                  <a:srgbClr val="F2F2F2"/>
                </a:solidFill>
                <a:effectLst/>
                <a:uLnTx/>
                <a:uFillTx/>
                <a:latin typeface="Consolas" panose="020B0609020204030204" pitchFamily="49" charset="0"/>
                <a:ea typeface="+mn-ea"/>
                <a:cs typeface="+mn-cs"/>
              </a:endParaRPr>
            </a:p>
          </p:txBody>
        </p:sp>
        <p:sp>
          <p:nvSpPr>
            <p:cNvPr id="39" name="Hexagon 38">
              <a:extLst>
                <a:ext uri="{FF2B5EF4-FFF2-40B4-BE49-F238E27FC236}">
                  <a16:creationId xmlns:a16="http://schemas.microsoft.com/office/drawing/2014/main" id="{B4E599CC-9C0D-6721-4DEA-0861713EDD22}"/>
                </a:ext>
              </a:extLst>
            </p:cNvPr>
            <p:cNvSpPr/>
            <p:nvPr/>
          </p:nvSpPr>
          <p:spPr>
            <a:xfrm>
              <a:off x="2865462" y="2550028"/>
              <a:ext cx="553946" cy="591401"/>
            </a:xfrm>
            <a:prstGeom prst="hexagon">
              <a:avLst/>
            </a:prstGeom>
            <a:solidFill>
              <a:srgbClr val="469498"/>
            </a:solidFill>
            <a:ln>
              <a:solidFill>
                <a:srgbClr val="1226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i="1" dirty="0">
                  <a:solidFill>
                    <a:srgbClr val="103C3F"/>
                  </a:solidFill>
                  <a:latin typeface="Consolas" panose="020B0609020204030204" pitchFamily="49" charset="0"/>
                </a:rPr>
                <a:t>1</a:t>
              </a:r>
              <a:endParaRPr kumimoji="0" lang="en-US" sz="3200" b="1" i="1" u="none" strike="noStrike" kern="1200" cap="none" spc="0" normalizeH="0" baseline="0" noProof="0" dirty="0">
                <a:ln>
                  <a:noFill/>
                </a:ln>
                <a:solidFill>
                  <a:srgbClr val="103C3F"/>
                </a:solidFill>
                <a:effectLst/>
                <a:uLnTx/>
                <a:uFillTx/>
                <a:latin typeface="Consolas" panose="020B0609020204030204" pitchFamily="49" charset="0"/>
                <a:ea typeface="+mn-ea"/>
                <a:cs typeface="+mn-cs"/>
              </a:endParaRPr>
            </a:p>
          </p:txBody>
        </p:sp>
      </p:grpSp>
      <p:grpSp>
        <p:nvGrpSpPr>
          <p:cNvPr id="40" name="Group 39">
            <a:extLst>
              <a:ext uri="{FF2B5EF4-FFF2-40B4-BE49-F238E27FC236}">
                <a16:creationId xmlns:a16="http://schemas.microsoft.com/office/drawing/2014/main" id="{BC19619D-FF8C-AE43-C125-CA157F0C8249}"/>
              </a:ext>
            </a:extLst>
          </p:cNvPr>
          <p:cNvGrpSpPr/>
          <p:nvPr/>
        </p:nvGrpSpPr>
        <p:grpSpPr>
          <a:xfrm>
            <a:off x="4873237" y="2989165"/>
            <a:ext cx="7195043" cy="719697"/>
            <a:chOff x="2865462" y="2550028"/>
            <a:chExt cx="5198964" cy="591403"/>
          </a:xfrm>
        </p:grpSpPr>
        <p:sp>
          <p:nvSpPr>
            <p:cNvPr id="41" name="Content Placeholder 42">
              <a:extLst>
                <a:ext uri="{FF2B5EF4-FFF2-40B4-BE49-F238E27FC236}">
                  <a16:creationId xmlns:a16="http://schemas.microsoft.com/office/drawing/2014/main" id="{D1D3A640-C550-ECD4-E0B1-B3380437BBD2}"/>
                </a:ext>
              </a:extLst>
            </p:cNvPr>
            <p:cNvSpPr txBox="1">
              <a:spLocks/>
            </p:cNvSpPr>
            <p:nvPr/>
          </p:nvSpPr>
          <p:spPr>
            <a:xfrm>
              <a:off x="3275833" y="2550030"/>
              <a:ext cx="4788593" cy="591401"/>
            </a:xfrm>
            <a:prstGeom prst="snip1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defRPr/>
              </a:pPr>
              <a:r>
                <a:rPr kumimoji="0" lang="en-US" sz="2000" i="0" u="none" strike="noStrike" kern="1200" cap="none" spc="0" normalizeH="0" baseline="0" noProof="0" dirty="0">
                  <a:ln>
                    <a:noFill/>
                  </a:ln>
                  <a:solidFill>
                    <a:srgbClr val="F2F2F2"/>
                  </a:solidFill>
                  <a:effectLst/>
                  <a:uLnTx/>
                  <a:uFillTx/>
                  <a:latin typeface="Consolas" panose="020B0609020204030204" pitchFamily="49" charset="0"/>
                  <a:ea typeface="+mn-ea"/>
                  <a:cs typeface="+mn-cs"/>
                </a:rPr>
                <a:t>How to use event attributes to enhance features on your webpages</a:t>
              </a:r>
            </a:p>
          </p:txBody>
        </p:sp>
        <p:sp>
          <p:nvSpPr>
            <p:cNvPr id="42" name="Hexagon 41">
              <a:extLst>
                <a:ext uri="{FF2B5EF4-FFF2-40B4-BE49-F238E27FC236}">
                  <a16:creationId xmlns:a16="http://schemas.microsoft.com/office/drawing/2014/main" id="{DB44D60E-B468-7DC2-B03E-834BF296EEFA}"/>
                </a:ext>
              </a:extLst>
            </p:cNvPr>
            <p:cNvSpPr/>
            <p:nvPr/>
          </p:nvSpPr>
          <p:spPr>
            <a:xfrm>
              <a:off x="2865462" y="2550028"/>
              <a:ext cx="553946" cy="591401"/>
            </a:xfrm>
            <a:prstGeom prst="hexagon">
              <a:avLst/>
            </a:prstGeom>
            <a:solidFill>
              <a:srgbClr val="469498"/>
            </a:solidFill>
            <a:ln>
              <a:solidFill>
                <a:srgbClr val="1226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i="1" dirty="0">
                  <a:solidFill>
                    <a:srgbClr val="103C3F"/>
                  </a:solidFill>
                  <a:latin typeface="Consolas" panose="020B0609020204030204" pitchFamily="49" charset="0"/>
                </a:rPr>
                <a:t>2</a:t>
              </a:r>
              <a:endParaRPr kumimoji="0" lang="en-US" sz="3200" b="1" i="1" u="none" strike="noStrike" kern="1200" cap="none" spc="0" normalizeH="0" baseline="0" noProof="0" dirty="0">
                <a:ln>
                  <a:noFill/>
                </a:ln>
                <a:solidFill>
                  <a:srgbClr val="103C3F"/>
                </a:solidFill>
                <a:effectLst/>
                <a:uLnTx/>
                <a:uFillTx/>
                <a:latin typeface="Consolas" panose="020B0609020204030204" pitchFamily="49" charset="0"/>
                <a:ea typeface="+mn-ea"/>
                <a:cs typeface="+mn-cs"/>
              </a:endParaRPr>
            </a:p>
          </p:txBody>
        </p:sp>
      </p:grpSp>
      <p:grpSp>
        <p:nvGrpSpPr>
          <p:cNvPr id="43" name="Group 42">
            <a:extLst>
              <a:ext uri="{FF2B5EF4-FFF2-40B4-BE49-F238E27FC236}">
                <a16:creationId xmlns:a16="http://schemas.microsoft.com/office/drawing/2014/main" id="{88E0C281-7E60-BF3F-B3E0-07800D1A0231}"/>
              </a:ext>
            </a:extLst>
          </p:cNvPr>
          <p:cNvGrpSpPr/>
          <p:nvPr/>
        </p:nvGrpSpPr>
        <p:grpSpPr>
          <a:xfrm>
            <a:off x="4873237" y="3805045"/>
            <a:ext cx="7195043" cy="719696"/>
            <a:chOff x="2865462" y="2550028"/>
            <a:chExt cx="5198964" cy="591402"/>
          </a:xfrm>
        </p:grpSpPr>
        <p:sp>
          <p:nvSpPr>
            <p:cNvPr id="44" name="Content Placeholder 42">
              <a:extLst>
                <a:ext uri="{FF2B5EF4-FFF2-40B4-BE49-F238E27FC236}">
                  <a16:creationId xmlns:a16="http://schemas.microsoft.com/office/drawing/2014/main" id="{3D6B4498-D187-4269-0F08-72D3F42B3AA5}"/>
                </a:ext>
              </a:extLst>
            </p:cNvPr>
            <p:cNvSpPr txBox="1">
              <a:spLocks/>
            </p:cNvSpPr>
            <p:nvPr/>
          </p:nvSpPr>
          <p:spPr>
            <a:xfrm>
              <a:off x="3275833" y="2550029"/>
              <a:ext cx="4788593" cy="591401"/>
            </a:xfrm>
            <a:prstGeom prst="snip1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defRPr/>
              </a:pPr>
              <a:r>
                <a:rPr lang="en-US" sz="2000" dirty="0">
                  <a:solidFill>
                    <a:srgbClr val="F2F2F2"/>
                  </a:solidFill>
                  <a:latin typeface="Consolas" panose="020B0609020204030204" pitchFamily="49" charset="0"/>
                </a:rPr>
                <a:t>Listening for multiple events on one HTML element</a:t>
              </a:r>
              <a:endParaRPr kumimoji="0" lang="en-US" sz="2000" b="1" i="0" u="none" strike="noStrike" kern="1200" cap="none" spc="0" normalizeH="0" baseline="0" noProof="0" dirty="0">
                <a:ln>
                  <a:noFill/>
                </a:ln>
                <a:solidFill>
                  <a:srgbClr val="DAA600"/>
                </a:solidFill>
                <a:effectLst/>
                <a:uLnTx/>
                <a:uFillTx/>
                <a:latin typeface="Consolas" panose="020B0609020204030204" pitchFamily="49" charset="0"/>
                <a:ea typeface="+mn-ea"/>
                <a:cs typeface="+mn-cs"/>
              </a:endParaRPr>
            </a:p>
          </p:txBody>
        </p:sp>
        <p:sp>
          <p:nvSpPr>
            <p:cNvPr id="45" name="Hexagon 44">
              <a:extLst>
                <a:ext uri="{FF2B5EF4-FFF2-40B4-BE49-F238E27FC236}">
                  <a16:creationId xmlns:a16="http://schemas.microsoft.com/office/drawing/2014/main" id="{7C3E6C01-3422-704F-9867-A9F03CDC2056}"/>
                </a:ext>
              </a:extLst>
            </p:cNvPr>
            <p:cNvSpPr/>
            <p:nvPr/>
          </p:nvSpPr>
          <p:spPr>
            <a:xfrm>
              <a:off x="2865462" y="2550028"/>
              <a:ext cx="553946" cy="591401"/>
            </a:xfrm>
            <a:prstGeom prst="hexagon">
              <a:avLst/>
            </a:prstGeom>
            <a:solidFill>
              <a:srgbClr val="469498"/>
            </a:solidFill>
            <a:ln>
              <a:solidFill>
                <a:srgbClr val="1226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i="1" dirty="0">
                  <a:solidFill>
                    <a:srgbClr val="103C3F"/>
                  </a:solidFill>
                  <a:latin typeface="Consolas" panose="020B0609020204030204" pitchFamily="49" charset="0"/>
                </a:rPr>
                <a:t>3</a:t>
              </a:r>
              <a:endParaRPr kumimoji="0" lang="en-US" sz="3200" b="1" i="1" u="none" strike="noStrike" kern="1200" cap="none" spc="0" normalizeH="0" baseline="0" noProof="0" dirty="0">
                <a:ln>
                  <a:noFill/>
                </a:ln>
                <a:solidFill>
                  <a:srgbClr val="103C3F"/>
                </a:solidFill>
                <a:effectLst/>
                <a:uLnTx/>
                <a:uFillTx/>
                <a:latin typeface="Consolas" panose="020B0609020204030204" pitchFamily="49" charset="0"/>
                <a:ea typeface="+mn-ea"/>
                <a:cs typeface="+mn-cs"/>
              </a:endParaRPr>
            </a:p>
          </p:txBody>
        </p:sp>
      </p:grpSp>
      <p:grpSp>
        <p:nvGrpSpPr>
          <p:cNvPr id="46" name="Group 45">
            <a:extLst>
              <a:ext uri="{FF2B5EF4-FFF2-40B4-BE49-F238E27FC236}">
                <a16:creationId xmlns:a16="http://schemas.microsoft.com/office/drawing/2014/main" id="{CB10D50D-6244-B153-17D3-8AD2B3AC8B2B}"/>
              </a:ext>
            </a:extLst>
          </p:cNvPr>
          <p:cNvGrpSpPr/>
          <p:nvPr/>
        </p:nvGrpSpPr>
        <p:grpSpPr>
          <a:xfrm>
            <a:off x="4873237" y="4620923"/>
            <a:ext cx="7195043" cy="719696"/>
            <a:chOff x="2865462" y="2550028"/>
            <a:chExt cx="5198964" cy="591402"/>
          </a:xfrm>
        </p:grpSpPr>
        <p:sp>
          <p:nvSpPr>
            <p:cNvPr id="47" name="Content Placeholder 42">
              <a:extLst>
                <a:ext uri="{FF2B5EF4-FFF2-40B4-BE49-F238E27FC236}">
                  <a16:creationId xmlns:a16="http://schemas.microsoft.com/office/drawing/2014/main" id="{8A5EEA38-173E-F855-F469-EF8AA0CC3B6F}"/>
                </a:ext>
              </a:extLst>
            </p:cNvPr>
            <p:cNvSpPr txBox="1">
              <a:spLocks/>
            </p:cNvSpPr>
            <p:nvPr/>
          </p:nvSpPr>
          <p:spPr>
            <a:xfrm>
              <a:off x="3275833" y="2550029"/>
              <a:ext cx="4788593" cy="591401"/>
            </a:xfrm>
            <a:prstGeom prst="snip1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defRPr/>
              </a:pPr>
              <a:r>
                <a:rPr lang="en-US" sz="2000" dirty="0">
                  <a:solidFill>
                    <a:schemeClr val="bg1"/>
                  </a:solidFill>
                  <a:latin typeface="Consolas" panose="020B0609020204030204" pitchFamily="49" charset="0"/>
                </a:rPr>
                <a:t>More about event bubbling and propagation</a:t>
              </a:r>
              <a:endParaRPr kumimoji="0" lang="en-US" sz="2000" i="0" u="none" strike="noStrike" kern="1200" cap="none" spc="0" normalizeH="0" baseline="0" noProof="0" dirty="0">
                <a:ln>
                  <a:noFill/>
                </a:ln>
                <a:solidFill>
                  <a:schemeClr val="bg1"/>
                </a:solidFill>
                <a:effectLst/>
                <a:uLnTx/>
                <a:uFillTx/>
                <a:latin typeface="Consolas" panose="020B0609020204030204" pitchFamily="49" charset="0"/>
                <a:ea typeface="+mn-ea"/>
                <a:cs typeface="+mn-cs"/>
              </a:endParaRPr>
            </a:p>
          </p:txBody>
        </p:sp>
        <p:sp>
          <p:nvSpPr>
            <p:cNvPr id="48" name="Hexagon 47">
              <a:extLst>
                <a:ext uri="{FF2B5EF4-FFF2-40B4-BE49-F238E27FC236}">
                  <a16:creationId xmlns:a16="http://schemas.microsoft.com/office/drawing/2014/main" id="{256B29D5-A1D0-D405-2365-2C434DD29281}"/>
                </a:ext>
              </a:extLst>
            </p:cNvPr>
            <p:cNvSpPr/>
            <p:nvPr/>
          </p:nvSpPr>
          <p:spPr>
            <a:xfrm>
              <a:off x="2865462" y="2550028"/>
              <a:ext cx="553946" cy="591401"/>
            </a:xfrm>
            <a:prstGeom prst="hexagon">
              <a:avLst/>
            </a:prstGeom>
            <a:solidFill>
              <a:srgbClr val="469498"/>
            </a:solidFill>
            <a:ln>
              <a:solidFill>
                <a:srgbClr val="1226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srgbClr val="103C3F"/>
                  </a:solidFill>
                  <a:effectLst/>
                  <a:uLnTx/>
                  <a:uFillTx/>
                  <a:latin typeface="Consolas" panose="020B0609020204030204" pitchFamily="49" charset="0"/>
                  <a:ea typeface="+mn-ea"/>
                  <a:cs typeface="+mn-cs"/>
                </a:rPr>
                <a:t>4</a:t>
              </a:r>
            </a:p>
          </p:txBody>
        </p:sp>
      </p:grpSp>
      <p:grpSp>
        <p:nvGrpSpPr>
          <p:cNvPr id="49" name="Group 48">
            <a:extLst>
              <a:ext uri="{FF2B5EF4-FFF2-40B4-BE49-F238E27FC236}">
                <a16:creationId xmlns:a16="http://schemas.microsoft.com/office/drawing/2014/main" id="{516FDDF7-C7C2-4EF8-D396-2AE38894F17D}"/>
              </a:ext>
            </a:extLst>
          </p:cNvPr>
          <p:cNvGrpSpPr/>
          <p:nvPr/>
        </p:nvGrpSpPr>
        <p:grpSpPr>
          <a:xfrm>
            <a:off x="4873237" y="5436800"/>
            <a:ext cx="7195043" cy="719696"/>
            <a:chOff x="2865462" y="2550028"/>
            <a:chExt cx="5198964" cy="591402"/>
          </a:xfrm>
        </p:grpSpPr>
        <p:sp>
          <p:nvSpPr>
            <p:cNvPr id="50" name="Content Placeholder 42">
              <a:extLst>
                <a:ext uri="{FF2B5EF4-FFF2-40B4-BE49-F238E27FC236}">
                  <a16:creationId xmlns:a16="http://schemas.microsoft.com/office/drawing/2014/main" id="{D1EB958C-442D-F712-4BA8-EEE8FC709219}"/>
                </a:ext>
              </a:extLst>
            </p:cNvPr>
            <p:cNvSpPr txBox="1">
              <a:spLocks/>
            </p:cNvSpPr>
            <p:nvPr/>
          </p:nvSpPr>
          <p:spPr>
            <a:xfrm>
              <a:off x="3275833" y="2550029"/>
              <a:ext cx="4788593" cy="591401"/>
            </a:xfrm>
            <a:prstGeom prst="snip1Rect">
              <a:avLst/>
            </a:prstGeom>
            <a:solidFill>
              <a:srgbClr val="32696C"/>
            </a:solidFill>
            <a:effectLst>
              <a:outerShdw blurRad="50800" dist="38100" dir="8100000" algn="tr" rotWithShape="0">
                <a:prstClr val="black">
                  <a:alpha val="40000"/>
                </a:prstClr>
              </a:outerShdw>
            </a:effectLst>
          </p:spPr>
          <p:txBody>
            <a:bodyPr vert="horz" wrap="square" lIns="91440" tIns="45720" rIns="91440" bIns="4572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defRPr/>
              </a:pPr>
              <a:r>
                <a:rPr kumimoji="0" lang="en-US" sz="2000" i="0" u="none" strike="noStrike" kern="1200" cap="none" spc="0" normalizeH="0" baseline="0" noProof="0" dirty="0">
                  <a:ln>
                    <a:noFill/>
                  </a:ln>
                  <a:solidFill>
                    <a:schemeClr val="bg1"/>
                  </a:solidFill>
                  <a:effectLst/>
                  <a:uLnTx/>
                  <a:uFillTx/>
                  <a:latin typeface="Consolas" panose="020B0609020204030204" pitchFamily="49" charset="0"/>
                  <a:ea typeface="+mn-ea"/>
                  <a:cs typeface="+mn-cs"/>
                </a:rPr>
                <a:t>Download the learning files, and check out the interactive event playground</a:t>
              </a:r>
            </a:p>
          </p:txBody>
        </p:sp>
        <p:sp>
          <p:nvSpPr>
            <p:cNvPr id="51" name="Hexagon 50">
              <a:extLst>
                <a:ext uri="{FF2B5EF4-FFF2-40B4-BE49-F238E27FC236}">
                  <a16:creationId xmlns:a16="http://schemas.microsoft.com/office/drawing/2014/main" id="{35E98B48-B9AF-6A9F-758D-3AB3BE73EAEF}"/>
                </a:ext>
              </a:extLst>
            </p:cNvPr>
            <p:cNvSpPr/>
            <p:nvPr/>
          </p:nvSpPr>
          <p:spPr>
            <a:xfrm>
              <a:off x="2865462" y="2550028"/>
              <a:ext cx="553946" cy="591401"/>
            </a:xfrm>
            <a:prstGeom prst="hexagon">
              <a:avLst/>
            </a:prstGeom>
            <a:solidFill>
              <a:srgbClr val="469498"/>
            </a:solidFill>
            <a:ln>
              <a:solidFill>
                <a:srgbClr val="1226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i="1" dirty="0">
                  <a:solidFill>
                    <a:srgbClr val="103C3F"/>
                  </a:solidFill>
                  <a:latin typeface="Consolas" panose="020B0609020204030204" pitchFamily="49" charset="0"/>
                </a:rPr>
                <a:t>0</a:t>
              </a:r>
              <a:endParaRPr kumimoji="0" lang="en-US" sz="3200" b="1" i="1" u="none" strike="noStrike" kern="1200" cap="none" spc="0" normalizeH="0" baseline="0" noProof="0" dirty="0">
                <a:ln>
                  <a:noFill/>
                </a:ln>
                <a:solidFill>
                  <a:srgbClr val="103C3F"/>
                </a:solidFill>
                <a:effectLst/>
                <a:uLnTx/>
                <a:uFillTx/>
                <a:latin typeface="Consolas" panose="020B0609020204030204" pitchFamily="49" charset="0"/>
                <a:ea typeface="+mn-ea"/>
                <a:cs typeface="+mn-cs"/>
              </a:endParaRPr>
            </a:p>
          </p:txBody>
        </p:sp>
      </p:grpSp>
    </p:spTree>
    <p:extLst>
      <p:ext uri="{BB962C8B-B14F-4D97-AF65-F5344CB8AC3E}">
        <p14:creationId xmlns:p14="http://schemas.microsoft.com/office/powerpoint/2010/main" val="36697999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F2F3056-7892-74F8-644F-C92500274632}"/>
              </a:ext>
            </a:extLst>
          </p:cNvPr>
          <p:cNvSpPr>
            <a:spLocks noGrp="1"/>
          </p:cNvSpPr>
          <p:nvPr>
            <p:ph type="title"/>
          </p:nvPr>
        </p:nvSpPr>
        <p:spPr/>
        <p:txBody>
          <a:bodyPr/>
          <a:lstStyle/>
          <a:p>
            <a:pPr algn="ctr"/>
            <a:r>
              <a:rPr lang="en-US" b="1" dirty="0"/>
              <a:t>Welcome Back! Last Time…</a:t>
            </a:r>
          </a:p>
        </p:txBody>
      </p:sp>
      <p:sp>
        <p:nvSpPr>
          <p:cNvPr id="20" name="Rectangle 19">
            <a:extLst>
              <a:ext uri="{FF2B5EF4-FFF2-40B4-BE49-F238E27FC236}">
                <a16:creationId xmlns:a16="http://schemas.microsoft.com/office/drawing/2014/main" id="{F8C4D0E4-0A4F-B2A3-B004-AE11105E16FD}"/>
              </a:ext>
            </a:extLst>
          </p:cNvPr>
          <p:cNvSpPr/>
          <p:nvPr/>
        </p:nvSpPr>
        <p:spPr>
          <a:xfrm rot="3393517" flipH="1">
            <a:off x="9335204" y="3655883"/>
            <a:ext cx="1674607" cy="532019"/>
          </a:xfrm>
          <a:prstGeom prst="rect">
            <a:avLst/>
          </a:prstGeom>
          <a:solidFill>
            <a:srgbClr val="B04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7CF953E3-9AA4-4802-57A9-755D95021FDE}"/>
              </a:ext>
            </a:extLst>
          </p:cNvPr>
          <p:cNvSpPr/>
          <p:nvPr/>
        </p:nvSpPr>
        <p:spPr>
          <a:xfrm rot="18206483">
            <a:off x="7449031" y="3636544"/>
            <a:ext cx="1674607" cy="532019"/>
          </a:xfrm>
          <a:prstGeom prst="rect">
            <a:avLst/>
          </a:prstGeom>
          <a:solidFill>
            <a:srgbClr val="B04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38889E48-DA6F-F4A2-202F-9B50A276C81C}"/>
              </a:ext>
            </a:extLst>
          </p:cNvPr>
          <p:cNvSpPr/>
          <p:nvPr/>
        </p:nvSpPr>
        <p:spPr>
          <a:xfrm>
            <a:off x="8372680" y="4988648"/>
            <a:ext cx="1674607" cy="532019"/>
          </a:xfrm>
          <a:prstGeom prst="rect">
            <a:avLst/>
          </a:prstGeom>
          <a:solidFill>
            <a:srgbClr val="B04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4AFC71C7-731E-2488-3DD0-DD30C4B2AD05}"/>
              </a:ext>
            </a:extLst>
          </p:cNvPr>
          <p:cNvSpPr/>
          <p:nvPr/>
        </p:nvSpPr>
        <p:spPr>
          <a:xfrm>
            <a:off x="6538505" y="4175195"/>
            <a:ext cx="2158701" cy="2158927"/>
          </a:xfrm>
          <a:prstGeom prst="ellipse">
            <a:avLst/>
          </a:prstGeom>
          <a:solidFill>
            <a:srgbClr val="FF6600"/>
          </a:solidFill>
          <a:ln>
            <a:solidFill>
              <a:srgbClr val="FF6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a:extLst>
              <a:ext uri="{FF2B5EF4-FFF2-40B4-BE49-F238E27FC236}">
                <a16:creationId xmlns:a16="http://schemas.microsoft.com/office/drawing/2014/main" id="{586111B5-7065-0C15-268F-8016C251B008}"/>
              </a:ext>
            </a:extLst>
          </p:cNvPr>
          <p:cNvSpPr/>
          <p:nvPr/>
        </p:nvSpPr>
        <p:spPr>
          <a:xfrm>
            <a:off x="8130636" y="1628880"/>
            <a:ext cx="2158701" cy="2158927"/>
          </a:xfrm>
          <a:prstGeom prst="ellipse">
            <a:avLst/>
          </a:prstGeom>
          <a:solidFill>
            <a:srgbClr val="FF6600"/>
          </a:solidFill>
          <a:ln>
            <a:solidFill>
              <a:srgbClr val="FF6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24">
            <a:extLst>
              <a:ext uri="{FF2B5EF4-FFF2-40B4-BE49-F238E27FC236}">
                <a16:creationId xmlns:a16="http://schemas.microsoft.com/office/drawing/2014/main" id="{DDF89FB8-1681-E484-F9E3-4C73B7501235}"/>
              </a:ext>
            </a:extLst>
          </p:cNvPr>
          <p:cNvPicPr>
            <a:picLocks noChangeAspect="1"/>
          </p:cNvPicPr>
          <p:nvPr/>
        </p:nvPicPr>
        <p:blipFill>
          <a:blip r:embed="rId3">
            <a:extLst>
              <a:ext uri="{BEBA8EAE-BF5A-486C-A8C5-ECC9F3942E4B}">
                <a14:imgProps xmlns:a14="http://schemas.microsoft.com/office/drawing/2010/main">
                  <a14:imgLayer r:embed="rId4">
                    <a14:imgEffect>
                      <a14:saturation sat="0"/>
                    </a14:imgEffect>
                  </a14:imgLayer>
                </a14:imgProps>
              </a:ext>
            </a:extLst>
          </a:blip>
          <a:stretch>
            <a:fillRect/>
          </a:stretch>
        </p:blipFill>
        <p:spPr>
          <a:xfrm>
            <a:off x="8403161" y="1901519"/>
            <a:ext cx="1613647" cy="1613647"/>
          </a:xfrm>
          <a:prstGeom prst="rect">
            <a:avLst/>
          </a:prstGeom>
        </p:spPr>
      </p:pic>
      <p:pic>
        <p:nvPicPr>
          <p:cNvPr id="26" name="Picture 25">
            <a:extLst>
              <a:ext uri="{FF2B5EF4-FFF2-40B4-BE49-F238E27FC236}">
                <a16:creationId xmlns:a16="http://schemas.microsoft.com/office/drawing/2014/main" id="{5CECEA50-DAB1-BB7B-4BF7-5396EB9A1010}"/>
              </a:ext>
            </a:extLst>
          </p:cNvPr>
          <p:cNvPicPr>
            <a:picLocks noChangeAspect="1"/>
          </p:cNvPicPr>
          <p:nvPr/>
        </p:nvPicPr>
        <p:blipFill>
          <a:blip r:embed="rId5">
            <a:extLst>
              <a:ext uri="{BEBA8EAE-BF5A-486C-A8C5-ECC9F3942E4B}">
                <a14:imgProps xmlns:a14="http://schemas.microsoft.com/office/drawing/2010/main">
                  <a14:imgLayer r:embed="rId6">
                    <a14:imgEffect>
                      <a14:saturation sat="0"/>
                    </a14:imgEffect>
                  </a14:imgLayer>
                </a14:imgProps>
              </a:ext>
            </a:extLst>
          </a:blip>
          <a:stretch>
            <a:fillRect/>
          </a:stretch>
        </p:blipFill>
        <p:spPr>
          <a:xfrm>
            <a:off x="6811031" y="4319826"/>
            <a:ext cx="1613647" cy="1613648"/>
          </a:xfrm>
          <a:prstGeom prst="rect">
            <a:avLst/>
          </a:prstGeom>
        </p:spPr>
      </p:pic>
      <p:sp>
        <p:nvSpPr>
          <p:cNvPr id="27" name="Oval 26">
            <a:extLst>
              <a:ext uri="{FF2B5EF4-FFF2-40B4-BE49-F238E27FC236}">
                <a16:creationId xmlns:a16="http://schemas.microsoft.com/office/drawing/2014/main" id="{FB73FEAE-3D2E-5FA1-E4FC-7483C6F8D376}"/>
              </a:ext>
            </a:extLst>
          </p:cNvPr>
          <p:cNvSpPr/>
          <p:nvPr/>
        </p:nvSpPr>
        <p:spPr>
          <a:xfrm>
            <a:off x="9765800" y="4175195"/>
            <a:ext cx="2158701" cy="2158927"/>
          </a:xfrm>
          <a:prstGeom prst="ellipse">
            <a:avLst/>
          </a:prstGeom>
          <a:solidFill>
            <a:srgbClr val="FF6600"/>
          </a:solidFill>
          <a:ln>
            <a:solidFill>
              <a:srgbClr val="FF6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8" name="Picture 27">
            <a:extLst>
              <a:ext uri="{FF2B5EF4-FFF2-40B4-BE49-F238E27FC236}">
                <a16:creationId xmlns:a16="http://schemas.microsoft.com/office/drawing/2014/main" id="{A4CD8AA2-1F78-0067-4103-683E51EF10CA}"/>
              </a:ext>
            </a:extLst>
          </p:cNvPr>
          <p:cNvPicPr>
            <a:picLocks noChangeAspect="1"/>
          </p:cNvPicPr>
          <p:nvPr/>
        </p:nvPicPr>
        <p:blipFill>
          <a:blip r:embed="rId7">
            <a:extLst>
              <a:ext uri="{BEBA8EAE-BF5A-486C-A8C5-ECC9F3942E4B}">
                <a14:imgProps xmlns:a14="http://schemas.microsoft.com/office/drawing/2010/main">
                  <a14:imgLayer r:embed="rId8">
                    <a14:imgEffect>
                      <a14:saturation sat="0"/>
                    </a14:imgEffect>
                  </a14:imgLayer>
                </a14:imgProps>
              </a:ext>
            </a:extLst>
          </a:blip>
          <a:stretch>
            <a:fillRect/>
          </a:stretch>
        </p:blipFill>
        <p:spPr>
          <a:xfrm>
            <a:off x="10258855" y="4632477"/>
            <a:ext cx="1279481" cy="1279481"/>
          </a:xfrm>
          <a:prstGeom prst="rect">
            <a:avLst/>
          </a:prstGeom>
        </p:spPr>
      </p:pic>
      <p:sp>
        <p:nvSpPr>
          <p:cNvPr id="29" name="TextBox 28">
            <a:extLst>
              <a:ext uri="{FF2B5EF4-FFF2-40B4-BE49-F238E27FC236}">
                <a16:creationId xmlns:a16="http://schemas.microsoft.com/office/drawing/2014/main" id="{83F60193-02FC-FCF3-BDDF-F2D2BDFE94E2}"/>
              </a:ext>
            </a:extLst>
          </p:cNvPr>
          <p:cNvSpPr txBox="1"/>
          <p:nvPr/>
        </p:nvSpPr>
        <p:spPr>
          <a:xfrm>
            <a:off x="8784202" y="3619907"/>
            <a:ext cx="843254" cy="707886"/>
          </a:xfrm>
          <a:prstGeom prst="rect">
            <a:avLst/>
          </a:prstGeom>
          <a:solidFill>
            <a:srgbClr val="3BACF1"/>
          </a:solidFill>
        </p:spPr>
        <p:txBody>
          <a:bodyPr wrap="square" rtlCol="0">
            <a:spAutoFit/>
          </a:bodyPr>
          <a:lstStyle/>
          <a:p>
            <a:pPr algn="ctr"/>
            <a:r>
              <a:rPr lang="en-US" sz="4000" b="1" dirty="0">
                <a:solidFill>
                  <a:schemeClr val="bg1"/>
                </a:solidFill>
              </a:rPr>
              <a:t>#1</a:t>
            </a:r>
            <a:endParaRPr lang="en-US" sz="2400" b="1" dirty="0">
              <a:solidFill>
                <a:schemeClr val="bg1"/>
              </a:solidFill>
            </a:endParaRPr>
          </a:p>
        </p:txBody>
      </p:sp>
      <p:sp>
        <p:nvSpPr>
          <p:cNvPr id="30" name="TextBox 29">
            <a:extLst>
              <a:ext uri="{FF2B5EF4-FFF2-40B4-BE49-F238E27FC236}">
                <a16:creationId xmlns:a16="http://schemas.microsoft.com/office/drawing/2014/main" id="{E3F99A58-26AE-95B9-94E2-8DF417B56B68}"/>
              </a:ext>
            </a:extLst>
          </p:cNvPr>
          <p:cNvSpPr txBox="1"/>
          <p:nvPr/>
        </p:nvSpPr>
        <p:spPr>
          <a:xfrm>
            <a:off x="7181311" y="5922716"/>
            <a:ext cx="843254" cy="707886"/>
          </a:xfrm>
          <a:prstGeom prst="rect">
            <a:avLst/>
          </a:prstGeom>
          <a:solidFill>
            <a:srgbClr val="00B050"/>
          </a:solidFill>
        </p:spPr>
        <p:txBody>
          <a:bodyPr wrap="square" rtlCol="0">
            <a:spAutoFit/>
          </a:bodyPr>
          <a:lstStyle/>
          <a:p>
            <a:pPr algn="ctr"/>
            <a:r>
              <a:rPr lang="en-US" sz="4000" b="1" dirty="0">
                <a:solidFill>
                  <a:schemeClr val="bg1"/>
                </a:solidFill>
              </a:rPr>
              <a:t>#2</a:t>
            </a:r>
            <a:endParaRPr lang="en-US" sz="2400" b="1" dirty="0">
              <a:solidFill>
                <a:schemeClr val="bg1"/>
              </a:solidFill>
            </a:endParaRPr>
          </a:p>
        </p:txBody>
      </p:sp>
      <p:sp>
        <p:nvSpPr>
          <p:cNvPr id="31" name="TextBox 30">
            <a:extLst>
              <a:ext uri="{FF2B5EF4-FFF2-40B4-BE49-F238E27FC236}">
                <a16:creationId xmlns:a16="http://schemas.microsoft.com/office/drawing/2014/main" id="{72E9FC2F-B429-A1C7-8691-FF3405B35558}"/>
              </a:ext>
            </a:extLst>
          </p:cNvPr>
          <p:cNvSpPr txBox="1"/>
          <p:nvPr/>
        </p:nvSpPr>
        <p:spPr>
          <a:xfrm>
            <a:off x="10480733" y="5922716"/>
            <a:ext cx="843254" cy="707886"/>
          </a:xfrm>
          <a:prstGeom prst="rect">
            <a:avLst/>
          </a:prstGeom>
          <a:solidFill>
            <a:srgbClr val="C00000"/>
          </a:solidFill>
        </p:spPr>
        <p:txBody>
          <a:bodyPr wrap="square" rtlCol="0">
            <a:spAutoFit/>
          </a:bodyPr>
          <a:lstStyle/>
          <a:p>
            <a:pPr algn="ctr"/>
            <a:r>
              <a:rPr lang="en-US" sz="4000" b="1" dirty="0">
                <a:solidFill>
                  <a:schemeClr val="bg1"/>
                </a:solidFill>
              </a:rPr>
              <a:t>#3</a:t>
            </a:r>
            <a:endParaRPr lang="en-US" sz="2400" b="1" dirty="0">
              <a:solidFill>
                <a:schemeClr val="bg1"/>
              </a:solidFill>
            </a:endParaRPr>
          </a:p>
        </p:txBody>
      </p:sp>
      <p:sp>
        <p:nvSpPr>
          <p:cNvPr id="32" name="Rectangle: Single Corner Snipped 31">
            <a:extLst>
              <a:ext uri="{FF2B5EF4-FFF2-40B4-BE49-F238E27FC236}">
                <a16:creationId xmlns:a16="http://schemas.microsoft.com/office/drawing/2014/main" id="{DBCAA8E4-4387-553A-EAAE-86F9DE69862C}"/>
              </a:ext>
            </a:extLst>
          </p:cNvPr>
          <p:cNvSpPr/>
          <p:nvPr/>
        </p:nvSpPr>
        <p:spPr>
          <a:xfrm>
            <a:off x="1347358" y="2041219"/>
            <a:ext cx="4890679" cy="809083"/>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Mouse Events</a:t>
            </a:r>
          </a:p>
          <a:p>
            <a:pPr indent="-152407" defTabSz="609585">
              <a:buClr>
                <a:schemeClr val="bg1">
                  <a:lumMod val="95000"/>
                </a:schemeClr>
              </a:buClr>
              <a:tabLst>
                <a:tab pos="609585" algn="l"/>
              </a:tabLst>
            </a:pPr>
            <a:r>
              <a:rPr lang="en-US" sz="1600" i="1" dirty="0">
                <a:solidFill>
                  <a:schemeClr val="bg1">
                    <a:lumMod val="95000"/>
                  </a:schemeClr>
                </a:solidFill>
                <a:latin typeface="Consolas" panose="020B0609020204030204" pitchFamily="49" charset="0"/>
                <a:cs typeface="Arial"/>
                <a:sym typeface="Arial"/>
              </a:rPr>
              <a:t>Moving, Clicking, Scrolling</a:t>
            </a:r>
            <a:endParaRPr lang="en-US" sz="1600" dirty="0">
              <a:solidFill>
                <a:schemeClr val="bg1">
                  <a:lumMod val="95000"/>
                </a:schemeClr>
              </a:solidFill>
              <a:latin typeface="Consolas" panose="020B0609020204030204" pitchFamily="49" charset="0"/>
              <a:cs typeface="Arial"/>
              <a:sym typeface="Arial"/>
            </a:endParaRPr>
          </a:p>
        </p:txBody>
      </p:sp>
      <p:sp>
        <p:nvSpPr>
          <p:cNvPr id="33" name="Rectangle: Single Corner Snipped 32">
            <a:extLst>
              <a:ext uri="{FF2B5EF4-FFF2-40B4-BE49-F238E27FC236}">
                <a16:creationId xmlns:a16="http://schemas.microsoft.com/office/drawing/2014/main" id="{A8A09A8A-2A30-423C-77D7-92DDE1F85120}"/>
              </a:ext>
            </a:extLst>
          </p:cNvPr>
          <p:cNvSpPr/>
          <p:nvPr/>
        </p:nvSpPr>
        <p:spPr>
          <a:xfrm>
            <a:off x="1347358" y="3132169"/>
            <a:ext cx="4890679" cy="809084"/>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Keyboard Events</a:t>
            </a:r>
          </a:p>
          <a:p>
            <a:pPr indent="-152407" defTabSz="609585">
              <a:buClr>
                <a:schemeClr val="bg1">
                  <a:lumMod val="95000"/>
                </a:schemeClr>
              </a:buClr>
              <a:tabLst>
                <a:tab pos="609585" algn="l"/>
              </a:tabLst>
            </a:pPr>
            <a:r>
              <a:rPr lang="en-US" sz="1600" i="1" dirty="0">
                <a:solidFill>
                  <a:schemeClr val="bg1">
                    <a:lumMod val="95000"/>
                  </a:schemeClr>
                </a:solidFill>
                <a:latin typeface="Consolas" panose="020B0609020204030204" pitchFamily="49" charset="0"/>
                <a:cs typeface="Arial"/>
                <a:sym typeface="Arial"/>
              </a:rPr>
              <a:t>Pressing/Releasing Keys, Typing</a:t>
            </a:r>
          </a:p>
        </p:txBody>
      </p:sp>
      <p:sp>
        <p:nvSpPr>
          <p:cNvPr id="34" name="Rectangle: Single Corner Snipped 33">
            <a:extLst>
              <a:ext uri="{FF2B5EF4-FFF2-40B4-BE49-F238E27FC236}">
                <a16:creationId xmlns:a16="http://schemas.microsoft.com/office/drawing/2014/main" id="{8A9D81DC-C8A7-7A6F-39AC-7878CD64D114}"/>
              </a:ext>
            </a:extLst>
          </p:cNvPr>
          <p:cNvSpPr/>
          <p:nvPr/>
        </p:nvSpPr>
        <p:spPr>
          <a:xfrm>
            <a:off x="1347358" y="4222876"/>
            <a:ext cx="4890679" cy="804554"/>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Form Events</a:t>
            </a:r>
          </a:p>
          <a:p>
            <a:pPr indent="-152407" defTabSz="609585">
              <a:buClr>
                <a:schemeClr val="bg1">
                  <a:lumMod val="95000"/>
                </a:schemeClr>
              </a:buClr>
              <a:tabLst>
                <a:tab pos="609585" algn="l"/>
              </a:tabLst>
            </a:pPr>
            <a:r>
              <a:rPr lang="en-US" sz="1400" i="1" dirty="0">
                <a:solidFill>
                  <a:schemeClr val="bg1">
                    <a:lumMod val="95000"/>
                  </a:schemeClr>
                </a:solidFill>
                <a:latin typeface="Consolas" panose="020B0609020204030204" pitchFamily="49" charset="0"/>
                <a:cs typeface="Arial"/>
                <a:sym typeface="Arial"/>
              </a:rPr>
              <a:t>Submitting, changing, focusing, validating</a:t>
            </a:r>
          </a:p>
        </p:txBody>
      </p:sp>
      <p:sp>
        <p:nvSpPr>
          <p:cNvPr id="35" name="Hexagon 34">
            <a:extLst>
              <a:ext uri="{FF2B5EF4-FFF2-40B4-BE49-F238E27FC236}">
                <a16:creationId xmlns:a16="http://schemas.microsoft.com/office/drawing/2014/main" id="{F31824DF-59D2-B9C6-DB2E-4EB870D7629F}"/>
              </a:ext>
            </a:extLst>
          </p:cNvPr>
          <p:cNvSpPr/>
          <p:nvPr/>
        </p:nvSpPr>
        <p:spPr>
          <a:xfrm>
            <a:off x="649213" y="4222876"/>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ectangle: Single Corner Snipped 35">
            <a:extLst>
              <a:ext uri="{FF2B5EF4-FFF2-40B4-BE49-F238E27FC236}">
                <a16:creationId xmlns:a16="http://schemas.microsoft.com/office/drawing/2014/main" id="{597290B6-9BFE-EE9A-0CED-E95AAC503D86}"/>
              </a:ext>
            </a:extLst>
          </p:cNvPr>
          <p:cNvSpPr/>
          <p:nvPr/>
        </p:nvSpPr>
        <p:spPr>
          <a:xfrm>
            <a:off x="1347358" y="5309052"/>
            <a:ext cx="4890679" cy="804553"/>
          </a:xfrm>
          <a:prstGeom prst="snip1Rect">
            <a:avLst/>
          </a:prstGeom>
          <a:solidFill>
            <a:srgbClr val="3E666A"/>
          </a:solidFill>
          <a:ln w="19050">
            <a:solidFill>
              <a:srgbClr val="3E666A"/>
            </a:solidFill>
          </a:ln>
          <a:effectLst>
            <a:outerShdw blurRad="50800" dist="38100" dir="2700000" algn="tl" rotWithShape="0">
              <a:prstClr val="black">
                <a:alpha val="40000"/>
              </a:prstClr>
            </a:outerShdw>
          </a:effectLst>
        </p:spPr>
        <p:txBody>
          <a:bodyPr vert="horz" lIns="365760" tIns="45720" rIns="91440" bIns="45720" rtlCol="0">
            <a:normAutofit lnSpcReduction="10000"/>
          </a:bodyPr>
          <a:lstStyle/>
          <a:p>
            <a:pPr indent="-152407" defTabSz="609585">
              <a:buClr>
                <a:schemeClr val="bg1">
                  <a:lumMod val="95000"/>
                </a:schemeClr>
              </a:buClr>
              <a:tabLst>
                <a:tab pos="609585" algn="l"/>
              </a:tabLst>
            </a:pPr>
            <a:r>
              <a:rPr lang="en-US" b="1" dirty="0">
                <a:solidFill>
                  <a:schemeClr val="bg1">
                    <a:lumMod val="95000"/>
                  </a:schemeClr>
                </a:solidFill>
                <a:latin typeface="Consolas" panose="020B0609020204030204" pitchFamily="49" charset="0"/>
                <a:cs typeface="Arial"/>
                <a:sym typeface="Arial"/>
              </a:rPr>
              <a:t>Today, we’ll get our hands dirty</a:t>
            </a:r>
          </a:p>
          <a:p>
            <a:pPr indent="-152407" defTabSz="609585">
              <a:buClr>
                <a:schemeClr val="bg1">
                  <a:lumMod val="95000"/>
                </a:schemeClr>
              </a:buClr>
              <a:tabLst>
                <a:tab pos="609585" algn="l"/>
              </a:tabLst>
            </a:pPr>
            <a:r>
              <a:rPr lang="en-US" sz="1400" b="1" i="1" dirty="0">
                <a:solidFill>
                  <a:schemeClr val="bg1">
                    <a:lumMod val="95000"/>
                  </a:schemeClr>
                </a:solidFill>
                <a:latin typeface="Consolas" panose="020B0609020204030204" pitchFamily="49" charset="0"/>
                <a:cs typeface="Arial"/>
                <a:sym typeface="Arial"/>
              </a:rPr>
              <a:t>More coding examples, activities. We’ll put those mouse events to use!</a:t>
            </a:r>
            <a:endParaRPr lang="en-US" sz="1600" b="1" i="1" dirty="0">
              <a:solidFill>
                <a:srgbClr val="53B6F3"/>
              </a:solidFill>
              <a:latin typeface="Consolas" panose="020B0609020204030204" pitchFamily="49" charset="0"/>
              <a:cs typeface="Arial"/>
              <a:sym typeface="Arial"/>
            </a:endParaRPr>
          </a:p>
        </p:txBody>
      </p:sp>
      <p:sp>
        <p:nvSpPr>
          <p:cNvPr id="37" name="Hexagon 36">
            <a:extLst>
              <a:ext uri="{FF2B5EF4-FFF2-40B4-BE49-F238E27FC236}">
                <a16:creationId xmlns:a16="http://schemas.microsoft.com/office/drawing/2014/main" id="{A571A10A-00CF-4523-D996-C157B9901E4F}"/>
              </a:ext>
            </a:extLst>
          </p:cNvPr>
          <p:cNvSpPr/>
          <p:nvPr/>
        </p:nvSpPr>
        <p:spPr>
          <a:xfrm>
            <a:off x="649213" y="5309052"/>
            <a:ext cx="889351"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Hexagon 37">
            <a:extLst>
              <a:ext uri="{FF2B5EF4-FFF2-40B4-BE49-F238E27FC236}">
                <a16:creationId xmlns:a16="http://schemas.microsoft.com/office/drawing/2014/main" id="{E9925D13-587D-BA91-0021-0DEBBE1ABC9F}"/>
              </a:ext>
            </a:extLst>
          </p:cNvPr>
          <p:cNvSpPr/>
          <p:nvPr/>
        </p:nvSpPr>
        <p:spPr>
          <a:xfrm>
            <a:off x="649213" y="3134312"/>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Hexagon 38">
            <a:extLst>
              <a:ext uri="{FF2B5EF4-FFF2-40B4-BE49-F238E27FC236}">
                <a16:creationId xmlns:a16="http://schemas.microsoft.com/office/drawing/2014/main" id="{15EF041A-83EE-B86E-F260-1BC1C030EADA}"/>
              </a:ext>
            </a:extLst>
          </p:cNvPr>
          <p:cNvSpPr/>
          <p:nvPr/>
        </p:nvSpPr>
        <p:spPr>
          <a:xfrm>
            <a:off x="649213" y="2043361"/>
            <a:ext cx="910348" cy="804554"/>
          </a:xfrm>
          <a:prstGeom prst="hexagon">
            <a:avLst/>
          </a:prstGeom>
          <a:solidFill>
            <a:schemeClr val="bg2"/>
          </a:solidFill>
          <a:ln>
            <a:solidFill>
              <a:srgbClr val="1226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0" name="Picture 39">
            <a:extLst>
              <a:ext uri="{FF2B5EF4-FFF2-40B4-BE49-F238E27FC236}">
                <a16:creationId xmlns:a16="http://schemas.microsoft.com/office/drawing/2014/main" id="{92B1EE29-4509-6FDA-5A7C-6ED02C2D50C5}"/>
              </a:ext>
            </a:extLst>
          </p:cNvPr>
          <p:cNvPicPr>
            <a:picLocks noChangeAspect="1"/>
          </p:cNvPicPr>
          <p:nvPr/>
        </p:nvPicPr>
        <p:blipFill>
          <a:blip r:embed="rId9"/>
          <a:stretch>
            <a:fillRect/>
          </a:stretch>
        </p:blipFill>
        <p:spPr>
          <a:xfrm>
            <a:off x="814073" y="2117786"/>
            <a:ext cx="580627" cy="580627"/>
          </a:xfrm>
          <a:prstGeom prst="rect">
            <a:avLst/>
          </a:prstGeom>
        </p:spPr>
      </p:pic>
      <p:pic>
        <p:nvPicPr>
          <p:cNvPr id="41" name="Picture 40" descr="A hands on a keyboard&#10;&#10;AI-generated content may be incorrect.">
            <a:extLst>
              <a:ext uri="{FF2B5EF4-FFF2-40B4-BE49-F238E27FC236}">
                <a16:creationId xmlns:a16="http://schemas.microsoft.com/office/drawing/2014/main" id="{612E67C3-6D8B-5C72-7AF7-B4E871406A3E}"/>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03417" y="3235620"/>
            <a:ext cx="601938" cy="601938"/>
          </a:xfrm>
          <a:prstGeom prst="rect">
            <a:avLst/>
          </a:prstGeom>
        </p:spPr>
      </p:pic>
      <p:pic>
        <p:nvPicPr>
          <p:cNvPr id="42" name="Picture 41">
            <a:extLst>
              <a:ext uri="{FF2B5EF4-FFF2-40B4-BE49-F238E27FC236}">
                <a16:creationId xmlns:a16="http://schemas.microsoft.com/office/drawing/2014/main" id="{763F9DEC-F64B-FDC1-CA6B-098CB2899F53}"/>
              </a:ext>
            </a:extLst>
          </p:cNvPr>
          <p:cNvPicPr>
            <a:picLocks noChangeAspect="1"/>
          </p:cNvPicPr>
          <p:nvPr/>
        </p:nvPicPr>
        <p:blipFill>
          <a:blip r:embed="rId11"/>
          <a:stretch>
            <a:fillRect/>
          </a:stretch>
        </p:blipFill>
        <p:spPr>
          <a:xfrm>
            <a:off x="835483" y="4350517"/>
            <a:ext cx="537805" cy="537805"/>
          </a:xfrm>
          <a:prstGeom prst="rect">
            <a:avLst/>
          </a:prstGeom>
        </p:spPr>
      </p:pic>
      <p:sp>
        <p:nvSpPr>
          <p:cNvPr id="43" name="TextBox 42">
            <a:extLst>
              <a:ext uri="{FF2B5EF4-FFF2-40B4-BE49-F238E27FC236}">
                <a16:creationId xmlns:a16="http://schemas.microsoft.com/office/drawing/2014/main" id="{B3CEF03F-5E33-2D8A-D015-389186C2A8A7}"/>
              </a:ext>
            </a:extLst>
          </p:cNvPr>
          <p:cNvSpPr txBox="1"/>
          <p:nvPr/>
        </p:nvSpPr>
        <p:spPr>
          <a:xfrm>
            <a:off x="768039" y="5490790"/>
            <a:ext cx="592549" cy="406744"/>
          </a:xfrm>
          <a:prstGeom prst="rect">
            <a:avLst/>
          </a:prstGeom>
          <a:solidFill>
            <a:srgbClr val="3BACF1"/>
          </a:solidFill>
          <a:scene3d>
            <a:camera prst="orthographicFront">
              <a:rot lat="20999999" lon="1499989" rev="0"/>
            </a:camera>
            <a:lightRig rig="threePt" dir="t"/>
          </a:scene3d>
          <a:sp3d>
            <a:bevelT/>
          </a:sp3d>
        </p:spPr>
        <p:txBody>
          <a:bodyPr wrap="square" rtlCol="0">
            <a:spAutoFit/>
          </a:bodyPr>
          <a:lstStyle/>
          <a:p>
            <a:pPr algn="ctr"/>
            <a:r>
              <a:rPr lang="en-US" sz="2000" b="1" spc="50" dirty="0">
                <a:ln w="9525" cmpd="sng">
                  <a:solidFill>
                    <a:schemeClr val="accent1"/>
                  </a:solidFill>
                  <a:prstDash val="solid"/>
                </a:ln>
                <a:solidFill>
                  <a:srgbClr val="70AD47">
                    <a:tint val="1000"/>
                  </a:srgbClr>
                </a:solidFill>
                <a:effectLst>
                  <a:glow rad="38100">
                    <a:schemeClr val="accent1">
                      <a:alpha val="40000"/>
                    </a:schemeClr>
                  </a:glow>
                </a:effectLst>
              </a:rPr>
              <a:t>&lt;/&gt;</a:t>
            </a:r>
            <a:endParaRPr lang="en-US" sz="1200" b="1" spc="50" dirty="0">
              <a:ln w="9525" cmpd="sng">
                <a:solidFill>
                  <a:schemeClr val="accent1"/>
                </a:solidFill>
                <a:prstDash val="solid"/>
              </a:ln>
              <a:solidFill>
                <a:srgbClr val="70AD47">
                  <a:tint val="1000"/>
                </a:srgbClr>
              </a:solidFill>
              <a:effectLst>
                <a:glow rad="38100">
                  <a:schemeClr val="accent1">
                    <a:alpha val="40000"/>
                  </a:schemeClr>
                </a:glow>
              </a:effectLst>
            </a:endParaRPr>
          </a:p>
        </p:txBody>
      </p:sp>
    </p:spTree>
    <p:extLst>
      <p:ext uri="{BB962C8B-B14F-4D97-AF65-F5344CB8AC3E}">
        <p14:creationId xmlns:p14="http://schemas.microsoft.com/office/powerpoint/2010/main" val="2077086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30"/>
                                        </p:tgtEl>
                                        <p:attrNameLst>
                                          <p:attrName>style.visibility</p:attrName>
                                        </p:attrNameLst>
                                      </p:cBhvr>
                                      <p:to>
                                        <p:strVal val="visible"/>
                                      </p:to>
                                    </p:set>
                                    <p:anim calcmode="lin" valueType="num">
                                      <p:cBhvr additive="base">
                                        <p:cTn id="14" dur="500" fill="hold"/>
                                        <p:tgtEl>
                                          <p:spTgt spid="30"/>
                                        </p:tgtEl>
                                        <p:attrNameLst>
                                          <p:attrName>ppt_x</p:attrName>
                                        </p:attrNameLst>
                                      </p:cBhvr>
                                      <p:tavLst>
                                        <p:tav tm="0">
                                          <p:val>
                                            <p:strVal val="#ppt_x"/>
                                          </p:val>
                                        </p:tav>
                                        <p:tav tm="100000">
                                          <p:val>
                                            <p:strVal val="#ppt_x"/>
                                          </p:val>
                                        </p:tav>
                                      </p:tavLst>
                                    </p:anim>
                                    <p:anim calcmode="lin" valueType="num">
                                      <p:cBhvr additive="base">
                                        <p:cTn id="15"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fade">
                                      <p:cBhvr>
                                        <p:cTn id="20" dur="1000"/>
                                        <p:tgtEl>
                                          <p:spTgt spid="31"/>
                                        </p:tgtEl>
                                      </p:cBhvr>
                                    </p:animEffect>
                                    <p:anim calcmode="lin" valueType="num">
                                      <p:cBhvr>
                                        <p:cTn id="21" dur="1000" fill="hold"/>
                                        <p:tgtEl>
                                          <p:spTgt spid="31"/>
                                        </p:tgtEl>
                                        <p:attrNameLst>
                                          <p:attrName>ppt_x</p:attrName>
                                        </p:attrNameLst>
                                      </p:cBhvr>
                                      <p:tavLst>
                                        <p:tav tm="0">
                                          <p:val>
                                            <p:strVal val="#ppt_x"/>
                                          </p:val>
                                        </p:tav>
                                        <p:tav tm="100000">
                                          <p:val>
                                            <p:strVal val="#ppt_x"/>
                                          </p:val>
                                        </p:tav>
                                      </p:tavLst>
                                    </p:anim>
                                    <p:anim calcmode="lin" valueType="num">
                                      <p:cBhvr>
                                        <p:cTn id="22"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2E27EA-46BC-064E-8B9E-83ABD96E6F55}"/>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E77CA47D-0DC4-E1B6-D644-256055A559B4}"/>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5F94B805-166F-E8B2-BD1D-ADF92BBE7756}"/>
              </a:ext>
            </a:extLst>
          </p:cNvPr>
          <p:cNvSpPr>
            <a:spLocks noGrp="1"/>
          </p:cNvSpPr>
          <p:nvPr>
            <p:ph type="title"/>
          </p:nvPr>
        </p:nvSpPr>
        <p:spPr/>
        <p:txBody>
          <a:bodyPr/>
          <a:lstStyle/>
          <a:p>
            <a:r>
              <a:rPr lang="en-US" dirty="0"/>
              <a:t>The  </a:t>
            </a:r>
            <a:r>
              <a:rPr lang="en-US" b="0" dirty="0" err="1">
                <a:latin typeface="Consolas" panose="020B0609020204030204" pitchFamily="49" charset="0"/>
              </a:rPr>
              <a:t>mouseenter</a:t>
            </a:r>
            <a:r>
              <a:rPr lang="en-US" dirty="0"/>
              <a:t>  Event</a:t>
            </a:r>
          </a:p>
        </p:txBody>
      </p:sp>
      <p:sp>
        <p:nvSpPr>
          <p:cNvPr id="4" name="Content Placeholder 3">
            <a:extLst>
              <a:ext uri="{FF2B5EF4-FFF2-40B4-BE49-F238E27FC236}">
                <a16:creationId xmlns:a16="http://schemas.microsoft.com/office/drawing/2014/main" id="{C83706C0-132C-8FEB-377A-F61DEF791904}"/>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mouseenter</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handleMouseEnter</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"Mouse entered: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target</a:t>
            </a:r>
            <a:r>
              <a:rPr lang="en-US" sz="1400" b="1" dirty="0" err="1">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"Clean entry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"No bubbling interference!"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mouseenter</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handleMouseEnter</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7F4AD68A-C919-68C4-C5C7-03DDC07B9953}"/>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ADA61104-5EE9-EF43-238E-80F8114B9D4E}"/>
              </a:ext>
            </a:extLst>
          </p:cNvPr>
          <p:cNvSpPr>
            <a:spLocks noGrp="1"/>
          </p:cNvSpPr>
          <p:nvPr>
            <p:ph sz="quarter" idx="14"/>
          </p:nvPr>
        </p:nvSpPr>
        <p:spPr/>
        <p:txBody>
          <a:bodyPr>
            <a:normAutofit fontScale="92500"/>
          </a:bodyPr>
          <a:lstStyle/>
          <a:p>
            <a:pPr marL="0" indent="0">
              <a:buNone/>
            </a:pPr>
            <a:r>
              <a:rPr lang="en-US" b="1" dirty="0" err="1">
                <a:solidFill>
                  <a:schemeClr val="accent2">
                    <a:lumMod val="60000"/>
                    <a:lumOff val="40000"/>
                  </a:schemeClr>
                </a:solidFill>
              </a:rPr>
              <a:t>mouseenter</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BBA00767-7BD7-90BD-3FFD-0D24F464088A}"/>
              </a:ext>
            </a:extLst>
          </p:cNvPr>
          <p:cNvSpPr>
            <a:spLocks noGrp="1"/>
          </p:cNvSpPr>
          <p:nvPr>
            <p:ph sz="quarter" idx="15"/>
          </p:nvPr>
        </p:nvSpPr>
        <p:spPr/>
        <p:txBody>
          <a:bodyPr>
            <a:normAutofit fontScale="47500" lnSpcReduction="20000"/>
          </a:bodyPr>
          <a:lstStyle/>
          <a:p>
            <a:pPr marL="0" indent="0">
              <a:buNone/>
            </a:pPr>
            <a:r>
              <a:rPr lang="en-US" dirty="0"/>
              <a:t>Triggered when the mouse pointer enters an element - does NOT bubble, making it cleaner for precise hover effects</a:t>
            </a:r>
          </a:p>
        </p:txBody>
      </p:sp>
      <p:sp>
        <p:nvSpPr>
          <p:cNvPr id="8" name="Content Placeholder 7">
            <a:extLst>
              <a:ext uri="{FF2B5EF4-FFF2-40B4-BE49-F238E27FC236}">
                <a16:creationId xmlns:a16="http://schemas.microsoft.com/office/drawing/2014/main" id="{9923CB32-2EA5-83AF-4E54-5302FBFE7AE1}"/>
              </a:ext>
            </a:extLst>
          </p:cNvPr>
          <p:cNvSpPr>
            <a:spLocks noGrp="1"/>
          </p:cNvSpPr>
          <p:nvPr>
            <p:ph sz="quarter" idx="16"/>
          </p:nvPr>
        </p:nvSpPr>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b="1" dirty="0">
              <a:solidFill>
                <a:srgbClr val="FF9933"/>
              </a:solidFill>
            </a:endParaRPr>
          </a:p>
        </p:txBody>
      </p:sp>
      <p:sp>
        <p:nvSpPr>
          <p:cNvPr id="9" name="Content Placeholder 8">
            <a:extLst>
              <a:ext uri="{FF2B5EF4-FFF2-40B4-BE49-F238E27FC236}">
                <a16:creationId xmlns:a16="http://schemas.microsoft.com/office/drawing/2014/main" id="{1205F8BE-7D27-AD73-8087-F15642A47059}"/>
              </a:ext>
            </a:extLst>
          </p:cNvPr>
          <p:cNvSpPr>
            <a:spLocks noGrp="1"/>
          </p:cNvSpPr>
          <p:nvPr>
            <p:ph sz="quarter" idx="17"/>
          </p:nvPr>
        </p:nvSpPr>
        <p:spPr/>
        <p:txBody>
          <a:bodyPr>
            <a:normAutofit fontScale="55000" lnSpcReduction="20000"/>
          </a:bodyPr>
          <a:lstStyle/>
          <a:p>
            <a:pPr marL="0" indent="0">
              <a:buNone/>
            </a:pPr>
            <a:r>
              <a:rPr lang="en-US" dirty="0"/>
              <a:t>X and Y coordinates where mouse entered the element</a:t>
            </a:r>
          </a:p>
        </p:txBody>
      </p:sp>
      <p:sp>
        <p:nvSpPr>
          <p:cNvPr id="10" name="Content Placeholder 9">
            <a:extLst>
              <a:ext uri="{FF2B5EF4-FFF2-40B4-BE49-F238E27FC236}">
                <a16:creationId xmlns:a16="http://schemas.microsoft.com/office/drawing/2014/main" id="{8CFEE322-72AA-4F47-45ED-C960EA48EA22}"/>
              </a:ext>
            </a:extLst>
          </p:cNvPr>
          <p:cNvSpPr>
            <a:spLocks noGrp="1"/>
          </p:cNvSpPr>
          <p:nvPr>
            <p:ph sz="quarter" idx="18"/>
          </p:nvPr>
        </p:nvSpPr>
        <p:spPr/>
        <p:txBody>
          <a:bodyPr>
            <a:normAutofit fontScale="77500" lnSpcReduction="20000"/>
          </a:bodyPr>
          <a:lstStyle/>
          <a:p>
            <a:pPr marL="0" indent="0">
              <a:buNone/>
            </a:pPr>
            <a:r>
              <a:rPr lang="en-US" sz="1900" b="1" dirty="0">
                <a:solidFill>
                  <a:srgbClr val="FF9933"/>
                </a:solidFill>
              </a:rPr>
              <a:t>target</a:t>
            </a:r>
            <a:endParaRPr lang="en-US" sz="1500" b="1" dirty="0">
              <a:solidFill>
                <a:srgbClr val="FF9933"/>
              </a:solidFill>
            </a:endParaRPr>
          </a:p>
        </p:txBody>
      </p:sp>
      <p:sp>
        <p:nvSpPr>
          <p:cNvPr id="11" name="Content Placeholder 10">
            <a:extLst>
              <a:ext uri="{FF2B5EF4-FFF2-40B4-BE49-F238E27FC236}">
                <a16:creationId xmlns:a16="http://schemas.microsoft.com/office/drawing/2014/main" id="{D5996EC4-1AC5-87BD-C2CC-B4F08D07186D}"/>
              </a:ext>
            </a:extLst>
          </p:cNvPr>
          <p:cNvSpPr>
            <a:spLocks noGrp="1"/>
          </p:cNvSpPr>
          <p:nvPr>
            <p:ph sz="quarter" idx="19"/>
          </p:nvPr>
        </p:nvSpPr>
        <p:spPr/>
        <p:txBody>
          <a:bodyPr>
            <a:normAutofit fontScale="55000" lnSpcReduction="20000"/>
          </a:bodyPr>
          <a:lstStyle/>
          <a:p>
            <a:pPr marL="0" indent="0">
              <a:buNone/>
            </a:pPr>
            <a:r>
              <a:rPr lang="en-US" dirty="0"/>
              <a:t>The element the mouse pointer entered</a:t>
            </a:r>
          </a:p>
        </p:txBody>
      </p:sp>
      <p:sp>
        <p:nvSpPr>
          <p:cNvPr id="12" name="Content Placeholder 11">
            <a:extLst>
              <a:ext uri="{FF2B5EF4-FFF2-40B4-BE49-F238E27FC236}">
                <a16:creationId xmlns:a16="http://schemas.microsoft.com/office/drawing/2014/main" id="{0C6A74C4-0E83-972F-10E1-075660B1FE4F}"/>
              </a:ext>
            </a:extLst>
          </p:cNvPr>
          <p:cNvSpPr>
            <a:spLocks noGrp="1"/>
          </p:cNvSpPr>
          <p:nvPr>
            <p:ph sz="quarter" idx="20"/>
          </p:nvPr>
        </p:nvSpPr>
        <p:spPr/>
        <p:txBody>
          <a:bodyPr>
            <a:normAutofit fontScale="70000" lnSpcReduction="20000"/>
          </a:bodyPr>
          <a:lstStyle/>
          <a:p>
            <a:pPr marL="0" indent="0">
              <a:buNone/>
            </a:pPr>
            <a:r>
              <a:rPr lang="en-US" sz="2100" b="1" dirty="0" err="1">
                <a:solidFill>
                  <a:srgbClr val="FF9933"/>
                </a:solidFill>
              </a:rPr>
              <a:t>currentTarget</a:t>
            </a:r>
            <a:endParaRPr lang="en-US" sz="1500" b="1" dirty="0">
              <a:solidFill>
                <a:srgbClr val="FF9933"/>
              </a:solidFill>
            </a:endParaRPr>
          </a:p>
        </p:txBody>
      </p:sp>
      <p:sp>
        <p:nvSpPr>
          <p:cNvPr id="13" name="Content Placeholder 12">
            <a:extLst>
              <a:ext uri="{FF2B5EF4-FFF2-40B4-BE49-F238E27FC236}">
                <a16:creationId xmlns:a16="http://schemas.microsoft.com/office/drawing/2014/main" id="{20439B9A-AEE1-18CB-1933-9EFAE3840F43}"/>
              </a:ext>
            </a:extLst>
          </p:cNvPr>
          <p:cNvSpPr>
            <a:spLocks noGrp="1"/>
          </p:cNvSpPr>
          <p:nvPr>
            <p:ph sz="quarter" idx="21"/>
          </p:nvPr>
        </p:nvSpPr>
        <p:spPr/>
        <p:txBody>
          <a:bodyPr>
            <a:normAutofit fontScale="55000" lnSpcReduction="20000"/>
          </a:bodyPr>
          <a:lstStyle/>
          <a:p>
            <a:pPr marL="0" indent="0">
              <a:buNone/>
            </a:pPr>
            <a:r>
              <a:rPr lang="en-US" dirty="0"/>
              <a:t>Element that the event listener is attached to</a:t>
            </a:r>
          </a:p>
        </p:txBody>
      </p:sp>
      <p:sp>
        <p:nvSpPr>
          <p:cNvPr id="14" name="Content Placeholder 13">
            <a:extLst>
              <a:ext uri="{FF2B5EF4-FFF2-40B4-BE49-F238E27FC236}">
                <a16:creationId xmlns:a16="http://schemas.microsoft.com/office/drawing/2014/main" id="{D6DDC16A-D5A3-6881-9D95-2C449CA35298}"/>
              </a:ext>
            </a:extLst>
          </p:cNvPr>
          <p:cNvSpPr>
            <a:spLocks noGrp="1"/>
          </p:cNvSpPr>
          <p:nvPr>
            <p:ph sz="quarter" idx="22"/>
          </p:nvPr>
        </p:nvSpPr>
        <p:spPr/>
        <p:txBody>
          <a:bodyPr>
            <a:normAutofit fontScale="70000" lnSpcReduction="20000"/>
          </a:bodyPr>
          <a:lstStyle/>
          <a:p>
            <a:pPr marL="0" indent="0">
              <a:buNone/>
            </a:pPr>
            <a:r>
              <a:rPr lang="en-US" sz="2100" b="1" dirty="0" err="1">
                <a:solidFill>
                  <a:srgbClr val="FF9933"/>
                </a:solidFill>
              </a:rPr>
              <a:t>timeStamp</a:t>
            </a:r>
            <a:endParaRPr lang="en-US" sz="1500" b="1" dirty="0">
              <a:solidFill>
                <a:srgbClr val="FF9933"/>
              </a:solidFill>
            </a:endParaRPr>
          </a:p>
        </p:txBody>
      </p:sp>
      <p:sp>
        <p:nvSpPr>
          <p:cNvPr id="15" name="Content Placeholder 14">
            <a:extLst>
              <a:ext uri="{FF2B5EF4-FFF2-40B4-BE49-F238E27FC236}">
                <a16:creationId xmlns:a16="http://schemas.microsoft.com/office/drawing/2014/main" id="{5E6C1F4D-4421-CB94-C363-C2C2C2739E68}"/>
              </a:ext>
            </a:extLst>
          </p:cNvPr>
          <p:cNvSpPr>
            <a:spLocks noGrp="1"/>
          </p:cNvSpPr>
          <p:nvPr>
            <p:ph sz="quarter" idx="23"/>
          </p:nvPr>
        </p:nvSpPr>
        <p:spPr/>
        <p:txBody>
          <a:bodyPr>
            <a:normAutofit fontScale="55000" lnSpcReduction="20000"/>
          </a:bodyPr>
          <a:lstStyle/>
          <a:p>
            <a:pPr marL="0" indent="0">
              <a:buNone/>
            </a:pPr>
            <a:r>
              <a:rPr lang="en-US" dirty="0"/>
              <a:t>When the mouse entry was detected</a:t>
            </a:r>
          </a:p>
        </p:txBody>
      </p:sp>
      <p:sp>
        <p:nvSpPr>
          <p:cNvPr id="16" name="Content Placeholder 15">
            <a:extLst>
              <a:ext uri="{FF2B5EF4-FFF2-40B4-BE49-F238E27FC236}">
                <a16:creationId xmlns:a16="http://schemas.microsoft.com/office/drawing/2014/main" id="{4FB93989-6C97-044A-E25F-384B0968C213}"/>
              </a:ext>
            </a:extLst>
          </p:cNvPr>
          <p:cNvSpPr>
            <a:spLocks noGrp="1"/>
          </p:cNvSpPr>
          <p:nvPr>
            <p:ph sz="quarter" idx="24"/>
          </p:nvPr>
        </p:nvSpPr>
        <p:spPr/>
        <p:txBody>
          <a:bodyPr>
            <a:normAutofit fontScale="92500" lnSpcReduction="20000"/>
          </a:bodyPr>
          <a:lstStyle/>
          <a:p>
            <a:pPr marL="0" indent="0">
              <a:buNone/>
            </a:pPr>
            <a:r>
              <a:rPr lang="en-US" sz="1600" b="1" dirty="0" err="1">
                <a:solidFill>
                  <a:srgbClr val="FF9933"/>
                </a:solidFill>
              </a:rPr>
              <a:t>relatedTarget</a:t>
            </a:r>
            <a:endParaRPr lang="en-US" sz="1600" b="1" dirty="0">
              <a:solidFill>
                <a:srgbClr val="FF9933"/>
              </a:solidFill>
            </a:endParaRPr>
          </a:p>
        </p:txBody>
      </p:sp>
      <p:sp>
        <p:nvSpPr>
          <p:cNvPr id="17" name="Content Placeholder 16">
            <a:extLst>
              <a:ext uri="{FF2B5EF4-FFF2-40B4-BE49-F238E27FC236}">
                <a16:creationId xmlns:a16="http://schemas.microsoft.com/office/drawing/2014/main" id="{939B55B0-9A9E-75D8-AFB8-3374F657DA0F}"/>
              </a:ext>
            </a:extLst>
          </p:cNvPr>
          <p:cNvSpPr>
            <a:spLocks noGrp="1"/>
          </p:cNvSpPr>
          <p:nvPr>
            <p:ph sz="quarter" idx="25"/>
          </p:nvPr>
        </p:nvSpPr>
        <p:spPr/>
        <p:txBody>
          <a:bodyPr>
            <a:normAutofit fontScale="47500" lnSpcReduction="20000"/>
          </a:bodyPr>
          <a:lstStyle/>
          <a:p>
            <a:pPr marL="0" indent="0">
              <a:buNone/>
            </a:pPr>
            <a:r>
              <a:rPr lang="en-US" dirty="0"/>
              <a:t>The element the mouse came from (null if from outside page)</a:t>
            </a:r>
          </a:p>
        </p:txBody>
      </p:sp>
    </p:spTree>
    <p:extLst>
      <p:ext uri="{BB962C8B-B14F-4D97-AF65-F5344CB8AC3E}">
        <p14:creationId xmlns:p14="http://schemas.microsoft.com/office/powerpoint/2010/main" val="206883241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6C1BC6-96B7-D913-FF62-EE5CFF371DD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7A8138C2-246D-2E70-3DC4-6D269E71EBAC}"/>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B165AD63-9C61-39B6-3EA3-BA2A119DA7FB}"/>
              </a:ext>
            </a:extLst>
          </p:cNvPr>
          <p:cNvSpPr>
            <a:spLocks noGrp="1"/>
          </p:cNvSpPr>
          <p:nvPr>
            <p:ph type="title"/>
          </p:nvPr>
        </p:nvSpPr>
        <p:spPr/>
        <p:txBody>
          <a:bodyPr/>
          <a:lstStyle/>
          <a:p>
            <a:r>
              <a:rPr lang="en-US" dirty="0"/>
              <a:t>The  </a:t>
            </a:r>
            <a:r>
              <a:rPr lang="en-US" b="0" dirty="0" err="1">
                <a:latin typeface="Consolas" panose="020B0609020204030204" pitchFamily="49" charset="0"/>
              </a:rPr>
              <a:t>mouseleave</a:t>
            </a:r>
            <a:r>
              <a:rPr lang="en-US" dirty="0"/>
              <a:t>  Event</a:t>
            </a:r>
          </a:p>
        </p:txBody>
      </p:sp>
      <p:sp>
        <p:nvSpPr>
          <p:cNvPr id="4" name="Content Placeholder 3">
            <a:extLst>
              <a:ext uri="{FF2B5EF4-FFF2-40B4-BE49-F238E27FC236}">
                <a16:creationId xmlns:a16="http://schemas.microsoft.com/office/drawing/2014/main" id="{8D9D5AB6-9C12-4D50-4404-1460A29E1C59}"/>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mouseleave</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handleMouseLeave</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"Mouse left: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target</a:t>
            </a:r>
            <a:r>
              <a:rPr lang="en-US" sz="1400" b="1" dirty="0" err="1">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"Clean exit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"No bubbling to worry about!"</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mouseleave</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handleMouseLeave</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3051D675-D3B3-B25A-D366-59CA9971DA56}"/>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D1B90E91-D265-C84C-02C6-3DD25EC7460E}"/>
              </a:ext>
            </a:extLst>
          </p:cNvPr>
          <p:cNvSpPr>
            <a:spLocks noGrp="1"/>
          </p:cNvSpPr>
          <p:nvPr>
            <p:ph sz="quarter" idx="14"/>
          </p:nvPr>
        </p:nvSpPr>
        <p:spPr/>
        <p:txBody>
          <a:bodyPr>
            <a:normAutofit fontScale="92500"/>
          </a:bodyPr>
          <a:lstStyle/>
          <a:p>
            <a:pPr marL="0" indent="0">
              <a:buNone/>
            </a:pPr>
            <a:r>
              <a:rPr lang="en-US" b="1" dirty="0" err="1">
                <a:solidFill>
                  <a:schemeClr val="accent2">
                    <a:lumMod val="60000"/>
                    <a:lumOff val="40000"/>
                  </a:schemeClr>
                </a:solidFill>
              </a:rPr>
              <a:t>mouseleave</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F6D29AD4-CDE2-7B6C-AB27-4F1B3C66D402}"/>
              </a:ext>
            </a:extLst>
          </p:cNvPr>
          <p:cNvSpPr>
            <a:spLocks noGrp="1"/>
          </p:cNvSpPr>
          <p:nvPr>
            <p:ph sz="quarter" idx="15"/>
          </p:nvPr>
        </p:nvSpPr>
        <p:spPr/>
        <p:txBody>
          <a:bodyPr>
            <a:normAutofit fontScale="47500" lnSpcReduction="20000"/>
          </a:bodyPr>
          <a:lstStyle/>
          <a:p>
            <a:pPr marL="0" indent="0">
              <a:buNone/>
            </a:pPr>
            <a:r>
              <a:rPr lang="en-US" dirty="0"/>
              <a:t>Triggered when the mouse pointer leaves an element - does NOT bubble, providing clean exit detection for hover effects</a:t>
            </a:r>
          </a:p>
        </p:txBody>
      </p:sp>
      <p:sp>
        <p:nvSpPr>
          <p:cNvPr id="8" name="Content Placeholder 7">
            <a:extLst>
              <a:ext uri="{FF2B5EF4-FFF2-40B4-BE49-F238E27FC236}">
                <a16:creationId xmlns:a16="http://schemas.microsoft.com/office/drawing/2014/main" id="{5233D396-8279-CC09-5978-76C5F448BA14}"/>
              </a:ext>
            </a:extLst>
          </p:cNvPr>
          <p:cNvSpPr>
            <a:spLocks noGrp="1"/>
          </p:cNvSpPr>
          <p:nvPr>
            <p:ph sz="quarter" idx="16"/>
          </p:nvPr>
        </p:nvSpPr>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b="1" dirty="0">
              <a:solidFill>
                <a:srgbClr val="FF9933"/>
              </a:solidFill>
            </a:endParaRPr>
          </a:p>
        </p:txBody>
      </p:sp>
      <p:sp>
        <p:nvSpPr>
          <p:cNvPr id="9" name="Content Placeholder 8">
            <a:extLst>
              <a:ext uri="{FF2B5EF4-FFF2-40B4-BE49-F238E27FC236}">
                <a16:creationId xmlns:a16="http://schemas.microsoft.com/office/drawing/2014/main" id="{E69EBA47-6339-525C-0F04-190B3428687E}"/>
              </a:ext>
            </a:extLst>
          </p:cNvPr>
          <p:cNvSpPr>
            <a:spLocks noGrp="1"/>
          </p:cNvSpPr>
          <p:nvPr>
            <p:ph sz="quarter" idx="17"/>
          </p:nvPr>
        </p:nvSpPr>
        <p:spPr/>
        <p:txBody>
          <a:bodyPr>
            <a:normAutofit fontScale="55000" lnSpcReduction="20000"/>
          </a:bodyPr>
          <a:lstStyle/>
          <a:p>
            <a:pPr marL="0" indent="0">
              <a:buNone/>
            </a:pPr>
            <a:r>
              <a:rPr lang="en-US" dirty="0"/>
              <a:t>X and Y coordinates where mouse exited the element</a:t>
            </a:r>
          </a:p>
        </p:txBody>
      </p:sp>
      <p:sp>
        <p:nvSpPr>
          <p:cNvPr id="10" name="Content Placeholder 9">
            <a:extLst>
              <a:ext uri="{FF2B5EF4-FFF2-40B4-BE49-F238E27FC236}">
                <a16:creationId xmlns:a16="http://schemas.microsoft.com/office/drawing/2014/main" id="{B8B8238B-8741-0633-D175-3C69607A0D28}"/>
              </a:ext>
            </a:extLst>
          </p:cNvPr>
          <p:cNvSpPr>
            <a:spLocks noGrp="1"/>
          </p:cNvSpPr>
          <p:nvPr>
            <p:ph sz="quarter" idx="18"/>
          </p:nvPr>
        </p:nvSpPr>
        <p:spPr/>
        <p:txBody>
          <a:bodyPr>
            <a:normAutofit fontScale="77500" lnSpcReduction="20000"/>
          </a:bodyPr>
          <a:lstStyle/>
          <a:p>
            <a:pPr marL="0" indent="0">
              <a:buNone/>
            </a:pPr>
            <a:r>
              <a:rPr lang="en-US" sz="1900" b="1" dirty="0">
                <a:solidFill>
                  <a:srgbClr val="FF9933"/>
                </a:solidFill>
              </a:rPr>
              <a:t>target</a:t>
            </a:r>
            <a:endParaRPr lang="en-US" sz="1500" b="1" dirty="0">
              <a:solidFill>
                <a:srgbClr val="FF9933"/>
              </a:solidFill>
            </a:endParaRPr>
          </a:p>
        </p:txBody>
      </p:sp>
      <p:sp>
        <p:nvSpPr>
          <p:cNvPr id="11" name="Content Placeholder 10">
            <a:extLst>
              <a:ext uri="{FF2B5EF4-FFF2-40B4-BE49-F238E27FC236}">
                <a16:creationId xmlns:a16="http://schemas.microsoft.com/office/drawing/2014/main" id="{88B4517C-2E1F-9AA1-4CB8-E5506889E650}"/>
              </a:ext>
            </a:extLst>
          </p:cNvPr>
          <p:cNvSpPr>
            <a:spLocks noGrp="1"/>
          </p:cNvSpPr>
          <p:nvPr>
            <p:ph sz="quarter" idx="19"/>
          </p:nvPr>
        </p:nvSpPr>
        <p:spPr/>
        <p:txBody>
          <a:bodyPr>
            <a:normAutofit fontScale="55000" lnSpcReduction="20000"/>
          </a:bodyPr>
          <a:lstStyle/>
          <a:p>
            <a:pPr marL="0" indent="0">
              <a:buNone/>
            </a:pPr>
            <a:r>
              <a:rPr lang="en-US" dirty="0"/>
              <a:t>The element the mouse pointer left</a:t>
            </a:r>
          </a:p>
        </p:txBody>
      </p:sp>
      <p:sp>
        <p:nvSpPr>
          <p:cNvPr id="12" name="Content Placeholder 11">
            <a:extLst>
              <a:ext uri="{FF2B5EF4-FFF2-40B4-BE49-F238E27FC236}">
                <a16:creationId xmlns:a16="http://schemas.microsoft.com/office/drawing/2014/main" id="{A1915538-55DC-7E61-7A49-FA1B3668EB07}"/>
              </a:ext>
            </a:extLst>
          </p:cNvPr>
          <p:cNvSpPr>
            <a:spLocks noGrp="1"/>
          </p:cNvSpPr>
          <p:nvPr>
            <p:ph sz="quarter" idx="20"/>
          </p:nvPr>
        </p:nvSpPr>
        <p:spPr/>
        <p:txBody>
          <a:bodyPr>
            <a:normAutofit fontScale="70000" lnSpcReduction="20000"/>
          </a:bodyPr>
          <a:lstStyle/>
          <a:p>
            <a:pPr marL="0" indent="0">
              <a:buNone/>
            </a:pPr>
            <a:r>
              <a:rPr lang="en-US" sz="2100" b="1" dirty="0" err="1">
                <a:solidFill>
                  <a:srgbClr val="FF9933"/>
                </a:solidFill>
              </a:rPr>
              <a:t>currentTarget</a:t>
            </a:r>
            <a:endParaRPr lang="en-US" sz="1500" b="1" dirty="0">
              <a:solidFill>
                <a:srgbClr val="FF9933"/>
              </a:solidFill>
            </a:endParaRPr>
          </a:p>
        </p:txBody>
      </p:sp>
      <p:sp>
        <p:nvSpPr>
          <p:cNvPr id="13" name="Content Placeholder 12">
            <a:extLst>
              <a:ext uri="{FF2B5EF4-FFF2-40B4-BE49-F238E27FC236}">
                <a16:creationId xmlns:a16="http://schemas.microsoft.com/office/drawing/2014/main" id="{5B7B7905-B4D3-8A71-0727-BAA400914E21}"/>
              </a:ext>
            </a:extLst>
          </p:cNvPr>
          <p:cNvSpPr>
            <a:spLocks noGrp="1"/>
          </p:cNvSpPr>
          <p:nvPr>
            <p:ph sz="quarter" idx="21"/>
          </p:nvPr>
        </p:nvSpPr>
        <p:spPr/>
        <p:txBody>
          <a:bodyPr>
            <a:normAutofit fontScale="55000" lnSpcReduction="20000"/>
          </a:bodyPr>
          <a:lstStyle/>
          <a:p>
            <a:pPr marL="0" indent="0">
              <a:buNone/>
            </a:pPr>
            <a:r>
              <a:rPr lang="en-US" dirty="0"/>
              <a:t>Element that the event listener is attached to</a:t>
            </a:r>
          </a:p>
        </p:txBody>
      </p:sp>
      <p:sp>
        <p:nvSpPr>
          <p:cNvPr id="14" name="Content Placeholder 13">
            <a:extLst>
              <a:ext uri="{FF2B5EF4-FFF2-40B4-BE49-F238E27FC236}">
                <a16:creationId xmlns:a16="http://schemas.microsoft.com/office/drawing/2014/main" id="{342B4F6D-E1D0-DD52-6978-F9F119B843B5}"/>
              </a:ext>
            </a:extLst>
          </p:cNvPr>
          <p:cNvSpPr>
            <a:spLocks noGrp="1"/>
          </p:cNvSpPr>
          <p:nvPr>
            <p:ph sz="quarter" idx="22"/>
          </p:nvPr>
        </p:nvSpPr>
        <p:spPr/>
        <p:txBody>
          <a:bodyPr>
            <a:normAutofit fontScale="70000" lnSpcReduction="20000"/>
          </a:bodyPr>
          <a:lstStyle/>
          <a:p>
            <a:pPr marL="0" indent="0">
              <a:buNone/>
            </a:pPr>
            <a:r>
              <a:rPr lang="en-US" sz="2100" b="1" dirty="0" err="1">
                <a:solidFill>
                  <a:srgbClr val="FF9933"/>
                </a:solidFill>
              </a:rPr>
              <a:t>timeStamp</a:t>
            </a:r>
            <a:endParaRPr lang="en-US" sz="1500" b="1" dirty="0">
              <a:solidFill>
                <a:srgbClr val="FF9933"/>
              </a:solidFill>
            </a:endParaRPr>
          </a:p>
        </p:txBody>
      </p:sp>
      <p:sp>
        <p:nvSpPr>
          <p:cNvPr id="15" name="Content Placeholder 14">
            <a:extLst>
              <a:ext uri="{FF2B5EF4-FFF2-40B4-BE49-F238E27FC236}">
                <a16:creationId xmlns:a16="http://schemas.microsoft.com/office/drawing/2014/main" id="{1D00E2C4-BCBC-C30B-9AEC-7939C8CFD008}"/>
              </a:ext>
            </a:extLst>
          </p:cNvPr>
          <p:cNvSpPr>
            <a:spLocks noGrp="1"/>
          </p:cNvSpPr>
          <p:nvPr>
            <p:ph sz="quarter" idx="23"/>
          </p:nvPr>
        </p:nvSpPr>
        <p:spPr/>
        <p:txBody>
          <a:bodyPr>
            <a:normAutofit fontScale="55000" lnSpcReduction="20000"/>
          </a:bodyPr>
          <a:lstStyle/>
          <a:p>
            <a:pPr marL="0" indent="0">
              <a:buNone/>
            </a:pPr>
            <a:r>
              <a:rPr lang="en-US" dirty="0"/>
              <a:t>When the mouse exit was detected</a:t>
            </a:r>
          </a:p>
        </p:txBody>
      </p:sp>
      <p:sp>
        <p:nvSpPr>
          <p:cNvPr id="16" name="Content Placeholder 15">
            <a:extLst>
              <a:ext uri="{FF2B5EF4-FFF2-40B4-BE49-F238E27FC236}">
                <a16:creationId xmlns:a16="http://schemas.microsoft.com/office/drawing/2014/main" id="{6C4E2B40-288F-35DE-B143-9669D7953B45}"/>
              </a:ext>
            </a:extLst>
          </p:cNvPr>
          <p:cNvSpPr>
            <a:spLocks noGrp="1"/>
          </p:cNvSpPr>
          <p:nvPr>
            <p:ph sz="quarter" idx="24"/>
          </p:nvPr>
        </p:nvSpPr>
        <p:spPr/>
        <p:txBody>
          <a:bodyPr>
            <a:normAutofit fontScale="92500" lnSpcReduction="20000"/>
          </a:bodyPr>
          <a:lstStyle/>
          <a:p>
            <a:pPr marL="0" indent="0">
              <a:buNone/>
            </a:pPr>
            <a:r>
              <a:rPr lang="en-US" sz="1600" b="1" dirty="0" err="1">
                <a:solidFill>
                  <a:srgbClr val="FF9933"/>
                </a:solidFill>
              </a:rPr>
              <a:t>relatedTarget</a:t>
            </a:r>
            <a:endParaRPr lang="en-US" sz="1600" b="1" dirty="0">
              <a:solidFill>
                <a:srgbClr val="FF9933"/>
              </a:solidFill>
            </a:endParaRPr>
          </a:p>
        </p:txBody>
      </p:sp>
      <p:sp>
        <p:nvSpPr>
          <p:cNvPr id="17" name="Content Placeholder 16">
            <a:extLst>
              <a:ext uri="{FF2B5EF4-FFF2-40B4-BE49-F238E27FC236}">
                <a16:creationId xmlns:a16="http://schemas.microsoft.com/office/drawing/2014/main" id="{CF8F1308-279B-F548-5CFF-A3F8171C5178}"/>
              </a:ext>
            </a:extLst>
          </p:cNvPr>
          <p:cNvSpPr>
            <a:spLocks noGrp="1"/>
          </p:cNvSpPr>
          <p:nvPr>
            <p:ph sz="quarter" idx="25"/>
          </p:nvPr>
        </p:nvSpPr>
        <p:spPr/>
        <p:txBody>
          <a:bodyPr>
            <a:normAutofit fontScale="47500" lnSpcReduction="20000"/>
          </a:bodyPr>
          <a:lstStyle/>
          <a:p>
            <a:pPr marL="0" indent="0">
              <a:buNone/>
            </a:pPr>
            <a:r>
              <a:rPr lang="en-US" dirty="0"/>
              <a:t>The element the mouse is moving to (null if leaving page)</a:t>
            </a:r>
          </a:p>
        </p:txBody>
      </p:sp>
    </p:spTree>
    <p:extLst>
      <p:ext uri="{BB962C8B-B14F-4D97-AF65-F5344CB8AC3E}">
        <p14:creationId xmlns:p14="http://schemas.microsoft.com/office/powerpoint/2010/main" val="92954510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0CC8F1-C463-2842-F99C-1FE18EDBA0C5}"/>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C938C5B1-F5D6-3A10-F410-6E2898446170}"/>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8037267E-322D-B459-57B5-95C047203215}"/>
              </a:ext>
            </a:extLst>
          </p:cNvPr>
          <p:cNvSpPr>
            <a:spLocks noGrp="1"/>
          </p:cNvSpPr>
          <p:nvPr>
            <p:ph type="title"/>
          </p:nvPr>
        </p:nvSpPr>
        <p:spPr/>
        <p:txBody>
          <a:bodyPr/>
          <a:lstStyle/>
          <a:p>
            <a:r>
              <a:rPr lang="en-US" dirty="0"/>
              <a:t>The  </a:t>
            </a:r>
            <a:r>
              <a:rPr lang="en-US" b="0" dirty="0" err="1">
                <a:latin typeface="Consolas" panose="020B0609020204030204" pitchFamily="49" charset="0"/>
              </a:rPr>
              <a:t>mousemove</a:t>
            </a:r>
            <a:r>
              <a:rPr lang="en-US" dirty="0"/>
              <a:t>  Event</a:t>
            </a:r>
          </a:p>
        </p:txBody>
      </p:sp>
      <p:sp>
        <p:nvSpPr>
          <p:cNvPr id="4" name="Content Placeholder 3">
            <a:extLst>
              <a:ext uri="{FF2B5EF4-FFF2-40B4-BE49-F238E27FC236}">
                <a16:creationId xmlns:a16="http://schemas.microsoft.com/office/drawing/2014/main" id="{E367CFA2-5CEA-7B9E-0ACE-E2ACB57618B4}"/>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mousemove</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handleMouseMove</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"Position: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"Movement: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movementX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movementY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"Target: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target</a:t>
            </a:r>
            <a:r>
              <a:rPr lang="en-US" sz="1400" b="1" dirty="0" err="1">
                <a:solidFill>
                  <a:srgbClr val="9F9D6D"/>
                </a:solidFill>
                <a:highlight>
                  <a:srgbClr val="3F3F3F"/>
                </a:highlight>
              </a:rPr>
              <a:t>.</a:t>
            </a:r>
            <a:r>
              <a:rPr lang="en-US" sz="1400" b="0" dirty="0" err="1">
                <a:solidFill>
                  <a:srgbClr val="DCDCCC"/>
                </a:solidFill>
                <a:highlight>
                  <a:srgbClr val="3F3F3F"/>
                </a:highlight>
              </a:rPr>
              <a:t>tagName</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mousemove</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handleMouseMove</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A1B37283-34EF-EBA0-76FC-61A49FBB54E8}"/>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E5117023-967B-A3C7-16B1-97CBD03284A2}"/>
              </a:ext>
            </a:extLst>
          </p:cNvPr>
          <p:cNvSpPr>
            <a:spLocks noGrp="1"/>
          </p:cNvSpPr>
          <p:nvPr>
            <p:ph sz="quarter" idx="14"/>
          </p:nvPr>
        </p:nvSpPr>
        <p:spPr/>
        <p:txBody>
          <a:bodyPr>
            <a:normAutofit lnSpcReduction="10000"/>
          </a:bodyPr>
          <a:lstStyle/>
          <a:p>
            <a:pPr marL="0" indent="0">
              <a:buNone/>
            </a:pPr>
            <a:r>
              <a:rPr lang="en-US" b="1" dirty="0" err="1">
                <a:solidFill>
                  <a:schemeClr val="accent2">
                    <a:lumMod val="60000"/>
                    <a:lumOff val="40000"/>
                  </a:schemeClr>
                </a:solidFill>
              </a:rPr>
              <a:t>mousemove</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C6BFD1B0-045F-1427-D72C-1BC1C9CDAF9D}"/>
              </a:ext>
            </a:extLst>
          </p:cNvPr>
          <p:cNvSpPr>
            <a:spLocks noGrp="1"/>
          </p:cNvSpPr>
          <p:nvPr>
            <p:ph sz="quarter" idx="15"/>
          </p:nvPr>
        </p:nvSpPr>
        <p:spPr/>
        <p:txBody>
          <a:bodyPr>
            <a:normAutofit fontScale="92500"/>
          </a:bodyPr>
          <a:lstStyle/>
          <a:p>
            <a:pPr marL="0" indent="0">
              <a:buNone/>
            </a:pPr>
            <a:r>
              <a:rPr lang="en-US" sz="1200" dirty="0"/>
              <a:t>Fired continuously while the mouse moves within an element - perfect for tracking cursor position and creating following effects</a:t>
            </a:r>
          </a:p>
        </p:txBody>
      </p:sp>
      <p:sp>
        <p:nvSpPr>
          <p:cNvPr id="8" name="Content Placeholder 7">
            <a:extLst>
              <a:ext uri="{FF2B5EF4-FFF2-40B4-BE49-F238E27FC236}">
                <a16:creationId xmlns:a16="http://schemas.microsoft.com/office/drawing/2014/main" id="{7631E1CA-DACB-EADE-6D84-5ED44996B498}"/>
              </a:ext>
            </a:extLst>
          </p:cNvPr>
          <p:cNvSpPr>
            <a:spLocks noGrp="1"/>
          </p:cNvSpPr>
          <p:nvPr>
            <p:ph sz="quarter" idx="16"/>
          </p:nvPr>
        </p:nvSpPr>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b="1" dirty="0">
              <a:solidFill>
                <a:srgbClr val="FF9933"/>
              </a:solidFill>
            </a:endParaRPr>
          </a:p>
          <a:p>
            <a:pPr marL="0" indent="0">
              <a:buNone/>
            </a:pPr>
            <a:endParaRPr lang="en-US" dirty="0"/>
          </a:p>
        </p:txBody>
      </p:sp>
      <p:sp>
        <p:nvSpPr>
          <p:cNvPr id="9" name="Content Placeholder 8">
            <a:extLst>
              <a:ext uri="{FF2B5EF4-FFF2-40B4-BE49-F238E27FC236}">
                <a16:creationId xmlns:a16="http://schemas.microsoft.com/office/drawing/2014/main" id="{E256B41E-774C-B091-2B5C-DD78E36BAD9C}"/>
              </a:ext>
            </a:extLst>
          </p:cNvPr>
          <p:cNvSpPr>
            <a:spLocks noGrp="1"/>
          </p:cNvSpPr>
          <p:nvPr>
            <p:ph sz="quarter" idx="17"/>
          </p:nvPr>
        </p:nvSpPr>
        <p:spPr/>
        <p:txBody>
          <a:bodyPr>
            <a:normAutofit fontScale="55000" lnSpcReduction="20000"/>
          </a:bodyPr>
          <a:lstStyle/>
          <a:p>
            <a:pPr marL="0" indent="0">
              <a:buNone/>
            </a:pPr>
            <a:r>
              <a:rPr lang="en-US" dirty="0"/>
              <a:t>Current X and Y coordinates of the mouse pointer</a:t>
            </a:r>
          </a:p>
        </p:txBody>
      </p:sp>
      <p:sp>
        <p:nvSpPr>
          <p:cNvPr id="10" name="Content Placeholder 9">
            <a:extLst>
              <a:ext uri="{FF2B5EF4-FFF2-40B4-BE49-F238E27FC236}">
                <a16:creationId xmlns:a16="http://schemas.microsoft.com/office/drawing/2014/main" id="{90CD2F02-817B-2B41-0B15-D59498EE39C3}"/>
              </a:ext>
            </a:extLst>
          </p:cNvPr>
          <p:cNvSpPr>
            <a:spLocks noGrp="1"/>
          </p:cNvSpPr>
          <p:nvPr>
            <p:ph sz="quarter" idx="18"/>
          </p:nvPr>
        </p:nvSpPr>
        <p:spPr/>
        <p:txBody>
          <a:bodyPr>
            <a:normAutofit fontScale="55000" lnSpcReduction="20000"/>
          </a:bodyPr>
          <a:lstStyle/>
          <a:p>
            <a:pPr marL="0" indent="0">
              <a:buNone/>
            </a:pPr>
            <a:r>
              <a:rPr lang="en-US" b="1" dirty="0">
                <a:solidFill>
                  <a:srgbClr val="FF9933"/>
                </a:solidFill>
              </a:rPr>
              <a:t>target</a:t>
            </a:r>
            <a:endParaRPr lang="en-US" dirty="0"/>
          </a:p>
        </p:txBody>
      </p:sp>
      <p:sp>
        <p:nvSpPr>
          <p:cNvPr id="11" name="Content Placeholder 10">
            <a:extLst>
              <a:ext uri="{FF2B5EF4-FFF2-40B4-BE49-F238E27FC236}">
                <a16:creationId xmlns:a16="http://schemas.microsoft.com/office/drawing/2014/main" id="{0960D608-2932-3ABB-0C70-4AA1E127E5A2}"/>
              </a:ext>
            </a:extLst>
          </p:cNvPr>
          <p:cNvSpPr>
            <a:spLocks noGrp="1"/>
          </p:cNvSpPr>
          <p:nvPr>
            <p:ph sz="quarter" idx="19"/>
          </p:nvPr>
        </p:nvSpPr>
        <p:spPr/>
        <p:txBody>
          <a:bodyPr>
            <a:normAutofit fontScale="55000" lnSpcReduction="20000"/>
          </a:bodyPr>
          <a:lstStyle/>
          <a:p>
            <a:pPr marL="0" indent="0">
              <a:buNone/>
            </a:pPr>
            <a:r>
              <a:rPr lang="en-US" dirty="0"/>
              <a:t>The element the mouse is currently over</a:t>
            </a:r>
          </a:p>
        </p:txBody>
      </p:sp>
      <p:sp>
        <p:nvSpPr>
          <p:cNvPr id="12" name="Content Placeholder 11">
            <a:extLst>
              <a:ext uri="{FF2B5EF4-FFF2-40B4-BE49-F238E27FC236}">
                <a16:creationId xmlns:a16="http://schemas.microsoft.com/office/drawing/2014/main" id="{8FDA3E13-DFC6-EDC6-C023-2C7DDE44D04F}"/>
              </a:ext>
            </a:extLst>
          </p:cNvPr>
          <p:cNvSpPr>
            <a:spLocks noGrp="1"/>
          </p:cNvSpPr>
          <p:nvPr>
            <p:ph sz="quarter" idx="20"/>
          </p:nvPr>
        </p:nvSpPr>
        <p:spPr/>
        <p:txBody>
          <a:bodyPr>
            <a:normAutofit fontScale="55000" lnSpcReduction="20000"/>
          </a:bodyPr>
          <a:lstStyle/>
          <a:p>
            <a:pPr marL="0" indent="0">
              <a:buNone/>
            </a:pPr>
            <a:r>
              <a:rPr lang="en-US" b="1" dirty="0" err="1">
                <a:solidFill>
                  <a:srgbClr val="FF9933"/>
                </a:solidFill>
              </a:rPr>
              <a:t>currentTarget</a:t>
            </a:r>
            <a:endParaRPr lang="en-US" dirty="0"/>
          </a:p>
        </p:txBody>
      </p:sp>
      <p:sp>
        <p:nvSpPr>
          <p:cNvPr id="13" name="Content Placeholder 12">
            <a:extLst>
              <a:ext uri="{FF2B5EF4-FFF2-40B4-BE49-F238E27FC236}">
                <a16:creationId xmlns:a16="http://schemas.microsoft.com/office/drawing/2014/main" id="{F44E177D-E902-09C7-696F-E9A7E52F550D}"/>
              </a:ext>
            </a:extLst>
          </p:cNvPr>
          <p:cNvSpPr>
            <a:spLocks noGrp="1"/>
          </p:cNvSpPr>
          <p:nvPr>
            <p:ph sz="quarter" idx="21"/>
          </p:nvPr>
        </p:nvSpPr>
        <p:spPr/>
        <p:txBody>
          <a:bodyPr>
            <a:normAutofit fontScale="55000" lnSpcReduction="20000"/>
          </a:bodyPr>
          <a:lstStyle/>
          <a:p>
            <a:pPr marL="0" indent="0">
              <a:buNone/>
            </a:pPr>
            <a:r>
              <a:rPr lang="en-US" dirty="0"/>
              <a:t>Element that the event listener is attached to</a:t>
            </a:r>
          </a:p>
        </p:txBody>
      </p:sp>
      <p:sp>
        <p:nvSpPr>
          <p:cNvPr id="14" name="Content Placeholder 13">
            <a:extLst>
              <a:ext uri="{FF2B5EF4-FFF2-40B4-BE49-F238E27FC236}">
                <a16:creationId xmlns:a16="http://schemas.microsoft.com/office/drawing/2014/main" id="{D4980874-72AC-95F5-C541-11217A1AD0E4}"/>
              </a:ext>
            </a:extLst>
          </p:cNvPr>
          <p:cNvSpPr>
            <a:spLocks noGrp="1"/>
          </p:cNvSpPr>
          <p:nvPr>
            <p:ph sz="quarter" idx="22"/>
          </p:nvPr>
        </p:nvSpPr>
        <p:spPr/>
        <p:txBody>
          <a:bodyPr>
            <a:normAutofit fontScale="55000" lnSpcReduction="20000"/>
          </a:bodyPr>
          <a:lstStyle/>
          <a:p>
            <a:pPr marL="0" indent="0">
              <a:buNone/>
            </a:pPr>
            <a:r>
              <a:rPr lang="en-US" b="1" dirty="0" err="1">
                <a:solidFill>
                  <a:srgbClr val="FF9933"/>
                </a:solidFill>
              </a:rPr>
              <a:t>timeStamp</a:t>
            </a:r>
            <a:endParaRPr lang="en-US" dirty="0"/>
          </a:p>
        </p:txBody>
      </p:sp>
      <p:sp>
        <p:nvSpPr>
          <p:cNvPr id="15" name="Content Placeholder 14">
            <a:extLst>
              <a:ext uri="{FF2B5EF4-FFF2-40B4-BE49-F238E27FC236}">
                <a16:creationId xmlns:a16="http://schemas.microsoft.com/office/drawing/2014/main" id="{B8369BFC-F88F-1C0A-3273-3086E6A532A7}"/>
              </a:ext>
            </a:extLst>
          </p:cNvPr>
          <p:cNvSpPr>
            <a:spLocks noGrp="1"/>
          </p:cNvSpPr>
          <p:nvPr>
            <p:ph sz="quarter" idx="23"/>
          </p:nvPr>
        </p:nvSpPr>
        <p:spPr/>
        <p:txBody>
          <a:bodyPr>
            <a:normAutofit fontScale="55000" lnSpcReduction="20000"/>
          </a:bodyPr>
          <a:lstStyle/>
          <a:p>
            <a:pPr marL="0" indent="0">
              <a:buNone/>
            </a:pPr>
            <a:r>
              <a:rPr lang="en-US" dirty="0"/>
              <a:t>When this specific movement was detected</a:t>
            </a:r>
          </a:p>
        </p:txBody>
      </p:sp>
      <p:sp>
        <p:nvSpPr>
          <p:cNvPr id="16" name="Content Placeholder 15">
            <a:extLst>
              <a:ext uri="{FF2B5EF4-FFF2-40B4-BE49-F238E27FC236}">
                <a16:creationId xmlns:a16="http://schemas.microsoft.com/office/drawing/2014/main" id="{1D0B62AD-0A78-D698-3215-DB479B64E21E}"/>
              </a:ext>
            </a:extLst>
          </p:cNvPr>
          <p:cNvSpPr>
            <a:spLocks noGrp="1"/>
          </p:cNvSpPr>
          <p:nvPr>
            <p:ph sz="quarter" idx="24"/>
          </p:nvPr>
        </p:nvSpPr>
        <p:spPr/>
        <p:txBody>
          <a:bodyPr>
            <a:normAutofit fontScale="92500" lnSpcReduction="10000"/>
          </a:bodyPr>
          <a:lstStyle/>
          <a:p>
            <a:pPr marL="0" indent="0">
              <a:buNone/>
            </a:pPr>
            <a:r>
              <a:rPr lang="en-US" sz="1400" b="1" dirty="0" err="1">
                <a:solidFill>
                  <a:srgbClr val="FF9933"/>
                </a:solidFill>
              </a:rPr>
              <a:t>movementX</a:t>
            </a:r>
            <a:r>
              <a:rPr lang="en-US" sz="1400" b="1" dirty="0">
                <a:solidFill>
                  <a:schemeClr val="bg1"/>
                </a:solidFill>
              </a:rPr>
              <a:t>/</a:t>
            </a:r>
            <a:r>
              <a:rPr lang="en-US" sz="1400" b="1" dirty="0" err="1">
                <a:solidFill>
                  <a:srgbClr val="FF9933"/>
                </a:solidFill>
              </a:rPr>
              <a:t>movementY</a:t>
            </a:r>
            <a:endParaRPr lang="en-US" sz="1400" dirty="0"/>
          </a:p>
        </p:txBody>
      </p:sp>
      <p:sp>
        <p:nvSpPr>
          <p:cNvPr id="17" name="Content Placeholder 16">
            <a:extLst>
              <a:ext uri="{FF2B5EF4-FFF2-40B4-BE49-F238E27FC236}">
                <a16:creationId xmlns:a16="http://schemas.microsoft.com/office/drawing/2014/main" id="{511B77BA-2301-7F44-EC72-80D7383F2EAE}"/>
              </a:ext>
            </a:extLst>
          </p:cNvPr>
          <p:cNvSpPr>
            <a:spLocks noGrp="1"/>
          </p:cNvSpPr>
          <p:nvPr>
            <p:ph sz="quarter" idx="25"/>
          </p:nvPr>
        </p:nvSpPr>
        <p:spPr/>
        <p:txBody>
          <a:bodyPr>
            <a:normAutofit fontScale="55000" lnSpcReduction="20000"/>
          </a:bodyPr>
          <a:lstStyle/>
          <a:p>
            <a:pPr marL="0" indent="0">
              <a:buNone/>
            </a:pPr>
            <a:r>
              <a:rPr lang="en-US" dirty="0"/>
              <a:t>Distance moved since the last </a:t>
            </a:r>
            <a:r>
              <a:rPr lang="en-US" dirty="0" err="1"/>
              <a:t>mousemove</a:t>
            </a:r>
            <a:r>
              <a:rPr lang="en-US" dirty="0"/>
              <a:t> event</a:t>
            </a:r>
          </a:p>
        </p:txBody>
      </p:sp>
    </p:spTree>
    <p:extLst>
      <p:ext uri="{BB962C8B-B14F-4D97-AF65-F5344CB8AC3E}">
        <p14:creationId xmlns:p14="http://schemas.microsoft.com/office/powerpoint/2010/main" val="33685398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B7EACC-15C4-6775-6505-FCE459F28F7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E514BDC5-F91F-1F28-0DDB-A4579F4DF08C}"/>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838B037A-A12B-529C-DB5E-6BC4A7783D11}"/>
              </a:ext>
            </a:extLst>
          </p:cNvPr>
          <p:cNvSpPr>
            <a:spLocks noGrp="1"/>
          </p:cNvSpPr>
          <p:nvPr>
            <p:ph type="title"/>
          </p:nvPr>
        </p:nvSpPr>
        <p:spPr/>
        <p:txBody>
          <a:bodyPr/>
          <a:lstStyle/>
          <a:p>
            <a:r>
              <a:rPr lang="en-US" dirty="0"/>
              <a:t>The  </a:t>
            </a:r>
            <a:r>
              <a:rPr lang="en-US" b="0" dirty="0" err="1">
                <a:latin typeface="Consolas" panose="020B0609020204030204" pitchFamily="49" charset="0"/>
              </a:rPr>
              <a:t>contextmenu</a:t>
            </a:r>
            <a:r>
              <a:rPr lang="en-US" dirty="0"/>
              <a:t>  Event</a:t>
            </a:r>
          </a:p>
        </p:txBody>
      </p:sp>
      <p:sp>
        <p:nvSpPr>
          <p:cNvPr id="4" name="Content Placeholder 3">
            <a:extLst>
              <a:ext uri="{FF2B5EF4-FFF2-40B4-BE49-F238E27FC236}">
                <a16:creationId xmlns:a16="http://schemas.microsoft.com/office/drawing/2014/main" id="{5844F4BE-4553-ED33-DAC9-45353C379A62}"/>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contextmenu</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handleContextMenu</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preventDefault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7F9F7F"/>
                </a:solidFill>
                <a:highlight>
                  <a:srgbClr val="3F3F3F"/>
                </a:highlight>
              </a:rPr>
              <a:t>// Stop default menu</a:t>
            </a: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"Context menu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"Button used: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1" dirty="0" err="1">
                <a:solidFill>
                  <a:srgbClr val="FFCFAF"/>
                </a:solidFill>
                <a:highlight>
                  <a:srgbClr val="3F3F3F"/>
                </a:highlight>
              </a:rPr>
              <a:t>button</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a:t>
            </a:r>
            <a:r>
              <a:rPr lang="en-US" sz="1400" b="0" dirty="0" err="1">
                <a:solidFill>
                  <a:srgbClr val="DCDCCC"/>
                </a:solidFill>
                <a:highlight>
                  <a:srgbClr val="3F3F3F"/>
                </a:highlight>
              </a:rPr>
              <a:t>showCustomMenu</a:t>
            </a:r>
            <a:r>
              <a:rPr lang="en-US" sz="1400" b="1" dirty="0">
                <a:solidFill>
                  <a:srgbClr val="9F9D6D"/>
                </a:solidFill>
                <a:highlight>
                  <a:srgbClr val="3F3F3F"/>
                </a:highlight>
              </a:rPr>
              <a:t>(</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contextmenu</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handleContextMenu</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095F2FB7-930E-26BC-2A4A-02958BD68730}"/>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C36D58C6-D47B-2A5A-8AEF-0AC79492E5F8}"/>
              </a:ext>
            </a:extLst>
          </p:cNvPr>
          <p:cNvSpPr>
            <a:spLocks noGrp="1"/>
          </p:cNvSpPr>
          <p:nvPr>
            <p:ph sz="quarter" idx="14"/>
          </p:nvPr>
        </p:nvSpPr>
        <p:spPr/>
        <p:txBody>
          <a:bodyPr>
            <a:normAutofit fontScale="70000" lnSpcReduction="20000"/>
          </a:bodyPr>
          <a:lstStyle/>
          <a:p>
            <a:pPr marL="0" indent="0">
              <a:buNone/>
            </a:pPr>
            <a:r>
              <a:rPr lang="en-US" sz="3100" b="1" dirty="0" err="1">
                <a:solidFill>
                  <a:schemeClr val="accent2">
                    <a:lumMod val="60000"/>
                    <a:lumOff val="40000"/>
                  </a:schemeClr>
                </a:solidFill>
              </a:rPr>
              <a:t>contextmenu</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29E5AFB1-06C5-4C99-679A-9B349C56446D}"/>
              </a:ext>
            </a:extLst>
          </p:cNvPr>
          <p:cNvSpPr>
            <a:spLocks noGrp="1"/>
          </p:cNvSpPr>
          <p:nvPr>
            <p:ph sz="quarter" idx="15"/>
          </p:nvPr>
        </p:nvSpPr>
        <p:spPr/>
        <p:txBody>
          <a:bodyPr>
            <a:normAutofit/>
          </a:bodyPr>
          <a:lstStyle/>
          <a:p>
            <a:pPr marL="0" indent="0">
              <a:buNone/>
            </a:pPr>
            <a:r>
              <a:rPr lang="en-US" sz="1200" dirty="0"/>
              <a:t>Triggered when the user attempts to open a context menu, typically by right-clicking - often prevented to create custom menus</a:t>
            </a:r>
          </a:p>
        </p:txBody>
      </p:sp>
      <p:sp>
        <p:nvSpPr>
          <p:cNvPr id="8" name="Content Placeholder 7">
            <a:extLst>
              <a:ext uri="{FF2B5EF4-FFF2-40B4-BE49-F238E27FC236}">
                <a16:creationId xmlns:a16="http://schemas.microsoft.com/office/drawing/2014/main" id="{8A9253B4-E1D0-F0BB-6F26-61C32F2DAF36}"/>
              </a:ext>
            </a:extLst>
          </p:cNvPr>
          <p:cNvSpPr>
            <a:spLocks noGrp="1"/>
          </p:cNvSpPr>
          <p:nvPr>
            <p:ph sz="quarter" idx="16"/>
          </p:nvPr>
        </p:nvSpPr>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b="1" dirty="0">
              <a:solidFill>
                <a:srgbClr val="FF9933"/>
              </a:solidFill>
            </a:endParaRPr>
          </a:p>
          <a:p>
            <a:pPr marL="0" indent="0">
              <a:buNone/>
            </a:pPr>
            <a:endParaRPr lang="en-US" dirty="0"/>
          </a:p>
        </p:txBody>
      </p:sp>
      <p:sp>
        <p:nvSpPr>
          <p:cNvPr id="9" name="Content Placeholder 8">
            <a:extLst>
              <a:ext uri="{FF2B5EF4-FFF2-40B4-BE49-F238E27FC236}">
                <a16:creationId xmlns:a16="http://schemas.microsoft.com/office/drawing/2014/main" id="{2F439FAE-E163-7C4D-D9BF-3EA77A196C53}"/>
              </a:ext>
            </a:extLst>
          </p:cNvPr>
          <p:cNvSpPr>
            <a:spLocks noGrp="1"/>
          </p:cNvSpPr>
          <p:nvPr>
            <p:ph sz="quarter" idx="17"/>
          </p:nvPr>
        </p:nvSpPr>
        <p:spPr/>
        <p:txBody>
          <a:bodyPr>
            <a:normAutofit fontScale="55000" lnSpcReduction="20000"/>
          </a:bodyPr>
          <a:lstStyle/>
          <a:p>
            <a:pPr marL="0" indent="0">
              <a:buNone/>
            </a:pPr>
            <a:r>
              <a:rPr lang="en-US" dirty="0"/>
              <a:t>X and Y coordinates where context menu was triggered</a:t>
            </a:r>
          </a:p>
        </p:txBody>
      </p:sp>
      <p:sp>
        <p:nvSpPr>
          <p:cNvPr id="10" name="Content Placeholder 9">
            <a:extLst>
              <a:ext uri="{FF2B5EF4-FFF2-40B4-BE49-F238E27FC236}">
                <a16:creationId xmlns:a16="http://schemas.microsoft.com/office/drawing/2014/main" id="{1CF5721D-3D13-9B7A-7C10-E6E3CF0DECEC}"/>
              </a:ext>
            </a:extLst>
          </p:cNvPr>
          <p:cNvSpPr>
            <a:spLocks noGrp="1"/>
          </p:cNvSpPr>
          <p:nvPr>
            <p:ph sz="quarter" idx="18"/>
          </p:nvPr>
        </p:nvSpPr>
        <p:spPr/>
        <p:txBody>
          <a:bodyPr>
            <a:normAutofit fontScale="55000" lnSpcReduction="20000"/>
          </a:bodyPr>
          <a:lstStyle/>
          <a:p>
            <a:pPr marL="0" indent="0">
              <a:buNone/>
            </a:pPr>
            <a:r>
              <a:rPr lang="en-US" b="1" dirty="0">
                <a:solidFill>
                  <a:srgbClr val="FF9933"/>
                </a:solidFill>
              </a:rPr>
              <a:t>target</a:t>
            </a:r>
            <a:endParaRPr lang="en-US" dirty="0"/>
          </a:p>
        </p:txBody>
      </p:sp>
      <p:sp>
        <p:nvSpPr>
          <p:cNvPr id="11" name="Content Placeholder 10">
            <a:extLst>
              <a:ext uri="{FF2B5EF4-FFF2-40B4-BE49-F238E27FC236}">
                <a16:creationId xmlns:a16="http://schemas.microsoft.com/office/drawing/2014/main" id="{BB6C85C3-2A26-C8F9-0A81-16A6E0F1FD51}"/>
              </a:ext>
            </a:extLst>
          </p:cNvPr>
          <p:cNvSpPr>
            <a:spLocks noGrp="1"/>
          </p:cNvSpPr>
          <p:nvPr>
            <p:ph sz="quarter" idx="19"/>
          </p:nvPr>
        </p:nvSpPr>
        <p:spPr/>
        <p:txBody>
          <a:bodyPr>
            <a:normAutofit fontScale="55000" lnSpcReduction="20000"/>
          </a:bodyPr>
          <a:lstStyle/>
          <a:p>
            <a:pPr marL="0" indent="0">
              <a:buNone/>
            </a:pPr>
            <a:r>
              <a:rPr lang="en-US" dirty="0"/>
              <a:t>The element that received the context menu request</a:t>
            </a:r>
          </a:p>
        </p:txBody>
      </p:sp>
      <p:sp>
        <p:nvSpPr>
          <p:cNvPr id="12" name="Content Placeholder 11">
            <a:extLst>
              <a:ext uri="{FF2B5EF4-FFF2-40B4-BE49-F238E27FC236}">
                <a16:creationId xmlns:a16="http://schemas.microsoft.com/office/drawing/2014/main" id="{160CBF15-A4AE-846C-F8D7-648E14700E93}"/>
              </a:ext>
            </a:extLst>
          </p:cNvPr>
          <p:cNvSpPr>
            <a:spLocks noGrp="1"/>
          </p:cNvSpPr>
          <p:nvPr>
            <p:ph sz="quarter" idx="20"/>
          </p:nvPr>
        </p:nvSpPr>
        <p:spPr/>
        <p:txBody>
          <a:bodyPr>
            <a:normAutofit fontScale="55000" lnSpcReduction="20000"/>
          </a:bodyPr>
          <a:lstStyle/>
          <a:p>
            <a:pPr marL="0" indent="0">
              <a:buNone/>
            </a:pPr>
            <a:r>
              <a:rPr lang="en-US" b="1" dirty="0" err="1">
                <a:solidFill>
                  <a:srgbClr val="FF9933"/>
                </a:solidFill>
              </a:rPr>
              <a:t>currentTarget</a:t>
            </a:r>
            <a:endParaRPr lang="en-US" dirty="0"/>
          </a:p>
        </p:txBody>
      </p:sp>
      <p:sp>
        <p:nvSpPr>
          <p:cNvPr id="13" name="Content Placeholder 12">
            <a:extLst>
              <a:ext uri="{FF2B5EF4-FFF2-40B4-BE49-F238E27FC236}">
                <a16:creationId xmlns:a16="http://schemas.microsoft.com/office/drawing/2014/main" id="{4D9C966B-B8FB-ED74-E4D6-C7AE3A5C6166}"/>
              </a:ext>
            </a:extLst>
          </p:cNvPr>
          <p:cNvSpPr>
            <a:spLocks noGrp="1"/>
          </p:cNvSpPr>
          <p:nvPr>
            <p:ph sz="quarter" idx="21"/>
          </p:nvPr>
        </p:nvSpPr>
        <p:spPr/>
        <p:txBody>
          <a:bodyPr>
            <a:normAutofit fontScale="55000" lnSpcReduction="20000"/>
          </a:bodyPr>
          <a:lstStyle/>
          <a:p>
            <a:pPr marL="0" indent="0">
              <a:buNone/>
            </a:pPr>
            <a:r>
              <a:rPr lang="en-US" dirty="0"/>
              <a:t>Element that the event listener is attached to</a:t>
            </a:r>
          </a:p>
        </p:txBody>
      </p:sp>
      <p:sp>
        <p:nvSpPr>
          <p:cNvPr id="14" name="Content Placeholder 13">
            <a:extLst>
              <a:ext uri="{FF2B5EF4-FFF2-40B4-BE49-F238E27FC236}">
                <a16:creationId xmlns:a16="http://schemas.microsoft.com/office/drawing/2014/main" id="{2FEE6035-E44C-0BB8-3330-1E7C6966EE8A}"/>
              </a:ext>
            </a:extLst>
          </p:cNvPr>
          <p:cNvSpPr>
            <a:spLocks noGrp="1"/>
          </p:cNvSpPr>
          <p:nvPr>
            <p:ph sz="quarter" idx="22"/>
          </p:nvPr>
        </p:nvSpPr>
        <p:spPr/>
        <p:txBody>
          <a:bodyPr>
            <a:normAutofit fontScale="55000" lnSpcReduction="20000"/>
          </a:bodyPr>
          <a:lstStyle/>
          <a:p>
            <a:pPr marL="0" indent="0">
              <a:buNone/>
            </a:pPr>
            <a:r>
              <a:rPr lang="en-US" b="1" dirty="0" err="1">
                <a:solidFill>
                  <a:srgbClr val="FF9933"/>
                </a:solidFill>
              </a:rPr>
              <a:t>timeStamp</a:t>
            </a:r>
            <a:endParaRPr lang="en-US" dirty="0"/>
          </a:p>
        </p:txBody>
      </p:sp>
      <p:sp>
        <p:nvSpPr>
          <p:cNvPr id="15" name="Content Placeholder 14">
            <a:extLst>
              <a:ext uri="{FF2B5EF4-FFF2-40B4-BE49-F238E27FC236}">
                <a16:creationId xmlns:a16="http://schemas.microsoft.com/office/drawing/2014/main" id="{A4B92577-D7A5-88F9-9D06-9A54C1121EF7}"/>
              </a:ext>
            </a:extLst>
          </p:cNvPr>
          <p:cNvSpPr>
            <a:spLocks noGrp="1"/>
          </p:cNvSpPr>
          <p:nvPr>
            <p:ph sz="quarter" idx="23"/>
          </p:nvPr>
        </p:nvSpPr>
        <p:spPr/>
        <p:txBody>
          <a:bodyPr>
            <a:normAutofit fontScale="55000" lnSpcReduction="20000"/>
          </a:bodyPr>
          <a:lstStyle/>
          <a:p>
            <a:pPr marL="0" indent="0">
              <a:buNone/>
            </a:pPr>
            <a:r>
              <a:rPr lang="en-US" dirty="0"/>
              <a:t>When the context menu trigger was detected</a:t>
            </a:r>
          </a:p>
        </p:txBody>
      </p:sp>
      <p:sp>
        <p:nvSpPr>
          <p:cNvPr id="16" name="Content Placeholder 15">
            <a:extLst>
              <a:ext uri="{FF2B5EF4-FFF2-40B4-BE49-F238E27FC236}">
                <a16:creationId xmlns:a16="http://schemas.microsoft.com/office/drawing/2014/main" id="{E2082575-7D5D-08AA-C27D-29A407E186FE}"/>
              </a:ext>
            </a:extLst>
          </p:cNvPr>
          <p:cNvSpPr>
            <a:spLocks noGrp="1"/>
          </p:cNvSpPr>
          <p:nvPr>
            <p:ph sz="quarter" idx="24"/>
          </p:nvPr>
        </p:nvSpPr>
        <p:spPr/>
        <p:txBody>
          <a:bodyPr>
            <a:normAutofit fontScale="55000" lnSpcReduction="20000"/>
          </a:bodyPr>
          <a:lstStyle/>
          <a:p>
            <a:pPr marL="0" indent="0">
              <a:buNone/>
            </a:pPr>
            <a:r>
              <a:rPr lang="en-US" b="1" dirty="0">
                <a:solidFill>
                  <a:srgbClr val="FF9933"/>
                </a:solidFill>
              </a:rPr>
              <a:t>button</a:t>
            </a:r>
            <a:endParaRPr lang="en-US" dirty="0"/>
          </a:p>
        </p:txBody>
      </p:sp>
      <p:sp>
        <p:nvSpPr>
          <p:cNvPr id="17" name="Content Placeholder 16">
            <a:extLst>
              <a:ext uri="{FF2B5EF4-FFF2-40B4-BE49-F238E27FC236}">
                <a16:creationId xmlns:a16="http://schemas.microsoft.com/office/drawing/2014/main" id="{804BD454-5A76-5ECB-0B4C-AED5DF555523}"/>
              </a:ext>
            </a:extLst>
          </p:cNvPr>
          <p:cNvSpPr>
            <a:spLocks noGrp="1"/>
          </p:cNvSpPr>
          <p:nvPr>
            <p:ph sz="quarter" idx="25"/>
          </p:nvPr>
        </p:nvSpPr>
        <p:spPr/>
        <p:txBody>
          <a:bodyPr>
            <a:normAutofit fontScale="40000" lnSpcReduction="20000"/>
          </a:bodyPr>
          <a:lstStyle/>
          <a:p>
            <a:pPr marL="0" indent="0">
              <a:buNone/>
            </a:pPr>
            <a:r>
              <a:rPr lang="en-US" dirty="0"/>
              <a:t>Which mouse button triggered the context menu (usually 2 for right-click)</a:t>
            </a:r>
          </a:p>
        </p:txBody>
      </p:sp>
      <p:sp>
        <p:nvSpPr>
          <p:cNvPr id="18" name="Speech Bubble: Rectangle 17">
            <a:extLst>
              <a:ext uri="{FF2B5EF4-FFF2-40B4-BE49-F238E27FC236}">
                <a16:creationId xmlns:a16="http://schemas.microsoft.com/office/drawing/2014/main" id="{F776BDFF-4526-BE0F-585C-0C8E7BCF53E5}"/>
              </a:ext>
            </a:extLst>
          </p:cNvPr>
          <p:cNvSpPr/>
          <p:nvPr/>
        </p:nvSpPr>
        <p:spPr>
          <a:xfrm>
            <a:off x="9734551" y="168742"/>
            <a:ext cx="2371726" cy="2488733"/>
          </a:xfrm>
          <a:prstGeom prst="wedgeRectCallout">
            <a:avLst>
              <a:gd name="adj1" fmla="val -91935"/>
              <a:gd name="adj2" fmla="val 10962"/>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400" b="1" u="sng" dirty="0" err="1">
                <a:latin typeface="Consolas" panose="020B0609020204030204" pitchFamily="49" charset="0"/>
              </a:rPr>
              <a:t>event.preventDefault</a:t>
            </a:r>
            <a:r>
              <a:rPr lang="en-US" sz="1400" b="1" u="sng" dirty="0">
                <a:latin typeface="Consolas" panose="020B0609020204030204" pitchFamily="49" charset="0"/>
              </a:rPr>
              <a:t>()</a:t>
            </a:r>
          </a:p>
          <a:p>
            <a:pPr algn="ctr"/>
            <a:endParaRPr lang="en-US" sz="1400" b="1" u="sng" dirty="0">
              <a:latin typeface="Consolas" panose="020B0609020204030204" pitchFamily="49" charset="0"/>
            </a:endParaRPr>
          </a:p>
          <a:p>
            <a:pPr algn="ctr"/>
            <a:r>
              <a:rPr lang="en-US" sz="1200" dirty="0">
                <a:latin typeface="Consolas" panose="020B0609020204030204" pitchFamily="49" charset="0"/>
              </a:rPr>
              <a:t>In </a:t>
            </a:r>
            <a:r>
              <a:rPr lang="en-US" sz="1200" b="1" dirty="0">
                <a:solidFill>
                  <a:srgbClr val="F0DB4F"/>
                </a:solidFill>
                <a:latin typeface="Consolas" panose="020B0609020204030204" pitchFamily="49" charset="0"/>
              </a:rPr>
              <a:t>JavaScript</a:t>
            </a:r>
            <a:r>
              <a:rPr lang="en-US" sz="1200" dirty="0">
                <a:latin typeface="Consolas" panose="020B0609020204030204" pitchFamily="49" charset="0"/>
              </a:rPr>
              <a:t>, some events also are accompanied by behaviors that affect the appearance or conduct of the web browser itself.</a:t>
            </a:r>
          </a:p>
          <a:p>
            <a:pPr algn="ctr"/>
            <a:endParaRPr lang="en-US" sz="1200" dirty="0">
              <a:latin typeface="Consolas" panose="020B0609020204030204" pitchFamily="49" charset="0"/>
            </a:endParaRPr>
          </a:p>
          <a:p>
            <a:pPr algn="ctr"/>
            <a:r>
              <a:rPr lang="en-US" sz="1200" dirty="0">
                <a:latin typeface="Consolas" panose="020B0609020204030204" pitchFamily="49" charset="0"/>
              </a:rPr>
              <a:t>`</a:t>
            </a:r>
            <a:r>
              <a:rPr lang="en-US" sz="1200" b="1" dirty="0" err="1">
                <a:latin typeface="Consolas" panose="020B0609020204030204" pitchFamily="49" charset="0"/>
              </a:rPr>
              <a:t>contextmenu</a:t>
            </a:r>
            <a:r>
              <a:rPr lang="en-US" sz="1200" dirty="0">
                <a:latin typeface="Consolas" panose="020B0609020204030204" pitchFamily="49" charset="0"/>
              </a:rPr>
              <a:t>` usually opens a browser dialog. You can prevent this with a listener that does </a:t>
            </a:r>
            <a:r>
              <a:rPr lang="en-US" sz="1200" b="1" dirty="0" err="1">
                <a:latin typeface="Consolas" panose="020B0609020204030204" pitchFamily="49" charset="0"/>
              </a:rPr>
              <a:t>event.preventDefault</a:t>
            </a:r>
            <a:r>
              <a:rPr lang="en-US" sz="1200" b="1" dirty="0">
                <a:latin typeface="Consolas" panose="020B0609020204030204" pitchFamily="49" charset="0"/>
              </a:rPr>
              <a:t>()</a:t>
            </a:r>
          </a:p>
        </p:txBody>
      </p:sp>
    </p:spTree>
    <p:extLst>
      <p:ext uri="{BB962C8B-B14F-4D97-AF65-F5344CB8AC3E}">
        <p14:creationId xmlns:p14="http://schemas.microsoft.com/office/powerpoint/2010/main" val="99459259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4B3AC4-1046-0C1F-3970-063B8EA1200A}"/>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EC2A55C-3DE6-19F9-F94B-189693399F33}"/>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47EEF349-6C38-1747-68A1-F691C8518B4B}"/>
              </a:ext>
            </a:extLst>
          </p:cNvPr>
          <p:cNvSpPr>
            <a:spLocks noGrp="1"/>
          </p:cNvSpPr>
          <p:nvPr>
            <p:ph type="title"/>
          </p:nvPr>
        </p:nvSpPr>
        <p:spPr/>
        <p:txBody>
          <a:bodyPr/>
          <a:lstStyle/>
          <a:p>
            <a:r>
              <a:rPr lang="en-US" dirty="0"/>
              <a:t>The  </a:t>
            </a:r>
            <a:r>
              <a:rPr lang="en-US" b="0" dirty="0" err="1">
                <a:latin typeface="Consolas" panose="020B0609020204030204" pitchFamily="49" charset="0"/>
              </a:rPr>
              <a:t>mousewheel</a:t>
            </a:r>
            <a:r>
              <a:rPr lang="en-US" dirty="0"/>
              <a:t>  Event</a:t>
            </a:r>
          </a:p>
        </p:txBody>
      </p:sp>
      <p:sp>
        <p:nvSpPr>
          <p:cNvPr id="4" name="Content Placeholder 3">
            <a:extLst>
              <a:ext uri="{FF2B5EF4-FFF2-40B4-BE49-F238E27FC236}">
                <a16:creationId xmlns:a16="http://schemas.microsoft.com/office/drawing/2014/main" id="{F3ABD040-66F6-246D-DF90-B562C28D118A}"/>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mousewheel</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handleMouseWheel</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"Wheel delta Y: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deltaY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"Wheel delta X: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deltaX</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"Scroll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mousewheel</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handleMouseWheel</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6686864A-F9A4-3193-BD4D-791B9B31D779}"/>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A8C0635A-E01D-EC82-CB52-E3416F163BD0}"/>
              </a:ext>
            </a:extLst>
          </p:cNvPr>
          <p:cNvSpPr>
            <a:spLocks noGrp="1"/>
          </p:cNvSpPr>
          <p:nvPr>
            <p:ph sz="quarter" idx="14"/>
          </p:nvPr>
        </p:nvSpPr>
        <p:spPr/>
        <p:txBody>
          <a:bodyPr>
            <a:normAutofit fontScale="92500"/>
          </a:bodyPr>
          <a:lstStyle/>
          <a:p>
            <a:pPr marL="0" indent="0">
              <a:buNone/>
            </a:pPr>
            <a:r>
              <a:rPr lang="en-US" b="1" dirty="0" err="1">
                <a:solidFill>
                  <a:schemeClr val="accent2">
                    <a:lumMod val="60000"/>
                    <a:lumOff val="40000"/>
                  </a:schemeClr>
                </a:solidFill>
              </a:rPr>
              <a:t>mousewheel</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1B9BD6BC-4D17-BD9B-019F-7BB459C78224}"/>
              </a:ext>
            </a:extLst>
          </p:cNvPr>
          <p:cNvSpPr>
            <a:spLocks noGrp="1"/>
          </p:cNvSpPr>
          <p:nvPr>
            <p:ph sz="quarter" idx="15"/>
          </p:nvPr>
        </p:nvSpPr>
        <p:spPr/>
        <p:txBody>
          <a:bodyPr>
            <a:normAutofit fontScale="47500" lnSpcReduction="20000"/>
          </a:bodyPr>
          <a:lstStyle/>
          <a:p>
            <a:pPr marL="0" indent="0">
              <a:buNone/>
            </a:pPr>
            <a:r>
              <a:rPr lang="en-US" dirty="0"/>
              <a:t>Fired when the user scrolls with the mouse wheel - essential for custom scrolling and zooming behaviors. </a:t>
            </a:r>
            <a:r>
              <a:rPr lang="en-US" b="1" u="sng" dirty="0"/>
              <a:t>Obsolete</a:t>
            </a:r>
            <a:r>
              <a:rPr lang="en-US" dirty="0"/>
              <a:t>.</a:t>
            </a:r>
          </a:p>
        </p:txBody>
      </p:sp>
      <p:sp>
        <p:nvSpPr>
          <p:cNvPr id="8" name="Content Placeholder 7">
            <a:extLst>
              <a:ext uri="{FF2B5EF4-FFF2-40B4-BE49-F238E27FC236}">
                <a16:creationId xmlns:a16="http://schemas.microsoft.com/office/drawing/2014/main" id="{394DD56D-B43F-25F3-DEA0-89CAE236E5FC}"/>
              </a:ext>
            </a:extLst>
          </p:cNvPr>
          <p:cNvSpPr>
            <a:spLocks noGrp="1"/>
          </p:cNvSpPr>
          <p:nvPr>
            <p:ph sz="quarter" idx="16"/>
          </p:nvPr>
        </p:nvSpPr>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b="1" dirty="0">
              <a:solidFill>
                <a:srgbClr val="FF9933"/>
              </a:solidFill>
            </a:endParaRPr>
          </a:p>
          <a:p>
            <a:pPr marL="0" indent="0">
              <a:buNone/>
            </a:pPr>
            <a:endParaRPr lang="en-US" dirty="0"/>
          </a:p>
        </p:txBody>
      </p:sp>
      <p:sp>
        <p:nvSpPr>
          <p:cNvPr id="9" name="Content Placeholder 8">
            <a:extLst>
              <a:ext uri="{FF2B5EF4-FFF2-40B4-BE49-F238E27FC236}">
                <a16:creationId xmlns:a16="http://schemas.microsoft.com/office/drawing/2014/main" id="{EAE52CF3-8EAA-8A92-D193-E51D3A424B98}"/>
              </a:ext>
            </a:extLst>
          </p:cNvPr>
          <p:cNvSpPr>
            <a:spLocks noGrp="1"/>
          </p:cNvSpPr>
          <p:nvPr>
            <p:ph sz="quarter" idx="17"/>
          </p:nvPr>
        </p:nvSpPr>
        <p:spPr/>
        <p:txBody>
          <a:bodyPr>
            <a:normAutofit fontScale="55000" lnSpcReduction="20000"/>
          </a:bodyPr>
          <a:lstStyle/>
          <a:p>
            <a:pPr marL="0" indent="0">
              <a:buNone/>
            </a:pPr>
            <a:r>
              <a:rPr lang="en-US" dirty="0"/>
              <a:t>X and Y coordinates where the wheel scroll occurred</a:t>
            </a:r>
          </a:p>
        </p:txBody>
      </p:sp>
      <p:sp>
        <p:nvSpPr>
          <p:cNvPr id="10" name="Content Placeholder 9">
            <a:extLst>
              <a:ext uri="{FF2B5EF4-FFF2-40B4-BE49-F238E27FC236}">
                <a16:creationId xmlns:a16="http://schemas.microsoft.com/office/drawing/2014/main" id="{DEB4F6FA-BFD8-B418-8F2C-852FC9D67B18}"/>
              </a:ext>
            </a:extLst>
          </p:cNvPr>
          <p:cNvSpPr>
            <a:spLocks noGrp="1"/>
          </p:cNvSpPr>
          <p:nvPr>
            <p:ph sz="quarter" idx="18"/>
          </p:nvPr>
        </p:nvSpPr>
        <p:spPr/>
        <p:txBody>
          <a:bodyPr>
            <a:normAutofit fontScale="55000" lnSpcReduction="20000"/>
          </a:bodyPr>
          <a:lstStyle/>
          <a:p>
            <a:pPr marL="0" indent="0">
              <a:buNone/>
            </a:pPr>
            <a:r>
              <a:rPr lang="en-US" b="1" dirty="0">
                <a:solidFill>
                  <a:srgbClr val="FF9933"/>
                </a:solidFill>
              </a:rPr>
              <a:t>target</a:t>
            </a:r>
            <a:endParaRPr lang="en-US" dirty="0"/>
          </a:p>
        </p:txBody>
      </p:sp>
      <p:sp>
        <p:nvSpPr>
          <p:cNvPr id="11" name="Content Placeholder 10">
            <a:extLst>
              <a:ext uri="{FF2B5EF4-FFF2-40B4-BE49-F238E27FC236}">
                <a16:creationId xmlns:a16="http://schemas.microsoft.com/office/drawing/2014/main" id="{6C15155D-CFF1-D1FB-F90B-C886219CF8E2}"/>
              </a:ext>
            </a:extLst>
          </p:cNvPr>
          <p:cNvSpPr>
            <a:spLocks noGrp="1"/>
          </p:cNvSpPr>
          <p:nvPr>
            <p:ph sz="quarter" idx="19"/>
          </p:nvPr>
        </p:nvSpPr>
        <p:spPr/>
        <p:txBody>
          <a:bodyPr>
            <a:normAutofit fontScale="55000" lnSpcReduction="20000"/>
          </a:bodyPr>
          <a:lstStyle/>
          <a:p>
            <a:pPr marL="0" indent="0">
              <a:buNone/>
            </a:pPr>
            <a:r>
              <a:rPr lang="en-US" dirty="0"/>
              <a:t>The element being scrolled over</a:t>
            </a:r>
          </a:p>
        </p:txBody>
      </p:sp>
      <p:sp>
        <p:nvSpPr>
          <p:cNvPr id="12" name="Content Placeholder 11">
            <a:extLst>
              <a:ext uri="{FF2B5EF4-FFF2-40B4-BE49-F238E27FC236}">
                <a16:creationId xmlns:a16="http://schemas.microsoft.com/office/drawing/2014/main" id="{38E3CB77-822A-EAB7-43DD-5675EBD3E25D}"/>
              </a:ext>
            </a:extLst>
          </p:cNvPr>
          <p:cNvSpPr>
            <a:spLocks noGrp="1"/>
          </p:cNvSpPr>
          <p:nvPr>
            <p:ph sz="quarter" idx="20"/>
          </p:nvPr>
        </p:nvSpPr>
        <p:spPr/>
        <p:txBody>
          <a:bodyPr>
            <a:normAutofit fontScale="55000" lnSpcReduction="20000"/>
          </a:bodyPr>
          <a:lstStyle/>
          <a:p>
            <a:pPr marL="0" indent="0">
              <a:buNone/>
            </a:pPr>
            <a:r>
              <a:rPr lang="en-US" b="1" dirty="0" err="1">
                <a:solidFill>
                  <a:srgbClr val="FF9933"/>
                </a:solidFill>
              </a:rPr>
              <a:t>currentTarget</a:t>
            </a:r>
            <a:endParaRPr lang="en-US" dirty="0"/>
          </a:p>
        </p:txBody>
      </p:sp>
      <p:sp>
        <p:nvSpPr>
          <p:cNvPr id="13" name="Content Placeholder 12">
            <a:extLst>
              <a:ext uri="{FF2B5EF4-FFF2-40B4-BE49-F238E27FC236}">
                <a16:creationId xmlns:a16="http://schemas.microsoft.com/office/drawing/2014/main" id="{9FCDD8CF-4F3B-A2E0-B23F-1D8DE2F03749}"/>
              </a:ext>
            </a:extLst>
          </p:cNvPr>
          <p:cNvSpPr>
            <a:spLocks noGrp="1"/>
          </p:cNvSpPr>
          <p:nvPr>
            <p:ph sz="quarter" idx="21"/>
          </p:nvPr>
        </p:nvSpPr>
        <p:spPr/>
        <p:txBody>
          <a:bodyPr>
            <a:normAutofit fontScale="55000" lnSpcReduction="20000"/>
          </a:bodyPr>
          <a:lstStyle/>
          <a:p>
            <a:pPr marL="0" indent="0">
              <a:buNone/>
            </a:pPr>
            <a:r>
              <a:rPr lang="en-US" dirty="0"/>
              <a:t>Element that the event listener is attached to</a:t>
            </a:r>
          </a:p>
        </p:txBody>
      </p:sp>
      <p:sp>
        <p:nvSpPr>
          <p:cNvPr id="14" name="Content Placeholder 13">
            <a:extLst>
              <a:ext uri="{FF2B5EF4-FFF2-40B4-BE49-F238E27FC236}">
                <a16:creationId xmlns:a16="http://schemas.microsoft.com/office/drawing/2014/main" id="{5391198B-5429-6112-82B9-1736A7F4F8E2}"/>
              </a:ext>
            </a:extLst>
          </p:cNvPr>
          <p:cNvSpPr>
            <a:spLocks noGrp="1"/>
          </p:cNvSpPr>
          <p:nvPr>
            <p:ph sz="quarter" idx="22"/>
          </p:nvPr>
        </p:nvSpPr>
        <p:spPr/>
        <p:txBody>
          <a:bodyPr>
            <a:normAutofit fontScale="55000" lnSpcReduction="20000"/>
          </a:bodyPr>
          <a:lstStyle/>
          <a:p>
            <a:pPr marL="0" indent="0">
              <a:buNone/>
            </a:pPr>
            <a:r>
              <a:rPr lang="en-US" b="1" dirty="0" err="1">
                <a:solidFill>
                  <a:srgbClr val="FF9933"/>
                </a:solidFill>
              </a:rPr>
              <a:t>timeStamp</a:t>
            </a:r>
            <a:endParaRPr lang="en-US" dirty="0"/>
          </a:p>
        </p:txBody>
      </p:sp>
      <p:sp>
        <p:nvSpPr>
          <p:cNvPr id="15" name="Content Placeholder 14">
            <a:extLst>
              <a:ext uri="{FF2B5EF4-FFF2-40B4-BE49-F238E27FC236}">
                <a16:creationId xmlns:a16="http://schemas.microsoft.com/office/drawing/2014/main" id="{05CBE93C-DA81-67DE-99C6-57725208E150}"/>
              </a:ext>
            </a:extLst>
          </p:cNvPr>
          <p:cNvSpPr>
            <a:spLocks noGrp="1"/>
          </p:cNvSpPr>
          <p:nvPr>
            <p:ph sz="quarter" idx="23"/>
          </p:nvPr>
        </p:nvSpPr>
        <p:spPr/>
        <p:txBody>
          <a:bodyPr>
            <a:normAutofit fontScale="55000" lnSpcReduction="20000"/>
          </a:bodyPr>
          <a:lstStyle/>
          <a:p>
            <a:pPr marL="0" indent="0">
              <a:buNone/>
            </a:pPr>
            <a:r>
              <a:rPr lang="en-US" dirty="0"/>
              <a:t>When the wheel scroll was detected</a:t>
            </a:r>
          </a:p>
        </p:txBody>
      </p:sp>
      <p:sp>
        <p:nvSpPr>
          <p:cNvPr id="16" name="Content Placeholder 15">
            <a:extLst>
              <a:ext uri="{FF2B5EF4-FFF2-40B4-BE49-F238E27FC236}">
                <a16:creationId xmlns:a16="http://schemas.microsoft.com/office/drawing/2014/main" id="{60878B30-581C-88AF-750C-40F835B5C598}"/>
              </a:ext>
            </a:extLst>
          </p:cNvPr>
          <p:cNvSpPr>
            <a:spLocks noGrp="1"/>
          </p:cNvSpPr>
          <p:nvPr>
            <p:ph sz="quarter" idx="24"/>
          </p:nvPr>
        </p:nvSpPr>
        <p:spPr/>
        <p:txBody>
          <a:bodyPr>
            <a:normAutofit fontScale="55000" lnSpcReduction="20000"/>
          </a:bodyPr>
          <a:lstStyle/>
          <a:p>
            <a:pPr marL="0" indent="0">
              <a:buNone/>
            </a:pPr>
            <a:r>
              <a:rPr lang="en-US" b="1" dirty="0" err="1">
                <a:solidFill>
                  <a:srgbClr val="FF9933"/>
                </a:solidFill>
              </a:rPr>
              <a:t>deltaY</a:t>
            </a:r>
            <a:r>
              <a:rPr lang="en-US" b="1" dirty="0">
                <a:solidFill>
                  <a:schemeClr val="bg1"/>
                </a:solidFill>
              </a:rPr>
              <a:t>/</a:t>
            </a:r>
            <a:r>
              <a:rPr lang="en-US" b="1" dirty="0" err="1">
                <a:solidFill>
                  <a:srgbClr val="FF9933"/>
                </a:solidFill>
              </a:rPr>
              <a:t>deltaX</a:t>
            </a:r>
            <a:endParaRPr lang="en-US" dirty="0">
              <a:solidFill>
                <a:schemeClr val="bg1"/>
              </a:solidFill>
            </a:endParaRPr>
          </a:p>
        </p:txBody>
      </p:sp>
      <p:sp>
        <p:nvSpPr>
          <p:cNvPr id="17" name="Content Placeholder 16">
            <a:extLst>
              <a:ext uri="{FF2B5EF4-FFF2-40B4-BE49-F238E27FC236}">
                <a16:creationId xmlns:a16="http://schemas.microsoft.com/office/drawing/2014/main" id="{6FCD0034-4AD8-B166-2E2B-54034B748DAC}"/>
              </a:ext>
            </a:extLst>
          </p:cNvPr>
          <p:cNvSpPr>
            <a:spLocks noGrp="1"/>
          </p:cNvSpPr>
          <p:nvPr>
            <p:ph sz="quarter" idx="25"/>
          </p:nvPr>
        </p:nvSpPr>
        <p:spPr/>
        <p:txBody>
          <a:bodyPr>
            <a:normAutofit fontScale="55000" lnSpcReduction="20000"/>
          </a:bodyPr>
          <a:lstStyle/>
          <a:p>
            <a:pPr marL="0" indent="0">
              <a:buNone/>
            </a:pPr>
            <a:r>
              <a:rPr lang="en-US" dirty="0"/>
              <a:t>Scroll amount in vertical and horizontal directions</a:t>
            </a:r>
          </a:p>
        </p:txBody>
      </p:sp>
    </p:spTree>
    <p:extLst>
      <p:ext uri="{BB962C8B-B14F-4D97-AF65-F5344CB8AC3E}">
        <p14:creationId xmlns:p14="http://schemas.microsoft.com/office/powerpoint/2010/main" val="394937150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3085E8-17C8-3929-8511-6B54DE1FECF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A4AA416F-58CD-FDFD-DC3A-BC02116A0ADF}"/>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1D69C765-68AE-E0E0-37DB-30F500CE5701}"/>
              </a:ext>
            </a:extLst>
          </p:cNvPr>
          <p:cNvSpPr>
            <a:spLocks noGrp="1"/>
          </p:cNvSpPr>
          <p:nvPr>
            <p:ph type="title"/>
          </p:nvPr>
        </p:nvSpPr>
        <p:spPr>
          <a:xfrm>
            <a:off x="860029" y="197648"/>
            <a:ext cx="9049543" cy="977835"/>
          </a:xfrm>
        </p:spPr>
        <p:txBody>
          <a:bodyPr/>
          <a:lstStyle/>
          <a:p>
            <a:r>
              <a:rPr lang="en-US" dirty="0"/>
              <a:t>The  </a:t>
            </a:r>
            <a:r>
              <a:rPr lang="en-US" b="0" dirty="0" err="1">
                <a:latin typeface="Consolas" panose="020B0609020204030204" pitchFamily="49" charset="0"/>
              </a:rPr>
              <a:t>DOMMouseScroll</a:t>
            </a:r>
            <a:r>
              <a:rPr lang="en-US" dirty="0"/>
              <a:t>  Event</a:t>
            </a:r>
          </a:p>
        </p:txBody>
      </p:sp>
      <p:sp>
        <p:nvSpPr>
          <p:cNvPr id="4" name="Content Placeholder 3">
            <a:extLst>
              <a:ext uri="{FF2B5EF4-FFF2-40B4-BE49-F238E27FC236}">
                <a16:creationId xmlns:a16="http://schemas.microsoft.com/office/drawing/2014/main" id="{93C1EB58-1A0A-E5CD-F694-2F614EC06726}"/>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a:t>
            </a:r>
            <a:r>
              <a:rPr lang="en-US" sz="1400" dirty="0" err="1">
                <a:solidFill>
                  <a:srgbClr val="7F9F7F"/>
                </a:solidFill>
                <a:highlight>
                  <a:srgbClr val="3F3F3F"/>
                </a:highlight>
              </a:rPr>
              <a:t>DOMMouseScroll</a:t>
            </a:r>
            <a:r>
              <a:rPr lang="en-US" sz="1400" dirty="0">
                <a:solidFill>
                  <a:srgbClr val="7F9F7F"/>
                </a:solidFill>
                <a:highlight>
                  <a:srgbClr val="3F3F3F"/>
                </a:highlight>
              </a:rPr>
              <a:t>'</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handleDOMMouseScroll</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"Scroll detail: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detail</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"Scroll axis: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axis</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"Legacy Firefox scroll detected!"</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a:t>
            </a:r>
            <a:r>
              <a:rPr lang="en-US" sz="1400" b="0" dirty="0" err="1">
                <a:solidFill>
                  <a:srgbClr val="DCA3A3"/>
                </a:solidFill>
                <a:highlight>
                  <a:srgbClr val="3F3F3F"/>
                </a:highlight>
              </a:rPr>
              <a:t>DOMMouseScroll</a:t>
            </a:r>
            <a:r>
              <a:rPr lang="en-US" sz="1400" b="0" dirty="0">
                <a:solidFill>
                  <a:srgbClr val="DCA3A3"/>
                </a:solidFill>
                <a:highlight>
                  <a:srgbClr val="3F3F3F"/>
                </a:highlight>
              </a:rPr>
              <a: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handleDOMMouseScroll</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0B6EA3CA-F684-6B2B-E981-8771D78D63AC}"/>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5F69D387-E191-49AF-C90F-32580B0505C7}"/>
              </a:ext>
            </a:extLst>
          </p:cNvPr>
          <p:cNvSpPr>
            <a:spLocks noGrp="1"/>
          </p:cNvSpPr>
          <p:nvPr>
            <p:ph sz="quarter" idx="14"/>
          </p:nvPr>
        </p:nvSpPr>
        <p:spPr>
          <a:xfrm flipH="1">
            <a:off x="987029" y="1336846"/>
            <a:ext cx="2464302" cy="546235"/>
          </a:xfrm>
        </p:spPr>
        <p:txBody>
          <a:bodyPr>
            <a:normAutofit fontScale="77500" lnSpcReduction="20000"/>
          </a:bodyPr>
          <a:lstStyle/>
          <a:p>
            <a:pPr marL="0" indent="0">
              <a:buNone/>
            </a:pPr>
            <a:r>
              <a:rPr lang="en-US" b="1" dirty="0" err="1">
                <a:solidFill>
                  <a:schemeClr val="accent2">
                    <a:lumMod val="60000"/>
                    <a:lumOff val="40000"/>
                  </a:schemeClr>
                </a:solidFill>
              </a:rPr>
              <a:t>DOMMouseScroll</a:t>
            </a:r>
            <a:endParaRPr lang="en-US" b="1" dirty="0">
              <a:solidFill>
                <a:schemeClr val="accent2">
                  <a:lumMod val="60000"/>
                  <a:lumOff val="40000"/>
                </a:schemeClr>
              </a:solidFill>
            </a:endParaRPr>
          </a:p>
        </p:txBody>
      </p:sp>
      <p:sp>
        <p:nvSpPr>
          <p:cNvPr id="7" name="Content Placeholder 6">
            <a:extLst>
              <a:ext uri="{FF2B5EF4-FFF2-40B4-BE49-F238E27FC236}">
                <a16:creationId xmlns:a16="http://schemas.microsoft.com/office/drawing/2014/main" id="{9690EF0B-D5BD-BFEB-088C-67547E210D75}"/>
              </a:ext>
            </a:extLst>
          </p:cNvPr>
          <p:cNvSpPr>
            <a:spLocks noGrp="1"/>
          </p:cNvSpPr>
          <p:nvPr>
            <p:ph sz="quarter" idx="15"/>
          </p:nvPr>
        </p:nvSpPr>
        <p:spPr>
          <a:xfrm flipH="1">
            <a:off x="3794125" y="1336845"/>
            <a:ext cx="5801518" cy="546235"/>
          </a:xfrm>
        </p:spPr>
        <p:txBody>
          <a:bodyPr>
            <a:normAutofit fontScale="55000" lnSpcReduction="20000"/>
          </a:bodyPr>
          <a:lstStyle/>
          <a:p>
            <a:pPr marL="0" indent="0">
              <a:buNone/>
            </a:pPr>
            <a:r>
              <a:rPr lang="en-US" dirty="0"/>
              <a:t>Firefox's </a:t>
            </a:r>
            <a:r>
              <a:rPr lang="en-US" b="1" u="sng" dirty="0"/>
              <a:t>legacy</a:t>
            </a:r>
            <a:r>
              <a:rPr lang="en-US" b="1" dirty="0"/>
              <a:t> mouse wheel event </a:t>
            </a:r>
            <a:r>
              <a:rPr lang="en-US" dirty="0"/>
              <a:t>- still used for cross-browser compatibility in older web applications</a:t>
            </a:r>
          </a:p>
        </p:txBody>
      </p:sp>
      <p:sp>
        <p:nvSpPr>
          <p:cNvPr id="8" name="Content Placeholder 7">
            <a:extLst>
              <a:ext uri="{FF2B5EF4-FFF2-40B4-BE49-F238E27FC236}">
                <a16:creationId xmlns:a16="http://schemas.microsoft.com/office/drawing/2014/main" id="{0D989624-DF66-3A11-1E98-4FFD7B575EBA}"/>
              </a:ext>
            </a:extLst>
          </p:cNvPr>
          <p:cNvSpPr>
            <a:spLocks noGrp="1"/>
          </p:cNvSpPr>
          <p:nvPr>
            <p:ph sz="quarter" idx="16"/>
          </p:nvPr>
        </p:nvSpPr>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b="1" dirty="0">
              <a:solidFill>
                <a:srgbClr val="FF9933"/>
              </a:solidFill>
            </a:endParaRPr>
          </a:p>
          <a:p>
            <a:pPr marL="0" indent="0">
              <a:buNone/>
            </a:pPr>
            <a:endParaRPr lang="en-US" dirty="0"/>
          </a:p>
        </p:txBody>
      </p:sp>
      <p:sp>
        <p:nvSpPr>
          <p:cNvPr id="9" name="Content Placeholder 8">
            <a:extLst>
              <a:ext uri="{FF2B5EF4-FFF2-40B4-BE49-F238E27FC236}">
                <a16:creationId xmlns:a16="http://schemas.microsoft.com/office/drawing/2014/main" id="{617C47D4-D4B6-37BC-13CE-94FB5B157916}"/>
              </a:ext>
            </a:extLst>
          </p:cNvPr>
          <p:cNvSpPr>
            <a:spLocks noGrp="1"/>
          </p:cNvSpPr>
          <p:nvPr>
            <p:ph sz="quarter" idx="17"/>
          </p:nvPr>
        </p:nvSpPr>
        <p:spPr/>
        <p:txBody>
          <a:bodyPr>
            <a:normAutofit fontScale="55000" lnSpcReduction="20000"/>
          </a:bodyPr>
          <a:lstStyle/>
          <a:p>
            <a:pPr marL="0" indent="0">
              <a:buNone/>
            </a:pPr>
            <a:r>
              <a:rPr lang="en-US" dirty="0"/>
              <a:t>X and Y coordinates where the wheel scroll occurred</a:t>
            </a:r>
          </a:p>
        </p:txBody>
      </p:sp>
      <p:sp>
        <p:nvSpPr>
          <p:cNvPr id="10" name="Content Placeholder 9">
            <a:extLst>
              <a:ext uri="{FF2B5EF4-FFF2-40B4-BE49-F238E27FC236}">
                <a16:creationId xmlns:a16="http://schemas.microsoft.com/office/drawing/2014/main" id="{D6C3F61B-F1C6-6AC4-30CA-8736C095EC69}"/>
              </a:ext>
            </a:extLst>
          </p:cNvPr>
          <p:cNvSpPr>
            <a:spLocks noGrp="1"/>
          </p:cNvSpPr>
          <p:nvPr>
            <p:ph sz="quarter" idx="18"/>
          </p:nvPr>
        </p:nvSpPr>
        <p:spPr/>
        <p:txBody>
          <a:bodyPr>
            <a:normAutofit fontScale="55000" lnSpcReduction="20000"/>
          </a:bodyPr>
          <a:lstStyle/>
          <a:p>
            <a:pPr marL="0" indent="0">
              <a:buNone/>
            </a:pPr>
            <a:r>
              <a:rPr lang="en-US" b="1" dirty="0">
                <a:solidFill>
                  <a:srgbClr val="FF9933"/>
                </a:solidFill>
              </a:rPr>
              <a:t>target</a:t>
            </a:r>
            <a:endParaRPr lang="en-US" dirty="0"/>
          </a:p>
        </p:txBody>
      </p:sp>
      <p:sp>
        <p:nvSpPr>
          <p:cNvPr id="11" name="Content Placeholder 10">
            <a:extLst>
              <a:ext uri="{FF2B5EF4-FFF2-40B4-BE49-F238E27FC236}">
                <a16:creationId xmlns:a16="http://schemas.microsoft.com/office/drawing/2014/main" id="{D0EA7D84-2DA3-1D72-6472-240B63B6E53D}"/>
              </a:ext>
            </a:extLst>
          </p:cNvPr>
          <p:cNvSpPr>
            <a:spLocks noGrp="1"/>
          </p:cNvSpPr>
          <p:nvPr>
            <p:ph sz="quarter" idx="19"/>
          </p:nvPr>
        </p:nvSpPr>
        <p:spPr/>
        <p:txBody>
          <a:bodyPr>
            <a:normAutofit fontScale="55000" lnSpcReduction="20000"/>
          </a:bodyPr>
          <a:lstStyle/>
          <a:p>
            <a:pPr marL="0" indent="0">
              <a:buNone/>
            </a:pPr>
            <a:r>
              <a:rPr lang="en-US" dirty="0"/>
              <a:t>The element being scrolled over</a:t>
            </a:r>
          </a:p>
        </p:txBody>
      </p:sp>
      <p:sp>
        <p:nvSpPr>
          <p:cNvPr id="12" name="Content Placeholder 11">
            <a:extLst>
              <a:ext uri="{FF2B5EF4-FFF2-40B4-BE49-F238E27FC236}">
                <a16:creationId xmlns:a16="http://schemas.microsoft.com/office/drawing/2014/main" id="{6EE63C96-329A-1A87-B97E-F1B3E6C0AAA9}"/>
              </a:ext>
            </a:extLst>
          </p:cNvPr>
          <p:cNvSpPr>
            <a:spLocks noGrp="1"/>
          </p:cNvSpPr>
          <p:nvPr>
            <p:ph sz="quarter" idx="20"/>
          </p:nvPr>
        </p:nvSpPr>
        <p:spPr/>
        <p:txBody>
          <a:bodyPr>
            <a:normAutofit fontScale="55000" lnSpcReduction="20000"/>
          </a:bodyPr>
          <a:lstStyle/>
          <a:p>
            <a:pPr marL="0" indent="0">
              <a:buNone/>
            </a:pPr>
            <a:r>
              <a:rPr lang="en-US" b="1" dirty="0" err="1">
                <a:solidFill>
                  <a:srgbClr val="FF9933"/>
                </a:solidFill>
              </a:rPr>
              <a:t>currentTarget</a:t>
            </a:r>
            <a:endParaRPr lang="en-US" dirty="0"/>
          </a:p>
        </p:txBody>
      </p:sp>
      <p:sp>
        <p:nvSpPr>
          <p:cNvPr id="13" name="Content Placeholder 12">
            <a:extLst>
              <a:ext uri="{FF2B5EF4-FFF2-40B4-BE49-F238E27FC236}">
                <a16:creationId xmlns:a16="http://schemas.microsoft.com/office/drawing/2014/main" id="{091DB898-D761-0655-BDBD-E5703BF7CE72}"/>
              </a:ext>
            </a:extLst>
          </p:cNvPr>
          <p:cNvSpPr>
            <a:spLocks noGrp="1"/>
          </p:cNvSpPr>
          <p:nvPr>
            <p:ph sz="quarter" idx="21"/>
          </p:nvPr>
        </p:nvSpPr>
        <p:spPr/>
        <p:txBody>
          <a:bodyPr>
            <a:normAutofit fontScale="55000" lnSpcReduction="20000"/>
          </a:bodyPr>
          <a:lstStyle/>
          <a:p>
            <a:pPr marL="0" indent="0">
              <a:buNone/>
            </a:pPr>
            <a:r>
              <a:rPr lang="en-US" dirty="0"/>
              <a:t>Element that the event listener is attached to</a:t>
            </a:r>
          </a:p>
        </p:txBody>
      </p:sp>
      <p:sp>
        <p:nvSpPr>
          <p:cNvPr id="14" name="Content Placeholder 13">
            <a:extLst>
              <a:ext uri="{FF2B5EF4-FFF2-40B4-BE49-F238E27FC236}">
                <a16:creationId xmlns:a16="http://schemas.microsoft.com/office/drawing/2014/main" id="{DD4B1D9A-1ABD-634A-DFA7-066D7EC5079D}"/>
              </a:ext>
            </a:extLst>
          </p:cNvPr>
          <p:cNvSpPr>
            <a:spLocks noGrp="1"/>
          </p:cNvSpPr>
          <p:nvPr>
            <p:ph sz="quarter" idx="22"/>
          </p:nvPr>
        </p:nvSpPr>
        <p:spPr/>
        <p:txBody>
          <a:bodyPr>
            <a:normAutofit fontScale="55000" lnSpcReduction="20000"/>
          </a:bodyPr>
          <a:lstStyle/>
          <a:p>
            <a:pPr marL="0" indent="0">
              <a:buNone/>
            </a:pPr>
            <a:r>
              <a:rPr lang="en-US" b="1" dirty="0" err="1">
                <a:solidFill>
                  <a:srgbClr val="FF9933"/>
                </a:solidFill>
              </a:rPr>
              <a:t>timeStamp</a:t>
            </a:r>
            <a:endParaRPr lang="en-US" dirty="0"/>
          </a:p>
        </p:txBody>
      </p:sp>
      <p:sp>
        <p:nvSpPr>
          <p:cNvPr id="15" name="Content Placeholder 14">
            <a:extLst>
              <a:ext uri="{FF2B5EF4-FFF2-40B4-BE49-F238E27FC236}">
                <a16:creationId xmlns:a16="http://schemas.microsoft.com/office/drawing/2014/main" id="{0E18C1C0-B47C-BD97-ABEE-056A7EDF0548}"/>
              </a:ext>
            </a:extLst>
          </p:cNvPr>
          <p:cNvSpPr>
            <a:spLocks noGrp="1"/>
          </p:cNvSpPr>
          <p:nvPr>
            <p:ph sz="quarter" idx="23"/>
          </p:nvPr>
        </p:nvSpPr>
        <p:spPr/>
        <p:txBody>
          <a:bodyPr>
            <a:normAutofit fontScale="55000" lnSpcReduction="20000"/>
          </a:bodyPr>
          <a:lstStyle/>
          <a:p>
            <a:pPr marL="0" indent="0">
              <a:buNone/>
            </a:pPr>
            <a:r>
              <a:rPr lang="en-US" dirty="0"/>
              <a:t>When the wheel scroll was detected</a:t>
            </a:r>
          </a:p>
        </p:txBody>
      </p:sp>
      <p:sp>
        <p:nvSpPr>
          <p:cNvPr id="16" name="Content Placeholder 15">
            <a:extLst>
              <a:ext uri="{FF2B5EF4-FFF2-40B4-BE49-F238E27FC236}">
                <a16:creationId xmlns:a16="http://schemas.microsoft.com/office/drawing/2014/main" id="{67D70C4C-E590-06C9-704B-5C35C7C62ED4}"/>
              </a:ext>
            </a:extLst>
          </p:cNvPr>
          <p:cNvSpPr>
            <a:spLocks noGrp="1"/>
          </p:cNvSpPr>
          <p:nvPr>
            <p:ph sz="quarter" idx="24"/>
          </p:nvPr>
        </p:nvSpPr>
        <p:spPr/>
        <p:txBody>
          <a:bodyPr>
            <a:normAutofit fontScale="55000" lnSpcReduction="20000"/>
          </a:bodyPr>
          <a:lstStyle/>
          <a:p>
            <a:pPr marL="0" indent="0">
              <a:buNone/>
            </a:pPr>
            <a:r>
              <a:rPr lang="en-US" b="1" dirty="0">
                <a:solidFill>
                  <a:srgbClr val="FF9933"/>
                </a:solidFill>
              </a:rPr>
              <a:t>detail</a:t>
            </a:r>
            <a:r>
              <a:rPr lang="en-US" b="1" dirty="0">
                <a:solidFill>
                  <a:schemeClr val="bg1"/>
                </a:solidFill>
              </a:rPr>
              <a:t>/</a:t>
            </a:r>
            <a:r>
              <a:rPr lang="en-US" b="1" dirty="0">
                <a:solidFill>
                  <a:srgbClr val="FF9933"/>
                </a:solidFill>
              </a:rPr>
              <a:t>axis</a:t>
            </a:r>
            <a:endParaRPr lang="en-US" dirty="0">
              <a:solidFill>
                <a:schemeClr val="bg1"/>
              </a:solidFill>
            </a:endParaRPr>
          </a:p>
        </p:txBody>
      </p:sp>
      <p:sp>
        <p:nvSpPr>
          <p:cNvPr id="17" name="Content Placeholder 16">
            <a:extLst>
              <a:ext uri="{FF2B5EF4-FFF2-40B4-BE49-F238E27FC236}">
                <a16:creationId xmlns:a16="http://schemas.microsoft.com/office/drawing/2014/main" id="{C722CBAC-6C32-792A-A981-E6127E20B62C}"/>
              </a:ext>
            </a:extLst>
          </p:cNvPr>
          <p:cNvSpPr>
            <a:spLocks noGrp="1"/>
          </p:cNvSpPr>
          <p:nvPr>
            <p:ph sz="quarter" idx="25"/>
          </p:nvPr>
        </p:nvSpPr>
        <p:spPr/>
        <p:txBody>
          <a:bodyPr>
            <a:normAutofit fontScale="47500" lnSpcReduction="20000"/>
          </a:bodyPr>
          <a:lstStyle/>
          <a:p>
            <a:pPr marL="0" indent="0">
              <a:buNone/>
            </a:pPr>
            <a:r>
              <a:rPr lang="en-US" dirty="0"/>
              <a:t>Firefox-specific scroll amount and direction information</a:t>
            </a:r>
          </a:p>
        </p:txBody>
      </p:sp>
    </p:spTree>
    <p:extLst>
      <p:ext uri="{BB962C8B-B14F-4D97-AF65-F5344CB8AC3E}">
        <p14:creationId xmlns:p14="http://schemas.microsoft.com/office/powerpoint/2010/main" val="365369919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F7928A-92E4-A98E-36D7-0944A6253E2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556C3EC-6A67-71A9-1D9B-502F379186D4}"/>
              </a:ext>
            </a:extLst>
          </p:cNvPr>
          <p:cNvSpPr>
            <a:spLocks noGrp="1"/>
          </p:cNvSpPr>
          <p:nvPr>
            <p:ph type="body" sz="quarter" idx="13"/>
          </p:nvPr>
        </p:nvSpPr>
        <p:spPr/>
        <p:txBody>
          <a:bodyPr/>
          <a:lstStyle/>
          <a:p>
            <a:r>
              <a:rPr lang="en-US" dirty="0"/>
              <a:t>1</a:t>
            </a:r>
          </a:p>
          <a:p>
            <a:r>
              <a:rPr lang="en-US" dirty="0"/>
              <a:t>2</a:t>
            </a:r>
          </a:p>
          <a:p>
            <a:r>
              <a:rPr lang="en-US" dirty="0"/>
              <a:t>3</a:t>
            </a:r>
          </a:p>
          <a:p>
            <a:r>
              <a:rPr lang="en-US" dirty="0"/>
              <a:t>4</a:t>
            </a:r>
          </a:p>
          <a:p>
            <a:r>
              <a:rPr lang="en-US" dirty="0"/>
              <a:t>5</a:t>
            </a:r>
          </a:p>
          <a:p>
            <a:r>
              <a:rPr lang="en-US" dirty="0"/>
              <a:t>6</a:t>
            </a:r>
          </a:p>
          <a:p>
            <a:r>
              <a:rPr lang="en-US" dirty="0"/>
              <a:t>7</a:t>
            </a:r>
          </a:p>
          <a:p>
            <a:r>
              <a:rPr lang="en-US" dirty="0"/>
              <a:t>8</a:t>
            </a:r>
          </a:p>
          <a:p>
            <a:r>
              <a:rPr lang="en-US" dirty="0"/>
              <a:t>9</a:t>
            </a:r>
          </a:p>
          <a:p>
            <a:r>
              <a:rPr lang="en-US" dirty="0"/>
              <a:t>10</a:t>
            </a:r>
          </a:p>
        </p:txBody>
      </p:sp>
      <p:sp>
        <p:nvSpPr>
          <p:cNvPr id="3" name="Title 2">
            <a:extLst>
              <a:ext uri="{FF2B5EF4-FFF2-40B4-BE49-F238E27FC236}">
                <a16:creationId xmlns:a16="http://schemas.microsoft.com/office/drawing/2014/main" id="{087ACE3A-9437-CC2B-CF5E-84EA440EE500}"/>
              </a:ext>
            </a:extLst>
          </p:cNvPr>
          <p:cNvSpPr>
            <a:spLocks noGrp="1"/>
          </p:cNvSpPr>
          <p:nvPr>
            <p:ph type="title"/>
          </p:nvPr>
        </p:nvSpPr>
        <p:spPr>
          <a:xfrm>
            <a:off x="2989600" y="197648"/>
            <a:ext cx="6212800" cy="977835"/>
          </a:xfrm>
        </p:spPr>
        <p:txBody>
          <a:bodyPr/>
          <a:lstStyle/>
          <a:p>
            <a:r>
              <a:rPr lang="en-US" dirty="0"/>
              <a:t>The  </a:t>
            </a:r>
            <a:r>
              <a:rPr lang="en-US" b="0" dirty="0">
                <a:latin typeface="Consolas" panose="020B0609020204030204" pitchFamily="49" charset="0"/>
              </a:rPr>
              <a:t>wheel</a:t>
            </a:r>
            <a:r>
              <a:rPr lang="en-US" dirty="0"/>
              <a:t>  Event</a:t>
            </a:r>
          </a:p>
        </p:txBody>
      </p:sp>
      <p:sp>
        <p:nvSpPr>
          <p:cNvPr id="4" name="Content Placeholder 3">
            <a:extLst>
              <a:ext uri="{FF2B5EF4-FFF2-40B4-BE49-F238E27FC236}">
                <a16:creationId xmlns:a16="http://schemas.microsoft.com/office/drawing/2014/main" id="{D7323C11-CEB8-9A20-3ED2-659090FBD0C8}"/>
              </a:ext>
            </a:extLst>
          </p:cNvPr>
          <p:cNvSpPr>
            <a:spLocks noGrp="1"/>
          </p:cNvSpPr>
          <p:nvPr>
            <p:ph sz="quarter" idx="10"/>
          </p:nvPr>
        </p:nvSpPr>
        <p:spPr/>
        <p:txBody>
          <a:bodyPr/>
          <a:lstStyle/>
          <a:p>
            <a:r>
              <a:rPr lang="en-US" sz="1400" dirty="0">
                <a:solidFill>
                  <a:srgbClr val="7F9F7F"/>
                </a:solidFill>
                <a:highlight>
                  <a:srgbClr val="3F3F3F"/>
                </a:highlight>
              </a:rPr>
              <a:t>// function to be executed upon detection of 'wheel'</a:t>
            </a:r>
          </a:p>
          <a:p>
            <a:r>
              <a:rPr lang="en-US" sz="1400" b="1" dirty="0">
                <a:solidFill>
                  <a:srgbClr val="DFC47D"/>
                </a:solidFill>
                <a:highlight>
                  <a:srgbClr val="3F3F3F"/>
                </a:highlight>
              </a:rPr>
              <a:t>function</a:t>
            </a:r>
            <a:r>
              <a:rPr lang="en-US" sz="1400" b="0" dirty="0">
                <a:solidFill>
                  <a:srgbClr val="DCDCCC"/>
                </a:solidFill>
                <a:highlight>
                  <a:srgbClr val="3F3F3F"/>
                </a:highlight>
              </a:rPr>
              <a:t> </a:t>
            </a:r>
            <a:r>
              <a:rPr lang="en-US" sz="1400" b="0" dirty="0" err="1">
                <a:solidFill>
                  <a:srgbClr val="DCDCCC"/>
                </a:solidFill>
                <a:highlight>
                  <a:srgbClr val="3F3F3F"/>
                </a:highlight>
              </a:rPr>
              <a:t>handleWheel</a:t>
            </a:r>
            <a:r>
              <a:rPr lang="en-US" sz="1400" b="1" dirty="0">
                <a:solidFill>
                  <a:srgbClr val="9F9D6D"/>
                </a:solidFill>
                <a:highlight>
                  <a:srgbClr val="3F3F3F"/>
                </a:highlight>
              </a:rPr>
              <a:t>(</a:t>
            </a:r>
            <a:r>
              <a:rPr lang="en-US" sz="1400" b="1" dirty="0">
                <a:solidFill>
                  <a:srgbClr val="FFCFAF"/>
                </a:solidFill>
                <a:highlight>
                  <a:srgbClr val="3F3F3F"/>
                </a:highlight>
              </a:rPr>
              <a:t>event</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"Delta Y: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deltaY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"Delta X: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deltaX</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"Delta Z: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deltaZ</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0" dirty="0">
                <a:solidFill>
                  <a:srgbClr val="DCDCCC"/>
                </a:solidFill>
                <a:highlight>
                  <a:srgbClr val="3F3F3F"/>
                </a:highlight>
              </a:rPr>
              <a:t>  console</a:t>
            </a:r>
            <a:r>
              <a:rPr lang="en-US" sz="1400" b="1" dirty="0">
                <a:solidFill>
                  <a:srgbClr val="9F9D6D"/>
                </a:solidFill>
                <a:highlight>
                  <a:srgbClr val="3F3F3F"/>
                </a:highlight>
              </a:rPr>
              <a:t>.</a:t>
            </a:r>
            <a:r>
              <a:rPr lang="en-US" sz="1400" b="0" dirty="0">
                <a:solidFill>
                  <a:srgbClr val="DCDCCC"/>
                </a:solidFill>
                <a:highlight>
                  <a:srgbClr val="3F3F3F"/>
                </a:highlight>
              </a:rPr>
              <a:t>log</a:t>
            </a:r>
            <a:r>
              <a:rPr lang="en-US" sz="1400" b="1" dirty="0">
                <a:solidFill>
                  <a:srgbClr val="9F9D6D"/>
                </a:solidFill>
                <a:highlight>
                  <a:srgbClr val="3F3F3F"/>
                </a:highlight>
              </a:rPr>
              <a:t>(</a:t>
            </a:r>
            <a:r>
              <a:rPr lang="en-US" sz="1400" b="0" dirty="0">
                <a:solidFill>
                  <a:srgbClr val="CC9393"/>
                </a:solidFill>
                <a:highlight>
                  <a:srgbClr val="3F3F3F"/>
                </a:highlight>
              </a:rPr>
              <a:t>"Scroll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clientX</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a:solidFill>
                  <a:srgbClr val="CC9393"/>
                </a:solidFill>
                <a:highlight>
                  <a:srgbClr val="3F3F3F"/>
                </a:highlight>
              </a:rPr>
              <a:t>", "</a:t>
            </a:r>
            <a:r>
              <a:rPr lang="en-US" sz="1400" b="0" dirty="0">
                <a:solidFill>
                  <a:srgbClr val="DCDCCC"/>
                </a:solidFill>
                <a:highlight>
                  <a:srgbClr val="3F3F3F"/>
                </a:highlight>
              </a:rPr>
              <a:t> </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1" dirty="0" err="1">
                <a:solidFill>
                  <a:srgbClr val="FFCFAF"/>
                </a:solidFill>
                <a:highlight>
                  <a:srgbClr val="3F3F3F"/>
                </a:highlight>
              </a:rPr>
              <a:t>event</a:t>
            </a:r>
            <a:r>
              <a:rPr lang="en-US" sz="1400" b="1" dirty="0" err="1">
                <a:solidFill>
                  <a:srgbClr val="9F9D6D"/>
                </a:solidFill>
                <a:highlight>
                  <a:srgbClr val="3F3F3F"/>
                </a:highlight>
              </a:rPr>
              <a:t>.</a:t>
            </a:r>
            <a:r>
              <a:rPr lang="en-US" sz="1400" b="0" dirty="0" err="1">
                <a:solidFill>
                  <a:srgbClr val="DCDCCC"/>
                </a:solidFill>
                <a:highlight>
                  <a:srgbClr val="3F3F3F"/>
                </a:highlight>
              </a:rPr>
              <a:t>clientY</a:t>
            </a:r>
            <a:r>
              <a:rPr lang="en-US" sz="1400" b="1" dirty="0">
                <a:solidFill>
                  <a:srgbClr val="9F9D6D"/>
                </a:solidFill>
                <a:highlight>
                  <a:srgbClr val="3F3F3F"/>
                </a:highlight>
              </a:rPr>
              <a:t>);</a:t>
            </a:r>
            <a:endParaRPr lang="en-US" sz="1400" b="0" dirty="0">
              <a:solidFill>
                <a:srgbClr val="DCDCCC"/>
              </a:solidFill>
              <a:highlight>
                <a:srgbClr val="3F3F3F"/>
              </a:highlight>
            </a:endParaRPr>
          </a:p>
          <a:p>
            <a:r>
              <a:rPr lang="en-US" sz="1400" b="1" dirty="0">
                <a:solidFill>
                  <a:srgbClr val="9F9D6D"/>
                </a:solidFill>
                <a:highlight>
                  <a:srgbClr val="3F3F3F"/>
                </a:highlight>
              </a:rPr>
              <a:t>}</a:t>
            </a:r>
            <a:endParaRPr lang="en-US" sz="1400" b="0" dirty="0">
              <a:solidFill>
                <a:srgbClr val="DCDCCC"/>
              </a:solidFill>
              <a:highlight>
                <a:srgbClr val="3F3F3F"/>
              </a:highlight>
            </a:endParaRPr>
          </a:p>
          <a:p>
            <a:endParaRPr lang="en-US" sz="1400" b="0" dirty="0">
              <a:solidFill>
                <a:srgbClr val="DCDCCC"/>
              </a:solidFill>
              <a:highlight>
                <a:srgbClr val="3F3F3F"/>
              </a:highlight>
            </a:endParaRPr>
          </a:p>
          <a:p>
            <a:r>
              <a:rPr lang="en-US" sz="1400" b="1" dirty="0" err="1">
                <a:solidFill>
                  <a:srgbClr val="FFCFAF"/>
                </a:solidFill>
                <a:highlight>
                  <a:srgbClr val="3F3F3F"/>
                </a:highlight>
              </a:rPr>
              <a:t>element</a:t>
            </a:r>
            <a:r>
              <a:rPr lang="en-US" sz="1400" b="1" dirty="0" err="1">
                <a:solidFill>
                  <a:srgbClr val="9F9D6D"/>
                </a:solidFill>
                <a:highlight>
                  <a:srgbClr val="3F3F3F"/>
                </a:highlight>
              </a:rPr>
              <a:t>.</a:t>
            </a:r>
            <a:r>
              <a:rPr lang="en-US" sz="1400" b="0" dirty="0" err="1">
                <a:solidFill>
                  <a:srgbClr val="DCDCCC"/>
                </a:solidFill>
                <a:highlight>
                  <a:srgbClr val="3F3F3F"/>
                </a:highlight>
              </a:rPr>
              <a:t>addEventListener</a:t>
            </a:r>
            <a:r>
              <a:rPr lang="en-US" sz="1400" b="1" dirty="0">
                <a:solidFill>
                  <a:srgbClr val="9F9D6D"/>
                </a:solidFill>
                <a:highlight>
                  <a:srgbClr val="3F3F3F"/>
                </a:highlight>
              </a:rPr>
              <a:t>(</a:t>
            </a:r>
            <a:r>
              <a:rPr lang="en-US" sz="1400" b="0" dirty="0">
                <a:solidFill>
                  <a:srgbClr val="DCA3A3"/>
                </a:solidFill>
                <a:highlight>
                  <a:srgbClr val="3F3F3F"/>
                </a:highlight>
              </a:rPr>
              <a:t>'wheel'</a:t>
            </a:r>
            <a:r>
              <a:rPr lang="en-US" sz="1400" b="1" dirty="0">
                <a:solidFill>
                  <a:srgbClr val="9F9D6D"/>
                </a:solidFill>
                <a:highlight>
                  <a:srgbClr val="3F3F3F"/>
                </a:highlight>
              </a:rPr>
              <a:t>,</a:t>
            </a:r>
            <a:r>
              <a:rPr lang="en-US" sz="1400" b="0" dirty="0">
                <a:solidFill>
                  <a:srgbClr val="DCDCCC"/>
                </a:solidFill>
                <a:highlight>
                  <a:srgbClr val="3F3F3F"/>
                </a:highlight>
              </a:rPr>
              <a:t> </a:t>
            </a:r>
            <a:r>
              <a:rPr lang="en-US" sz="1400" b="0" dirty="0" err="1">
                <a:solidFill>
                  <a:srgbClr val="DCDCCC"/>
                </a:solidFill>
                <a:highlight>
                  <a:srgbClr val="3F3F3F"/>
                </a:highlight>
              </a:rPr>
              <a:t>handleWheel</a:t>
            </a:r>
            <a:r>
              <a:rPr lang="en-US" sz="1400" b="1" dirty="0">
                <a:solidFill>
                  <a:srgbClr val="9F9D6D"/>
                </a:solidFill>
                <a:highlight>
                  <a:srgbClr val="3F3F3F"/>
                </a:highlight>
              </a:rPr>
              <a:t>);</a:t>
            </a:r>
            <a:endParaRPr lang="en-US" dirty="0"/>
          </a:p>
        </p:txBody>
      </p:sp>
      <p:sp>
        <p:nvSpPr>
          <p:cNvPr id="5" name="Content Placeholder 4">
            <a:extLst>
              <a:ext uri="{FF2B5EF4-FFF2-40B4-BE49-F238E27FC236}">
                <a16:creationId xmlns:a16="http://schemas.microsoft.com/office/drawing/2014/main" id="{FC4DE8FE-85A1-FA22-5A52-8D26EFE021CA}"/>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FC414C66-B0E4-4FF9-0085-CEA16C718707}"/>
              </a:ext>
            </a:extLst>
          </p:cNvPr>
          <p:cNvSpPr>
            <a:spLocks noGrp="1"/>
          </p:cNvSpPr>
          <p:nvPr>
            <p:ph sz="quarter" idx="14"/>
          </p:nvPr>
        </p:nvSpPr>
        <p:spPr>
          <a:xfrm flipH="1">
            <a:off x="887876" y="1336846"/>
            <a:ext cx="1295400" cy="546235"/>
          </a:xfrm>
        </p:spPr>
        <p:txBody>
          <a:bodyPr>
            <a:normAutofit lnSpcReduction="10000"/>
          </a:bodyPr>
          <a:lstStyle/>
          <a:p>
            <a:pPr marL="0" indent="0">
              <a:buNone/>
            </a:pPr>
            <a:r>
              <a:rPr lang="en-US" b="1" dirty="0">
                <a:solidFill>
                  <a:schemeClr val="accent2">
                    <a:lumMod val="60000"/>
                    <a:lumOff val="40000"/>
                  </a:schemeClr>
                </a:solidFill>
              </a:rPr>
              <a:t>wheel</a:t>
            </a:r>
          </a:p>
        </p:txBody>
      </p:sp>
      <p:sp>
        <p:nvSpPr>
          <p:cNvPr id="7" name="Content Placeholder 6">
            <a:extLst>
              <a:ext uri="{FF2B5EF4-FFF2-40B4-BE49-F238E27FC236}">
                <a16:creationId xmlns:a16="http://schemas.microsoft.com/office/drawing/2014/main" id="{113DDD88-2B93-1639-2741-A7A49E86EF0F}"/>
              </a:ext>
            </a:extLst>
          </p:cNvPr>
          <p:cNvSpPr>
            <a:spLocks noGrp="1"/>
          </p:cNvSpPr>
          <p:nvPr>
            <p:ph sz="quarter" idx="15"/>
          </p:nvPr>
        </p:nvSpPr>
        <p:spPr>
          <a:xfrm flipH="1">
            <a:off x="2357608" y="1336845"/>
            <a:ext cx="7452810" cy="546235"/>
          </a:xfrm>
        </p:spPr>
        <p:txBody>
          <a:bodyPr>
            <a:normAutofit fontScale="92500"/>
          </a:bodyPr>
          <a:lstStyle/>
          <a:p>
            <a:pPr marL="0" indent="0">
              <a:buNone/>
            </a:pPr>
            <a:r>
              <a:rPr lang="en-US" sz="1400" dirty="0"/>
              <a:t>The modern W3C standard for mouse wheel scrolling - replaces browser-specific </a:t>
            </a:r>
            <a:r>
              <a:rPr lang="en-US" sz="1400" b="1" dirty="0" err="1">
                <a:solidFill>
                  <a:schemeClr val="accent2">
                    <a:lumMod val="60000"/>
                    <a:lumOff val="40000"/>
                  </a:schemeClr>
                </a:solidFill>
              </a:rPr>
              <a:t>mousewheel</a:t>
            </a:r>
            <a:r>
              <a:rPr lang="en-US" sz="1400" dirty="0"/>
              <a:t> and </a:t>
            </a:r>
            <a:r>
              <a:rPr lang="en-US" sz="1400" b="1" dirty="0" err="1">
                <a:solidFill>
                  <a:schemeClr val="accent2">
                    <a:lumMod val="60000"/>
                    <a:lumOff val="40000"/>
                  </a:schemeClr>
                </a:solidFill>
              </a:rPr>
              <a:t>DOMMouseScroll</a:t>
            </a:r>
            <a:r>
              <a:rPr lang="en-US" sz="1400" dirty="0"/>
              <a:t> with consistent cross-browser behavior</a:t>
            </a:r>
          </a:p>
        </p:txBody>
      </p:sp>
      <p:sp>
        <p:nvSpPr>
          <p:cNvPr id="8" name="Content Placeholder 7">
            <a:extLst>
              <a:ext uri="{FF2B5EF4-FFF2-40B4-BE49-F238E27FC236}">
                <a16:creationId xmlns:a16="http://schemas.microsoft.com/office/drawing/2014/main" id="{9E09D7D2-43D4-2549-C71F-EC2CB7BB109B}"/>
              </a:ext>
            </a:extLst>
          </p:cNvPr>
          <p:cNvSpPr>
            <a:spLocks noGrp="1"/>
          </p:cNvSpPr>
          <p:nvPr>
            <p:ph sz="quarter" idx="16"/>
          </p:nvPr>
        </p:nvSpPr>
        <p:spPr/>
        <p:txBody>
          <a:bodyPr>
            <a:normAutofit fontScale="55000" lnSpcReduction="20000"/>
          </a:bodyPr>
          <a:lstStyle/>
          <a:p>
            <a:pPr marL="0" indent="0">
              <a:buNone/>
            </a:pPr>
            <a:r>
              <a:rPr lang="en-US" b="1" dirty="0" err="1">
                <a:solidFill>
                  <a:srgbClr val="FF9933"/>
                </a:solidFill>
              </a:rPr>
              <a:t>clientX</a:t>
            </a:r>
            <a:r>
              <a:rPr lang="en-US" b="1" dirty="0">
                <a:solidFill>
                  <a:schemeClr val="bg1"/>
                </a:solidFill>
              </a:rPr>
              <a:t>/</a:t>
            </a:r>
            <a:r>
              <a:rPr lang="en-US" b="1" dirty="0" err="1">
                <a:solidFill>
                  <a:srgbClr val="FF9933"/>
                </a:solidFill>
              </a:rPr>
              <a:t>clientY</a:t>
            </a:r>
            <a:endParaRPr lang="en-US" b="1" dirty="0">
              <a:solidFill>
                <a:srgbClr val="FF9933"/>
              </a:solidFill>
            </a:endParaRPr>
          </a:p>
          <a:p>
            <a:pPr marL="0" indent="0">
              <a:buNone/>
            </a:pPr>
            <a:endParaRPr lang="en-US" dirty="0"/>
          </a:p>
        </p:txBody>
      </p:sp>
      <p:sp>
        <p:nvSpPr>
          <p:cNvPr id="9" name="Content Placeholder 8">
            <a:extLst>
              <a:ext uri="{FF2B5EF4-FFF2-40B4-BE49-F238E27FC236}">
                <a16:creationId xmlns:a16="http://schemas.microsoft.com/office/drawing/2014/main" id="{8DC48083-8025-794D-4CA0-50E2AA49C972}"/>
              </a:ext>
            </a:extLst>
          </p:cNvPr>
          <p:cNvSpPr>
            <a:spLocks noGrp="1"/>
          </p:cNvSpPr>
          <p:nvPr>
            <p:ph sz="quarter" idx="17"/>
          </p:nvPr>
        </p:nvSpPr>
        <p:spPr/>
        <p:txBody>
          <a:bodyPr>
            <a:normAutofit fontScale="55000" lnSpcReduction="20000"/>
          </a:bodyPr>
          <a:lstStyle/>
          <a:p>
            <a:pPr marL="0" indent="0">
              <a:buNone/>
            </a:pPr>
            <a:r>
              <a:rPr lang="en-US" dirty="0"/>
              <a:t>X and Y coordinates where the wheel scroll occurred</a:t>
            </a:r>
          </a:p>
        </p:txBody>
      </p:sp>
      <p:sp>
        <p:nvSpPr>
          <p:cNvPr id="10" name="Content Placeholder 9">
            <a:extLst>
              <a:ext uri="{FF2B5EF4-FFF2-40B4-BE49-F238E27FC236}">
                <a16:creationId xmlns:a16="http://schemas.microsoft.com/office/drawing/2014/main" id="{18D28258-8D43-2136-C367-FBC3469F557B}"/>
              </a:ext>
            </a:extLst>
          </p:cNvPr>
          <p:cNvSpPr>
            <a:spLocks noGrp="1"/>
          </p:cNvSpPr>
          <p:nvPr>
            <p:ph sz="quarter" idx="18"/>
          </p:nvPr>
        </p:nvSpPr>
        <p:spPr/>
        <p:txBody>
          <a:bodyPr>
            <a:normAutofit fontScale="55000" lnSpcReduction="20000"/>
          </a:bodyPr>
          <a:lstStyle/>
          <a:p>
            <a:pPr marL="0" indent="0">
              <a:buNone/>
            </a:pPr>
            <a:r>
              <a:rPr lang="en-US" b="1" dirty="0">
                <a:solidFill>
                  <a:srgbClr val="FF9933"/>
                </a:solidFill>
              </a:rPr>
              <a:t>target</a:t>
            </a:r>
            <a:endParaRPr lang="en-US" dirty="0"/>
          </a:p>
        </p:txBody>
      </p:sp>
      <p:sp>
        <p:nvSpPr>
          <p:cNvPr id="11" name="Content Placeholder 10">
            <a:extLst>
              <a:ext uri="{FF2B5EF4-FFF2-40B4-BE49-F238E27FC236}">
                <a16:creationId xmlns:a16="http://schemas.microsoft.com/office/drawing/2014/main" id="{3D1802B5-D515-92BD-4ECC-01246847A6CE}"/>
              </a:ext>
            </a:extLst>
          </p:cNvPr>
          <p:cNvSpPr>
            <a:spLocks noGrp="1"/>
          </p:cNvSpPr>
          <p:nvPr>
            <p:ph sz="quarter" idx="19"/>
          </p:nvPr>
        </p:nvSpPr>
        <p:spPr/>
        <p:txBody>
          <a:bodyPr>
            <a:normAutofit fontScale="55000" lnSpcReduction="20000"/>
          </a:bodyPr>
          <a:lstStyle/>
          <a:p>
            <a:pPr marL="0" indent="0">
              <a:buNone/>
            </a:pPr>
            <a:r>
              <a:rPr lang="en-US" dirty="0"/>
              <a:t>The element being scrolled over</a:t>
            </a:r>
          </a:p>
        </p:txBody>
      </p:sp>
      <p:sp>
        <p:nvSpPr>
          <p:cNvPr id="12" name="Content Placeholder 11">
            <a:extLst>
              <a:ext uri="{FF2B5EF4-FFF2-40B4-BE49-F238E27FC236}">
                <a16:creationId xmlns:a16="http://schemas.microsoft.com/office/drawing/2014/main" id="{D8972B2A-4E40-96EE-AA7E-6FBB04412935}"/>
              </a:ext>
            </a:extLst>
          </p:cNvPr>
          <p:cNvSpPr>
            <a:spLocks noGrp="1"/>
          </p:cNvSpPr>
          <p:nvPr>
            <p:ph sz="quarter" idx="20"/>
          </p:nvPr>
        </p:nvSpPr>
        <p:spPr/>
        <p:txBody>
          <a:bodyPr>
            <a:normAutofit fontScale="55000" lnSpcReduction="20000"/>
          </a:bodyPr>
          <a:lstStyle/>
          <a:p>
            <a:pPr marL="0" indent="0">
              <a:buNone/>
            </a:pPr>
            <a:r>
              <a:rPr lang="en-US" b="1" dirty="0" err="1">
                <a:solidFill>
                  <a:srgbClr val="FF9933"/>
                </a:solidFill>
              </a:rPr>
              <a:t>currentTarget</a:t>
            </a:r>
            <a:endParaRPr lang="en-US" dirty="0"/>
          </a:p>
        </p:txBody>
      </p:sp>
      <p:sp>
        <p:nvSpPr>
          <p:cNvPr id="13" name="Content Placeholder 12">
            <a:extLst>
              <a:ext uri="{FF2B5EF4-FFF2-40B4-BE49-F238E27FC236}">
                <a16:creationId xmlns:a16="http://schemas.microsoft.com/office/drawing/2014/main" id="{26238373-46FE-EBB9-8960-214F61667166}"/>
              </a:ext>
            </a:extLst>
          </p:cNvPr>
          <p:cNvSpPr>
            <a:spLocks noGrp="1"/>
          </p:cNvSpPr>
          <p:nvPr>
            <p:ph sz="quarter" idx="21"/>
          </p:nvPr>
        </p:nvSpPr>
        <p:spPr/>
        <p:txBody>
          <a:bodyPr>
            <a:normAutofit fontScale="55000" lnSpcReduction="20000"/>
          </a:bodyPr>
          <a:lstStyle/>
          <a:p>
            <a:pPr marL="0" indent="0">
              <a:buNone/>
            </a:pPr>
            <a:r>
              <a:rPr lang="en-US" dirty="0"/>
              <a:t>Element that the event listener is attached to</a:t>
            </a:r>
          </a:p>
        </p:txBody>
      </p:sp>
      <p:sp>
        <p:nvSpPr>
          <p:cNvPr id="14" name="Content Placeholder 13">
            <a:extLst>
              <a:ext uri="{FF2B5EF4-FFF2-40B4-BE49-F238E27FC236}">
                <a16:creationId xmlns:a16="http://schemas.microsoft.com/office/drawing/2014/main" id="{B8F4F7CC-550F-CDCD-847D-9381AF836CB6}"/>
              </a:ext>
            </a:extLst>
          </p:cNvPr>
          <p:cNvSpPr>
            <a:spLocks noGrp="1"/>
          </p:cNvSpPr>
          <p:nvPr>
            <p:ph sz="quarter" idx="22"/>
          </p:nvPr>
        </p:nvSpPr>
        <p:spPr/>
        <p:txBody>
          <a:bodyPr>
            <a:normAutofit fontScale="55000" lnSpcReduction="20000"/>
          </a:bodyPr>
          <a:lstStyle/>
          <a:p>
            <a:pPr marL="0" indent="0">
              <a:buNone/>
            </a:pPr>
            <a:r>
              <a:rPr lang="en-US" b="1" dirty="0" err="1">
                <a:solidFill>
                  <a:srgbClr val="FF9933"/>
                </a:solidFill>
              </a:rPr>
              <a:t>timeStamp</a:t>
            </a:r>
            <a:endParaRPr lang="en-US" dirty="0"/>
          </a:p>
        </p:txBody>
      </p:sp>
      <p:sp>
        <p:nvSpPr>
          <p:cNvPr id="15" name="Content Placeholder 14">
            <a:extLst>
              <a:ext uri="{FF2B5EF4-FFF2-40B4-BE49-F238E27FC236}">
                <a16:creationId xmlns:a16="http://schemas.microsoft.com/office/drawing/2014/main" id="{372D0352-FE43-1625-FAE8-9BD73FA94F4D}"/>
              </a:ext>
            </a:extLst>
          </p:cNvPr>
          <p:cNvSpPr>
            <a:spLocks noGrp="1"/>
          </p:cNvSpPr>
          <p:nvPr>
            <p:ph sz="quarter" idx="23"/>
          </p:nvPr>
        </p:nvSpPr>
        <p:spPr/>
        <p:txBody>
          <a:bodyPr>
            <a:normAutofit fontScale="55000" lnSpcReduction="20000"/>
          </a:bodyPr>
          <a:lstStyle/>
          <a:p>
            <a:pPr marL="0" indent="0">
              <a:buNone/>
            </a:pPr>
            <a:r>
              <a:rPr lang="en-US" dirty="0"/>
              <a:t>When the wheel scroll was detected</a:t>
            </a:r>
          </a:p>
        </p:txBody>
      </p:sp>
      <p:sp>
        <p:nvSpPr>
          <p:cNvPr id="16" name="Content Placeholder 15">
            <a:extLst>
              <a:ext uri="{FF2B5EF4-FFF2-40B4-BE49-F238E27FC236}">
                <a16:creationId xmlns:a16="http://schemas.microsoft.com/office/drawing/2014/main" id="{9FFF4C24-2E8E-0A08-10CC-F07CC10FFF07}"/>
              </a:ext>
            </a:extLst>
          </p:cNvPr>
          <p:cNvSpPr>
            <a:spLocks noGrp="1"/>
          </p:cNvSpPr>
          <p:nvPr>
            <p:ph sz="quarter" idx="24"/>
          </p:nvPr>
        </p:nvSpPr>
        <p:spPr/>
        <p:txBody>
          <a:bodyPr>
            <a:normAutofit fontScale="47500" lnSpcReduction="20000"/>
          </a:bodyPr>
          <a:lstStyle/>
          <a:p>
            <a:pPr marL="0" indent="0">
              <a:buNone/>
            </a:pPr>
            <a:r>
              <a:rPr lang="en-US" b="1" dirty="0" err="1">
                <a:solidFill>
                  <a:srgbClr val="FF9933"/>
                </a:solidFill>
              </a:rPr>
              <a:t>deltaY</a:t>
            </a:r>
            <a:r>
              <a:rPr lang="en-US" b="1" dirty="0">
                <a:solidFill>
                  <a:schemeClr val="bg1"/>
                </a:solidFill>
              </a:rPr>
              <a:t>/</a:t>
            </a:r>
            <a:r>
              <a:rPr lang="en-US" b="1" dirty="0" err="1">
                <a:solidFill>
                  <a:srgbClr val="FF9933"/>
                </a:solidFill>
              </a:rPr>
              <a:t>deltaX</a:t>
            </a:r>
            <a:r>
              <a:rPr lang="en-US" b="1" dirty="0">
                <a:solidFill>
                  <a:schemeClr val="bg1"/>
                </a:solidFill>
              </a:rPr>
              <a:t>/</a:t>
            </a:r>
            <a:r>
              <a:rPr lang="en-US" b="1" dirty="0" err="1">
                <a:solidFill>
                  <a:srgbClr val="FF9933"/>
                </a:solidFill>
              </a:rPr>
              <a:t>deltaZ</a:t>
            </a:r>
            <a:endParaRPr lang="en-US" dirty="0">
              <a:solidFill>
                <a:schemeClr val="bg1"/>
              </a:solidFill>
            </a:endParaRPr>
          </a:p>
        </p:txBody>
      </p:sp>
      <p:sp>
        <p:nvSpPr>
          <p:cNvPr id="17" name="Content Placeholder 16">
            <a:extLst>
              <a:ext uri="{FF2B5EF4-FFF2-40B4-BE49-F238E27FC236}">
                <a16:creationId xmlns:a16="http://schemas.microsoft.com/office/drawing/2014/main" id="{ECABE830-4B68-D9EE-CC2E-08137658C388}"/>
              </a:ext>
            </a:extLst>
          </p:cNvPr>
          <p:cNvSpPr>
            <a:spLocks noGrp="1"/>
          </p:cNvSpPr>
          <p:nvPr>
            <p:ph sz="quarter" idx="25"/>
          </p:nvPr>
        </p:nvSpPr>
        <p:spPr/>
        <p:txBody>
          <a:bodyPr>
            <a:normAutofit fontScale="55000" lnSpcReduction="20000"/>
          </a:bodyPr>
          <a:lstStyle/>
          <a:p>
            <a:pPr marL="0" indent="0">
              <a:buNone/>
            </a:pPr>
            <a:r>
              <a:rPr lang="en-US" dirty="0"/>
              <a:t>Standardized scroll amounts in all three dimensions</a:t>
            </a:r>
          </a:p>
        </p:txBody>
      </p:sp>
      <p:sp>
        <p:nvSpPr>
          <p:cNvPr id="18" name="Speech Bubble: Rectangle 17">
            <a:extLst>
              <a:ext uri="{FF2B5EF4-FFF2-40B4-BE49-F238E27FC236}">
                <a16:creationId xmlns:a16="http://schemas.microsoft.com/office/drawing/2014/main" id="{CF35D354-D44A-5AB9-BE64-1F70503E4F3B}"/>
              </a:ext>
            </a:extLst>
          </p:cNvPr>
          <p:cNvSpPr/>
          <p:nvPr/>
        </p:nvSpPr>
        <p:spPr>
          <a:xfrm>
            <a:off x="9984750" y="1166285"/>
            <a:ext cx="2082188" cy="2488733"/>
          </a:xfrm>
          <a:prstGeom prst="wedgeRectCallout">
            <a:avLst>
              <a:gd name="adj1" fmla="val -106686"/>
              <a:gd name="adj2" fmla="val -25337"/>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1200" b="1" dirty="0">
                <a:latin typeface="Consolas" panose="020B0609020204030204" pitchFamily="49" charset="0"/>
              </a:rPr>
              <a:t>You should use `</a:t>
            </a:r>
            <a:r>
              <a:rPr lang="en-US" sz="1200" b="1" dirty="0">
                <a:solidFill>
                  <a:schemeClr val="accent2">
                    <a:lumMod val="60000"/>
                    <a:lumOff val="40000"/>
                  </a:schemeClr>
                </a:solidFill>
                <a:latin typeface="Consolas" panose="020B0609020204030204" pitchFamily="49" charset="0"/>
              </a:rPr>
              <a:t>wheel</a:t>
            </a:r>
            <a:r>
              <a:rPr lang="en-US" sz="1200" b="1" dirty="0">
                <a:latin typeface="Consolas" panose="020B0609020204030204" pitchFamily="49" charset="0"/>
              </a:rPr>
              <a:t>` events for tracking mouse scrolling whenever possible, as they are the modern standard outlined by W3C.</a:t>
            </a:r>
          </a:p>
          <a:p>
            <a:pPr algn="ctr"/>
            <a:endParaRPr lang="en-US" sz="1200" b="1" dirty="0">
              <a:latin typeface="Consolas" panose="020B0609020204030204" pitchFamily="49" charset="0"/>
            </a:endParaRPr>
          </a:p>
          <a:p>
            <a:pPr algn="ctr"/>
            <a:r>
              <a:rPr lang="en-US" sz="1200" b="1" dirty="0">
                <a:latin typeface="Consolas" panose="020B0609020204030204" pitchFamily="49" charset="0"/>
              </a:rPr>
              <a:t>`</a:t>
            </a:r>
            <a:r>
              <a:rPr lang="en-US" sz="1200" b="1" dirty="0" err="1">
                <a:solidFill>
                  <a:schemeClr val="accent2">
                    <a:lumMod val="60000"/>
                    <a:lumOff val="40000"/>
                  </a:schemeClr>
                </a:solidFill>
                <a:latin typeface="Consolas" panose="020B0609020204030204" pitchFamily="49" charset="0"/>
              </a:rPr>
              <a:t>mousewheel</a:t>
            </a:r>
            <a:r>
              <a:rPr lang="en-US" sz="1200" b="1" dirty="0">
                <a:latin typeface="Consolas" panose="020B0609020204030204" pitchFamily="49" charset="0"/>
              </a:rPr>
              <a:t>` and `</a:t>
            </a:r>
            <a:r>
              <a:rPr lang="en-US" sz="1200" b="1" dirty="0" err="1">
                <a:solidFill>
                  <a:schemeClr val="accent2">
                    <a:lumMod val="60000"/>
                    <a:lumOff val="40000"/>
                  </a:schemeClr>
                </a:solidFill>
                <a:latin typeface="Consolas" panose="020B0609020204030204" pitchFamily="49" charset="0"/>
              </a:rPr>
              <a:t>DOMMouseScroll</a:t>
            </a:r>
            <a:r>
              <a:rPr lang="en-US" sz="1200" b="1" dirty="0">
                <a:latin typeface="Consolas" panose="020B0609020204030204" pitchFamily="49" charset="0"/>
              </a:rPr>
              <a:t>` only exist to preserve old browsers and web apps.</a:t>
            </a:r>
          </a:p>
        </p:txBody>
      </p:sp>
    </p:spTree>
    <p:extLst>
      <p:ext uri="{BB962C8B-B14F-4D97-AF65-F5344CB8AC3E}">
        <p14:creationId xmlns:p14="http://schemas.microsoft.com/office/powerpoint/2010/main" val="24080752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5E477DCE-1C34-179D-B352-93E0A2CC4736}"/>
              </a:ext>
            </a:extLst>
          </p:cNvPr>
          <p:cNvSpPr>
            <a:spLocks noGrp="1"/>
          </p:cNvSpPr>
          <p:nvPr>
            <p:ph type="body" sz="quarter" idx="22"/>
          </p:nvPr>
        </p:nvSpPr>
        <p:spPr>
          <a:xfrm>
            <a:off x="899205" y="1211969"/>
            <a:ext cx="5282543" cy="731520"/>
          </a:xfrm>
        </p:spPr>
        <p:txBody>
          <a:bodyPr>
            <a:normAutofit fontScale="92500"/>
          </a:bodyPr>
          <a:lstStyle/>
          <a:p>
            <a:r>
              <a:rPr lang="en-US" sz="1600" dirty="0"/>
              <a:t>There are many useful applications of the thirteen event listeners we just looked at.</a:t>
            </a:r>
          </a:p>
        </p:txBody>
      </p:sp>
      <p:sp>
        <p:nvSpPr>
          <p:cNvPr id="3" name="Title 2">
            <a:extLst>
              <a:ext uri="{FF2B5EF4-FFF2-40B4-BE49-F238E27FC236}">
                <a16:creationId xmlns:a16="http://schemas.microsoft.com/office/drawing/2014/main" id="{7C1762D7-0F9F-9E2B-E03C-90A824544371}"/>
              </a:ext>
            </a:extLst>
          </p:cNvPr>
          <p:cNvSpPr>
            <a:spLocks noGrp="1"/>
          </p:cNvSpPr>
          <p:nvPr>
            <p:ph type="title"/>
          </p:nvPr>
        </p:nvSpPr>
        <p:spPr>
          <a:xfrm>
            <a:off x="1854568" y="-24348"/>
            <a:ext cx="8482865" cy="1143200"/>
          </a:xfrm>
        </p:spPr>
        <p:txBody>
          <a:bodyPr/>
          <a:lstStyle/>
          <a:p>
            <a:r>
              <a:rPr lang="en-US" dirty="0"/>
              <a:t>Event Combinations</a:t>
            </a:r>
            <a:r>
              <a:rPr lang="en-US" b="0" dirty="0"/>
              <a:t> </a:t>
            </a:r>
            <a:r>
              <a:rPr lang="en-US" dirty="0"/>
              <a:t>In Action</a:t>
            </a:r>
          </a:p>
        </p:txBody>
      </p:sp>
      <p:sp>
        <p:nvSpPr>
          <p:cNvPr id="4" name="Content Placeholder 3">
            <a:extLst>
              <a:ext uri="{FF2B5EF4-FFF2-40B4-BE49-F238E27FC236}">
                <a16:creationId xmlns:a16="http://schemas.microsoft.com/office/drawing/2014/main" id="{FB5172F5-1764-3D88-8643-A401F7D05114}"/>
              </a:ext>
            </a:extLst>
          </p:cNvPr>
          <p:cNvSpPr>
            <a:spLocks noGrp="1"/>
          </p:cNvSpPr>
          <p:nvPr>
            <p:ph sz="quarter" idx="14"/>
          </p:nvPr>
        </p:nvSpPr>
        <p:spPr>
          <a:xfrm>
            <a:off x="302288" y="4852301"/>
            <a:ext cx="5879460" cy="2005699"/>
          </a:xfrm>
        </p:spPr>
        <p:txBody>
          <a:bodyPr/>
          <a:lstStyle/>
          <a:p>
            <a:pPr marL="0" indent="0">
              <a:buNone/>
            </a:pPr>
            <a:r>
              <a:rPr lang="en-US" sz="1800" dirty="0"/>
              <a:t>The </a:t>
            </a:r>
            <a:r>
              <a:rPr lang="en-US" sz="1800" b="1" dirty="0"/>
              <a:t>GIF</a:t>
            </a:r>
            <a:r>
              <a:rPr lang="en-US" sz="1800" dirty="0"/>
              <a:t> on the right depicts an example of five event listeners being used on a single object. The color picker wouldn’t work without the data from all five events, obtained through accessing their attributes. How cool!</a:t>
            </a:r>
          </a:p>
        </p:txBody>
      </p:sp>
      <p:sp>
        <p:nvSpPr>
          <p:cNvPr id="5" name="Text Placeholder 4">
            <a:extLst>
              <a:ext uri="{FF2B5EF4-FFF2-40B4-BE49-F238E27FC236}">
                <a16:creationId xmlns:a16="http://schemas.microsoft.com/office/drawing/2014/main" id="{B66BD769-BD34-3B55-6BBD-E99CCFA33ED8}"/>
              </a:ext>
            </a:extLst>
          </p:cNvPr>
          <p:cNvSpPr>
            <a:spLocks noGrp="1"/>
          </p:cNvSpPr>
          <p:nvPr>
            <p:ph type="body" sz="quarter" idx="23"/>
          </p:nvPr>
        </p:nvSpPr>
        <p:spPr>
          <a:xfrm>
            <a:off x="899205" y="2121293"/>
            <a:ext cx="5282543" cy="731520"/>
          </a:xfrm>
        </p:spPr>
        <p:txBody>
          <a:bodyPr>
            <a:normAutofit/>
          </a:bodyPr>
          <a:lstStyle/>
          <a:p>
            <a:r>
              <a:rPr lang="en-US" sz="1600" dirty="0"/>
              <a:t>However, we must mention that the prior examples haven’t established a key idea:</a:t>
            </a:r>
          </a:p>
        </p:txBody>
      </p:sp>
      <p:sp>
        <p:nvSpPr>
          <p:cNvPr id="6" name="Text Placeholder 5">
            <a:extLst>
              <a:ext uri="{FF2B5EF4-FFF2-40B4-BE49-F238E27FC236}">
                <a16:creationId xmlns:a16="http://schemas.microsoft.com/office/drawing/2014/main" id="{0E86E497-F44B-04EA-1BB0-E33412E41723}"/>
              </a:ext>
            </a:extLst>
          </p:cNvPr>
          <p:cNvSpPr>
            <a:spLocks noGrp="1"/>
          </p:cNvSpPr>
          <p:nvPr>
            <p:ph type="body" sz="quarter" idx="25"/>
          </p:nvPr>
        </p:nvSpPr>
        <p:spPr>
          <a:xfrm>
            <a:off x="899205" y="3030617"/>
            <a:ext cx="5282543" cy="731520"/>
          </a:xfrm>
        </p:spPr>
        <p:txBody>
          <a:bodyPr>
            <a:normAutofit/>
          </a:bodyPr>
          <a:lstStyle/>
          <a:p>
            <a:r>
              <a:rPr lang="en-US" dirty="0"/>
              <a:t>Event listeners are seldom used in isolation; realistically, a single element often has many.</a:t>
            </a:r>
          </a:p>
        </p:txBody>
      </p:sp>
      <p:sp>
        <p:nvSpPr>
          <p:cNvPr id="7" name="Text Placeholder 6">
            <a:extLst>
              <a:ext uri="{FF2B5EF4-FFF2-40B4-BE49-F238E27FC236}">
                <a16:creationId xmlns:a16="http://schemas.microsoft.com/office/drawing/2014/main" id="{EE4F2DD2-330C-76C5-E6B5-77C4689C7C29}"/>
              </a:ext>
            </a:extLst>
          </p:cNvPr>
          <p:cNvSpPr>
            <a:spLocks noGrp="1"/>
          </p:cNvSpPr>
          <p:nvPr>
            <p:ph type="body" sz="quarter" idx="27"/>
          </p:nvPr>
        </p:nvSpPr>
        <p:spPr>
          <a:xfrm>
            <a:off x="899205" y="3939941"/>
            <a:ext cx="5282543" cy="731520"/>
          </a:xfrm>
        </p:spPr>
        <p:txBody>
          <a:bodyPr>
            <a:normAutofit lnSpcReduction="10000"/>
          </a:bodyPr>
          <a:lstStyle/>
          <a:p>
            <a:r>
              <a:rPr lang="en-US" dirty="0"/>
              <a:t>The true power of event handling is best demonstrated when an element has multiple listeners working together on a common task.</a:t>
            </a:r>
          </a:p>
        </p:txBody>
      </p:sp>
      <p:pic>
        <p:nvPicPr>
          <p:cNvPr id="18" name="Picture Placeholder 17" descr="A puzzle pieces with faces&#10;&#10;AI-generated content may be incorrect.">
            <a:extLst>
              <a:ext uri="{FF2B5EF4-FFF2-40B4-BE49-F238E27FC236}">
                <a16:creationId xmlns:a16="http://schemas.microsoft.com/office/drawing/2014/main" id="{8AF65779-310A-ECF3-BC88-4C3A64F0F5B3}"/>
              </a:ext>
            </a:extLst>
          </p:cNvPr>
          <p:cNvPicPr>
            <a:picLocks noGrp="1" noChangeAspect="1"/>
          </p:cNvPicPr>
          <p:nvPr>
            <p:ph type="pic" sz="quarter" idx="29"/>
          </p:nvPr>
        </p:nvPicPr>
        <p:blipFill>
          <a:blip r:embed="rId3">
            <a:extLst>
              <a:ext uri="{28A0092B-C50C-407E-A947-70E740481C1C}">
                <a14:useLocalDpi xmlns:a14="http://schemas.microsoft.com/office/drawing/2010/main" val="0"/>
              </a:ext>
            </a:extLst>
          </a:blip>
          <a:srcRect l="-30069" t="-21699" r="-26230" b="-22382"/>
          <a:stretch>
            <a:fillRect/>
          </a:stretch>
        </p:blipFill>
        <p:spPr>
          <a:xfrm>
            <a:off x="281842" y="2121051"/>
            <a:ext cx="792499" cy="731187"/>
          </a:xfrm>
        </p:spPr>
      </p:pic>
      <p:pic>
        <p:nvPicPr>
          <p:cNvPr id="16" name="Picture Placeholder 15" descr="A blue eye with a white circle&#10;&#10;AI-generated content may be incorrect.">
            <a:extLst>
              <a:ext uri="{FF2B5EF4-FFF2-40B4-BE49-F238E27FC236}">
                <a16:creationId xmlns:a16="http://schemas.microsoft.com/office/drawing/2014/main" id="{968BE628-C27B-AF26-B6AB-C557AEB417D8}"/>
              </a:ext>
            </a:extLst>
          </p:cNvPr>
          <p:cNvPicPr>
            <a:picLocks noGrp="1" noChangeAspect="1"/>
          </p:cNvPicPr>
          <p:nvPr>
            <p:ph type="pic" sz="quarter" idx="30"/>
          </p:nvPr>
        </p:nvPicPr>
        <p:blipFill>
          <a:blip r:embed="rId4">
            <a:extLst>
              <a:ext uri="{28A0092B-C50C-407E-A947-70E740481C1C}">
                <a14:useLocalDpi xmlns:a14="http://schemas.microsoft.com/office/drawing/2010/main" val="0"/>
              </a:ext>
            </a:extLst>
          </a:blip>
          <a:srcRect l="-12463" t="-9225" r="-15609" b="-9093"/>
          <a:stretch>
            <a:fillRect/>
          </a:stretch>
        </p:blipFill>
        <p:spPr>
          <a:xfrm>
            <a:off x="291573" y="1211727"/>
            <a:ext cx="792499" cy="731187"/>
          </a:xfrm>
        </p:spPr>
      </p:pic>
      <p:pic>
        <p:nvPicPr>
          <p:cNvPr id="20" name="Picture Placeholder 19" descr="A group of people sitting around a table&#10;&#10;AI-generated content may be incorrect.">
            <a:extLst>
              <a:ext uri="{FF2B5EF4-FFF2-40B4-BE49-F238E27FC236}">
                <a16:creationId xmlns:a16="http://schemas.microsoft.com/office/drawing/2014/main" id="{FBDA471F-E6FB-A0B4-9876-453E9945C0AA}"/>
              </a:ext>
            </a:extLst>
          </p:cNvPr>
          <p:cNvPicPr>
            <a:picLocks noGrp="1" noChangeAspect="1"/>
          </p:cNvPicPr>
          <p:nvPr>
            <p:ph type="pic" sz="quarter" idx="31"/>
          </p:nvPr>
        </p:nvPicPr>
        <p:blipFill>
          <a:blip r:embed="rId5">
            <a:extLst>
              <a:ext uri="{28A0092B-C50C-407E-A947-70E740481C1C}">
                <a14:useLocalDpi xmlns:a14="http://schemas.microsoft.com/office/drawing/2010/main" val="0"/>
              </a:ext>
            </a:extLst>
          </a:blip>
          <a:srcRect l="-18571" t="-13611" r="-18571" b="-13087"/>
          <a:stretch>
            <a:fillRect/>
          </a:stretch>
        </p:blipFill>
        <p:spPr>
          <a:xfrm>
            <a:off x="281842" y="3034319"/>
            <a:ext cx="792499" cy="731187"/>
          </a:xfrm>
        </p:spPr>
      </p:pic>
      <p:pic>
        <p:nvPicPr>
          <p:cNvPr id="22" name="Picture Placeholder 21" descr="A hand with a fist in the air&#10;&#10;AI-generated content may be incorrect.">
            <a:extLst>
              <a:ext uri="{FF2B5EF4-FFF2-40B4-BE49-F238E27FC236}">
                <a16:creationId xmlns:a16="http://schemas.microsoft.com/office/drawing/2014/main" id="{2A471568-8BAD-C14C-4588-17FA13E32954}"/>
              </a:ext>
            </a:extLst>
          </p:cNvPr>
          <p:cNvPicPr>
            <a:picLocks noGrp="1" noChangeAspect="1"/>
          </p:cNvPicPr>
          <p:nvPr>
            <p:ph type="pic" sz="quarter" idx="32"/>
          </p:nvPr>
        </p:nvPicPr>
        <p:blipFill>
          <a:blip r:embed="rId6">
            <a:extLst>
              <a:ext uri="{28A0092B-C50C-407E-A947-70E740481C1C}">
                <a14:useLocalDpi xmlns:a14="http://schemas.microsoft.com/office/drawing/2010/main" val="0"/>
              </a:ext>
            </a:extLst>
          </a:blip>
          <a:srcRect l="-21913" t="-15711" r="-21913" b="-16873"/>
          <a:stretch>
            <a:fillRect/>
          </a:stretch>
        </p:blipFill>
        <p:spPr>
          <a:xfrm>
            <a:off x="281842" y="3943310"/>
            <a:ext cx="792499" cy="731187"/>
          </a:xfrm>
        </p:spPr>
      </p:pic>
      <p:pic>
        <p:nvPicPr>
          <p:cNvPr id="26" name="Content Placeholder 25" descr="A screenshot of a computer screen&#10;&#10;AI-generated content may be incorrect.">
            <a:extLst>
              <a:ext uri="{FF2B5EF4-FFF2-40B4-BE49-F238E27FC236}">
                <a16:creationId xmlns:a16="http://schemas.microsoft.com/office/drawing/2014/main" id="{C0A8644F-5913-D59D-B8C8-E8D1B33F37DB}"/>
              </a:ext>
            </a:extLst>
          </p:cNvPr>
          <p:cNvPicPr>
            <a:picLocks noGrp="1" noChangeAspect="1"/>
          </p:cNvPicPr>
          <p:nvPr>
            <p:ph sz="quarter" idx="33"/>
          </p:nvPr>
        </p:nvPicPr>
        <p:blipFill>
          <a:blip r:embed="rId7">
            <a:extLst>
              <a:ext uri="{28A0092B-C50C-407E-A947-70E740481C1C}">
                <a14:useLocalDpi xmlns:a14="http://schemas.microsoft.com/office/drawing/2010/main" val="0"/>
              </a:ext>
            </a:extLst>
          </a:blip>
          <a:stretch>
            <a:fillRect/>
          </a:stretch>
        </p:blipFill>
        <p:spPr>
          <a:xfrm>
            <a:off x="6502803" y="1163712"/>
            <a:ext cx="5407355" cy="5574492"/>
          </a:xfr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50191567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03422241-E668-4CFF-32C5-141B7668D354}"/>
              </a:ext>
            </a:extLst>
          </p:cNvPr>
          <p:cNvSpPr>
            <a:spLocks noGrp="1"/>
          </p:cNvSpPr>
          <p:nvPr>
            <p:ph sz="quarter" idx="14"/>
          </p:nvPr>
        </p:nvSpPr>
        <p:spPr/>
        <p:txBody>
          <a:bodyPr/>
          <a:lstStyle/>
          <a:p>
            <a:pPr marL="0" indent="0">
              <a:buNone/>
            </a:pPr>
            <a:r>
              <a:rPr lang="en-US" i="1" u="sng" dirty="0"/>
              <a:t>Note</a:t>
            </a:r>
            <a:r>
              <a:rPr lang="en-US" dirty="0"/>
              <a:t>: This function assumes a few things already exist, like variables and other functions.</a:t>
            </a:r>
          </a:p>
        </p:txBody>
      </p:sp>
      <p:sp>
        <p:nvSpPr>
          <p:cNvPr id="3" name="Text Placeholder 2">
            <a:extLst>
              <a:ext uri="{FF2B5EF4-FFF2-40B4-BE49-F238E27FC236}">
                <a16:creationId xmlns:a16="http://schemas.microsoft.com/office/drawing/2014/main" id="{C1839D5F-20A9-7070-AF73-17B2C9F63993}"/>
              </a:ext>
            </a:extLst>
          </p:cNvPr>
          <p:cNvSpPr>
            <a:spLocks noGrp="1"/>
          </p:cNvSpPr>
          <p:nvPr>
            <p:ph type="body" sz="quarter" idx="13"/>
          </p:nvPr>
        </p:nvSpPr>
        <p:spPr/>
        <p:txBody>
          <a:bodyPr/>
          <a:lstStyle/>
          <a:p>
            <a:pPr lvl="0">
              <a:buClr>
                <a:srgbClr val="FFFFFF">
                  <a:lumMod val="95000"/>
                </a:srgbClr>
              </a:buClr>
            </a:pPr>
            <a:r>
              <a:rPr lang="en-US" sz="1000" dirty="0">
                <a:solidFill>
                  <a:srgbClr val="FFFFFF">
                    <a:lumMod val="75000"/>
                  </a:srgbClr>
                </a:solidFill>
              </a:rPr>
              <a:t>1</a:t>
            </a:r>
          </a:p>
          <a:p>
            <a:pPr lvl="0">
              <a:buClr>
                <a:srgbClr val="FFFFFF">
                  <a:lumMod val="95000"/>
                </a:srgbClr>
              </a:buClr>
            </a:pPr>
            <a:r>
              <a:rPr lang="en-US" sz="1000" dirty="0">
                <a:solidFill>
                  <a:srgbClr val="FFFFFF">
                    <a:lumMod val="75000"/>
                  </a:srgbClr>
                </a:solidFill>
              </a:rPr>
              <a:t>2</a:t>
            </a:r>
          </a:p>
          <a:p>
            <a:pPr lvl="0">
              <a:buClr>
                <a:srgbClr val="FFFFFF">
                  <a:lumMod val="95000"/>
                </a:srgbClr>
              </a:buClr>
            </a:pPr>
            <a:r>
              <a:rPr lang="en-US" sz="1000" dirty="0">
                <a:solidFill>
                  <a:srgbClr val="FFFFFF">
                    <a:lumMod val="75000"/>
                  </a:srgbClr>
                </a:solidFill>
              </a:rPr>
              <a:t>3</a:t>
            </a:r>
          </a:p>
          <a:p>
            <a:pPr lvl="0">
              <a:buClr>
                <a:srgbClr val="FFFFFF">
                  <a:lumMod val="95000"/>
                </a:srgbClr>
              </a:buClr>
            </a:pPr>
            <a:r>
              <a:rPr lang="en-US" sz="1000" dirty="0">
                <a:solidFill>
                  <a:srgbClr val="FFFFFF">
                    <a:lumMod val="75000"/>
                  </a:srgbClr>
                </a:solidFill>
              </a:rPr>
              <a:t>4</a:t>
            </a:r>
          </a:p>
          <a:p>
            <a:pPr lvl="0">
              <a:buClr>
                <a:srgbClr val="FFFFFF">
                  <a:lumMod val="95000"/>
                </a:srgbClr>
              </a:buClr>
            </a:pPr>
            <a:r>
              <a:rPr lang="en-US" sz="1000" dirty="0">
                <a:solidFill>
                  <a:srgbClr val="FFFFFF">
                    <a:lumMod val="75000"/>
                  </a:srgbClr>
                </a:solidFill>
              </a:rPr>
              <a:t>5</a:t>
            </a:r>
          </a:p>
          <a:p>
            <a:pPr lvl="0">
              <a:buClr>
                <a:srgbClr val="FFFFFF">
                  <a:lumMod val="95000"/>
                </a:srgbClr>
              </a:buClr>
            </a:pPr>
            <a:r>
              <a:rPr lang="en-US" sz="1000" dirty="0">
                <a:solidFill>
                  <a:srgbClr val="FFFFFF">
                    <a:lumMod val="75000"/>
                  </a:srgbClr>
                </a:solidFill>
              </a:rPr>
              <a:t>6</a:t>
            </a:r>
          </a:p>
          <a:p>
            <a:pPr lvl="0">
              <a:buClr>
                <a:srgbClr val="FFFFFF">
                  <a:lumMod val="95000"/>
                </a:srgbClr>
              </a:buClr>
            </a:pPr>
            <a:r>
              <a:rPr lang="en-US" sz="1000" dirty="0">
                <a:solidFill>
                  <a:srgbClr val="FFFFFF">
                    <a:lumMod val="75000"/>
                  </a:srgbClr>
                </a:solidFill>
              </a:rPr>
              <a:t>7</a:t>
            </a:r>
          </a:p>
          <a:p>
            <a:pPr lvl="0">
              <a:buClr>
                <a:srgbClr val="FFFFFF">
                  <a:lumMod val="95000"/>
                </a:srgbClr>
              </a:buClr>
            </a:pPr>
            <a:r>
              <a:rPr lang="en-US" sz="1000" dirty="0">
                <a:solidFill>
                  <a:srgbClr val="FFFFFF">
                    <a:lumMod val="75000"/>
                  </a:srgbClr>
                </a:solidFill>
              </a:rPr>
              <a:t>8</a:t>
            </a:r>
          </a:p>
          <a:p>
            <a:pPr lvl="0">
              <a:buClr>
                <a:srgbClr val="FFFFFF">
                  <a:lumMod val="95000"/>
                </a:srgbClr>
              </a:buClr>
            </a:pPr>
            <a:r>
              <a:rPr lang="en-US" sz="1000" dirty="0">
                <a:solidFill>
                  <a:srgbClr val="FFFFFF">
                    <a:lumMod val="75000"/>
                  </a:srgbClr>
                </a:solidFill>
              </a:rPr>
              <a:t>9</a:t>
            </a:r>
          </a:p>
          <a:p>
            <a:pPr lvl="0">
              <a:buClr>
                <a:srgbClr val="FFFFFF">
                  <a:lumMod val="95000"/>
                </a:srgbClr>
              </a:buClr>
            </a:pPr>
            <a:r>
              <a:rPr lang="en-US" sz="1000" dirty="0">
                <a:solidFill>
                  <a:srgbClr val="FFFFFF">
                    <a:lumMod val="75000"/>
                  </a:srgbClr>
                </a:solidFill>
              </a:rPr>
              <a:t>10</a:t>
            </a:r>
          </a:p>
          <a:p>
            <a:pPr lvl="0">
              <a:buClr>
                <a:srgbClr val="FFFFFF">
                  <a:lumMod val="95000"/>
                </a:srgbClr>
              </a:buClr>
            </a:pPr>
            <a:r>
              <a:rPr lang="en-US" sz="1000" dirty="0">
                <a:solidFill>
                  <a:srgbClr val="FFFFFF">
                    <a:lumMod val="75000"/>
                  </a:srgbClr>
                </a:solidFill>
              </a:rPr>
              <a:t>11</a:t>
            </a:r>
          </a:p>
          <a:p>
            <a:pPr lvl="0">
              <a:buClr>
                <a:srgbClr val="FFFFFF">
                  <a:lumMod val="95000"/>
                </a:srgbClr>
              </a:buClr>
            </a:pPr>
            <a:r>
              <a:rPr lang="en-US" sz="1000" dirty="0">
                <a:solidFill>
                  <a:srgbClr val="FFFFFF">
                    <a:lumMod val="75000"/>
                  </a:srgbClr>
                </a:solidFill>
              </a:rPr>
              <a:t>12</a:t>
            </a:r>
          </a:p>
          <a:p>
            <a:pPr lvl="0">
              <a:buClr>
                <a:srgbClr val="FFFFFF">
                  <a:lumMod val="95000"/>
                </a:srgbClr>
              </a:buClr>
            </a:pPr>
            <a:r>
              <a:rPr lang="en-US" sz="1000" dirty="0">
                <a:solidFill>
                  <a:srgbClr val="FFFFFF">
                    <a:lumMod val="75000"/>
                  </a:srgbClr>
                </a:solidFill>
              </a:rPr>
              <a:t>13</a:t>
            </a:r>
          </a:p>
          <a:p>
            <a:pPr lvl="0">
              <a:buClr>
                <a:srgbClr val="FFFFFF">
                  <a:lumMod val="95000"/>
                </a:srgbClr>
              </a:buClr>
            </a:pPr>
            <a:r>
              <a:rPr lang="en-US" sz="1000" dirty="0">
                <a:solidFill>
                  <a:srgbClr val="FFFFFF">
                    <a:lumMod val="75000"/>
                  </a:srgbClr>
                </a:solidFill>
              </a:rPr>
              <a:t>14</a:t>
            </a:r>
          </a:p>
          <a:p>
            <a:pPr lvl="0">
              <a:buClr>
                <a:srgbClr val="FFFFFF">
                  <a:lumMod val="95000"/>
                </a:srgbClr>
              </a:buClr>
            </a:pPr>
            <a:r>
              <a:rPr lang="en-US" sz="1000" dirty="0">
                <a:solidFill>
                  <a:srgbClr val="FFFFFF">
                    <a:lumMod val="75000"/>
                  </a:srgbClr>
                </a:solidFill>
              </a:rPr>
              <a:t>15</a:t>
            </a:r>
          </a:p>
          <a:p>
            <a:pPr lvl="0">
              <a:buClr>
                <a:srgbClr val="FFFFFF">
                  <a:lumMod val="95000"/>
                </a:srgbClr>
              </a:buClr>
            </a:pPr>
            <a:r>
              <a:rPr lang="en-US" sz="1000" dirty="0">
                <a:solidFill>
                  <a:srgbClr val="FFFFFF">
                    <a:lumMod val="75000"/>
                  </a:srgbClr>
                </a:solidFill>
              </a:rPr>
              <a:t>16</a:t>
            </a:r>
          </a:p>
          <a:p>
            <a:pPr lvl="0">
              <a:buClr>
                <a:srgbClr val="FFFFFF">
                  <a:lumMod val="95000"/>
                </a:srgbClr>
              </a:buClr>
            </a:pPr>
            <a:r>
              <a:rPr lang="en-US" sz="1000" dirty="0">
                <a:solidFill>
                  <a:srgbClr val="FFFFFF">
                    <a:lumMod val="75000"/>
                  </a:srgbClr>
                </a:solidFill>
              </a:rPr>
              <a:t>17</a:t>
            </a:r>
          </a:p>
          <a:p>
            <a:pPr lvl="0">
              <a:buClr>
                <a:srgbClr val="FFFFFF">
                  <a:lumMod val="95000"/>
                </a:srgbClr>
              </a:buClr>
            </a:pPr>
            <a:r>
              <a:rPr lang="en-US" sz="1000" dirty="0">
                <a:solidFill>
                  <a:srgbClr val="FFFFFF">
                    <a:lumMod val="75000"/>
                  </a:srgbClr>
                </a:solidFill>
              </a:rPr>
              <a:t>18</a:t>
            </a:r>
          </a:p>
          <a:p>
            <a:pPr lvl="0">
              <a:buClr>
                <a:srgbClr val="FFFFFF">
                  <a:lumMod val="95000"/>
                </a:srgbClr>
              </a:buClr>
            </a:pPr>
            <a:r>
              <a:rPr lang="en-US" sz="1000" dirty="0">
                <a:solidFill>
                  <a:srgbClr val="FFFFFF">
                    <a:lumMod val="75000"/>
                  </a:srgbClr>
                </a:solidFill>
              </a:rPr>
              <a:t>19</a:t>
            </a:r>
          </a:p>
          <a:p>
            <a:pPr lvl="0">
              <a:buClr>
                <a:srgbClr val="FFFFFF">
                  <a:lumMod val="95000"/>
                </a:srgbClr>
              </a:buClr>
            </a:pPr>
            <a:r>
              <a:rPr lang="en-US" sz="1000" dirty="0">
                <a:solidFill>
                  <a:srgbClr val="FFFFFF">
                    <a:lumMod val="75000"/>
                  </a:srgbClr>
                </a:solidFill>
              </a:rPr>
              <a:t>20</a:t>
            </a:r>
          </a:p>
          <a:p>
            <a:pPr lvl="0">
              <a:buClr>
                <a:srgbClr val="FFFFFF">
                  <a:lumMod val="95000"/>
                </a:srgbClr>
              </a:buClr>
            </a:pPr>
            <a:r>
              <a:rPr lang="en-US" sz="1000" dirty="0">
                <a:solidFill>
                  <a:srgbClr val="FFFFFF">
                    <a:lumMod val="75000"/>
                  </a:srgbClr>
                </a:solidFill>
              </a:rPr>
              <a:t>21</a:t>
            </a:r>
          </a:p>
          <a:p>
            <a:pPr lvl="0">
              <a:buClr>
                <a:srgbClr val="FFFFFF">
                  <a:lumMod val="95000"/>
                </a:srgbClr>
              </a:buClr>
            </a:pPr>
            <a:r>
              <a:rPr lang="en-US" sz="1000" dirty="0">
                <a:solidFill>
                  <a:srgbClr val="FFFFFF">
                    <a:lumMod val="75000"/>
                  </a:srgbClr>
                </a:solidFill>
              </a:rPr>
              <a:t>22</a:t>
            </a:r>
          </a:p>
          <a:p>
            <a:pPr lvl="0">
              <a:buClr>
                <a:srgbClr val="FFFFFF">
                  <a:lumMod val="95000"/>
                </a:srgbClr>
              </a:buClr>
            </a:pPr>
            <a:r>
              <a:rPr lang="en-US" sz="1000" dirty="0">
                <a:solidFill>
                  <a:srgbClr val="FFFFFF">
                    <a:lumMod val="75000"/>
                  </a:srgbClr>
                </a:solidFill>
              </a:rPr>
              <a:t>23</a:t>
            </a:r>
          </a:p>
          <a:p>
            <a:pPr lvl="0">
              <a:buClr>
                <a:srgbClr val="FFFFFF">
                  <a:lumMod val="95000"/>
                </a:srgbClr>
              </a:buClr>
            </a:pPr>
            <a:r>
              <a:rPr lang="en-US" sz="1000" dirty="0">
                <a:solidFill>
                  <a:srgbClr val="FFFFFF">
                    <a:lumMod val="75000"/>
                  </a:srgbClr>
                </a:solidFill>
              </a:rPr>
              <a:t>24</a:t>
            </a:r>
          </a:p>
          <a:p>
            <a:pPr lvl="0">
              <a:buClr>
                <a:srgbClr val="FFFFFF">
                  <a:lumMod val="95000"/>
                </a:srgbClr>
              </a:buClr>
            </a:pPr>
            <a:r>
              <a:rPr lang="en-US" sz="1000" dirty="0">
                <a:solidFill>
                  <a:srgbClr val="FFFFFF">
                    <a:lumMod val="75000"/>
                  </a:srgbClr>
                </a:solidFill>
              </a:rPr>
              <a:t>25</a:t>
            </a:r>
          </a:p>
          <a:p>
            <a:pPr lvl="0">
              <a:buClr>
                <a:srgbClr val="FFFFFF">
                  <a:lumMod val="95000"/>
                </a:srgbClr>
              </a:buClr>
            </a:pPr>
            <a:r>
              <a:rPr lang="en-US" sz="1000" dirty="0">
                <a:solidFill>
                  <a:srgbClr val="FFFFFF">
                    <a:lumMod val="75000"/>
                  </a:srgbClr>
                </a:solidFill>
              </a:rPr>
              <a:t>26</a:t>
            </a:r>
          </a:p>
          <a:p>
            <a:pPr lvl="0">
              <a:buClr>
                <a:srgbClr val="FFFFFF">
                  <a:lumMod val="95000"/>
                </a:srgbClr>
              </a:buClr>
            </a:pPr>
            <a:r>
              <a:rPr lang="en-US" sz="1000" dirty="0">
                <a:solidFill>
                  <a:srgbClr val="FFFFFF">
                    <a:lumMod val="75000"/>
                  </a:srgbClr>
                </a:solidFill>
              </a:rPr>
              <a:t>27</a:t>
            </a:r>
          </a:p>
          <a:p>
            <a:pPr lvl="0">
              <a:buClr>
                <a:srgbClr val="FFFFFF">
                  <a:lumMod val="95000"/>
                </a:srgbClr>
              </a:buClr>
            </a:pPr>
            <a:r>
              <a:rPr lang="en-US" sz="1000" dirty="0">
                <a:solidFill>
                  <a:srgbClr val="FFFFFF">
                    <a:lumMod val="75000"/>
                  </a:srgbClr>
                </a:solidFill>
              </a:rPr>
              <a:t>28</a:t>
            </a:r>
          </a:p>
          <a:p>
            <a:pPr lvl="0">
              <a:buClr>
                <a:srgbClr val="FFFFFF">
                  <a:lumMod val="95000"/>
                </a:srgbClr>
              </a:buClr>
            </a:pPr>
            <a:r>
              <a:rPr lang="en-US" sz="1000" dirty="0">
                <a:solidFill>
                  <a:srgbClr val="FFFFFF">
                    <a:lumMod val="75000"/>
                  </a:srgbClr>
                </a:solidFill>
              </a:rPr>
              <a:t>29</a:t>
            </a:r>
          </a:p>
          <a:p>
            <a:pPr lvl="0">
              <a:buClr>
                <a:srgbClr val="FFFFFF">
                  <a:lumMod val="95000"/>
                </a:srgbClr>
              </a:buClr>
            </a:pPr>
            <a:r>
              <a:rPr lang="en-US" sz="1000" dirty="0">
                <a:solidFill>
                  <a:srgbClr val="FFFFFF">
                    <a:lumMod val="75000"/>
                  </a:srgbClr>
                </a:solidFill>
              </a:rPr>
              <a:t>30</a:t>
            </a:r>
          </a:p>
          <a:p>
            <a:pPr lvl="0">
              <a:buClr>
                <a:srgbClr val="FFFFFF">
                  <a:lumMod val="95000"/>
                </a:srgbClr>
              </a:buClr>
            </a:pPr>
            <a:r>
              <a:rPr lang="en-US" sz="1000" dirty="0">
                <a:solidFill>
                  <a:srgbClr val="FFFFFF">
                    <a:lumMod val="75000"/>
                  </a:srgbClr>
                </a:solidFill>
              </a:rPr>
              <a:t>31</a:t>
            </a:r>
          </a:p>
          <a:p>
            <a:pPr lvl="0">
              <a:buClr>
                <a:srgbClr val="FFFFFF">
                  <a:lumMod val="95000"/>
                </a:srgbClr>
              </a:buClr>
            </a:pPr>
            <a:r>
              <a:rPr lang="en-US" sz="1000" dirty="0">
                <a:solidFill>
                  <a:srgbClr val="FFFFFF">
                    <a:lumMod val="75000"/>
                  </a:srgbClr>
                </a:solidFill>
              </a:rPr>
              <a:t>32</a:t>
            </a:r>
          </a:p>
          <a:p>
            <a:pPr lvl="0">
              <a:buClr>
                <a:srgbClr val="FFFFFF">
                  <a:lumMod val="95000"/>
                </a:srgbClr>
              </a:buClr>
            </a:pPr>
            <a:r>
              <a:rPr lang="en-US" sz="1000" dirty="0">
                <a:solidFill>
                  <a:srgbClr val="FFFFFF">
                    <a:lumMod val="75000"/>
                  </a:srgbClr>
                </a:solidFill>
              </a:rPr>
              <a:t>33</a:t>
            </a:r>
          </a:p>
          <a:p>
            <a:pPr lvl="0">
              <a:buClr>
                <a:srgbClr val="FFFFFF">
                  <a:lumMod val="95000"/>
                </a:srgbClr>
              </a:buClr>
            </a:pPr>
            <a:r>
              <a:rPr lang="en-US" sz="1000" dirty="0">
                <a:solidFill>
                  <a:srgbClr val="FFFFFF">
                    <a:lumMod val="75000"/>
                  </a:srgbClr>
                </a:solidFill>
              </a:rPr>
              <a:t>34</a:t>
            </a:r>
          </a:p>
          <a:p>
            <a:pPr lvl="0">
              <a:buClr>
                <a:srgbClr val="FFFFFF">
                  <a:lumMod val="95000"/>
                </a:srgbClr>
              </a:buClr>
            </a:pPr>
            <a:r>
              <a:rPr lang="en-US" sz="1000" dirty="0">
                <a:solidFill>
                  <a:srgbClr val="FFFFFF">
                    <a:lumMod val="75000"/>
                  </a:srgbClr>
                </a:solidFill>
              </a:rPr>
              <a:t>35</a:t>
            </a:r>
          </a:p>
          <a:p>
            <a:endParaRPr lang="en-US" dirty="0"/>
          </a:p>
        </p:txBody>
      </p:sp>
      <p:sp>
        <p:nvSpPr>
          <p:cNvPr id="4" name="Title 3">
            <a:extLst>
              <a:ext uri="{FF2B5EF4-FFF2-40B4-BE49-F238E27FC236}">
                <a16:creationId xmlns:a16="http://schemas.microsoft.com/office/drawing/2014/main" id="{CE9B9A16-1502-85B9-B6CF-EF69356FBFDE}"/>
              </a:ext>
            </a:extLst>
          </p:cNvPr>
          <p:cNvSpPr>
            <a:spLocks noGrp="1"/>
          </p:cNvSpPr>
          <p:nvPr>
            <p:ph type="title"/>
          </p:nvPr>
        </p:nvSpPr>
        <p:spPr/>
        <p:txBody>
          <a:bodyPr/>
          <a:lstStyle/>
          <a:p>
            <a:r>
              <a:rPr lang="en-US" dirty="0"/>
              <a:t>Building Interactive Elements</a:t>
            </a:r>
          </a:p>
        </p:txBody>
      </p:sp>
      <p:sp>
        <p:nvSpPr>
          <p:cNvPr id="5" name="Content Placeholder 4">
            <a:extLst>
              <a:ext uri="{FF2B5EF4-FFF2-40B4-BE49-F238E27FC236}">
                <a16:creationId xmlns:a16="http://schemas.microsoft.com/office/drawing/2014/main" id="{421E7B97-FC22-29B0-66C8-AFB3C48672FA}"/>
              </a:ext>
            </a:extLst>
          </p:cNvPr>
          <p:cNvSpPr>
            <a:spLocks noGrp="1"/>
          </p:cNvSpPr>
          <p:nvPr>
            <p:ph sz="quarter" idx="10"/>
          </p:nvPr>
        </p:nvSpPr>
        <p:spPr/>
        <p:txBody>
          <a:bodyPr/>
          <a:lstStyle/>
          <a:p>
            <a:pPr marL="0" lvl="0" indent="0">
              <a:buClr>
                <a:srgbClr val="FFFFFF">
                  <a:lumMod val="95000"/>
                </a:srgbClr>
              </a:buClr>
              <a:buNone/>
            </a:pPr>
            <a:r>
              <a:rPr lang="en-US" sz="1000" dirty="0">
                <a:solidFill>
                  <a:srgbClr val="7F9F7F"/>
                </a:solidFill>
                <a:highlight>
                  <a:srgbClr val="3F3F3F"/>
                </a:highlight>
              </a:rPr>
              <a:t>// the listeners configured on the canvas last slide</a:t>
            </a:r>
            <a:endParaRPr lang="en-US" sz="1000" b="1" dirty="0">
              <a:solidFill>
                <a:srgbClr val="DFC47D"/>
              </a:solidFill>
              <a:highlight>
                <a:srgbClr val="3F3F3F"/>
              </a:highlight>
            </a:endParaRPr>
          </a:p>
          <a:p>
            <a:pPr marL="0" lvl="0" indent="0">
              <a:buClr>
                <a:srgbClr val="FFFFFF">
                  <a:lumMod val="95000"/>
                </a:srgbClr>
              </a:buClr>
              <a:buNone/>
            </a:pPr>
            <a:r>
              <a:rPr lang="en-US" sz="1000" b="1" dirty="0">
                <a:solidFill>
                  <a:srgbClr val="DFC47D"/>
                </a:solidFill>
                <a:highlight>
                  <a:srgbClr val="3F3F3F"/>
                </a:highlight>
              </a:rPr>
              <a:t>function</a:t>
            </a:r>
            <a:r>
              <a:rPr lang="en-US" sz="1000" dirty="0">
                <a:solidFill>
                  <a:srgbClr val="DCDCCC"/>
                </a:solidFill>
                <a:highlight>
                  <a:srgbClr val="3F3F3F"/>
                </a:highlight>
              </a:rPr>
              <a:t> </a:t>
            </a:r>
            <a:r>
              <a:rPr lang="en-US" sz="1000" dirty="0" err="1">
                <a:solidFill>
                  <a:srgbClr val="DCDCCC"/>
                </a:solidFill>
                <a:highlight>
                  <a:srgbClr val="3F3F3F"/>
                </a:highlight>
              </a:rPr>
              <a:t>setupEventListeners</a:t>
            </a:r>
            <a:r>
              <a:rPr lang="en-US" sz="1000" b="1" dirty="0">
                <a:highlight>
                  <a:srgbClr val="3F3F3F"/>
                </a:highlight>
              </a:rPr>
              <a:t>()</a:t>
            </a: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canvas </a:t>
            </a:r>
            <a:r>
              <a:rPr lang="en-US" sz="1000" b="1" dirty="0">
                <a:highlight>
                  <a:srgbClr val="3F3F3F"/>
                </a:highlight>
              </a:rPr>
              <a:t>=</a:t>
            </a:r>
            <a:r>
              <a:rPr lang="en-US" sz="1000" dirty="0">
                <a:solidFill>
                  <a:srgbClr val="DCDCCC"/>
                </a:solidFill>
                <a:highlight>
                  <a:srgbClr val="3F3F3F"/>
                </a:highlight>
              </a:rPr>
              <a:t> </a:t>
            </a:r>
            <a:r>
              <a:rPr lang="en-US" sz="1000" b="1" dirty="0" err="1">
                <a:solidFill>
                  <a:srgbClr val="FFCFAF"/>
                </a:solidFill>
                <a:highlight>
                  <a:srgbClr val="3F3F3F"/>
                </a:highlight>
              </a:rPr>
              <a:t>document</a:t>
            </a:r>
            <a:r>
              <a:rPr lang="en-US" sz="1000" b="1" dirty="0" err="1">
                <a:highlight>
                  <a:srgbClr val="3F3F3F"/>
                </a:highlight>
              </a:rPr>
              <a:t>.</a:t>
            </a:r>
            <a:r>
              <a:rPr lang="en-US" sz="1000" dirty="0" err="1">
                <a:solidFill>
                  <a:srgbClr val="DCDCCC"/>
                </a:solidFill>
                <a:highlight>
                  <a:srgbClr val="3F3F3F"/>
                </a:highlight>
              </a:rPr>
              <a:t>getElementById</a:t>
            </a:r>
            <a:r>
              <a:rPr lang="en-US" sz="1000" b="1" dirty="0">
                <a:highlight>
                  <a:srgbClr val="3F3F3F"/>
                </a:highlight>
              </a:rPr>
              <a:t>(</a:t>
            </a:r>
            <a:r>
              <a:rPr lang="en-US" sz="1000" dirty="0">
                <a:solidFill>
                  <a:srgbClr val="DCA3A3"/>
                </a:solidFill>
                <a:highlight>
                  <a:srgbClr val="3F3F3F"/>
                </a:highlight>
              </a:rPr>
              <a:t>'</a:t>
            </a:r>
            <a:r>
              <a:rPr lang="en-US" sz="1000" dirty="0" err="1">
                <a:solidFill>
                  <a:srgbClr val="DCA3A3"/>
                </a:solidFill>
                <a:highlight>
                  <a:srgbClr val="3F3F3F"/>
                </a:highlight>
              </a:rPr>
              <a:t>colorCanvas</a:t>
            </a:r>
            <a:r>
              <a:rPr lang="en-US" sz="1000" dirty="0">
                <a:solidFill>
                  <a:srgbClr val="DCA3A3"/>
                </a:solidFill>
                <a:highlight>
                  <a:srgbClr val="3F3F3F"/>
                </a:highlight>
              </a:rPr>
              <a:t>'</a:t>
            </a:r>
            <a:r>
              <a:rPr lang="en-US" sz="1000" b="1" dirty="0">
                <a:highlight>
                  <a:srgbClr val="3F3F3F"/>
                </a:highlight>
              </a:rPr>
              <a:t>);</a:t>
            </a:r>
            <a:r>
              <a:rPr lang="en-US" sz="1000" dirty="0">
                <a:solidFill>
                  <a:srgbClr val="DCDCCC"/>
                </a:solidFill>
                <a:highlight>
                  <a:srgbClr val="3F3F3F"/>
                </a:highlight>
              </a:rPr>
              <a:t> </a:t>
            </a:r>
            <a:r>
              <a:rPr lang="en-US" sz="1000" dirty="0">
                <a:solidFill>
                  <a:srgbClr val="7F9F7F"/>
                </a:solidFill>
                <a:highlight>
                  <a:srgbClr val="3F3F3F"/>
                </a:highlight>
              </a:rPr>
              <a:t>// Get the canvas element</a:t>
            </a:r>
          </a:p>
          <a:p>
            <a:pPr marL="0" lvl="0" indent="0">
              <a:buClr>
                <a:srgbClr val="FFFFFF">
                  <a:lumMod val="95000"/>
                </a:srgbClr>
              </a:buClr>
              <a:buNone/>
            </a:pPr>
            <a:r>
              <a:rPr lang="en-US" sz="1000" dirty="0">
                <a:solidFill>
                  <a:srgbClr val="DCDCCC"/>
                </a:solidFill>
                <a:highlight>
                  <a:srgbClr val="3F3F3F"/>
                </a:highlight>
              </a:rPr>
              <a:t>    </a:t>
            </a: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canvas</a:t>
            </a:r>
            <a:r>
              <a:rPr lang="en-US" sz="1000" b="1" dirty="0" err="1">
                <a:highlight>
                  <a:srgbClr val="3F3F3F"/>
                </a:highlight>
              </a:rPr>
              <a:t>.</a:t>
            </a:r>
            <a:r>
              <a:rPr lang="en-US" sz="1000" dirty="0" err="1">
                <a:solidFill>
                  <a:srgbClr val="DCDCCC"/>
                </a:solidFill>
                <a:highlight>
                  <a:srgbClr val="3F3F3F"/>
                </a:highlight>
              </a:rPr>
              <a:t>addEventListener</a:t>
            </a:r>
            <a:r>
              <a:rPr lang="en-US" sz="1000" b="1" dirty="0">
                <a:highlight>
                  <a:srgbClr val="3F3F3F"/>
                </a:highlight>
              </a:rPr>
              <a:t>(</a:t>
            </a:r>
            <a:r>
              <a:rPr lang="en-US" sz="1000" dirty="0">
                <a:solidFill>
                  <a:srgbClr val="DCA3A3"/>
                </a:solidFill>
                <a:highlight>
                  <a:srgbClr val="3F3F3F"/>
                </a:highlight>
              </a:rPr>
              <a:t>'</a:t>
            </a:r>
            <a:r>
              <a:rPr lang="en-US" sz="1000" dirty="0" err="1">
                <a:solidFill>
                  <a:srgbClr val="DCA3A3"/>
                </a:solidFill>
                <a:highlight>
                  <a:srgbClr val="3F3F3F"/>
                </a:highlight>
              </a:rPr>
              <a:t>mousedown</a:t>
            </a:r>
            <a:r>
              <a:rPr lang="en-US" sz="1000" dirty="0">
                <a:solidFill>
                  <a:srgbClr val="DCA3A3"/>
                </a:solidFill>
                <a:highlight>
                  <a:srgbClr val="3F3F3F"/>
                </a:highlight>
              </a:rPr>
              <a:t>'</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function</a:t>
            </a:r>
            <a:r>
              <a:rPr lang="en-US" sz="1000" b="1" dirty="0">
                <a:highlight>
                  <a:srgbClr val="3F3F3F"/>
                </a:highlight>
              </a:rPr>
              <a:t>(</a:t>
            </a:r>
            <a:r>
              <a:rPr lang="en-US" sz="1000" dirty="0">
                <a:solidFill>
                  <a:srgbClr val="DCDCCC"/>
                </a:solidFill>
                <a:highlight>
                  <a:srgbClr val="3F3F3F"/>
                </a:highlight>
              </a:rPr>
              <a:t>e</a:t>
            </a:r>
            <a:r>
              <a:rPr lang="en-US" sz="1000" b="1" dirty="0">
                <a:highlight>
                  <a:srgbClr val="3F3F3F"/>
                </a:highlight>
              </a:rPr>
              <a:t>)</a:t>
            </a: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isMouseDown</a:t>
            </a:r>
            <a:r>
              <a:rPr lang="en-US" sz="1000" dirty="0">
                <a:solidFill>
                  <a:srgbClr val="DCDCCC"/>
                </a:solidFill>
                <a:highlight>
                  <a:srgbClr val="3F3F3F"/>
                </a:highlight>
              </a:rPr>
              <a:t> </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true</a:t>
            </a:r>
            <a:r>
              <a:rPr lang="en-US" sz="1000" b="1" dirty="0">
                <a:highlight>
                  <a:srgbClr val="3F3F3F"/>
                </a:highlight>
              </a:rPr>
              <a:t>; </a:t>
            </a:r>
            <a:r>
              <a:rPr lang="en-US" sz="1000" dirty="0">
                <a:solidFill>
                  <a:srgbClr val="7F9F7F"/>
                </a:solidFill>
                <a:highlight>
                  <a:srgbClr val="3F3F3F"/>
                </a:highlight>
              </a:rPr>
              <a:t>// assume this global variable has already been created</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updateSelectedColor</a:t>
            </a:r>
            <a:r>
              <a:rPr lang="en-US" sz="1000" b="1" dirty="0">
                <a:highlight>
                  <a:srgbClr val="3F3F3F"/>
                </a:highlight>
              </a:rPr>
              <a:t>(</a:t>
            </a:r>
            <a:r>
              <a:rPr lang="en-US" sz="1000" dirty="0">
                <a:solidFill>
                  <a:srgbClr val="DCDCCC"/>
                </a:solidFill>
                <a:highlight>
                  <a:srgbClr val="3F3F3F"/>
                </a:highlight>
              </a:rPr>
              <a:t>e</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canvas</a:t>
            </a:r>
            <a:r>
              <a:rPr lang="en-US" sz="1000" b="1" dirty="0" err="1">
                <a:highlight>
                  <a:srgbClr val="3F3F3F"/>
                </a:highlight>
              </a:rPr>
              <a:t>.</a:t>
            </a:r>
            <a:r>
              <a:rPr lang="en-US" sz="1000" dirty="0" err="1">
                <a:solidFill>
                  <a:srgbClr val="DCDCCC"/>
                </a:solidFill>
                <a:highlight>
                  <a:srgbClr val="3F3F3F"/>
                </a:highlight>
              </a:rPr>
              <a:t>addEventListener</a:t>
            </a:r>
            <a:r>
              <a:rPr lang="en-US" sz="1000" b="1" dirty="0">
                <a:highlight>
                  <a:srgbClr val="3F3F3F"/>
                </a:highlight>
              </a:rPr>
              <a:t>(</a:t>
            </a:r>
            <a:r>
              <a:rPr lang="en-US" sz="1000" dirty="0">
                <a:solidFill>
                  <a:srgbClr val="DCA3A3"/>
                </a:solidFill>
                <a:highlight>
                  <a:srgbClr val="3F3F3F"/>
                </a:highlight>
              </a:rPr>
              <a:t>'</a:t>
            </a:r>
            <a:r>
              <a:rPr lang="en-US" sz="1000" dirty="0" err="1">
                <a:solidFill>
                  <a:srgbClr val="DCA3A3"/>
                </a:solidFill>
                <a:highlight>
                  <a:srgbClr val="3F3F3F"/>
                </a:highlight>
              </a:rPr>
              <a:t>mousemove</a:t>
            </a:r>
            <a:r>
              <a:rPr lang="en-US" sz="1000" dirty="0">
                <a:solidFill>
                  <a:srgbClr val="DCA3A3"/>
                </a:solidFill>
                <a:highlight>
                  <a:srgbClr val="3F3F3F"/>
                </a:highlight>
              </a:rPr>
              <a:t>'</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function</a:t>
            </a:r>
            <a:r>
              <a:rPr lang="en-US" sz="1000" b="1" dirty="0">
                <a:highlight>
                  <a:srgbClr val="3F3F3F"/>
                </a:highlight>
              </a:rPr>
              <a:t>(</a:t>
            </a:r>
            <a:r>
              <a:rPr lang="en-US" sz="1000" dirty="0">
                <a:solidFill>
                  <a:srgbClr val="DCDCCC"/>
                </a:solidFill>
                <a:highlight>
                  <a:srgbClr val="3F3F3F"/>
                </a:highlight>
              </a:rPr>
              <a:t>e</a:t>
            </a:r>
            <a:r>
              <a:rPr lang="en-US" sz="1000" b="1" dirty="0">
                <a:highlight>
                  <a:srgbClr val="3F3F3F"/>
                </a:highlight>
              </a:rPr>
              <a:t>)</a:t>
            </a: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b="1" dirty="0">
                <a:solidFill>
                  <a:srgbClr val="DFC47D"/>
                </a:solidFill>
                <a:highlight>
                  <a:srgbClr val="3F3F3F"/>
                </a:highlight>
              </a:rPr>
              <a:t>if</a:t>
            </a:r>
            <a:r>
              <a:rPr lang="en-US" sz="1000" dirty="0">
                <a:solidFill>
                  <a:srgbClr val="DCDCCC"/>
                </a:solidFill>
                <a:highlight>
                  <a:srgbClr val="3F3F3F"/>
                </a:highlight>
              </a:rPr>
              <a:t> </a:t>
            </a:r>
            <a:r>
              <a:rPr lang="en-US" sz="1000" b="1" dirty="0">
                <a:highlight>
                  <a:srgbClr val="3F3F3F"/>
                </a:highlight>
              </a:rPr>
              <a:t>(</a:t>
            </a:r>
            <a:r>
              <a:rPr lang="en-US" sz="1000" dirty="0" err="1">
                <a:solidFill>
                  <a:srgbClr val="DCDCCC"/>
                </a:solidFill>
                <a:highlight>
                  <a:srgbClr val="3F3F3F"/>
                </a:highlight>
              </a:rPr>
              <a:t>isMouseDown</a:t>
            </a:r>
            <a:r>
              <a:rPr lang="en-US" sz="1000" b="1" dirty="0">
                <a:highlight>
                  <a:srgbClr val="3F3F3F"/>
                </a:highlight>
              </a:rPr>
              <a:t>)</a:t>
            </a: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updateSelectedColor</a:t>
            </a:r>
            <a:r>
              <a:rPr lang="en-US" sz="1000" b="1" dirty="0">
                <a:highlight>
                  <a:srgbClr val="3F3F3F"/>
                </a:highlight>
              </a:rPr>
              <a:t>(</a:t>
            </a:r>
            <a:r>
              <a:rPr lang="en-US" sz="1000" dirty="0">
                <a:solidFill>
                  <a:srgbClr val="DCDCCC"/>
                </a:solidFill>
                <a:highlight>
                  <a:srgbClr val="3F3F3F"/>
                </a:highlight>
              </a:rPr>
              <a:t>e</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canvas</a:t>
            </a:r>
            <a:r>
              <a:rPr lang="en-US" sz="1000" b="1" dirty="0" err="1">
                <a:highlight>
                  <a:srgbClr val="3F3F3F"/>
                </a:highlight>
              </a:rPr>
              <a:t>.</a:t>
            </a:r>
            <a:r>
              <a:rPr lang="en-US" sz="1000" dirty="0" err="1">
                <a:solidFill>
                  <a:srgbClr val="DCDCCC"/>
                </a:solidFill>
                <a:highlight>
                  <a:srgbClr val="3F3F3F"/>
                </a:highlight>
              </a:rPr>
              <a:t>addEventListener</a:t>
            </a:r>
            <a:r>
              <a:rPr lang="en-US" sz="1000" b="1" dirty="0">
                <a:highlight>
                  <a:srgbClr val="3F3F3F"/>
                </a:highlight>
              </a:rPr>
              <a:t>(</a:t>
            </a:r>
            <a:r>
              <a:rPr lang="en-US" sz="1000" dirty="0">
                <a:solidFill>
                  <a:srgbClr val="DCA3A3"/>
                </a:solidFill>
                <a:highlight>
                  <a:srgbClr val="3F3F3F"/>
                </a:highlight>
              </a:rPr>
              <a:t>'</a:t>
            </a:r>
            <a:r>
              <a:rPr lang="en-US" sz="1000" dirty="0" err="1">
                <a:solidFill>
                  <a:srgbClr val="DCA3A3"/>
                </a:solidFill>
                <a:highlight>
                  <a:srgbClr val="3F3F3F"/>
                </a:highlight>
              </a:rPr>
              <a:t>mouseup</a:t>
            </a:r>
            <a:r>
              <a:rPr lang="en-US" sz="1000" dirty="0">
                <a:solidFill>
                  <a:srgbClr val="DCA3A3"/>
                </a:solidFill>
                <a:highlight>
                  <a:srgbClr val="3F3F3F"/>
                </a:highlight>
              </a:rPr>
              <a:t>'</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function</a:t>
            </a:r>
            <a:r>
              <a:rPr lang="en-US" sz="1000" b="1" dirty="0">
                <a:highlight>
                  <a:srgbClr val="3F3F3F"/>
                </a:highlight>
              </a:rPr>
              <a:t>()</a:t>
            </a: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isMouseDown</a:t>
            </a:r>
            <a:r>
              <a:rPr lang="en-US" sz="1000" dirty="0">
                <a:solidFill>
                  <a:srgbClr val="DCDCCC"/>
                </a:solidFill>
                <a:highlight>
                  <a:srgbClr val="3F3F3F"/>
                </a:highlight>
              </a:rPr>
              <a:t> </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false</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canvas</a:t>
            </a:r>
            <a:r>
              <a:rPr lang="en-US" sz="1000" b="1" dirty="0" err="1">
                <a:highlight>
                  <a:srgbClr val="3F3F3F"/>
                </a:highlight>
              </a:rPr>
              <a:t>.</a:t>
            </a:r>
            <a:r>
              <a:rPr lang="en-US" sz="1000" dirty="0" err="1">
                <a:solidFill>
                  <a:srgbClr val="DCDCCC"/>
                </a:solidFill>
                <a:highlight>
                  <a:srgbClr val="3F3F3F"/>
                </a:highlight>
              </a:rPr>
              <a:t>addEventListener</a:t>
            </a:r>
            <a:r>
              <a:rPr lang="en-US" sz="1000" b="1" dirty="0">
                <a:highlight>
                  <a:srgbClr val="3F3F3F"/>
                </a:highlight>
              </a:rPr>
              <a:t>(</a:t>
            </a:r>
            <a:r>
              <a:rPr lang="en-US" sz="1000" dirty="0">
                <a:solidFill>
                  <a:srgbClr val="DCA3A3"/>
                </a:solidFill>
                <a:highlight>
                  <a:srgbClr val="3F3F3F"/>
                </a:highlight>
              </a:rPr>
              <a:t>'</a:t>
            </a:r>
            <a:r>
              <a:rPr lang="en-US" sz="1000" dirty="0" err="1">
                <a:solidFill>
                  <a:srgbClr val="DCA3A3"/>
                </a:solidFill>
                <a:highlight>
                  <a:srgbClr val="3F3F3F"/>
                </a:highlight>
              </a:rPr>
              <a:t>mouseleave</a:t>
            </a:r>
            <a:r>
              <a:rPr lang="en-US" sz="1000" dirty="0">
                <a:solidFill>
                  <a:srgbClr val="DCA3A3"/>
                </a:solidFill>
                <a:highlight>
                  <a:srgbClr val="3F3F3F"/>
                </a:highlight>
              </a:rPr>
              <a:t>'</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function</a:t>
            </a:r>
            <a:r>
              <a:rPr lang="en-US" sz="1000" b="1" dirty="0">
                <a:highlight>
                  <a:srgbClr val="3F3F3F"/>
                </a:highlight>
              </a:rPr>
              <a:t>()</a:t>
            </a: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isMouseDown</a:t>
            </a:r>
            <a:r>
              <a:rPr lang="en-US" sz="1000" dirty="0">
                <a:solidFill>
                  <a:srgbClr val="DCDCCC"/>
                </a:solidFill>
                <a:highlight>
                  <a:srgbClr val="3F3F3F"/>
                </a:highlight>
              </a:rPr>
              <a:t> </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false</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canvas</a:t>
            </a:r>
            <a:r>
              <a:rPr lang="en-US" sz="1000" b="1" dirty="0" err="1">
                <a:highlight>
                  <a:srgbClr val="3F3F3F"/>
                </a:highlight>
              </a:rPr>
              <a:t>.</a:t>
            </a:r>
            <a:r>
              <a:rPr lang="en-US" sz="1000" dirty="0" err="1">
                <a:solidFill>
                  <a:srgbClr val="DCDCCC"/>
                </a:solidFill>
                <a:highlight>
                  <a:srgbClr val="3F3F3F"/>
                </a:highlight>
              </a:rPr>
              <a:t>addEventListener</a:t>
            </a:r>
            <a:r>
              <a:rPr lang="en-US" sz="1000" b="1" dirty="0">
                <a:highlight>
                  <a:srgbClr val="3F3F3F"/>
                </a:highlight>
              </a:rPr>
              <a:t>(</a:t>
            </a:r>
            <a:r>
              <a:rPr lang="en-US" sz="1000" dirty="0">
                <a:solidFill>
                  <a:srgbClr val="DCA3A3"/>
                </a:solidFill>
                <a:highlight>
                  <a:srgbClr val="3F3F3F"/>
                </a:highlight>
              </a:rPr>
              <a:t>'wheel'</a:t>
            </a:r>
            <a:r>
              <a:rPr lang="en-US" sz="1000" b="1" dirty="0">
                <a:highlight>
                  <a:srgbClr val="3F3F3F"/>
                </a:highlight>
              </a:rPr>
              <a:t>,</a:t>
            </a:r>
            <a:r>
              <a:rPr lang="en-US" sz="1000" dirty="0">
                <a:solidFill>
                  <a:srgbClr val="DCDCCC"/>
                </a:solidFill>
                <a:highlight>
                  <a:srgbClr val="3F3F3F"/>
                </a:highlight>
              </a:rPr>
              <a:t> </a:t>
            </a:r>
            <a:r>
              <a:rPr lang="en-US" sz="1000" b="1" dirty="0">
                <a:solidFill>
                  <a:srgbClr val="DFC47D"/>
                </a:solidFill>
                <a:highlight>
                  <a:srgbClr val="3F3F3F"/>
                </a:highlight>
              </a:rPr>
              <a:t>function</a:t>
            </a:r>
            <a:r>
              <a:rPr lang="en-US" sz="1000" b="1" dirty="0">
                <a:highlight>
                  <a:srgbClr val="3F3F3F"/>
                </a:highlight>
              </a:rPr>
              <a:t>(</a:t>
            </a:r>
            <a:r>
              <a:rPr lang="en-US" sz="1000" dirty="0">
                <a:solidFill>
                  <a:srgbClr val="DCDCCC"/>
                </a:solidFill>
                <a:highlight>
                  <a:srgbClr val="3F3F3F"/>
                </a:highlight>
              </a:rPr>
              <a:t>e</a:t>
            </a:r>
            <a:r>
              <a:rPr lang="en-US" sz="1000" b="1" dirty="0">
                <a:highlight>
                  <a:srgbClr val="3F3F3F"/>
                </a:highlight>
              </a:rPr>
              <a:t>)</a:t>
            </a: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e</a:t>
            </a:r>
            <a:r>
              <a:rPr lang="en-US" sz="1000" b="1" dirty="0" err="1">
                <a:highlight>
                  <a:srgbClr val="3F3F3F"/>
                </a:highlight>
              </a:rPr>
              <a:t>.</a:t>
            </a:r>
            <a:r>
              <a:rPr lang="en-US" sz="1000" dirty="0" err="1">
                <a:solidFill>
                  <a:srgbClr val="DCDCCC"/>
                </a:solidFill>
                <a:highlight>
                  <a:srgbClr val="3F3F3F"/>
                </a:highlight>
              </a:rPr>
              <a:t>preventDefault</a:t>
            </a:r>
            <a:r>
              <a:rPr lang="en-US" sz="1000" b="1" dirty="0">
                <a:highlight>
                  <a:srgbClr val="3F3F3F"/>
                </a:highlight>
              </a:rPr>
              <a:t>(); </a:t>
            </a:r>
            <a:r>
              <a:rPr lang="en-US" sz="1000" dirty="0">
                <a:solidFill>
                  <a:srgbClr val="7F9F7F"/>
                </a:solidFill>
                <a:highlight>
                  <a:srgbClr val="3F3F3F"/>
                </a:highlight>
              </a:rPr>
              <a:t>// when inside canvas, prevent actual scrolling</a:t>
            </a:r>
            <a:endParaRPr lang="en-US" sz="1000" dirty="0">
              <a:solidFill>
                <a:srgbClr val="DCDCCC"/>
              </a:solidFill>
              <a:highlight>
                <a:srgbClr val="3F3F3F"/>
              </a:highlight>
            </a:endParaRPr>
          </a:p>
          <a:p>
            <a:pPr marL="0" lvl="0" indent="0">
              <a:buClr>
                <a:srgbClr val="FFFFFF">
                  <a:lumMod val="95000"/>
                </a:srgbClr>
              </a:buClr>
              <a:buNone/>
            </a:pPr>
            <a:endParaRPr lang="en-US" sz="1000" dirty="0">
              <a:solidFill>
                <a:srgbClr val="DCDCCC"/>
              </a:solidFill>
              <a:highlight>
                <a:srgbClr val="3F3F3F"/>
              </a:highlight>
            </a:endParaRPr>
          </a:p>
          <a:p>
            <a:pPr marL="0" lvl="0" indent="0">
              <a:buClr>
                <a:srgbClr val="FFFFFF">
                  <a:lumMod val="95000"/>
                </a:srgbClr>
              </a:buClr>
              <a:buNone/>
            </a:pPr>
            <a:r>
              <a:rPr lang="sv-SE" sz="1000" dirty="0">
                <a:solidFill>
                  <a:srgbClr val="DCDCCC"/>
                </a:solidFill>
                <a:highlight>
                  <a:srgbClr val="3F3F3F"/>
                </a:highlight>
              </a:rPr>
              <a:t>        </a:t>
            </a:r>
            <a:r>
              <a:rPr lang="sv-SE" sz="1000" b="1" dirty="0">
                <a:solidFill>
                  <a:srgbClr val="DFC47D"/>
                </a:solidFill>
                <a:highlight>
                  <a:srgbClr val="3F3F3F"/>
                </a:highlight>
              </a:rPr>
              <a:t>const</a:t>
            </a:r>
            <a:r>
              <a:rPr lang="sv-SE" sz="1000" dirty="0">
                <a:solidFill>
                  <a:srgbClr val="DCDCCC"/>
                </a:solidFill>
                <a:highlight>
                  <a:srgbClr val="3F3F3F"/>
                </a:highlight>
              </a:rPr>
              <a:t> delta </a:t>
            </a:r>
            <a:r>
              <a:rPr lang="sv-SE" sz="1000" b="1" dirty="0">
                <a:highlight>
                  <a:srgbClr val="3F3F3F"/>
                </a:highlight>
              </a:rPr>
              <a:t>=</a:t>
            </a:r>
            <a:r>
              <a:rPr lang="sv-SE" sz="1000" dirty="0">
                <a:solidFill>
                  <a:srgbClr val="DCDCCC"/>
                </a:solidFill>
                <a:highlight>
                  <a:srgbClr val="3F3F3F"/>
                </a:highlight>
              </a:rPr>
              <a:t> e</a:t>
            </a:r>
            <a:r>
              <a:rPr lang="sv-SE" sz="1000" b="1" dirty="0">
                <a:highlight>
                  <a:srgbClr val="3F3F3F"/>
                </a:highlight>
              </a:rPr>
              <a:t>.</a:t>
            </a:r>
            <a:r>
              <a:rPr lang="sv-SE" sz="1000" dirty="0">
                <a:solidFill>
                  <a:srgbClr val="DCDCCC"/>
                </a:solidFill>
                <a:highlight>
                  <a:srgbClr val="3F3F3F"/>
                </a:highlight>
              </a:rPr>
              <a:t>deltaY </a:t>
            </a:r>
            <a:r>
              <a:rPr lang="sv-SE" sz="1000" b="1" dirty="0">
                <a:highlight>
                  <a:srgbClr val="3F3F3F"/>
                </a:highlight>
              </a:rPr>
              <a:t>&gt;</a:t>
            </a:r>
            <a:r>
              <a:rPr lang="sv-SE" sz="1000" dirty="0">
                <a:solidFill>
                  <a:srgbClr val="DCDCCC"/>
                </a:solidFill>
                <a:highlight>
                  <a:srgbClr val="3F3F3F"/>
                </a:highlight>
              </a:rPr>
              <a:t> </a:t>
            </a:r>
            <a:r>
              <a:rPr lang="sv-SE" sz="1000" dirty="0">
                <a:solidFill>
                  <a:srgbClr val="8CD0D3"/>
                </a:solidFill>
                <a:highlight>
                  <a:srgbClr val="3F3F3F"/>
                </a:highlight>
              </a:rPr>
              <a:t>0</a:t>
            </a:r>
            <a:r>
              <a:rPr lang="sv-SE" sz="1000" dirty="0">
                <a:solidFill>
                  <a:srgbClr val="DCDCCC"/>
                </a:solidFill>
                <a:highlight>
                  <a:srgbClr val="3F3F3F"/>
                </a:highlight>
              </a:rPr>
              <a:t> </a:t>
            </a:r>
            <a:r>
              <a:rPr lang="sv-SE" sz="1000" b="1" dirty="0">
                <a:highlight>
                  <a:srgbClr val="3F3F3F"/>
                </a:highlight>
              </a:rPr>
              <a:t>?</a:t>
            </a:r>
            <a:r>
              <a:rPr lang="sv-SE" sz="1000" dirty="0">
                <a:solidFill>
                  <a:srgbClr val="DCDCCC"/>
                </a:solidFill>
                <a:highlight>
                  <a:srgbClr val="3F3F3F"/>
                </a:highlight>
              </a:rPr>
              <a:t> </a:t>
            </a:r>
            <a:r>
              <a:rPr lang="sv-SE" sz="1000" b="1" dirty="0">
                <a:highlight>
                  <a:srgbClr val="3F3F3F"/>
                </a:highlight>
              </a:rPr>
              <a:t>-</a:t>
            </a:r>
            <a:r>
              <a:rPr lang="sv-SE" sz="1000" dirty="0">
                <a:solidFill>
                  <a:srgbClr val="8CD0D3"/>
                </a:solidFill>
                <a:highlight>
                  <a:srgbClr val="3F3F3F"/>
                </a:highlight>
              </a:rPr>
              <a:t>0.05</a:t>
            </a:r>
            <a:r>
              <a:rPr lang="sv-SE" sz="1000" dirty="0">
                <a:solidFill>
                  <a:srgbClr val="DCDCCC"/>
                </a:solidFill>
                <a:highlight>
                  <a:srgbClr val="3F3F3F"/>
                </a:highlight>
              </a:rPr>
              <a:t> </a:t>
            </a:r>
            <a:r>
              <a:rPr lang="sv-SE" sz="1000" b="1" dirty="0">
                <a:highlight>
                  <a:srgbClr val="3F3F3F"/>
                </a:highlight>
              </a:rPr>
              <a:t>:</a:t>
            </a:r>
            <a:r>
              <a:rPr lang="sv-SE" sz="1000" dirty="0">
                <a:solidFill>
                  <a:srgbClr val="DCDCCC"/>
                </a:solidFill>
                <a:highlight>
                  <a:srgbClr val="3F3F3F"/>
                </a:highlight>
              </a:rPr>
              <a:t> </a:t>
            </a:r>
            <a:r>
              <a:rPr lang="sv-SE" sz="1000" dirty="0">
                <a:solidFill>
                  <a:srgbClr val="8CD0D3"/>
                </a:solidFill>
                <a:highlight>
                  <a:srgbClr val="3F3F3F"/>
                </a:highlight>
              </a:rPr>
              <a:t>0.05</a:t>
            </a:r>
            <a:r>
              <a:rPr lang="sv-SE" sz="1000" b="1" dirty="0">
                <a:highlight>
                  <a:srgbClr val="3F3F3F"/>
                </a:highlight>
              </a:rPr>
              <a:t>;</a:t>
            </a:r>
            <a:endParaRPr lang="sv-SE"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selectedColor</a:t>
            </a:r>
            <a:r>
              <a:rPr lang="en-US" sz="1000" b="1" dirty="0" err="1">
                <a:highlight>
                  <a:srgbClr val="3F3F3F"/>
                </a:highlight>
              </a:rPr>
              <a:t>.</a:t>
            </a:r>
            <a:r>
              <a:rPr lang="en-US" sz="1000" dirty="0" err="1">
                <a:solidFill>
                  <a:srgbClr val="DCDCCC"/>
                </a:solidFill>
                <a:highlight>
                  <a:srgbClr val="3F3F3F"/>
                </a:highlight>
              </a:rPr>
              <a:t>a</a:t>
            </a:r>
            <a:r>
              <a:rPr lang="en-US" sz="1000" dirty="0">
                <a:solidFill>
                  <a:srgbClr val="DCDCCC"/>
                </a:solidFill>
                <a:highlight>
                  <a:srgbClr val="3F3F3F"/>
                </a:highlight>
              </a:rPr>
              <a:t> </a:t>
            </a:r>
            <a:r>
              <a:rPr lang="en-US" sz="1000" b="1" dirty="0">
                <a:highlight>
                  <a:srgbClr val="3F3F3F"/>
                </a:highlight>
              </a:rPr>
              <a:t>=</a:t>
            </a:r>
            <a:r>
              <a:rPr lang="en-US" sz="1000" dirty="0">
                <a:solidFill>
                  <a:srgbClr val="DCDCCC"/>
                </a:solidFill>
                <a:highlight>
                  <a:srgbClr val="3F3F3F"/>
                </a:highlight>
              </a:rPr>
              <a:t> </a:t>
            </a:r>
            <a:r>
              <a:rPr lang="en-US" sz="1000" dirty="0" err="1">
                <a:solidFill>
                  <a:srgbClr val="CEDF99"/>
                </a:solidFill>
                <a:highlight>
                  <a:srgbClr val="3F3F3F"/>
                </a:highlight>
              </a:rPr>
              <a:t>Math</a:t>
            </a:r>
            <a:r>
              <a:rPr lang="en-US" sz="1000" b="1" dirty="0" err="1">
                <a:highlight>
                  <a:srgbClr val="3F3F3F"/>
                </a:highlight>
              </a:rPr>
              <a:t>.</a:t>
            </a:r>
            <a:r>
              <a:rPr lang="en-US" sz="1000" dirty="0" err="1">
                <a:solidFill>
                  <a:srgbClr val="DCDCCC"/>
                </a:solidFill>
                <a:highlight>
                  <a:srgbClr val="3F3F3F"/>
                </a:highlight>
              </a:rPr>
              <a:t>max</a:t>
            </a:r>
            <a:r>
              <a:rPr lang="en-US" sz="1000" b="1" dirty="0">
                <a:highlight>
                  <a:srgbClr val="3F3F3F"/>
                </a:highlight>
              </a:rPr>
              <a:t>(</a:t>
            </a:r>
            <a:r>
              <a:rPr lang="en-US" sz="1000" dirty="0">
                <a:solidFill>
                  <a:srgbClr val="8CD0D3"/>
                </a:solidFill>
                <a:highlight>
                  <a:srgbClr val="3F3F3F"/>
                </a:highlight>
              </a:rPr>
              <a:t>0</a:t>
            </a:r>
            <a:r>
              <a:rPr lang="en-US" sz="1000" b="1" dirty="0">
                <a:highlight>
                  <a:srgbClr val="3F3F3F"/>
                </a:highlight>
              </a:rPr>
              <a:t>,</a:t>
            </a:r>
            <a:r>
              <a:rPr lang="en-US" sz="1000" dirty="0">
                <a:solidFill>
                  <a:srgbClr val="DCDCCC"/>
                </a:solidFill>
                <a:highlight>
                  <a:srgbClr val="3F3F3F"/>
                </a:highlight>
              </a:rPr>
              <a:t> </a:t>
            </a:r>
            <a:r>
              <a:rPr lang="en-US" sz="1000" dirty="0" err="1">
                <a:solidFill>
                  <a:srgbClr val="CEDF99"/>
                </a:solidFill>
                <a:highlight>
                  <a:srgbClr val="3F3F3F"/>
                </a:highlight>
              </a:rPr>
              <a:t>Math</a:t>
            </a:r>
            <a:r>
              <a:rPr lang="en-US" sz="1000" b="1" dirty="0" err="1">
                <a:highlight>
                  <a:srgbClr val="3F3F3F"/>
                </a:highlight>
              </a:rPr>
              <a:t>.</a:t>
            </a:r>
            <a:r>
              <a:rPr lang="en-US" sz="1000" dirty="0" err="1">
                <a:solidFill>
                  <a:srgbClr val="DCDCCC"/>
                </a:solidFill>
                <a:highlight>
                  <a:srgbClr val="3F3F3F"/>
                </a:highlight>
              </a:rPr>
              <a:t>min</a:t>
            </a:r>
            <a:r>
              <a:rPr lang="en-US" sz="1000" b="1" dirty="0">
                <a:highlight>
                  <a:srgbClr val="3F3F3F"/>
                </a:highlight>
              </a:rPr>
              <a:t>(</a:t>
            </a:r>
            <a:r>
              <a:rPr lang="en-US" sz="1000" dirty="0">
                <a:solidFill>
                  <a:srgbClr val="8CD0D3"/>
                </a:solidFill>
                <a:highlight>
                  <a:srgbClr val="3F3F3F"/>
                </a:highlight>
              </a:rPr>
              <a:t>1</a:t>
            </a:r>
            <a:r>
              <a:rPr lang="en-US" sz="1000" b="1" dirty="0">
                <a:highlight>
                  <a:srgbClr val="3F3F3F"/>
                </a:highlight>
              </a:rPr>
              <a:t>,</a:t>
            </a:r>
            <a:r>
              <a:rPr lang="en-US" sz="1000" dirty="0">
                <a:solidFill>
                  <a:srgbClr val="DCDCCC"/>
                </a:solidFill>
                <a:highlight>
                  <a:srgbClr val="3F3F3F"/>
                </a:highlight>
              </a:rPr>
              <a:t> </a:t>
            </a:r>
            <a:r>
              <a:rPr lang="en-US" sz="1000" dirty="0" err="1">
                <a:solidFill>
                  <a:srgbClr val="DCDCCC"/>
                </a:solidFill>
                <a:highlight>
                  <a:srgbClr val="3F3F3F"/>
                </a:highlight>
              </a:rPr>
              <a:t>selectedColor</a:t>
            </a:r>
            <a:r>
              <a:rPr lang="en-US" sz="1000" b="1" dirty="0" err="1">
                <a:highlight>
                  <a:srgbClr val="3F3F3F"/>
                </a:highlight>
              </a:rPr>
              <a:t>.</a:t>
            </a:r>
            <a:r>
              <a:rPr lang="en-US" sz="1000" dirty="0" err="1">
                <a:solidFill>
                  <a:srgbClr val="DCDCCC"/>
                </a:solidFill>
                <a:highlight>
                  <a:srgbClr val="3F3F3F"/>
                </a:highlight>
              </a:rPr>
              <a:t>a</a:t>
            </a:r>
            <a:r>
              <a:rPr lang="en-US" sz="1000" dirty="0">
                <a:solidFill>
                  <a:srgbClr val="DCDCCC"/>
                </a:solidFill>
                <a:highlight>
                  <a:srgbClr val="3F3F3F"/>
                </a:highlight>
              </a:rPr>
              <a:t> </a:t>
            </a:r>
            <a:r>
              <a:rPr lang="en-US" sz="1000" b="1" dirty="0">
                <a:highlight>
                  <a:srgbClr val="3F3F3F"/>
                </a:highlight>
              </a:rPr>
              <a:t>+</a:t>
            </a:r>
            <a:r>
              <a:rPr lang="en-US" sz="1000" dirty="0">
                <a:solidFill>
                  <a:srgbClr val="DCDCCC"/>
                </a:solidFill>
                <a:highlight>
                  <a:srgbClr val="3F3F3F"/>
                </a:highlight>
              </a:rPr>
              <a:t> delta</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renderColorSpace</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dirty="0" err="1">
                <a:solidFill>
                  <a:srgbClr val="DCDCCC"/>
                </a:solidFill>
                <a:highlight>
                  <a:srgbClr val="3F3F3F"/>
                </a:highlight>
              </a:rPr>
              <a:t>updatePageColors</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dirty="0">
                <a:solidFill>
                  <a:srgbClr val="DCDCCC"/>
                </a:solidFill>
                <a:highlight>
                  <a:srgbClr val="3F3F3F"/>
                </a:highlight>
              </a:rPr>
              <a:t>    </a:t>
            </a:r>
            <a:r>
              <a:rPr lang="en-US" sz="1000" b="1" dirty="0">
                <a:highlight>
                  <a:srgbClr val="3F3F3F"/>
                </a:highlight>
              </a:rPr>
              <a:t>});</a:t>
            </a:r>
            <a:endParaRPr lang="en-US" sz="1000" dirty="0">
              <a:solidFill>
                <a:srgbClr val="DCDCCC"/>
              </a:solidFill>
              <a:highlight>
                <a:srgbClr val="3F3F3F"/>
              </a:highlight>
            </a:endParaRPr>
          </a:p>
          <a:p>
            <a:pPr marL="0" lvl="0" indent="0">
              <a:buClr>
                <a:srgbClr val="FFFFFF">
                  <a:lumMod val="95000"/>
                </a:srgbClr>
              </a:buClr>
              <a:buNone/>
            </a:pPr>
            <a:r>
              <a:rPr lang="en-US" sz="1000" b="1" dirty="0">
                <a:highlight>
                  <a:srgbClr val="3F3F3F"/>
                </a:highlight>
              </a:rPr>
              <a:t>}</a:t>
            </a:r>
            <a:endParaRPr lang="en-US" dirty="0"/>
          </a:p>
        </p:txBody>
      </p:sp>
      <p:sp>
        <p:nvSpPr>
          <p:cNvPr id="6" name="Content Placeholder 5">
            <a:extLst>
              <a:ext uri="{FF2B5EF4-FFF2-40B4-BE49-F238E27FC236}">
                <a16:creationId xmlns:a16="http://schemas.microsoft.com/office/drawing/2014/main" id="{A891A599-AB4B-6E21-8DCC-C871203A5B6B}"/>
              </a:ext>
            </a:extLst>
          </p:cNvPr>
          <p:cNvSpPr>
            <a:spLocks noGrp="1"/>
          </p:cNvSpPr>
          <p:nvPr>
            <p:ph sz="quarter" idx="11"/>
          </p:nvPr>
        </p:nvSpPr>
        <p:spPr/>
        <p:txBody>
          <a:bodyPr/>
          <a:lstStyle/>
          <a:p>
            <a:r>
              <a:rPr lang="en-US" i="1" dirty="0">
                <a:solidFill>
                  <a:srgbClr val="F0DB4F"/>
                </a:solidFill>
              </a:rPr>
              <a:t>JavaScript</a:t>
            </a:r>
            <a:endParaRPr lang="en-US" dirty="0"/>
          </a:p>
        </p:txBody>
      </p:sp>
      <p:sp>
        <p:nvSpPr>
          <p:cNvPr id="7" name="Content Placeholder 6">
            <a:extLst>
              <a:ext uri="{FF2B5EF4-FFF2-40B4-BE49-F238E27FC236}">
                <a16:creationId xmlns:a16="http://schemas.microsoft.com/office/drawing/2014/main" id="{A5ED702C-283B-0C40-7FB7-D01EB44FD407}"/>
              </a:ext>
            </a:extLst>
          </p:cNvPr>
          <p:cNvSpPr>
            <a:spLocks noGrp="1"/>
          </p:cNvSpPr>
          <p:nvPr>
            <p:ph sz="quarter" idx="12"/>
          </p:nvPr>
        </p:nvSpPr>
        <p:spPr/>
        <p:txBody>
          <a:bodyPr>
            <a:normAutofit fontScale="85000" lnSpcReduction="10000"/>
          </a:bodyPr>
          <a:lstStyle/>
          <a:p>
            <a:r>
              <a:rPr lang="en-US" b="0" dirty="0"/>
              <a:t>This might seem complicated at first. Don’t worry, we’ll break this function down and explain the key details. </a:t>
            </a:r>
          </a:p>
          <a:p>
            <a:endParaRPr lang="en-US" dirty="0"/>
          </a:p>
        </p:txBody>
      </p:sp>
      <p:sp>
        <p:nvSpPr>
          <p:cNvPr id="9" name="Content Placeholder 1">
            <a:extLst>
              <a:ext uri="{FF2B5EF4-FFF2-40B4-BE49-F238E27FC236}">
                <a16:creationId xmlns:a16="http://schemas.microsoft.com/office/drawing/2014/main" id="{A426BCB5-E482-5D5B-244D-D2123CBEB532}"/>
              </a:ext>
            </a:extLst>
          </p:cNvPr>
          <p:cNvSpPr txBox="1">
            <a:spLocks/>
          </p:cNvSpPr>
          <p:nvPr/>
        </p:nvSpPr>
        <p:spPr>
          <a:xfrm flipH="1">
            <a:off x="132290" y="2693597"/>
            <a:ext cx="2620214" cy="749808"/>
          </a:xfrm>
          <a:prstGeom prst="roundRect">
            <a:avLst>
              <a:gd name="adj" fmla="val 18198"/>
            </a:avLst>
          </a:prstGeom>
          <a:solidFill>
            <a:srgbClr val="FFC000"/>
          </a:solidFill>
          <a:ln w="31750">
            <a:gradFill flip="none" rotWithShape="1">
              <a:gsLst>
                <a:gs pos="100000">
                  <a:srgbClr val="C00000"/>
                </a:gs>
                <a:gs pos="0">
                  <a:srgbClr val="FFC000"/>
                </a:gs>
              </a:gsLst>
              <a:path path="circle">
                <a:fillToRect l="50000" t="50000" r="50000" b="50000"/>
              </a:path>
              <a:tileRect/>
            </a:gradFill>
          </a:ln>
        </p:spPr>
        <p:txBody>
          <a:bodyPr vert="horz" lIns="91440" tIns="45720" rIns="91440" bIns="45720" rtlCol="0" anchor="b">
            <a:normAutofit fontScale="925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100" b="1" i="0" u="none" strike="noStrike" cap="none" dirty="0">
                <a:solidFill>
                  <a:srgbClr val="000000"/>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r>
              <a:rPr lang="en-US" i="1" u="sng" dirty="0"/>
              <a:t>Why</a:t>
            </a:r>
            <a:r>
              <a:rPr lang="en-US" dirty="0"/>
              <a:t>: Needed for IMMEDIATE updates to the color selection, as soon as the button is pressed.</a:t>
            </a:r>
            <a:endParaRPr lang="en-US" kern="0" dirty="0"/>
          </a:p>
        </p:txBody>
      </p:sp>
      <p:sp>
        <p:nvSpPr>
          <p:cNvPr id="10" name="Content Placeholder 6">
            <a:extLst>
              <a:ext uri="{FF2B5EF4-FFF2-40B4-BE49-F238E27FC236}">
                <a16:creationId xmlns:a16="http://schemas.microsoft.com/office/drawing/2014/main" id="{CB65977A-5EDE-4943-A303-5CD0A9D0FE31}"/>
              </a:ext>
            </a:extLst>
          </p:cNvPr>
          <p:cNvSpPr txBox="1">
            <a:spLocks/>
          </p:cNvSpPr>
          <p:nvPr/>
        </p:nvSpPr>
        <p:spPr>
          <a:xfrm flipH="1">
            <a:off x="132290" y="2052519"/>
            <a:ext cx="2620213" cy="760969"/>
          </a:xfrm>
          <a:prstGeom prst="wedgeRectCallout">
            <a:avLst>
              <a:gd name="adj1" fmla="val -68891"/>
              <a:gd name="adj2" fmla="val -34241"/>
            </a:avLst>
          </a:prstGeom>
          <a:solidFill>
            <a:schemeClr val="tx2"/>
          </a:solidFill>
          <a:ln w="31750">
            <a:gradFill flip="none" rotWithShape="1">
              <a:gsLst>
                <a:gs pos="100000">
                  <a:srgbClr val="C00000"/>
                </a:gs>
                <a:gs pos="0">
                  <a:schemeClr val="tx1"/>
                </a:gs>
              </a:gsLst>
              <a:path path="circle">
                <a:fillToRect l="50000" t="50000" r="50000" b="50000"/>
              </a:path>
              <a:tileRect/>
            </a:gradFill>
          </a:ln>
        </p:spPr>
        <p:txBody>
          <a:bodyPr vert="horz" lIns="91440" tIns="45720" rIns="91440" bIns="45720" rtlCol="0">
            <a:normAutofit fontScale="92500" lnSpcReduction="2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0" kern="0" dirty="0"/>
              <a:t>This is the </a:t>
            </a:r>
            <a:r>
              <a:rPr lang="en-US" kern="0" dirty="0"/>
              <a:t>first</a:t>
            </a:r>
            <a:r>
              <a:rPr lang="en-US" b="0" kern="0" dirty="0"/>
              <a:t> event listener, which handles </a:t>
            </a:r>
            <a:r>
              <a:rPr lang="en-US" kern="0" dirty="0" err="1"/>
              <a:t>mousedown</a:t>
            </a:r>
            <a:r>
              <a:rPr lang="en-US" b="0" kern="0" dirty="0"/>
              <a:t> events on the canvas element.</a:t>
            </a:r>
          </a:p>
          <a:p>
            <a:endParaRPr lang="en-US" kern="0" dirty="0"/>
          </a:p>
        </p:txBody>
      </p:sp>
      <p:sp>
        <p:nvSpPr>
          <p:cNvPr id="11" name="Content Placeholder 1">
            <a:extLst>
              <a:ext uri="{FF2B5EF4-FFF2-40B4-BE49-F238E27FC236}">
                <a16:creationId xmlns:a16="http://schemas.microsoft.com/office/drawing/2014/main" id="{063D133C-74C9-72BA-124E-8B51005A2B40}"/>
              </a:ext>
            </a:extLst>
          </p:cNvPr>
          <p:cNvSpPr txBox="1">
            <a:spLocks/>
          </p:cNvSpPr>
          <p:nvPr/>
        </p:nvSpPr>
        <p:spPr>
          <a:xfrm flipH="1">
            <a:off x="132290" y="3447387"/>
            <a:ext cx="2620214" cy="749808"/>
          </a:xfrm>
          <a:prstGeom prst="roundRect">
            <a:avLst>
              <a:gd name="adj" fmla="val 18198"/>
            </a:avLst>
          </a:prstGeom>
          <a:solidFill>
            <a:srgbClr val="FFC000"/>
          </a:solidFill>
          <a:ln w="31750">
            <a:gradFill flip="none" rotWithShape="1">
              <a:gsLst>
                <a:gs pos="100000">
                  <a:srgbClr val="C00000"/>
                </a:gs>
                <a:gs pos="0">
                  <a:srgbClr val="FFC000"/>
                </a:gs>
              </a:gsLst>
              <a:path path="circle">
                <a:fillToRect l="50000" t="50000" r="50000" b="50000"/>
              </a:path>
              <a:tileRect/>
            </a:gradFill>
          </a:ln>
        </p:spPr>
        <p:txBody>
          <a:bodyPr vert="horz" lIns="91440" tIns="45720" rIns="91440" bIns="45720" rtlCol="0" anchor="b">
            <a:normAutofit fontScale="8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100" b="1" i="0" u="none" strike="noStrike" cap="none" dirty="0">
                <a:solidFill>
                  <a:srgbClr val="000000"/>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endParaRPr lang="en-US" kern="0" dirty="0"/>
          </a:p>
          <a:p>
            <a:pPr marL="0" indent="0">
              <a:buNone/>
            </a:pPr>
            <a:r>
              <a:rPr lang="en-US" i="1" u="sng" dirty="0"/>
              <a:t>Why</a:t>
            </a:r>
            <a:r>
              <a:rPr lang="en-US" dirty="0"/>
              <a:t>: Works in conjunction with the last listener. This is what allows continuous updates in response to any movement of the mouse cursor.</a:t>
            </a:r>
            <a:endParaRPr lang="en-US" kern="0" dirty="0"/>
          </a:p>
        </p:txBody>
      </p:sp>
      <p:sp>
        <p:nvSpPr>
          <p:cNvPr id="12" name="Content Placeholder 6">
            <a:extLst>
              <a:ext uri="{FF2B5EF4-FFF2-40B4-BE49-F238E27FC236}">
                <a16:creationId xmlns:a16="http://schemas.microsoft.com/office/drawing/2014/main" id="{83E16430-2DFF-11CC-B6C1-BEBE8274384B}"/>
              </a:ext>
            </a:extLst>
          </p:cNvPr>
          <p:cNvSpPr txBox="1">
            <a:spLocks/>
          </p:cNvSpPr>
          <p:nvPr/>
        </p:nvSpPr>
        <p:spPr>
          <a:xfrm flipH="1">
            <a:off x="132290" y="2806309"/>
            <a:ext cx="2620213" cy="760969"/>
          </a:xfrm>
          <a:prstGeom prst="wedgeRectCallout">
            <a:avLst>
              <a:gd name="adj1" fmla="val -68891"/>
              <a:gd name="adj2" fmla="val -34241"/>
            </a:avLst>
          </a:prstGeom>
          <a:solidFill>
            <a:schemeClr val="tx2"/>
          </a:solidFill>
          <a:ln w="31750">
            <a:gradFill flip="none" rotWithShape="1">
              <a:gsLst>
                <a:gs pos="100000">
                  <a:srgbClr val="C00000"/>
                </a:gs>
                <a:gs pos="0">
                  <a:schemeClr val="tx1"/>
                </a:gs>
              </a:gsLst>
              <a:path path="circle">
                <a:fillToRect l="50000" t="50000" r="50000" b="50000"/>
              </a:path>
              <a:tileRect/>
            </a:gradFill>
          </a:ln>
        </p:spPr>
        <p:txBody>
          <a:bodyPr vert="horz" lIns="91440" tIns="45720" rIns="91440" bIns="45720" rtlCol="0">
            <a:normAutofit fontScale="92500" lnSpcReduction="2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0" kern="0" dirty="0"/>
              <a:t>This is the </a:t>
            </a:r>
            <a:r>
              <a:rPr lang="en-US" kern="0" dirty="0"/>
              <a:t>second</a:t>
            </a:r>
            <a:r>
              <a:rPr lang="en-US" b="0" kern="0" dirty="0"/>
              <a:t> event listener, which handles </a:t>
            </a:r>
            <a:r>
              <a:rPr lang="en-US" kern="0" dirty="0" err="1"/>
              <a:t>mousemove</a:t>
            </a:r>
            <a:r>
              <a:rPr lang="en-US" b="0" kern="0" dirty="0"/>
              <a:t> events on the canvas element.</a:t>
            </a:r>
          </a:p>
          <a:p>
            <a:endParaRPr lang="en-US" kern="0" dirty="0"/>
          </a:p>
        </p:txBody>
      </p:sp>
      <p:sp>
        <p:nvSpPr>
          <p:cNvPr id="13" name="Content Placeholder 1">
            <a:extLst>
              <a:ext uri="{FF2B5EF4-FFF2-40B4-BE49-F238E27FC236}">
                <a16:creationId xmlns:a16="http://schemas.microsoft.com/office/drawing/2014/main" id="{575D5F53-219B-5155-4FBE-3322DC15D338}"/>
              </a:ext>
            </a:extLst>
          </p:cNvPr>
          <p:cNvSpPr txBox="1">
            <a:spLocks/>
          </p:cNvSpPr>
          <p:nvPr/>
        </p:nvSpPr>
        <p:spPr>
          <a:xfrm flipH="1">
            <a:off x="132289" y="4234686"/>
            <a:ext cx="2620214" cy="749808"/>
          </a:xfrm>
          <a:prstGeom prst="roundRect">
            <a:avLst>
              <a:gd name="adj" fmla="val 18198"/>
            </a:avLst>
          </a:prstGeom>
          <a:solidFill>
            <a:srgbClr val="FFC000"/>
          </a:solidFill>
          <a:ln w="31750">
            <a:gradFill flip="none" rotWithShape="1">
              <a:gsLst>
                <a:gs pos="100000">
                  <a:srgbClr val="C00000"/>
                </a:gs>
                <a:gs pos="0">
                  <a:srgbClr val="FFC000"/>
                </a:gs>
              </a:gsLst>
              <a:path path="circle">
                <a:fillToRect l="50000" t="50000" r="50000" b="50000"/>
              </a:path>
              <a:tileRect/>
            </a:gradFill>
          </a:ln>
        </p:spPr>
        <p:txBody>
          <a:bodyPr vert="horz" lIns="91440" tIns="45720" rIns="91440" bIns="45720" rtlCol="0" anchor="b">
            <a:normAutofit fontScale="85000" lnSpcReduction="1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100" b="1" i="0" u="none" strike="noStrike" cap="none" dirty="0">
                <a:solidFill>
                  <a:srgbClr val="000000"/>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endParaRPr lang="en-US" dirty="0"/>
          </a:p>
          <a:p>
            <a:pPr marL="0" indent="0">
              <a:buNone/>
            </a:pPr>
            <a:r>
              <a:rPr lang="en-US" i="1" u="sng" dirty="0"/>
              <a:t>Why</a:t>
            </a:r>
            <a:r>
              <a:rPr lang="en-US" dirty="0"/>
              <a:t>: This listener allows the picker to stop updating the selection when the mouse button is released.</a:t>
            </a:r>
          </a:p>
        </p:txBody>
      </p:sp>
      <p:sp>
        <p:nvSpPr>
          <p:cNvPr id="14" name="Content Placeholder 6">
            <a:extLst>
              <a:ext uri="{FF2B5EF4-FFF2-40B4-BE49-F238E27FC236}">
                <a16:creationId xmlns:a16="http://schemas.microsoft.com/office/drawing/2014/main" id="{706C2CC9-A2C6-2DC5-1EB7-745D547AC13C}"/>
              </a:ext>
            </a:extLst>
          </p:cNvPr>
          <p:cNvSpPr txBox="1">
            <a:spLocks/>
          </p:cNvSpPr>
          <p:nvPr/>
        </p:nvSpPr>
        <p:spPr>
          <a:xfrm flipH="1">
            <a:off x="132289" y="3707908"/>
            <a:ext cx="2620213" cy="760969"/>
          </a:xfrm>
          <a:prstGeom prst="wedgeRectCallout">
            <a:avLst>
              <a:gd name="adj1" fmla="val -68891"/>
              <a:gd name="adj2" fmla="val -34241"/>
            </a:avLst>
          </a:prstGeom>
          <a:solidFill>
            <a:schemeClr val="tx2"/>
          </a:solidFill>
          <a:ln w="31750">
            <a:gradFill flip="none" rotWithShape="1">
              <a:gsLst>
                <a:gs pos="100000">
                  <a:srgbClr val="C00000"/>
                </a:gs>
                <a:gs pos="0">
                  <a:schemeClr val="tx1"/>
                </a:gs>
              </a:gsLst>
              <a:path path="circle">
                <a:fillToRect l="50000" t="50000" r="50000" b="50000"/>
              </a:path>
              <a:tileRect/>
            </a:gradFill>
          </a:ln>
        </p:spPr>
        <p:txBody>
          <a:bodyPr vert="horz" lIns="91440" tIns="45720" rIns="91440" bIns="45720" rtlCol="0">
            <a:normAutofit fontScale="92500" lnSpcReduction="2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0" kern="0" dirty="0"/>
              <a:t>This is the </a:t>
            </a:r>
            <a:r>
              <a:rPr lang="en-US" kern="0" dirty="0"/>
              <a:t>third</a:t>
            </a:r>
            <a:r>
              <a:rPr lang="en-US" b="0" kern="0" dirty="0"/>
              <a:t> event listener, which handles </a:t>
            </a:r>
            <a:r>
              <a:rPr lang="en-US" kern="0" dirty="0" err="1"/>
              <a:t>mouseup</a:t>
            </a:r>
            <a:r>
              <a:rPr lang="en-US" b="0" kern="0" dirty="0"/>
              <a:t> events on the canvas element.</a:t>
            </a:r>
          </a:p>
          <a:p>
            <a:endParaRPr lang="en-US" kern="0" dirty="0"/>
          </a:p>
        </p:txBody>
      </p:sp>
      <p:sp>
        <p:nvSpPr>
          <p:cNvPr id="15" name="Content Placeholder 1">
            <a:extLst>
              <a:ext uri="{FF2B5EF4-FFF2-40B4-BE49-F238E27FC236}">
                <a16:creationId xmlns:a16="http://schemas.microsoft.com/office/drawing/2014/main" id="{2D4A9AF1-7794-EF37-8F10-FBEF1D101B0A}"/>
              </a:ext>
            </a:extLst>
          </p:cNvPr>
          <p:cNvSpPr txBox="1">
            <a:spLocks/>
          </p:cNvSpPr>
          <p:nvPr/>
        </p:nvSpPr>
        <p:spPr>
          <a:xfrm flipH="1">
            <a:off x="132287" y="4971724"/>
            <a:ext cx="2620214" cy="749808"/>
          </a:xfrm>
          <a:prstGeom prst="roundRect">
            <a:avLst>
              <a:gd name="adj" fmla="val 18198"/>
            </a:avLst>
          </a:prstGeom>
          <a:solidFill>
            <a:srgbClr val="FFC000"/>
          </a:solidFill>
          <a:ln w="31750">
            <a:gradFill flip="none" rotWithShape="1">
              <a:gsLst>
                <a:gs pos="100000">
                  <a:srgbClr val="C00000"/>
                </a:gs>
                <a:gs pos="0">
                  <a:srgbClr val="FFC000"/>
                </a:gs>
              </a:gsLst>
              <a:path path="circle">
                <a:fillToRect l="50000" t="50000" r="50000" b="50000"/>
              </a:path>
              <a:tileRect/>
            </a:gradFill>
          </a:ln>
        </p:spPr>
        <p:txBody>
          <a:bodyPr vert="horz" lIns="91440" tIns="45720" rIns="91440" bIns="45720" rtlCol="0" anchor="b">
            <a:norm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100" b="1" i="0" u="none" strike="noStrike" cap="none" dirty="0">
                <a:solidFill>
                  <a:srgbClr val="000000"/>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r>
              <a:rPr lang="en-US" i="1" u="sng" dirty="0"/>
              <a:t>Why</a:t>
            </a:r>
            <a:r>
              <a:rPr lang="en-US" dirty="0"/>
              <a:t>: Ceases updates when the cursor leaves the canvas, ensuring consistent behavior.</a:t>
            </a:r>
            <a:endParaRPr lang="en-US" kern="0" dirty="0"/>
          </a:p>
        </p:txBody>
      </p:sp>
      <p:sp>
        <p:nvSpPr>
          <p:cNvPr id="16" name="Content Placeholder 6">
            <a:extLst>
              <a:ext uri="{FF2B5EF4-FFF2-40B4-BE49-F238E27FC236}">
                <a16:creationId xmlns:a16="http://schemas.microsoft.com/office/drawing/2014/main" id="{B922E99B-01CE-C570-A4A6-B257DF3797C3}"/>
              </a:ext>
            </a:extLst>
          </p:cNvPr>
          <p:cNvSpPr txBox="1">
            <a:spLocks/>
          </p:cNvSpPr>
          <p:nvPr/>
        </p:nvSpPr>
        <p:spPr>
          <a:xfrm flipH="1">
            <a:off x="132287" y="4330646"/>
            <a:ext cx="2620213" cy="760969"/>
          </a:xfrm>
          <a:prstGeom prst="wedgeRectCallout">
            <a:avLst>
              <a:gd name="adj1" fmla="val -68891"/>
              <a:gd name="adj2" fmla="val -34241"/>
            </a:avLst>
          </a:prstGeom>
          <a:solidFill>
            <a:schemeClr val="tx2"/>
          </a:solidFill>
          <a:ln w="31750">
            <a:gradFill flip="none" rotWithShape="1">
              <a:gsLst>
                <a:gs pos="100000">
                  <a:srgbClr val="C00000"/>
                </a:gs>
                <a:gs pos="0">
                  <a:schemeClr val="tx1"/>
                </a:gs>
              </a:gsLst>
              <a:path path="circle">
                <a:fillToRect l="50000" t="50000" r="50000" b="50000"/>
              </a:path>
              <a:tileRect/>
            </a:gradFill>
          </a:ln>
        </p:spPr>
        <p:txBody>
          <a:bodyPr vert="horz" lIns="91440" tIns="45720" rIns="91440" bIns="45720" rtlCol="0">
            <a:normAutofit fontScale="92500" lnSpcReduction="2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0" kern="0" dirty="0"/>
              <a:t>This is the </a:t>
            </a:r>
            <a:r>
              <a:rPr lang="en-US" kern="0" dirty="0"/>
              <a:t>fourth</a:t>
            </a:r>
            <a:r>
              <a:rPr lang="en-US" b="0" kern="0" dirty="0"/>
              <a:t> event listener, which handles </a:t>
            </a:r>
            <a:r>
              <a:rPr lang="en-US" kern="0" dirty="0" err="1"/>
              <a:t>mouseleave</a:t>
            </a:r>
            <a:r>
              <a:rPr lang="en-US" b="0" kern="0" dirty="0"/>
              <a:t> events on the canvas element.</a:t>
            </a:r>
          </a:p>
          <a:p>
            <a:endParaRPr lang="en-US" kern="0" dirty="0"/>
          </a:p>
        </p:txBody>
      </p:sp>
      <p:sp>
        <p:nvSpPr>
          <p:cNvPr id="17" name="Content Placeholder 1">
            <a:extLst>
              <a:ext uri="{FF2B5EF4-FFF2-40B4-BE49-F238E27FC236}">
                <a16:creationId xmlns:a16="http://schemas.microsoft.com/office/drawing/2014/main" id="{B700EFC5-F9E9-1D7F-D873-18BC5807D569}"/>
              </a:ext>
            </a:extLst>
          </p:cNvPr>
          <p:cNvSpPr txBox="1">
            <a:spLocks/>
          </p:cNvSpPr>
          <p:nvPr/>
        </p:nvSpPr>
        <p:spPr>
          <a:xfrm flipH="1">
            <a:off x="132284" y="5573066"/>
            <a:ext cx="2620214" cy="749808"/>
          </a:xfrm>
          <a:prstGeom prst="roundRect">
            <a:avLst>
              <a:gd name="adj" fmla="val 18198"/>
            </a:avLst>
          </a:prstGeom>
          <a:solidFill>
            <a:srgbClr val="FFC000"/>
          </a:solidFill>
          <a:ln w="31750">
            <a:gradFill flip="none" rotWithShape="1">
              <a:gsLst>
                <a:gs pos="100000">
                  <a:srgbClr val="C00000"/>
                </a:gs>
                <a:gs pos="0">
                  <a:srgbClr val="FFC000"/>
                </a:gs>
              </a:gsLst>
              <a:path path="circle">
                <a:fillToRect l="50000" t="50000" r="50000" b="50000"/>
              </a:path>
              <a:tileRect/>
            </a:gradFill>
          </a:ln>
        </p:spPr>
        <p:txBody>
          <a:bodyPr vert="horz" lIns="91440" tIns="45720" rIns="91440" bIns="45720" rtlCol="0" anchor="b">
            <a:normAutofit fontScale="925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100" b="1" i="0" u="none" strike="noStrike" cap="none" dirty="0">
                <a:solidFill>
                  <a:srgbClr val="000000"/>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r>
              <a:rPr lang="en-US" i="1" u="sng" dirty="0"/>
              <a:t>Why</a:t>
            </a:r>
            <a:r>
              <a:rPr lang="en-US" dirty="0"/>
              <a:t>: By tracking wheel movement, we can give users control of the transparency as well! True </a:t>
            </a:r>
            <a:r>
              <a:rPr lang="en-US" dirty="0" err="1"/>
              <a:t>RGBa</a:t>
            </a:r>
            <a:r>
              <a:rPr lang="en-US" dirty="0"/>
              <a:t>.</a:t>
            </a:r>
            <a:endParaRPr lang="en-US" kern="0" dirty="0"/>
          </a:p>
        </p:txBody>
      </p:sp>
      <p:sp>
        <p:nvSpPr>
          <p:cNvPr id="18" name="Content Placeholder 6">
            <a:extLst>
              <a:ext uri="{FF2B5EF4-FFF2-40B4-BE49-F238E27FC236}">
                <a16:creationId xmlns:a16="http://schemas.microsoft.com/office/drawing/2014/main" id="{5BD9D69B-C644-D8D1-9A73-B744894D325A}"/>
              </a:ext>
            </a:extLst>
          </p:cNvPr>
          <p:cNvSpPr txBox="1">
            <a:spLocks/>
          </p:cNvSpPr>
          <p:nvPr/>
        </p:nvSpPr>
        <p:spPr>
          <a:xfrm flipH="1">
            <a:off x="132284" y="4931988"/>
            <a:ext cx="2620213" cy="760969"/>
          </a:xfrm>
          <a:prstGeom prst="wedgeRectCallout">
            <a:avLst>
              <a:gd name="adj1" fmla="val -68891"/>
              <a:gd name="adj2" fmla="val -34241"/>
            </a:avLst>
          </a:prstGeom>
          <a:solidFill>
            <a:schemeClr val="tx2"/>
          </a:solidFill>
          <a:ln w="31750">
            <a:gradFill flip="none" rotWithShape="1">
              <a:gsLst>
                <a:gs pos="100000">
                  <a:srgbClr val="C00000"/>
                </a:gs>
                <a:gs pos="0">
                  <a:schemeClr val="tx1"/>
                </a:gs>
              </a:gsLst>
              <a:path path="circle">
                <a:fillToRect l="50000" t="50000" r="50000" b="50000"/>
              </a:path>
              <a:tileRect/>
            </a:gradFill>
          </a:ln>
        </p:spPr>
        <p:txBody>
          <a:bodyPr vert="horz" lIns="91440" tIns="45720" rIns="91440" bIns="45720" rtlCol="0">
            <a:normAutofit fontScale="92500" lnSpcReduction="2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0" kern="0" dirty="0"/>
              <a:t>This is the </a:t>
            </a:r>
            <a:r>
              <a:rPr lang="en-US" kern="0" dirty="0"/>
              <a:t>fifth</a:t>
            </a:r>
            <a:r>
              <a:rPr lang="en-US" b="0" kern="0" dirty="0"/>
              <a:t> event listener, which handles </a:t>
            </a:r>
            <a:r>
              <a:rPr lang="en-US" kern="0" dirty="0"/>
              <a:t>wheel</a:t>
            </a:r>
            <a:r>
              <a:rPr lang="en-US" b="0" kern="0" dirty="0"/>
              <a:t> events on the canvas element.</a:t>
            </a:r>
          </a:p>
          <a:p>
            <a:endParaRPr lang="en-US" kern="0" dirty="0"/>
          </a:p>
        </p:txBody>
      </p:sp>
      <p:pic>
        <p:nvPicPr>
          <p:cNvPr id="19" name="Content Placeholder 25" descr="A screenshot of a computer screen&#10;&#10;AI-generated content may be incorrect.">
            <a:extLst>
              <a:ext uri="{FF2B5EF4-FFF2-40B4-BE49-F238E27FC236}">
                <a16:creationId xmlns:a16="http://schemas.microsoft.com/office/drawing/2014/main" id="{6462F130-04C8-AEAF-61F4-689E7EFAAEC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417014" y="116236"/>
            <a:ext cx="1679697" cy="1731614"/>
          </a:xfrm>
          <a:prstGeom prst="rect">
            <a:avLst/>
          </a:prstGeom>
          <a:effectLst>
            <a:outerShdw blurRad="50800" dist="38100" dir="2700000" algn="tl" rotWithShape="0">
              <a:prstClr val="black">
                <a:alpha val="40000"/>
              </a:prstClr>
            </a:outerShdw>
          </a:effectLst>
        </p:spPr>
      </p:pic>
      <p:sp>
        <p:nvSpPr>
          <p:cNvPr id="20" name="Content Placeholder 1">
            <a:extLst>
              <a:ext uri="{FF2B5EF4-FFF2-40B4-BE49-F238E27FC236}">
                <a16:creationId xmlns:a16="http://schemas.microsoft.com/office/drawing/2014/main" id="{7E75C5AB-7859-8EAF-D817-8410EDB77FB3}"/>
              </a:ext>
            </a:extLst>
          </p:cNvPr>
          <p:cNvSpPr txBox="1">
            <a:spLocks/>
          </p:cNvSpPr>
          <p:nvPr/>
        </p:nvSpPr>
        <p:spPr>
          <a:xfrm flipH="1">
            <a:off x="9476498" y="3172766"/>
            <a:ext cx="2620214" cy="749808"/>
          </a:xfrm>
          <a:prstGeom prst="roundRect">
            <a:avLst>
              <a:gd name="adj" fmla="val 18198"/>
            </a:avLst>
          </a:prstGeom>
          <a:solidFill>
            <a:srgbClr val="FFC000"/>
          </a:solidFill>
          <a:ln w="31750">
            <a:gradFill flip="none" rotWithShape="1">
              <a:gsLst>
                <a:gs pos="100000">
                  <a:srgbClr val="C00000"/>
                </a:gs>
                <a:gs pos="0">
                  <a:srgbClr val="FFC000"/>
                </a:gs>
              </a:gsLst>
              <a:path path="circle">
                <a:fillToRect l="50000" t="50000" r="50000" b="50000"/>
              </a:path>
              <a:tileRect/>
            </a:gradFill>
          </a:ln>
        </p:spPr>
        <p:txBody>
          <a:bodyPr vert="horz" lIns="91440" tIns="45720" rIns="91440" bIns="45720" rtlCol="0" anchor="b">
            <a:normAutofit fontScale="85000" lnSpcReduction="20000"/>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lang="en-US" sz="1100" b="1" i="0" u="none" strike="noStrike" cap="none" dirty="0">
                <a:solidFill>
                  <a:srgbClr val="000000"/>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endParaRPr lang="en-US" sz="1050" i="1" u="sng" dirty="0"/>
          </a:p>
          <a:p>
            <a:pPr marL="0" indent="0">
              <a:buNone/>
            </a:pPr>
            <a:r>
              <a:rPr lang="en-US" sz="1050" i="1" u="sng" dirty="0"/>
              <a:t>For now</a:t>
            </a:r>
            <a:r>
              <a:rPr lang="en-US" sz="1050" dirty="0"/>
              <a:t>: Just focus on understanding the concept. `.</a:t>
            </a:r>
            <a:r>
              <a:rPr lang="en-US" sz="1050" dirty="0" err="1"/>
              <a:t>addEventListener</a:t>
            </a:r>
            <a:r>
              <a:rPr lang="en-US" sz="1050" dirty="0"/>
              <a:t>(…)` can’t be used without an HTML element to target, which must be fetched.</a:t>
            </a:r>
            <a:endParaRPr lang="en-US" sz="1050" kern="0" dirty="0"/>
          </a:p>
        </p:txBody>
      </p:sp>
      <p:sp>
        <p:nvSpPr>
          <p:cNvPr id="21" name="Content Placeholder 6">
            <a:extLst>
              <a:ext uri="{FF2B5EF4-FFF2-40B4-BE49-F238E27FC236}">
                <a16:creationId xmlns:a16="http://schemas.microsoft.com/office/drawing/2014/main" id="{7A5E4824-6ED0-2F1A-646E-8EA785915AD9}"/>
              </a:ext>
            </a:extLst>
          </p:cNvPr>
          <p:cNvSpPr txBox="1">
            <a:spLocks/>
          </p:cNvSpPr>
          <p:nvPr/>
        </p:nvSpPr>
        <p:spPr>
          <a:xfrm flipH="1">
            <a:off x="9476498" y="2531688"/>
            <a:ext cx="2620213" cy="760969"/>
          </a:xfrm>
          <a:prstGeom prst="wedgeRectCallout">
            <a:avLst>
              <a:gd name="adj1" fmla="val 187754"/>
              <a:gd name="adj2" fmla="val -119356"/>
            </a:avLst>
          </a:prstGeom>
          <a:solidFill>
            <a:schemeClr val="tx2"/>
          </a:solidFill>
          <a:ln w="31750">
            <a:gradFill flip="none" rotWithShape="1">
              <a:gsLst>
                <a:gs pos="100000">
                  <a:srgbClr val="C00000"/>
                </a:gs>
                <a:gs pos="0">
                  <a:schemeClr val="tx1"/>
                </a:gs>
              </a:gsLst>
              <a:path path="circle">
                <a:fillToRect l="50000" t="50000" r="50000" b="50000"/>
              </a:path>
              <a:tileRect/>
            </a:gradFill>
          </a:ln>
        </p:spPr>
        <p:txBody>
          <a:bodyPr vert="horz" lIns="91440" tIns="45720" rIns="91440" bIns="45720" rtlCol="0">
            <a:normAutofit/>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0" kern="0" dirty="0"/>
              <a:t>This is something we’ll learn more about in the coming lectures. </a:t>
            </a:r>
            <a:endParaRPr lang="en-US" kern="0" dirty="0"/>
          </a:p>
        </p:txBody>
      </p:sp>
    </p:spTree>
    <p:extLst>
      <p:ext uri="{BB962C8B-B14F-4D97-AF65-F5344CB8AC3E}">
        <p14:creationId xmlns:p14="http://schemas.microsoft.com/office/powerpoint/2010/main" val="1982710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anim calcmode="lin" valueType="num">
                                      <p:cBhvr>
                                        <p:cTn id="13" dur="1000" fill="hold"/>
                                        <p:tgtEl>
                                          <p:spTgt spid="2"/>
                                        </p:tgtEl>
                                        <p:attrNameLst>
                                          <p:attrName>ppt_x</p:attrName>
                                        </p:attrNameLst>
                                      </p:cBhvr>
                                      <p:tavLst>
                                        <p:tav tm="0">
                                          <p:val>
                                            <p:strVal val="#ppt_x"/>
                                          </p:val>
                                        </p:tav>
                                        <p:tav tm="100000">
                                          <p:val>
                                            <p:strVal val="#ppt_x"/>
                                          </p:val>
                                        </p:tav>
                                      </p:tavLst>
                                    </p:anim>
                                    <p:anim calcmode="lin" valueType="num">
                                      <p:cBhvr>
                                        <p:cTn id="14"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7" presetClass="exit" presetSubtype="0" fill="hold" grpId="1" nodeType="clickEffect">
                                  <p:stCondLst>
                                    <p:cond delay="0"/>
                                  </p:stCondLst>
                                  <p:childTnLst>
                                    <p:animEffect transition="out" filter="fade">
                                      <p:cBhvr>
                                        <p:cTn id="18" dur="1000"/>
                                        <p:tgtEl>
                                          <p:spTgt spid="2"/>
                                        </p:tgtEl>
                                      </p:cBhvr>
                                    </p:animEffect>
                                    <p:anim calcmode="lin" valueType="num">
                                      <p:cBhvr>
                                        <p:cTn id="19" dur="1000"/>
                                        <p:tgtEl>
                                          <p:spTgt spid="2"/>
                                        </p:tgtEl>
                                        <p:attrNameLst>
                                          <p:attrName>ppt_x</p:attrName>
                                        </p:attrNameLst>
                                      </p:cBhvr>
                                      <p:tavLst>
                                        <p:tav tm="0">
                                          <p:val>
                                            <p:strVal val="ppt_x"/>
                                          </p:val>
                                        </p:tav>
                                        <p:tav tm="100000">
                                          <p:val>
                                            <p:strVal val="ppt_x"/>
                                          </p:val>
                                        </p:tav>
                                      </p:tavLst>
                                    </p:anim>
                                    <p:anim calcmode="lin" valueType="num">
                                      <p:cBhvr>
                                        <p:cTn id="20" dur="1000"/>
                                        <p:tgtEl>
                                          <p:spTgt spid="2"/>
                                        </p:tgtEl>
                                        <p:attrNameLst>
                                          <p:attrName>ppt_y</p:attrName>
                                        </p:attrNameLst>
                                      </p:cBhvr>
                                      <p:tavLst>
                                        <p:tav tm="0">
                                          <p:val>
                                            <p:strVal val="ppt_y"/>
                                          </p:val>
                                        </p:tav>
                                        <p:tav tm="100000">
                                          <p:val>
                                            <p:strVal val="ppt_y-.1"/>
                                          </p:val>
                                        </p:tav>
                                      </p:tavLst>
                                    </p:anim>
                                    <p:set>
                                      <p:cBhvr>
                                        <p:cTn id="21" dur="1" fill="hold">
                                          <p:stCondLst>
                                            <p:cond delay="999"/>
                                          </p:stCondLst>
                                        </p:cTn>
                                        <p:tgtEl>
                                          <p:spTgt spid="2"/>
                                        </p:tgtEl>
                                        <p:attrNameLst>
                                          <p:attrName>style.visibility</p:attrName>
                                        </p:attrNameLst>
                                      </p:cBhvr>
                                      <p:to>
                                        <p:strVal val="hidden"/>
                                      </p:to>
                                    </p:set>
                                  </p:childTnLst>
                                </p:cTn>
                              </p:par>
                            </p:childTnLst>
                          </p:cTn>
                        </p:par>
                        <p:par>
                          <p:cTn id="22" fill="hold">
                            <p:stCondLst>
                              <p:cond delay="1000"/>
                            </p:stCondLst>
                            <p:childTnLst>
                              <p:par>
                                <p:cTn id="23" presetID="10" presetClass="exit" presetSubtype="0" fill="hold" grpId="1" nodeType="afterEffect">
                                  <p:stCondLst>
                                    <p:cond delay="0"/>
                                  </p:stCondLst>
                                  <p:childTnLst>
                                    <p:animEffect transition="out" filter="fade">
                                      <p:cBhvr>
                                        <p:cTn id="24" dur="500"/>
                                        <p:tgtEl>
                                          <p:spTgt spid="7"/>
                                        </p:tgtEl>
                                      </p:cBhvr>
                                    </p:animEffect>
                                    <p:set>
                                      <p:cBhvr>
                                        <p:cTn id="25" dur="1" fill="hold">
                                          <p:stCondLst>
                                            <p:cond delay="499"/>
                                          </p:stCondLst>
                                        </p:cTn>
                                        <p:tgtEl>
                                          <p:spTgt spid="7"/>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47"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7" presetClass="exit" presetSubtype="0" fill="hold" grpId="1" nodeType="clickEffect">
                                  <p:stCondLst>
                                    <p:cond delay="0"/>
                                  </p:stCondLst>
                                  <p:childTnLst>
                                    <p:animEffect transition="out" filter="fade">
                                      <p:cBhvr>
                                        <p:cTn id="41" dur="1000"/>
                                        <p:tgtEl>
                                          <p:spTgt spid="9"/>
                                        </p:tgtEl>
                                      </p:cBhvr>
                                    </p:animEffect>
                                    <p:anim calcmode="lin" valueType="num">
                                      <p:cBhvr>
                                        <p:cTn id="42" dur="1000"/>
                                        <p:tgtEl>
                                          <p:spTgt spid="9"/>
                                        </p:tgtEl>
                                        <p:attrNameLst>
                                          <p:attrName>ppt_x</p:attrName>
                                        </p:attrNameLst>
                                      </p:cBhvr>
                                      <p:tavLst>
                                        <p:tav tm="0">
                                          <p:val>
                                            <p:strVal val="ppt_x"/>
                                          </p:val>
                                        </p:tav>
                                        <p:tav tm="100000">
                                          <p:val>
                                            <p:strVal val="ppt_x"/>
                                          </p:val>
                                        </p:tav>
                                      </p:tavLst>
                                    </p:anim>
                                    <p:anim calcmode="lin" valueType="num">
                                      <p:cBhvr>
                                        <p:cTn id="43" dur="1000"/>
                                        <p:tgtEl>
                                          <p:spTgt spid="9"/>
                                        </p:tgtEl>
                                        <p:attrNameLst>
                                          <p:attrName>ppt_y</p:attrName>
                                        </p:attrNameLst>
                                      </p:cBhvr>
                                      <p:tavLst>
                                        <p:tav tm="0">
                                          <p:val>
                                            <p:strVal val="ppt_y"/>
                                          </p:val>
                                        </p:tav>
                                        <p:tav tm="100000">
                                          <p:val>
                                            <p:strVal val="ppt_y-.1"/>
                                          </p:val>
                                        </p:tav>
                                      </p:tavLst>
                                    </p:anim>
                                    <p:set>
                                      <p:cBhvr>
                                        <p:cTn id="44" dur="1" fill="hold">
                                          <p:stCondLst>
                                            <p:cond delay="999"/>
                                          </p:stCondLst>
                                        </p:cTn>
                                        <p:tgtEl>
                                          <p:spTgt spid="9"/>
                                        </p:tgtEl>
                                        <p:attrNameLst>
                                          <p:attrName>style.visibility</p:attrName>
                                        </p:attrNameLst>
                                      </p:cBhvr>
                                      <p:to>
                                        <p:strVal val="hidden"/>
                                      </p:to>
                                    </p:set>
                                  </p:childTnLst>
                                </p:cTn>
                              </p:par>
                            </p:childTnLst>
                          </p:cTn>
                        </p:par>
                        <p:par>
                          <p:cTn id="45" fill="hold">
                            <p:stCondLst>
                              <p:cond delay="1000"/>
                            </p:stCondLst>
                            <p:childTnLst>
                              <p:par>
                                <p:cTn id="46" presetID="10" presetClass="exit" presetSubtype="0" fill="hold" grpId="1" nodeType="afterEffect">
                                  <p:stCondLst>
                                    <p:cond delay="0"/>
                                  </p:stCondLst>
                                  <p:childTnLst>
                                    <p:animEffect transition="out" filter="fade">
                                      <p:cBhvr>
                                        <p:cTn id="47" dur="500"/>
                                        <p:tgtEl>
                                          <p:spTgt spid="10"/>
                                        </p:tgtEl>
                                      </p:cBhvr>
                                    </p:animEffect>
                                    <p:set>
                                      <p:cBhvr>
                                        <p:cTn id="48" dur="1" fill="hold">
                                          <p:stCondLst>
                                            <p:cond delay="499"/>
                                          </p:stCondLst>
                                        </p:cTn>
                                        <p:tgtEl>
                                          <p:spTgt spid="10"/>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47" presetClass="entr" presetSubtype="0" fill="hold" grpId="0" nodeType="click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fade">
                                      <p:cBhvr>
                                        <p:cTn id="58" dur="1000"/>
                                        <p:tgtEl>
                                          <p:spTgt spid="11"/>
                                        </p:tgtEl>
                                      </p:cBhvr>
                                    </p:animEffect>
                                    <p:anim calcmode="lin" valueType="num">
                                      <p:cBhvr>
                                        <p:cTn id="59" dur="1000" fill="hold"/>
                                        <p:tgtEl>
                                          <p:spTgt spid="11"/>
                                        </p:tgtEl>
                                        <p:attrNameLst>
                                          <p:attrName>ppt_x</p:attrName>
                                        </p:attrNameLst>
                                      </p:cBhvr>
                                      <p:tavLst>
                                        <p:tav tm="0">
                                          <p:val>
                                            <p:strVal val="#ppt_x"/>
                                          </p:val>
                                        </p:tav>
                                        <p:tav tm="100000">
                                          <p:val>
                                            <p:strVal val="#ppt_x"/>
                                          </p:val>
                                        </p:tav>
                                      </p:tavLst>
                                    </p:anim>
                                    <p:anim calcmode="lin" valueType="num">
                                      <p:cBhvr>
                                        <p:cTn id="6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47" presetClass="exit" presetSubtype="0" fill="hold" grpId="1" nodeType="clickEffect">
                                  <p:stCondLst>
                                    <p:cond delay="0"/>
                                  </p:stCondLst>
                                  <p:childTnLst>
                                    <p:animEffect transition="out" filter="fade">
                                      <p:cBhvr>
                                        <p:cTn id="64" dur="1000"/>
                                        <p:tgtEl>
                                          <p:spTgt spid="11"/>
                                        </p:tgtEl>
                                      </p:cBhvr>
                                    </p:animEffect>
                                    <p:anim calcmode="lin" valueType="num">
                                      <p:cBhvr>
                                        <p:cTn id="65" dur="1000"/>
                                        <p:tgtEl>
                                          <p:spTgt spid="11"/>
                                        </p:tgtEl>
                                        <p:attrNameLst>
                                          <p:attrName>ppt_x</p:attrName>
                                        </p:attrNameLst>
                                      </p:cBhvr>
                                      <p:tavLst>
                                        <p:tav tm="0">
                                          <p:val>
                                            <p:strVal val="ppt_x"/>
                                          </p:val>
                                        </p:tav>
                                        <p:tav tm="100000">
                                          <p:val>
                                            <p:strVal val="ppt_x"/>
                                          </p:val>
                                        </p:tav>
                                      </p:tavLst>
                                    </p:anim>
                                    <p:anim calcmode="lin" valueType="num">
                                      <p:cBhvr>
                                        <p:cTn id="66" dur="1000"/>
                                        <p:tgtEl>
                                          <p:spTgt spid="11"/>
                                        </p:tgtEl>
                                        <p:attrNameLst>
                                          <p:attrName>ppt_y</p:attrName>
                                        </p:attrNameLst>
                                      </p:cBhvr>
                                      <p:tavLst>
                                        <p:tav tm="0">
                                          <p:val>
                                            <p:strVal val="ppt_y"/>
                                          </p:val>
                                        </p:tav>
                                        <p:tav tm="100000">
                                          <p:val>
                                            <p:strVal val="ppt_y-.1"/>
                                          </p:val>
                                        </p:tav>
                                      </p:tavLst>
                                    </p:anim>
                                    <p:set>
                                      <p:cBhvr>
                                        <p:cTn id="67" dur="1" fill="hold">
                                          <p:stCondLst>
                                            <p:cond delay="999"/>
                                          </p:stCondLst>
                                        </p:cTn>
                                        <p:tgtEl>
                                          <p:spTgt spid="11"/>
                                        </p:tgtEl>
                                        <p:attrNameLst>
                                          <p:attrName>style.visibility</p:attrName>
                                        </p:attrNameLst>
                                      </p:cBhvr>
                                      <p:to>
                                        <p:strVal val="hidden"/>
                                      </p:to>
                                    </p:set>
                                  </p:childTnLst>
                                </p:cTn>
                              </p:par>
                            </p:childTnLst>
                          </p:cTn>
                        </p:par>
                        <p:par>
                          <p:cTn id="68" fill="hold">
                            <p:stCondLst>
                              <p:cond delay="1000"/>
                            </p:stCondLst>
                            <p:childTnLst>
                              <p:par>
                                <p:cTn id="69" presetID="10" presetClass="exit" presetSubtype="0" fill="hold" grpId="1" nodeType="afterEffect">
                                  <p:stCondLst>
                                    <p:cond delay="0"/>
                                  </p:stCondLst>
                                  <p:childTnLst>
                                    <p:animEffect transition="out" filter="fade">
                                      <p:cBhvr>
                                        <p:cTn id="70" dur="500"/>
                                        <p:tgtEl>
                                          <p:spTgt spid="12"/>
                                        </p:tgtEl>
                                      </p:cBhvr>
                                    </p:animEffect>
                                    <p:set>
                                      <p:cBhvr>
                                        <p:cTn id="71" dur="1" fill="hold">
                                          <p:stCondLst>
                                            <p:cond delay="499"/>
                                          </p:stCondLst>
                                        </p:cTn>
                                        <p:tgtEl>
                                          <p:spTgt spid="12"/>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4"/>
                                        </p:tgtEl>
                                        <p:attrNameLst>
                                          <p:attrName>style.visibility</p:attrName>
                                        </p:attrNameLst>
                                      </p:cBhvr>
                                      <p:to>
                                        <p:strVal val="visible"/>
                                      </p:to>
                                    </p:set>
                                    <p:animEffect transition="in" filter="fade">
                                      <p:cBhvr>
                                        <p:cTn id="76" dur="500"/>
                                        <p:tgtEl>
                                          <p:spTgt spid="14"/>
                                        </p:tgtEl>
                                      </p:cBhvr>
                                    </p:animEffect>
                                  </p:childTnLst>
                                </p:cTn>
                              </p:par>
                            </p:childTnLst>
                          </p:cTn>
                        </p:par>
                      </p:childTnLst>
                    </p:cTn>
                  </p:par>
                  <p:par>
                    <p:cTn id="77" fill="hold">
                      <p:stCondLst>
                        <p:cond delay="indefinite"/>
                      </p:stCondLst>
                      <p:childTnLst>
                        <p:par>
                          <p:cTn id="78" fill="hold">
                            <p:stCondLst>
                              <p:cond delay="0"/>
                            </p:stCondLst>
                            <p:childTnLst>
                              <p:par>
                                <p:cTn id="79" presetID="47" presetClass="entr" presetSubtype="0" fill="hold" grpId="0" nodeType="clickEffect">
                                  <p:stCondLst>
                                    <p:cond delay="0"/>
                                  </p:stCondLst>
                                  <p:childTnLst>
                                    <p:set>
                                      <p:cBhvr>
                                        <p:cTn id="80" dur="1" fill="hold">
                                          <p:stCondLst>
                                            <p:cond delay="0"/>
                                          </p:stCondLst>
                                        </p:cTn>
                                        <p:tgtEl>
                                          <p:spTgt spid="13"/>
                                        </p:tgtEl>
                                        <p:attrNameLst>
                                          <p:attrName>style.visibility</p:attrName>
                                        </p:attrNameLst>
                                      </p:cBhvr>
                                      <p:to>
                                        <p:strVal val="visible"/>
                                      </p:to>
                                    </p:set>
                                    <p:animEffect transition="in" filter="fade">
                                      <p:cBhvr>
                                        <p:cTn id="81" dur="1000"/>
                                        <p:tgtEl>
                                          <p:spTgt spid="13"/>
                                        </p:tgtEl>
                                      </p:cBhvr>
                                    </p:animEffect>
                                    <p:anim calcmode="lin" valueType="num">
                                      <p:cBhvr>
                                        <p:cTn id="82" dur="1000" fill="hold"/>
                                        <p:tgtEl>
                                          <p:spTgt spid="13"/>
                                        </p:tgtEl>
                                        <p:attrNameLst>
                                          <p:attrName>ppt_x</p:attrName>
                                        </p:attrNameLst>
                                      </p:cBhvr>
                                      <p:tavLst>
                                        <p:tav tm="0">
                                          <p:val>
                                            <p:strVal val="#ppt_x"/>
                                          </p:val>
                                        </p:tav>
                                        <p:tav tm="100000">
                                          <p:val>
                                            <p:strVal val="#ppt_x"/>
                                          </p:val>
                                        </p:tav>
                                      </p:tavLst>
                                    </p:anim>
                                    <p:anim calcmode="lin" valueType="num">
                                      <p:cBhvr>
                                        <p:cTn id="83"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7" presetClass="exit" presetSubtype="0" fill="hold" grpId="1" nodeType="clickEffect">
                                  <p:stCondLst>
                                    <p:cond delay="0"/>
                                  </p:stCondLst>
                                  <p:childTnLst>
                                    <p:animEffect transition="out" filter="fade">
                                      <p:cBhvr>
                                        <p:cTn id="87" dur="1000"/>
                                        <p:tgtEl>
                                          <p:spTgt spid="13"/>
                                        </p:tgtEl>
                                      </p:cBhvr>
                                    </p:animEffect>
                                    <p:anim calcmode="lin" valueType="num">
                                      <p:cBhvr>
                                        <p:cTn id="88" dur="1000"/>
                                        <p:tgtEl>
                                          <p:spTgt spid="13"/>
                                        </p:tgtEl>
                                        <p:attrNameLst>
                                          <p:attrName>ppt_x</p:attrName>
                                        </p:attrNameLst>
                                      </p:cBhvr>
                                      <p:tavLst>
                                        <p:tav tm="0">
                                          <p:val>
                                            <p:strVal val="ppt_x"/>
                                          </p:val>
                                        </p:tav>
                                        <p:tav tm="100000">
                                          <p:val>
                                            <p:strVal val="ppt_x"/>
                                          </p:val>
                                        </p:tav>
                                      </p:tavLst>
                                    </p:anim>
                                    <p:anim calcmode="lin" valueType="num">
                                      <p:cBhvr>
                                        <p:cTn id="89" dur="1000"/>
                                        <p:tgtEl>
                                          <p:spTgt spid="13"/>
                                        </p:tgtEl>
                                        <p:attrNameLst>
                                          <p:attrName>ppt_y</p:attrName>
                                        </p:attrNameLst>
                                      </p:cBhvr>
                                      <p:tavLst>
                                        <p:tav tm="0">
                                          <p:val>
                                            <p:strVal val="ppt_y"/>
                                          </p:val>
                                        </p:tav>
                                        <p:tav tm="100000">
                                          <p:val>
                                            <p:strVal val="ppt_y-.1"/>
                                          </p:val>
                                        </p:tav>
                                      </p:tavLst>
                                    </p:anim>
                                    <p:set>
                                      <p:cBhvr>
                                        <p:cTn id="90" dur="1" fill="hold">
                                          <p:stCondLst>
                                            <p:cond delay="999"/>
                                          </p:stCondLst>
                                        </p:cTn>
                                        <p:tgtEl>
                                          <p:spTgt spid="13"/>
                                        </p:tgtEl>
                                        <p:attrNameLst>
                                          <p:attrName>style.visibility</p:attrName>
                                        </p:attrNameLst>
                                      </p:cBhvr>
                                      <p:to>
                                        <p:strVal val="hidden"/>
                                      </p:to>
                                    </p:set>
                                  </p:childTnLst>
                                </p:cTn>
                              </p:par>
                            </p:childTnLst>
                          </p:cTn>
                        </p:par>
                        <p:par>
                          <p:cTn id="91" fill="hold">
                            <p:stCondLst>
                              <p:cond delay="1000"/>
                            </p:stCondLst>
                            <p:childTnLst>
                              <p:par>
                                <p:cTn id="92" presetID="10" presetClass="exit" presetSubtype="0" fill="hold" grpId="1" nodeType="afterEffect">
                                  <p:stCondLst>
                                    <p:cond delay="0"/>
                                  </p:stCondLst>
                                  <p:childTnLst>
                                    <p:animEffect transition="out" filter="fade">
                                      <p:cBhvr>
                                        <p:cTn id="93" dur="500"/>
                                        <p:tgtEl>
                                          <p:spTgt spid="14"/>
                                        </p:tgtEl>
                                      </p:cBhvr>
                                    </p:animEffect>
                                    <p:set>
                                      <p:cBhvr>
                                        <p:cTn id="94" dur="1" fill="hold">
                                          <p:stCondLst>
                                            <p:cond delay="499"/>
                                          </p:stCondLst>
                                        </p:cTn>
                                        <p:tgtEl>
                                          <p:spTgt spid="14"/>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16"/>
                                        </p:tgtEl>
                                        <p:attrNameLst>
                                          <p:attrName>style.visibility</p:attrName>
                                        </p:attrNameLst>
                                      </p:cBhvr>
                                      <p:to>
                                        <p:strVal val="visible"/>
                                      </p:to>
                                    </p:set>
                                    <p:animEffect transition="in" filter="fade">
                                      <p:cBhvr>
                                        <p:cTn id="99" dur="500"/>
                                        <p:tgtEl>
                                          <p:spTgt spid="16"/>
                                        </p:tgtEl>
                                      </p:cBhvr>
                                    </p:animEffect>
                                  </p:childTnLst>
                                </p:cTn>
                              </p:par>
                            </p:childTnLst>
                          </p:cTn>
                        </p:par>
                      </p:childTnLst>
                    </p:cTn>
                  </p:par>
                  <p:par>
                    <p:cTn id="100" fill="hold">
                      <p:stCondLst>
                        <p:cond delay="indefinite"/>
                      </p:stCondLst>
                      <p:childTnLst>
                        <p:par>
                          <p:cTn id="101" fill="hold">
                            <p:stCondLst>
                              <p:cond delay="0"/>
                            </p:stCondLst>
                            <p:childTnLst>
                              <p:par>
                                <p:cTn id="102" presetID="47" presetClass="entr" presetSubtype="0" fill="hold" grpId="0" nodeType="click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fade">
                                      <p:cBhvr>
                                        <p:cTn id="104" dur="1000"/>
                                        <p:tgtEl>
                                          <p:spTgt spid="15"/>
                                        </p:tgtEl>
                                      </p:cBhvr>
                                    </p:animEffect>
                                    <p:anim calcmode="lin" valueType="num">
                                      <p:cBhvr>
                                        <p:cTn id="105" dur="1000" fill="hold"/>
                                        <p:tgtEl>
                                          <p:spTgt spid="15"/>
                                        </p:tgtEl>
                                        <p:attrNameLst>
                                          <p:attrName>ppt_x</p:attrName>
                                        </p:attrNameLst>
                                      </p:cBhvr>
                                      <p:tavLst>
                                        <p:tav tm="0">
                                          <p:val>
                                            <p:strVal val="#ppt_x"/>
                                          </p:val>
                                        </p:tav>
                                        <p:tav tm="100000">
                                          <p:val>
                                            <p:strVal val="#ppt_x"/>
                                          </p:val>
                                        </p:tav>
                                      </p:tavLst>
                                    </p:anim>
                                    <p:anim calcmode="lin" valueType="num">
                                      <p:cBhvr>
                                        <p:cTn id="10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47" presetClass="exit" presetSubtype="0" fill="hold" grpId="1" nodeType="clickEffect">
                                  <p:stCondLst>
                                    <p:cond delay="0"/>
                                  </p:stCondLst>
                                  <p:childTnLst>
                                    <p:animEffect transition="out" filter="fade">
                                      <p:cBhvr>
                                        <p:cTn id="110" dur="1000"/>
                                        <p:tgtEl>
                                          <p:spTgt spid="15"/>
                                        </p:tgtEl>
                                      </p:cBhvr>
                                    </p:animEffect>
                                    <p:anim calcmode="lin" valueType="num">
                                      <p:cBhvr>
                                        <p:cTn id="111" dur="1000"/>
                                        <p:tgtEl>
                                          <p:spTgt spid="15"/>
                                        </p:tgtEl>
                                        <p:attrNameLst>
                                          <p:attrName>ppt_x</p:attrName>
                                        </p:attrNameLst>
                                      </p:cBhvr>
                                      <p:tavLst>
                                        <p:tav tm="0">
                                          <p:val>
                                            <p:strVal val="ppt_x"/>
                                          </p:val>
                                        </p:tav>
                                        <p:tav tm="100000">
                                          <p:val>
                                            <p:strVal val="ppt_x"/>
                                          </p:val>
                                        </p:tav>
                                      </p:tavLst>
                                    </p:anim>
                                    <p:anim calcmode="lin" valueType="num">
                                      <p:cBhvr>
                                        <p:cTn id="112" dur="1000"/>
                                        <p:tgtEl>
                                          <p:spTgt spid="15"/>
                                        </p:tgtEl>
                                        <p:attrNameLst>
                                          <p:attrName>ppt_y</p:attrName>
                                        </p:attrNameLst>
                                      </p:cBhvr>
                                      <p:tavLst>
                                        <p:tav tm="0">
                                          <p:val>
                                            <p:strVal val="ppt_y"/>
                                          </p:val>
                                        </p:tav>
                                        <p:tav tm="100000">
                                          <p:val>
                                            <p:strVal val="ppt_y-.1"/>
                                          </p:val>
                                        </p:tav>
                                      </p:tavLst>
                                    </p:anim>
                                    <p:set>
                                      <p:cBhvr>
                                        <p:cTn id="113" dur="1" fill="hold">
                                          <p:stCondLst>
                                            <p:cond delay="999"/>
                                          </p:stCondLst>
                                        </p:cTn>
                                        <p:tgtEl>
                                          <p:spTgt spid="15"/>
                                        </p:tgtEl>
                                        <p:attrNameLst>
                                          <p:attrName>style.visibility</p:attrName>
                                        </p:attrNameLst>
                                      </p:cBhvr>
                                      <p:to>
                                        <p:strVal val="hidden"/>
                                      </p:to>
                                    </p:set>
                                  </p:childTnLst>
                                </p:cTn>
                              </p:par>
                            </p:childTnLst>
                          </p:cTn>
                        </p:par>
                        <p:par>
                          <p:cTn id="114" fill="hold">
                            <p:stCondLst>
                              <p:cond delay="1000"/>
                            </p:stCondLst>
                            <p:childTnLst>
                              <p:par>
                                <p:cTn id="115" presetID="10" presetClass="exit" presetSubtype="0" fill="hold" grpId="1" nodeType="afterEffect">
                                  <p:stCondLst>
                                    <p:cond delay="0"/>
                                  </p:stCondLst>
                                  <p:childTnLst>
                                    <p:animEffect transition="out" filter="fade">
                                      <p:cBhvr>
                                        <p:cTn id="116" dur="500"/>
                                        <p:tgtEl>
                                          <p:spTgt spid="16"/>
                                        </p:tgtEl>
                                      </p:cBhvr>
                                    </p:animEffect>
                                    <p:set>
                                      <p:cBhvr>
                                        <p:cTn id="117" dur="1" fill="hold">
                                          <p:stCondLst>
                                            <p:cond delay="499"/>
                                          </p:stCondLst>
                                        </p:cTn>
                                        <p:tgtEl>
                                          <p:spTgt spid="16"/>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18"/>
                                        </p:tgtEl>
                                        <p:attrNameLst>
                                          <p:attrName>style.visibility</p:attrName>
                                        </p:attrNameLst>
                                      </p:cBhvr>
                                      <p:to>
                                        <p:strVal val="visible"/>
                                      </p:to>
                                    </p:set>
                                    <p:animEffect transition="in" filter="fade">
                                      <p:cBhvr>
                                        <p:cTn id="122" dur="500"/>
                                        <p:tgtEl>
                                          <p:spTgt spid="18"/>
                                        </p:tgtEl>
                                      </p:cBhvr>
                                    </p:animEffect>
                                  </p:childTnLst>
                                </p:cTn>
                              </p:par>
                            </p:childTnLst>
                          </p:cTn>
                        </p:par>
                      </p:childTnLst>
                    </p:cTn>
                  </p:par>
                  <p:par>
                    <p:cTn id="123" fill="hold">
                      <p:stCondLst>
                        <p:cond delay="indefinite"/>
                      </p:stCondLst>
                      <p:childTnLst>
                        <p:par>
                          <p:cTn id="124" fill="hold">
                            <p:stCondLst>
                              <p:cond delay="0"/>
                            </p:stCondLst>
                            <p:childTnLst>
                              <p:par>
                                <p:cTn id="125" presetID="47" presetClass="entr" presetSubtype="0" fill="hold" grpId="0" nodeType="clickEffect">
                                  <p:stCondLst>
                                    <p:cond delay="0"/>
                                  </p:stCondLst>
                                  <p:childTnLst>
                                    <p:set>
                                      <p:cBhvr>
                                        <p:cTn id="126" dur="1" fill="hold">
                                          <p:stCondLst>
                                            <p:cond delay="0"/>
                                          </p:stCondLst>
                                        </p:cTn>
                                        <p:tgtEl>
                                          <p:spTgt spid="17"/>
                                        </p:tgtEl>
                                        <p:attrNameLst>
                                          <p:attrName>style.visibility</p:attrName>
                                        </p:attrNameLst>
                                      </p:cBhvr>
                                      <p:to>
                                        <p:strVal val="visible"/>
                                      </p:to>
                                    </p:set>
                                    <p:animEffect transition="in" filter="fade">
                                      <p:cBhvr>
                                        <p:cTn id="127" dur="1000"/>
                                        <p:tgtEl>
                                          <p:spTgt spid="17"/>
                                        </p:tgtEl>
                                      </p:cBhvr>
                                    </p:animEffect>
                                    <p:anim calcmode="lin" valueType="num">
                                      <p:cBhvr>
                                        <p:cTn id="128" dur="1000" fill="hold"/>
                                        <p:tgtEl>
                                          <p:spTgt spid="17"/>
                                        </p:tgtEl>
                                        <p:attrNameLst>
                                          <p:attrName>ppt_x</p:attrName>
                                        </p:attrNameLst>
                                      </p:cBhvr>
                                      <p:tavLst>
                                        <p:tav tm="0">
                                          <p:val>
                                            <p:strVal val="#ppt_x"/>
                                          </p:val>
                                        </p:tav>
                                        <p:tav tm="100000">
                                          <p:val>
                                            <p:strVal val="#ppt_x"/>
                                          </p:val>
                                        </p:tav>
                                      </p:tavLst>
                                    </p:anim>
                                    <p:anim calcmode="lin" valueType="num">
                                      <p:cBhvr>
                                        <p:cTn id="12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30" fill="hold">
                      <p:stCondLst>
                        <p:cond delay="indefinite"/>
                      </p:stCondLst>
                      <p:childTnLst>
                        <p:par>
                          <p:cTn id="131" fill="hold">
                            <p:stCondLst>
                              <p:cond delay="0"/>
                            </p:stCondLst>
                            <p:childTnLst>
                              <p:par>
                                <p:cTn id="132" presetID="47" presetClass="exit" presetSubtype="0" fill="hold" grpId="1" nodeType="clickEffect">
                                  <p:stCondLst>
                                    <p:cond delay="0"/>
                                  </p:stCondLst>
                                  <p:childTnLst>
                                    <p:animEffect transition="out" filter="fade">
                                      <p:cBhvr>
                                        <p:cTn id="133" dur="1000"/>
                                        <p:tgtEl>
                                          <p:spTgt spid="17"/>
                                        </p:tgtEl>
                                      </p:cBhvr>
                                    </p:animEffect>
                                    <p:anim calcmode="lin" valueType="num">
                                      <p:cBhvr>
                                        <p:cTn id="134" dur="1000"/>
                                        <p:tgtEl>
                                          <p:spTgt spid="17"/>
                                        </p:tgtEl>
                                        <p:attrNameLst>
                                          <p:attrName>ppt_x</p:attrName>
                                        </p:attrNameLst>
                                      </p:cBhvr>
                                      <p:tavLst>
                                        <p:tav tm="0">
                                          <p:val>
                                            <p:strVal val="ppt_x"/>
                                          </p:val>
                                        </p:tav>
                                        <p:tav tm="100000">
                                          <p:val>
                                            <p:strVal val="ppt_x"/>
                                          </p:val>
                                        </p:tav>
                                      </p:tavLst>
                                    </p:anim>
                                    <p:anim calcmode="lin" valueType="num">
                                      <p:cBhvr>
                                        <p:cTn id="135" dur="1000"/>
                                        <p:tgtEl>
                                          <p:spTgt spid="17"/>
                                        </p:tgtEl>
                                        <p:attrNameLst>
                                          <p:attrName>ppt_y</p:attrName>
                                        </p:attrNameLst>
                                      </p:cBhvr>
                                      <p:tavLst>
                                        <p:tav tm="0">
                                          <p:val>
                                            <p:strVal val="ppt_y"/>
                                          </p:val>
                                        </p:tav>
                                        <p:tav tm="100000">
                                          <p:val>
                                            <p:strVal val="ppt_y-.1"/>
                                          </p:val>
                                        </p:tav>
                                      </p:tavLst>
                                    </p:anim>
                                    <p:set>
                                      <p:cBhvr>
                                        <p:cTn id="136" dur="1" fill="hold">
                                          <p:stCondLst>
                                            <p:cond delay="999"/>
                                          </p:stCondLst>
                                        </p:cTn>
                                        <p:tgtEl>
                                          <p:spTgt spid="17"/>
                                        </p:tgtEl>
                                        <p:attrNameLst>
                                          <p:attrName>style.visibility</p:attrName>
                                        </p:attrNameLst>
                                      </p:cBhvr>
                                      <p:to>
                                        <p:strVal val="hidden"/>
                                      </p:to>
                                    </p:set>
                                  </p:childTnLst>
                                </p:cTn>
                              </p:par>
                            </p:childTnLst>
                          </p:cTn>
                        </p:par>
                        <p:par>
                          <p:cTn id="137" fill="hold">
                            <p:stCondLst>
                              <p:cond delay="1000"/>
                            </p:stCondLst>
                            <p:childTnLst>
                              <p:par>
                                <p:cTn id="138" presetID="10" presetClass="exit" presetSubtype="0" fill="hold" grpId="1" nodeType="afterEffect">
                                  <p:stCondLst>
                                    <p:cond delay="0"/>
                                  </p:stCondLst>
                                  <p:childTnLst>
                                    <p:animEffect transition="out" filter="fade">
                                      <p:cBhvr>
                                        <p:cTn id="139" dur="500"/>
                                        <p:tgtEl>
                                          <p:spTgt spid="18"/>
                                        </p:tgtEl>
                                      </p:cBhvr>
                                    </p:animEffect>
                                    <p:set>
                                      <p:cBhvr>
                                        <p:cTn id="140" dur="1" fill="hold">
                                          <p:stCondLst>
                                            <p:cond delay="499"/>
                                          </p:stCondLst>
                                        </p:cTn>
                                        <p:tgtEl>
                                          <p:spTgt spid="18"/>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21"/>
                                        </p:tgtEl>
                                        <p:attrNameLst>
                                          <p:attrName>style.visibility</p:attrName>
                                        </p:attrNameLst>
                                      </p:cBhvr>
                                      <p:to>
                                        <p:strVal val="visible"/>
                                      </p:to>
                                    </p:set>
                                    <p:animEffect transition="in" filter="fade">
                                      <p:cBhvr>
                                        <p:cTn id="145" dur="500"/>
                                        <p:tgtEl>
                                          <p:spTgt spid="21"/>
                                        </p:tgtEl>
                                      </p:cBhvr>
                                    </p:animEffect>
                                  </p:childTnLst>
                                </p:cTn>
                              </p:par>
                            </p:childTnLst>
                          </p:cTn>
                        </p:par>
                      </p:childTnLst>
                    </p:cTn>
                  </p:par>
                  <p:par>
                    <p:cTn id="146" fill="hold">
                      <p:stCondLst>
                        <p:cond delay="indefinite"/>
                      </p:stCondLst>
                      <p:childTnLst>
                        <p:par>
                          <p:cTn id="147" fill="hold">
                            <p:stCondLst>
                              <p:cond delay="0"/>
                            </p:stCondLst>
                            <p:childTnLst>
                              <p:par>
                                <p:cTn id="148" presetID="47" presetClass="entr" presetSubtype="0" fill="hold" grpId="0" nodeType="clickEffect">
                                  <p:stCondLst>
                                    <p:cond delay="0"/>
                                  </p:stCondLst>
                                  <p:childTnLst>
                                    <p:set>
                                      <p:cBhvr>
                                        <p:cTn id="149" dur="1" fill="hold">
                                          <p:stCondLst>
                                            <p:cond delay="0"/>
                                          </p:stCondLst>
                                        </p:cTn>
                                        <p:tgtEl>
                                          <p:spTgt spid="20"/>
                                        </p:tgtEl>
                                        <p:attrNameLst>
                                          <p:attrName>style.visibility</p:attrName>
                                        </p:attrNameLst>
                                      </p:cBhvr>
                                      <p:to>
                                        <p:strVal val="visible"/>
                                      </p:to>
                                    </p:set>
                                    <p:animEffect transition="in" filter="fade">
                                      <p:cBhvr>
                                        <p:cTn id="150" dur="1000"/>
                                        <p:tgtEl>
                                          <p:spTgt spid="20"/>
                                        </p:tgtEl>
                                      </p:cBhvr>
                                    </p:animEffect>
                                    <p:anim calcmode="lin" valueType="num">
                                      <p:cBhvr>
                                        <p:cTn id="151" dur="1000" fill="hold"/>
                                        <p:tgtEl>
                                          <p:spTgt spid="20"/>
                                        </p:tgtEl>
                                        <p:attrNameLst>
                                          <p:attrName>ppt_x</p:attrName>
                                        </p:attrNameLst>
                                      </p:cBhvr>
                                      <p:tavLst>
                                        <p:tav tm="0">
                                          <p:val>
                                            <p:strVal val="#ppt_x"/>
                                          </p:val>
                                        </p:tav>
                                        <p:tav tm="100000">
                                          <p:val>
                                            <p:strVal val="#ppt_x"/>
                                          </p:val>
                                        </p:tav>
                                      </p:tavLst>
                                    </p:anim>
                                    <p:anim calcmode="lin" valueType="num">
                                      <p:cBhvr>
                                        <p:cTn id="152"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47" presetClass="exit" presetSubtype="0" fill="hold" grpId="1" nodeType="clickEffect">
                                  <p:stCondLst>
                                    <p:cond delay="0"/>
                                  </p:stCondLst>
                                  <p:childTnLst>
                                    <p:animEffect transition="out" filter="fade">
                                      <p:cBhvr>
                                        <p:cTn id="156" dur="1000"/>
                                        <p:tgtEl>
                                          <p:spTgt spid="20"/>
                                        </p:tgtEl>
                                      </p:cBhvr>
                                    </p:animEffect>
                                    <p:anim calcmode="lin" valueType="num">
                                      <p:cBhvr>
                                        <p:cTn id="157" dur="1000"/>
                                        <p:tgtEl>
                                          <p:spTgt spid="20"/>
                                        </p:tgtEl>
                                        <p:attrNameLst>
                                          <p:attrName>ppt_x</p:attrName>
                                        </p:attrNameLst>
                                      </p:cBhvr>
                                      <p:tavLst>
                                        <p:tav tm="0">
                                          <p:val>
                                            <p:strVal val="ppt_x"/>
                                          </p:val>
                                        </p:tav>
                                        <p:tav tm="100000">
                                          <p:val>
                                            <p:strVal val="ppt_x"/>
                                          </p:val>
                                        </p:tav>
                                      </p:tavLst>
                                    </p:anim>
                                    <p:anim calcmode="lin" valueType="num">
                                      <p:cBhvr>
                                        <p:cTn id="158" dur="1000"/>
                                        <p:tgtEl>
                                          <p:spTgt spid="20"/>
                                        </p:tgtEl>
                                        <p:attrNameLst>
                                          <p:attrName>ppt_y</p:attrName>
                                        </p:attrNameLst>
                                      </p:cBhvr>
                                      <p:tavLst>
                                        <p:tav tm="0">
                                          <p:val>
                                            <p:strVal val="ppt_y"/>
                                          </p:val>
                                        </p:tav>
                                        <p:tav tm="100000">
                                          <p:val>
                                            <p:strVal val="ppt_y-.1"/>
                                          </p:val>
                                        </p:tav>
                                      </p:tavLst>
                                    </p:anim>
                                    <p:set>
                                      <p:cBhvr>
                                        <p:cTn id="159" dur="1" fill="hold">
                                          <p:stCondLst>
                                            <p:cond delay="999"/>
                                          </p:stCondLst>
                                        </p:cTn>
                                        <p:tgtEl>
                                          <p:spTgt spid="20"/>
                                        </p:tgtEl>
                                        <p:attrNameLst>
                                          <p:attrName>style.visibility</p:attrName>
                                        </p:attrNameLst>
                                      </p:cBhvr>
                                      <p:to>
                                        <p:strVal val="hidden"/>
                                      </p:to>
                                    </p:set>
                                  </p:childTnLst>
                                </p:cTn>
                              </p:par>
                            </p:childTnLst>
                          </p:cTn>
                        </p:par>
                        <p:par>
                          <p:cTn id="160" fill="hold">
                            <p:stCondLst>
                              <p:cond delay="1000"/>
                            </p:stCondLst>
                            <p:childTnLst>
                              <p:par>
                                <p:cTn id="161" presetID="10" presetClass="exit" presetSubtype="0" fill="hold" grpId="1" nodeType="afterEffect">
                                  <p:stCondLst>
                                    <p:cond delay="0"/>
                                  </p:stCondLst>
                                  <p:childTnLst>
                                    <p:animEffect transition="out" filter="fade">
                                      <p:cBhvr>
                                        <p:cTn id="162" dur="500"/>
                                        <p:tgtEl>
                                          <p:spTgt spid="21"/>
                                        </p:tgtEl>
                                      </p:cBhvr>
                                    </p:animEffect>
                                    <p:set>
                                      <p:cBhvr>
                                        <p:cTn id="163" dur="1" fill="hold">
                                          <p:stCondLst>
                                            <p:cond delay="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animBg="1"/>
      <p:bldP spid="2" grpId="1" animBg="1"/>
      <p:bldP spid="7" grpId="0" uiExpand="1" animBg="1"/>
      <p:bldP spid="7" grpId="1" animBg="1"/>
      <p:bldP spid="9" grpId="0" uiExpand="1" animBg="1"/>
      <p:bldP spid="9" grpId="1" animBg="1"/>
      <p:bldP spid="10" grpId="0" uiExpand="1" animBg="1"/>
      <p:bldP spid="10" grpId="1" animBg="1"/>
      <p:bldP spid="11" grpId="0" uiExpand="1" animBg="1"/>
      <p:bldP spid="11" grpId="1" animBg="1"/>
      <p:bldP spid="12" grpId="0" uiExpand="1" animBg="1"/>
      <p:bldP spid="12" grpId="1" animBg="1"/>
      <p:bldP spid="13" grpId="0" uiExpand="1" animBg="1"/>
      <p:bldP spid="13" grpId="1" animBg="1"/>
      <p:bldP spid="14" grpId="0" uiExpand="1" animBg="1"/>
      <p:bldP spid="14" grpId="1" animBg="1"/>
      <p:bldP spid="15" grpId="0" uiExpand="1" animBg="1"/>
      <p:bldP spid="15" grpId="1" animBg="1"/>
      <p:bldP spid="16" grpId="0" uiExpand="1" animBg="1"/>
      <p:bldP spid="16" grpId="1" animBg="1"/>
      <p:bldP spid="17" grpId="0" uiExpand="1" animBg="1"/>
      <p:bldP spid="17" grpId="1" animBg="1"/>
      <p:bldP spid="18" grpId="0" uiExpand="1" animBg="1"/>
      <p:bldP spid="18" grpId="1" animBg="1"/>
      <p:bldP spid="20" grpId="0" uiExpand="1" animBg="1"/>
      <p:bldP spid="20" grpId="1" animBg="1"/>
      <p:bldP spid="21" grpId="0" uiExpand="1" animBg="1"/>
      <p:bldP spid="21"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B1CC9C4-EA60-3A35-AC3D-2904029C1636}"/>
              </a:ext>
            </a:extLst>
          </p:cNvPr>
          <p:cNvSpPr>
            <a:spLocks noGrp="1"/>
          </p:cNvSpPr>
          <p:nvPr>
            <p:ph type="body" sz="quarter" idx="13"/>
          </p:nvPr>
        </p:nvSpPr>
        <p:spPr>
          <a:xfrm flipH="1">
            <a:off x="141785" y="1852894"/>
            <a:ext cx="460238" cy="2689898"/>
          </a:xfrm>
          <a:prstGeom prst="snip1Rect">
            <a:avLst>
              <a:gd name="adj" fmla="val 50000"/>
            </a:avLst>
          </a:prstGeom>
        </p:spPr>
        <p:txBody>
          <a:bodyPr/>
          <a:lstStyle/>
          <a:p>
            <a:r>
              <a:rPr lang="en-US" sz="1200" dirty="0"/>
              <a:t>1</a:t>
            </a:r>
          </a:p>
          <a:p>
            <a:r>
              <a:rPr lang="en-US" sz="1200" dirty="0"/>
              <a:t>2</a:t>
            </a:r>
          </a:p>
          <a:p>
            <a:r>
              <a:rPr lang="en-US" sz="1200" dirty="0"/>
              <a:t>3</a:t>
            </a:r>
          </a:p>
          <a:p>
            <a:r>
              <a:rPr lang="en-US" sz="1200" dirty="0"/>
              <a:t>4</a:t>
            </a:r>
          </a:p>
          <a:p>
            <a:r>
              <a:rPr lang="en-US" sz="1200" dirty="0"/>
              <a:t>5</a:t>
            </a:r>
          </a:p>
          <a:p>
            <a:r>
              <a:rPr lang="en-US" sz="1200" dirty="0"/>
              <a:t>6</a:t>
            </a:r>
          </a:p>
          <a:p>
            <a:r>
              <a:rPr lang="en-US" sz="1200" dirty="0"/>
              <a:t>7</a:t>
            </a:r>
          </a:p>
          <a:p>
            <a:r>
              <a:rPr lang="en-US" sz="1200" dirty="0"/>
              <a:t>8</a:t>
            </a:r>
          </a:p>
          <a:p>
            <a:r>
              <a:rPr lang="en-US" sz="1200" dirty="0"/>
              <a:t>9</a:t>
            </a:r>
          </a:p>
          <a:p>
            <a:r>
              <a:rPr lang="en-US" sz="1200" dirty="0"/>
              <a:t>10</a:t>
            </a:r>
          </a:p>
          <a:p>
            <a:r>
              <a:rPr lang="en-US" sz="1200" dirty="0"/>
              <a:t>11</a:t>
            </a:r>
          </a:p>
          <a:p>
            <a:r>
              <a:rPr lang="en-US" sz="1200" dirty="0"/>
              <a:t>12</a:t>
            </a:r>
          </a:p>
          <a:p>
            <a:r>
              <a:rPr lang="en-US" sz="1200" dirty="0"/>
              <a:t>13</a:t>
            </a:r>
          </a:p>
          <a:p>
            <a:endParaRPr lang="en-US" dirty="0"/>
          </a:p>
        </p:txBody>
      </p:sp>
      <p:sp>
        <p:nvSpPr>
          <p:cNvPr id="3" name="Title 2">
            <a:extLst>
              <a:ext uri="{FF2B5EF4-FFF2-40B4-BE49-F238E27FC236}">
                <a16:creationId xmlns:a16="http://schemas.microsoft.com/office/drawing/2014/main" id="{387E5133-EE71-1DF2-4E96-D7CA60CD9664}"/>
              </a:ext>
            </a:extLst>
          </p:cNvPr>
          <p:cNvSpPr>
            <a:spLocks noGrp="1"/>
          </p:cNvSpPr>
          <p:nvPr>
            <p:ph type="title"/>
          </p:nvPr>
        </p:nvSpPr>
        <p:spPr>
          <a:xfrm>
            <a:off x="1847454" y="92543"/>
            <a:ext cx="8497093" cy="910526"/>
          </a:xfrm>
        </p:spPr>
        <p:txBody>
          <a:bodyPr/>
          <a:lstStyle/>
          <a:p>
            <a:r>
              <a:rPr lang="en-US" dirty="0"/>
              <a:t>Cards</a:t>
            </a:r>
            <a:r>
              <a:rPr lang="en-US" b="0" dirty="0"/>
              <a:t>: Interactive Logic Activity</a:t>
            </a:r>
            <a:endParaRPr lang="en-US" dirty="0"/>
          </a:p>
        </p:txBody>
      </p:sp>
      <p:sp>
        <p:nvSpPr>
          <p:cNvPr id="4" name="Content Placeholder 3">
            <a:extLst>
              <a:ext uri="{FF2B5EF4-FFF2-40B4-BE49-F238E27FC236}">
                <a16:creationId xmlns:a16="http://schemas.microsoft.com/office/drawing/2014/main" id="{0019683F-8D25-75AF-3FA1-A3FFDBBBD56E}"/>
              </a:ext>
            </a:extLst>
          </p:cNvPr>
          <p:cNvSpPr>
            <a:spLocks noGrp="1"/>
          </p:cNvSpPr>
          <p:nvPr>
            <p:ph sz="quarter" idx="10"/>
          </p:nvPr>
        </p:nvSpPr>
        <p:spPr>
          <a:xfrm>
            <a:off x="690437" y="1845293"/>
            <a:ext cx="5455597" cy="2697499"/>
          </a:xfrm>
          <a:prstGeom prst="snip1Rect">
            <a:avLst>
              <a:gd name="adj" fmla="val 8914"/>
            </a:avLst>
          </a:prstGeom>
        </p:spPr>
        <p:txBody>
          <a:bodyPr>
            <a:normAutofit lnSpcReduction="10000"/>
          </a:bodyPr>
          <a:lstStyle/>
          <a:p>
            <a:pPr>
              <a:lnSpc>
                <a:spcPct val="110000"/>
              </a:lnSpc>
            </a:pPr>
            <a:r>
              <a:rPr lang="en-US" sz="1200" dirty="0">
                <a:solidFill>
                  <a:srgbClr val="7F9F7F"/>
                </a:solidFill>
                <a:highlight>
                  <a:srgbClr val="3F3F3F"/>
                </a:highlight>
              </a:rPr>
              <a:t>// Card Event Logic - Solution</a:t>
            </a:r>
          </a:p>
          <a:p>
            <a:pPr>
              <a:lnSpc>
                <a:spcPct val="110000"/>
              </a:lnSpc>
            </a:pPr>
            <a:endParaRPr lang="en-US" sz="1200" dirty="0">
              <a:solidFill>
                <a:srgbClr val="DCDCCC"/>
              </a:solidFill>
              <a:highlight>
                <a:srgbClr val="3F3F3F"/>
              </a:highlight>
            </a:endParaRPr>
          </a:p>
          <a:p>
            <a:pPr>
              <a:lnSpc>
                <a:spcPct val="110000"/>
              </a:lnSpc>
            </a:pPr>
            <a:r>
              <a:rPr lang="en-US" sz="1200" dirty="0" err="1">
                <a:solidFill>
                  <a:srgbClr val="DCDCCC"/>
                </a:solidFill>
                <a:highlight>
                  <a:srgbClr val="3F3F3F"/>
                </a:highlight>
              </a:rPr>
              <a:t>card</a:t>
            </a:r>
            <a:r>
              <a:rPr lang="en-US" sz="1200" b="1" dirty="0" err="1">
                <a:solidFill>
                  <a:srgbClr val="9F9D6D"/>
                </a:solidFill>
                <a:highlight>
                  <a:srgbClr val="3F3F3F"/>
                </a:highlight>
              </a:rPr>
              <a:t>.</a:t>
            </a:r>
            <a:r>
              <a:rPr lang="en-US" sz="1200" b="0" dirty="0" err="1">
                <a:solidFill>
                  <a:srgbClr val="DCDCCC"/>
                </a:solidFill>
                <a:highlight>
                  <a:srgbClr val="3F3F3F"/>
                </a:highlight>
              </a:rPr>
              <a:t>addEventListener</a:t>
            </a:r>
            <a:r>
              <a:rPr lang="en-US" sz="1200" b="1" dirty="0">
                <a:solidFill>
                  <a:srgbClr val="9F9D6D"/>
                </a:solidFill>
                <a:highlight>
                  <a:srgbClr val="3F3F3F"/>
                </a:highlight>
              </a:rPr>
              <a:t>(</a:t>
            </a:r>
            <a:r>
              <a:rPr lang="en-US" sz="1200" b="0" dirty="0">
                <a:solidFill>
                  <a:srgbClr val="DCA3A3"/>
                </a:solidFill>
                <a:highlight>
                  <a:srgbClr val="3F3F3F"/>
                </a:highlight>
              </a:rPr>
              <a:t>'</a:t>
            </a:r>
            <a:r>
              <a:rPr lang="en-US" sz="1200" b="0" dirty="0" err="1">
                <a:solidFill>
                  <a:srgbClr val="DCA3A3"/>
                </a:solidFill>
                <a:highlight>
                  <a:srgbClr val="3F3F3F"/>
                </a:highlight>
              </a:rPr>
              <a:t>mouseenter</a:t>
            </a:r>
            <a:r>
              <a:rPr lang="en-US" sz="1200" b="0" dirty="0">
                <a:solidFill>
                  <a:srgbClr val="DCA3A3"/>
                </a:solidFill>
                <a:highlight>
                  <a:srgbClr val="3F3F3F"/>
                </a:highlight>
              </a:rPr>
              <a:t>'</a:t>
            </a:r>
            <a:r>
              <a:rPr lang="en-US" sz="1200" b="1" dirty="0">
                <a:solidFill>
                  <a:srgbClr val="9F9D6D"/>
                </a:solidFill>
                <a:highlight>
                  <a:srgbClr val="3F3F3F"/>
                </a:highlight>
              </a:rPr>
              <a:t>,</a:t>
            </a:r>
            <a:r>
              <a:rPr lang="en-US" sz="1200" b="0" dirty="0">
                <a:solidFill>
                  <a:srgbClr val="DCDCCC"/>
                </a:solidFill>
                <a:highlight>
                  <a:srgbClr val="3F3F3F"/>
                </a:highlight>
              </a:rPr>
              <a:t> </a:t>
            </a:r>
            <a:r>
              <a:rPr lang="en-US" sz="1200" b="1" dirty="0">
                <a:solidFill>
                  <a:srgbClr val="DFC47D"/>
                </a:solidFill>
                <a:highlight>
                  <a:srgbClr val="3F3F3F"/>
                </a:highlight>
              </a:rPr>
              <a:t>function</a:t>
            </a:r>
            <a:r>
              <a:rPr lang="en-US" sz="1200" b="1" dirty="0">
                <a:solidFill>
                  <a:srgbClr val="9F9D6D"/>
                </a:solidFill>
                <a:highlight>
                  <a:srgbClr val="3F3F3F"/>
                </a:highlight>
              </a:rPr>
              <a:t>()</a:t>
            </a:r>
            <a:r>
              <a:rPr lang="en-US" sz="1200" b="0" dirty="0">
                <a:solidFill>
                  <a:srgbClr val="DCDCCC"/>
                </a:solidFill>
                <a:highlight>
                  <a:srgbClr val="3F3F3F"/>
                </a:highlight>
              </a:rPr>
              <a:t> </a:t>
            </a: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r>
              <a:rPr lang="en-US" sz="1200" b="0" dirty="0">
                <a:solidFill>
                  <a:srgbClr val="DCDCCC"/>
                </a:solidFill>
                <a:highlight>
                  <a:srgbClr val="3F3F3F"/>
                </a:highlight>
              </a:rPr>
              <a:t>    console</a:t>
            </a:r>
            <a:r>
              <a:rPr lang="en-US" sz="1200" b="1" dirty="0">
                <a:solidFill>
                  <a:srgbClr val="9F9D6D"/>
                </a:solidFill>
                <a:highlight>
                  <a:srgbClr val="3F3F3F"/>
                </a:highlight>
              </a:rPr>
              <a:t>.</a:t>
            </a:r>
            <a:r>
              <a:rPr lang="en-US" sz="1200" b="0" dirty="0">
                <a:solidFill>
                  <a:srgbClr val="DCDCCC"/>
                </a:solidFill>
                <a:highlight>
                  <a:srgbClr val="3F3F3F"/>
                </a:highlight>
              </a:rPr>
              <a:t>log</a:t>
            </a:r>
            <a:r>
              <a:rPr lang="en-US" sz="1200" b="1" dirty="0">
                <a:solidFill>
                  <a:srgbClr val="9F9D6D"/>
                </a:solidFill>
                <a:highlight>
                  <a:srgbClr val="3F3F3F"/>
                </a:highlight>
              </a:rPr>
              <a:t>(</a:t>
            </a:r>
            <a:r>
              <a:rPr lang="en-US" sz="1200" b="0" dirty="0">
                <a:solidFill>
                  <a:srgbClr val="CC9393"/>
                </a:solidFill>
                <a:highlight>
                  <a:srgbClr val="3F3F3F"/>
                </a:highlight>
              </a:rPr>
              <a:t>"Card highlighted, user is interested!"</a:t>
            </a: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endParaRPr lang="en-US" sz="1200" b="0" dirty="0">
              <a:solidFill>
                <a:srgbClr val="DCDCCC"/>
              </a:solidFill>
              <a:highlight>
                <a:srgbClr val="3F3F3F"/>
              </a:highlight>
            </a:endParaRPr>
          </a:p>
          <a:p>
            <a:pPr>
              <a:lnSpc>
                <a:spcPct val="110000"/>
              </a:lnSpc>
            </a:pPr>
            <a:r>
              <a:rPr lang="en-US" sz="1200" b="0" dirty="0" err="1">
                <a:solidFill>
                  <a:srgbClr val="DCDCCC"/>
                </a:solidFill>
                <a:highlight>
                  <a:srgbClr val="3F3F3F"/>
                </a:highlight>
              </a:rPr>
              <a:t>card</a:t>
            </a:r>
            <a:r>
              <a:rPr lang="en-US" sz="1200" b="1" dirty="0" err="1">
                <a:solidFill>
                  <a:srgbClr val="9F9D6D"/>
                </a:solidFill>
                <a:highlight>
                  <a:srgbClr val="3F3F3F"/>
                </a:highlight>
              </a:rPr>
              <a:t>.</a:t>
            </a:r>
            <a:r>
              <a:rPr lang="en-US" sz="1200" b="0" dirty="0" err="1">
                <a:solidFill>
                  <a:srgbClr val="DCDCCC"/>
                </a:solidFill>
                <a:highlight>
                  <a:srgbClr val="3F3F3F"/>
                </a:highlight>
              </a:rPr>
              <a:t>addEventListener</a:t>
            </a:r>
            <a:r>
              <a:rPr lang="en-US" sz="1200" b="1" dirty="0">
                <a:solidFill>
                  <a:srgbClr val="9F9D6D"/>
                </a:solidFill>
                <a:highlight>
                  <a:srgbClr val="3F3F3F"/>
                </a:highlight>
              </a:rPr>
              <a:t>(</a:t>
            </a:r>
            <a:r>
              <a:rPr lang="en-US" sz="1200" b="0" dirty="0">
                <a:solidFill>
                  <a:srgbClr val="DCA3A3"/>
                </a:solidFill>
                <a:highlight>
                  <a:srgbClr val="3F3F3F"/>
                </a:highlight>
              </a:rPr>
              <a:t>'</a:t>
            </a:r>
            <a:r>
              <a:rPr lang="en-US" sz="1200" b="0" dirty="0" err="1">
                <a:solidFill>
                  <a:srgbClr val="DCA3A3"/>
                </a:solidFill>
                <a:highlight>
                  <a:srgbClr val="3F3F3F"/>
                </a:highlight>
              </a:rPr>
              <a:t>mouseleave</a:t>
            </a:r>
            <a:r>
              <a:rPr lang="en-US" sz="1200" b="0" dirty="0">
                <a:solidFill>
                  <a:srgbClr val="DCA3A3"/>
                </a:solidFill>
                <a:highlight>
                  <a:srgbClr val="3F3F3F"/>
                </a:highlight>
              </a:rPr>
              <a:t>'</a:t>
            </a:r>
            <a:r>
              <a:rPr lang="en-US" sz="1200" b="1" dirty="0">
                <a:solidFill>
                  <a:srgbClr val="9F9D6D"/>
                </a:solidFill>
                <a:highlight>
                  <a:srgbClr val="3F3F3F"/>
                </a:highlight>
              </a:rPr>
              <a:t>,</a:t>
            </a:r>
            <a:r>
              <a:rPr lang="en-US" sz="1200" b="0" dirty="0">
                <a:solidFill>
                  <a:srgbClr val="DCDCCC"/>
                </a:solidFill>
                <a:highlight>
                  <a:srgbClr val="3F3F3F"/>
                </a:highlight>
              </a:rPr>
              <a:t> </a:t>
            </a:r>
            <a:r>
              <a:rPr lang="en-US" sz="1200" b="1" dirty="0">
                <a:solidFill>
                  <a:srgbClr val="DFC47D"/>
                </a:solidFill>
                <a:highlight>
                  <a:srgbClr val="3F3F3F"/>
                </a:highlight>
              </a:rPr>
              <a:t>function</a:t>
            </a:r>
            <a:r>
              <a:rPr lang="en-US" sz="1200" b="1" dirty="0">
                <a:solidFill>
                  <a:srgbClr val="9F9D6D"/>
                </a:solidFill>
                <a:highlight>
                  <a:srgbClr val="3F3F3F"/>
                </a:highlight>
              </a:rPr>
              <a:t>()</a:t>
            </a:r>
            <a:r>
              <a:rPr lang="en-US" sz="1200" b="0" dirty="0">
                <a:solidFill>
                  <a:srgbClr val="DCDCCC"/>
                </a:solidFill>
                <a:highlight>
                  <a:srgbClr val="3F3F3F"/>
                </a:highlight>
              </a:rPr>
              <a:t> </a:t>
            </a: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r>
              <a:rPr lang="en-US" sz="1200" b="0" dirty="0">
                <a:solidFill>
                  <a:srgbClr val="DCDCCC"/>
                </a:solidFill>
                <a:highlight>
                  <a:srgbClr val="3F3F3F"/>
                </a:highlight>
              </a:rPr>
              <a:t>    console</a:t>
            </a:r>
            <a:r>
              <a:rPr lang="en-US" sz="1200" b="1" dirty="0">
                <a:solidFill>
                  <a:srgbClr val="9F9D6D"/>
                </a:solidFill>
                <a:highlight>
                  <a:srgbClr val="3F3F3F"/>
                </a:highlight>
              </a:rPr>
              <a:t>.</a:t>
            </a:r>
            <a:r>
              <a:rPr lang="en-US" sz="1200" b="0" dirty="0">
                <a:solidFill>
                  <a:srgbClr val="DCDCCC"/>
                </a:solidFill>
                <a:highlight>
                  <a:srgbClr val="3F3F3F"/>
                </a:highlight>
              </a:rPr>
              <a:t>log</a:t>
            </a:r>
            <a:r>
              <a:rPr lang="en-US" sz="1200" b="1" dirty="0">
                <a:solidFill>
                  <a:srgbClr val="9F9D6D"/>
                </a:solidFill>
                <a:highlight>
                  <a:srgbClr val="3F3F3F"/>
                </a:highlight>
              </a:rPr>
              <a:t>(</a:t>
            </a:r>
            <a:r>
              <a:rPr lang="en-US" sz="1200" b="0" dirty="0">
                <a:solidFill>
                  <a:srgbClr val="CC9393"/>
                </a:solidFill>
                <a:highlight>
                  <a:srgbClr val="3F3F3F"/>
                </a:highlight>
              </a:rPr>
              <a:t>"Card normal, user moved away"</a:t>
            </a: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endParaRPr lang="en-US" sz="1200" b="0" dirty="0">
              <a:solidFill>
                <a:srgbClr val="DCDCCC"/>
              </a:solidFill>
              <a:highlight>
                <a:srgbClr val="3F3F3F"/>
              </a:highlight>
            </a:endParaRPr>
          </a:p>
          <a:p>
            <a:pPr>
              <a:lnSpc>
                <a:spcPct val="110000"/>
              </a:lnSpc>
            </a:pPr>
            <a:r>
              <a:rPr lang="en-US" sz="1200" b="0" dirty="0" err="1">
                <a:solidFill>
                  <a:srgbClr val="DCDCCC"/>
                </a:solidFill>
                <a:highlight>
                  <a:srgbClr val="3F3F3F"/>
                </a:highlight>
              </a:rPr>
              <a:t>card</a:t>
            </a:r>
            <a:r>
              <a:rPr lang="en-US" sz="1200" b="1" dirty="0" err="1">
                <a:solidFill>
                  <a:srgbClr val="9F9D6D"/>
                </a:solidFill>
                <a:highlight>
                  <a:srgbClr val="3F3F3F"/>
                </a:highlight>
              </a:rPr>
              <a:t>.</a:t>
            </a:r>
            <a:r>
              <a:rPr lang="en-US" sz="1200" b="0" dirty="0" err="1">
                <a:solidFill>
                  <a:srgbClr val="DCDCCC"/>
                </a:solidFill>
                <a:highlight>
                  <a:srgbClr val="3F3F3F"/>
                </a:highlight>
              </a:rPr>
              <a:t>addEventListener</a:t>
            </a:r>
            <a:r>
              <a:rPr lang="en-US" sz="1200" b="1" dirty="0">
                <a:solidFill>
                  <a:srgbClr val="9F9D6D"/>
                </a:solidFill>
                <a:highlight>
                  <a:srgbClr val="3F3F3F"/>
                </a:highlight>
              </a:rPr>
              <a:t>(</a:t>
            </a:r>
            <a:r>
              <a:rPr lang="en-US" sz="1200" b="0" dirty="0">
                <a:solidFill>
                  <a:srgbClr val="DCA3A3"/>
                </a:solidFill>
                <a:highlight>
                  <a:srgbClr val="3F3F3F"/>
                </a:highlight>
              </a:rPr>
              <a:t>'click'</a:t>
            </a:r>
            <a:r>
              <a:rPr lang="en-US" sz="1200" b="1" dirty="0">
                <a:solidFill>
                  <a:srgbClr val="9F9D6D"/>
                </a:solidFill>
                <a:highlight>
                  <a:srgbClr val="3F3F3F"/>
                </a:highlight>
              </a:rPr>
              <a:t>,</a:t>
            </a:r>
            <a:r>
              <a:rPr lang="en-US" sz="1200" b="0" dirty="0">
                <a:solidFill>
                  <a:srgbClr val="DCDCCC"/>
                </a:solidFill>
                <a:highlight>
                  <a:srgbClr val="3F3F3F"/>
                </a:highlight>
              </a:rPr>
              <a:t> </a:t>
            </a:r>
            <a:r>
              <a:rPr lang="en-US" sz="1200" b="1" dirty="0">
                <a:solidFill>
                  <a:srgbClr val="DFC47D"/>
                </a:solidFill>
                <a:highlight>
                  <a:srgbClr val="3F3F3F"/>
                </a:highlight>
              </a:rPr>
              <a:t>function</a:t>
            </a:r>
            <a:r>
              <a:rPr lang="en-US" sz="1200" b="1" dirty="0">
                <a:solidFill>
                  <a:srgbClr val="9F9D6D"/>
                </a:solidFill>
                <a:highlight>
                  <a:srgbClr val="3F3F3F"/>
                </a:highlight>
              </a:rPr>
              <a:t>()</a:t>
            </a:r>
            <a:r>
              <a:rPr lang="en-US" sz="1200" b="0" dirty="0">
                <a:solidFill>
                  <a:srgbClr val="DCDCCC"/>
                </a:solidFill>
                <a:highlight>
                  <a:srgbClr val="3F3F3F"/>
                </a:highlight>
              </a:rPr>
              <a:t> </a:t>
            </a: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r>
              <a:rPr lang="en-US" sz="1200" b="0" dirty="0">
                <a:solidFill>
                  <a:srgbClr val="DCDCCC"/>
                </a:solidFill>
                <a:highlight>
                  <a:srgbClr val="3F3F3F"/>
                </a:highlight>
              </a:rPr>
              <a:t>    console</a:t>
            </a:r>
            <a:r>
              <a:rPr lang="en-US" sz="1200" b="1" dirty="0">
                <a:solidFill>
                  <a:srgbClr val="9F9D6D"/>
                </a:solidFill>
                <a:highlight>
                  <a:srgbClr val="3F3F3F"/>
                </a:highlight>
              </a:rPr>
              <a:t>.</a:t>
            </a:r>
            <a:r>
              <a:rPr lang="en-US" sz="1200" b="0" dirty="0">
                <a:solidFill>
                  <a:srgbClr val="DCDCCC"/>
                </a:solidFill>
                <a:highlight>
                  <a:srgbClr val="3F3F3F"/>
                </a:highlight>
              </a:rPr>
              <a:t>log</a:t>
            </a:r>
            <a:r>
              <a:rPr lang="en-US" sz="1200" b="1" dirty="0">
                <a:solidFill>
                  <a:srgbClr val="9F9D6D"/>
                </a:solidFill>
                <a:highlight>
                  <a:srgbClr val="3F3F3F"/>
                </a:highlight>
              </a:rPr>
              <a:t>(</a:t>
            </a:r>
            <a:r>
              <a:rPr lang="en-US" sz="1200" b="0" dirty="0">
                <a:solidFill>
                  <a:srgbClr val="CC9393"/>
                </a:solidFill>
                <a:highlight>
                  <a:srgbClr val="3F3F3F"/>
                </a:highlight>
              </a:rPr>
              <a:t>"Card clicked, show more info!"</a:t>
            </a:r>
            <a:r>
              <a:rPr lang="en-US" sz="1200" b="1" dirty="0">
                <a:solidFill>
                  <a:srgbClr val="9F9D6D"/>
                </a:solidFill>
                <a:highlight>
                  <a:srgbClr val="3F3F3F"/>
                </a:highlight>
              </a:rPr>
              <a:t>);</a:t>
            </a:r>
            <a:endParaRPr lang="en-US" sz="1200" b="0" dirty="0">
              <a:solidFill>
                <a:srgbClr val="DCDCCC"/>
              </a:solidFill>
              <a:highlight>
                <a:srgbClr val="3F3F3F"/>
              </a:highlight>
            </a:endParaRPr>
          </a:p>
          <a:p>
            <a:pPr>
              <a:lnSpc>
                <a:spcPct val="110000"/>
              </a:lnSpc>
            </a:pPr>
            <a:r>
              <a:rPr lang="en-US" sz="1200" b="1" dirty="0">
                <a:solidFill>
                  <a:srgbClr val="9F9D6D"/>
                </a:solidFill>
                <a:highlight>
                  <a:srgbClr val="3F3F3F"/>
                </a:highlight>
              </a:rPr>
              <a:t>});</a:t>
            </a:r>
            <a:endParaRPr lang="en-US" sz="1200" dirty="0"/>
          </a:p>
        </p:txBody>
      </p:sp>
      <p:sp>
        <p:nvSpPr>
          <p:cNvPr id="5" name="Content Placeholder 4">
            <a:extLst>
              <a:ext uri="{FF2B5EF4-FFF2-40B4-BE49-F238E27FC236}">
                <a16:creationId xmlns:a16="http://schemas.microsoft.com/office/drawing/2014/main" id="{30B2766E-2788-6901-069D-47454B2B7FB4}"/>
              </a:ext>
            </a:extLst>
          </p:cNvPr>
          <p:cNvSpPr>
            <a:spLocks noGrp="1"/>
          </p:cNvSpPr>
          <p:nvPr>
            <p:ph sz="quarter" idx="11"/>
          </p:nvPr>
        </p:nvSpPr>
        <p:spPr>
          <a:xfrm>
            <a:off x="4549408" y="1852893"/>
            <a:ext cx="1596627" cy="318807"/>
          </a:xfrm>
        </p:spPr>
        <p:txBody>
          <a:bodyPr/>
          <a:lstStyle/>
          <a:p>
            <a:r>
              <a:rPr lang="en-US" i="1" dirty="0">
                <a:solidFill>
                  <a:srgbClr val="F0DB4F"/>
                </a:solidFill>
              </a:rPr>
              <a:t>JavaScript</a:t>
            </a:r>
            <a:endParaRPr lang="en-US" dirty="0"/>
          </a:p>
        </p:txBody>
      </p:sp>
      <p:sp>
        <p:nvSpPr>
          <p:cNvPr id="6" name="Content Placeholder 5">
            <a:extLst>
              <a:ext uri="{FF2B5EF4-FFF2-40B4-BE49-F238E27FC236}">
                <a16:creationId xmlns:a16="http://schemas.microsoft.com/office/drawing/2014/main" id="{052BEE5D-FC2C-CC54-B7F7-3FE08EAF6666}"/>
              </a:ext>
            </a:extLst>
          </p:cNvPr>
          <p:cNvSpPr>
            <a:spLocks noGrp="1"/>
          </p:cNvSpPr>
          <p:nvPr>
            <p:ph sz="quarter" idx="14"/>
          </p:nvPr>
        </p:nvSpPr>
        <p:spPr>
          <a:xfrm flipH="1">
            <a:off x="141782" y="4686301"/>
            <a:ext cx="8195919" cy="2171699"/>
          </a:xfrm>
        </p:spPr>
        <p:txBody>
          <a:bodyPr>
            <a:normAutofit/>
          </a:bodyPr>
          <a:lstStyle/>
          <a:p>
            <a:pPr marL="0" indent="0" algn="ctr">
              <a:buNone/>
            </a:pPr>
            <a:r>
              <a:rPr lang="en-US" sz="2000" u="sng" dirty="0"/>
              <a:t>Discussion Questions</a:t>
            </a:r>
          </a:p>
          <a:p>
            <a:pPr marL="457200" indent="-457200" algn="ctr">
              <a:buFont typeface="+mj-lt"/>
              <a:buAutoNum type="arabicPeriod"/>
            </a:pPr>
            <a:endParaRPr lang="en-US" sz="2000" u="sng" dirty="0"/>
          </a:p>
          <a:p>
            <a:pPr marL="457200" indent="-457200">
              <a:buFont typeface="+mj-lt"/>
              <a:buAutoNum type="arabicPeriod"/>
            </a:pPr>
            <a:r>
              <a:rPr lang="en-US" sz="2000" dirty="0"/>
              <a:t>What order do you think these events fire in?</a:t>
            </a:r>
          </a:p>
          <a:p>
            <a:pPr marL="457200" indent="-457200">
              <a:buFont typeface="+mj-lt"/>
              <a:buAutoNum type="arabicPeriod"/>
            </a:pPr>
            <a:r>
              <a:rPr lang="en-US" sz="2000" dirty="0"/>
              <a:t>What if someone clicks without hovering first?</a:t>
            </a:r>
          </a:p>
          <a:p>
            <a:pPr marL="457200" indent="-457200">
              <a:buFont typeface="+mj-lt"/>
              <a:buAutoNum type="arabicPeriod"/>
            </a:pPr>
            <a:r>
              <a:rPr lang="en-US" sz="2000" dirty="0"/>
              <a:t>Could we add more interactive visuals?</a:t>
            </a:r>
          </a:p>
          <a:p>
            <a:pPr marL="952485" lvl="2" indent="-342900">
              <a:buFont typeface="+mj-lt"/>
              <a:buAutoNum type="arabicPeriod"/>
            </a:pPr>
            <a:r>
              <a:rPr lang="en-US" sz="1600" dirty="0"/>
              <a:t>If so, which events would we want to listen for?</a:t>
            </a:r>
          </a:p>
        </p:txBody>
      </p:sp>
      <p:sp>
        <p:nvSpPr>
          <p:cNvPr id="8" name="Content Placeholder 6">
            <a:extLst>
              <a:ext uri="{FF2B5EF4-FFF2-40B4-BE49-F238E27FC236}">
                <a16:creationId xmlns:a16="http://schemas.microsoft.com/office/drawing/2014/main" id="{8057DAEB-9019-18D0-2286-740AC4623F3F}"/>
              </a:ext>
            </a:extLst>
          </p:cNvPr>
          <p:cNvSpPr txBox="1">
            <a:spLocks/>
          </p:cNvSpPr>
          <p:nvPr/>
        </p:nvSpPr>
        <p:spPr>
          <a:xfrm flipH="1">
            <a:off x="141781" y="1085617"/>
            <a:ext cx="6004249" cy="692367"/>
          </a:xfrm>
          <a:prstGeom prst="snip1Rect">
            <a:avLst/>
          </a:prstGeom>
          <a:solidFill>
            <a:schemeClr val="tx2"/>
          </a:solidFill>
        </p:spPr>
        <p:txBody>
          <a:bodyPr>
            <a:noAutofit/>
          </a:bodyPr>
          <a:lstStyle>
            <a:defPPr marR="0" lvl="0" algn="l" rtl="0">
              <a:lnSpc>
                <a:spcPct val="100000"/>
              </a:lnSpc>
              <a:spcBef>
                <a:spcPts val="0"/>
              </a:spcBef>
              <a:spcAft>
                <a:spcPts val="0"/>
              </a:spcAft>
            </a:defPPr>
            <a:lvl1pPr marL="304792" marR="0" lvl="0"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800" b="0" i="0" u="none" strike="noStrike" cap="none">
                <a:solidFill>
                  <a:schemeClr val="bg1">
                    <a:lumMod val="95000"/>
                  </a:schemeClr>
                </a:solidFill>
                <a:latin typeface="+mn-lt"/>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indent="0">
              <a:buNone/>
            </a:pPr>
            <a:r>
              <a:rPr lang="en-US" sz="1200" b="1" kern="0" dirty="0">
                <a:latin typeface="Consolas" panose="020B0609020204030204" pitchFamily="49" charset="0"/>
              </a:rPr>
              <a:t>Goal</a:t>
            </a:r>
            <a:r>
              <a:rPr lang="en-US" sz="1200" kern="0" dirty="0">
                <a:latin typeface="Consolas" panose="020B0609020204030204" pitchFamily="49" charset="0"/>
              </a:rPr>
              <a:t>: Add 3 listeners to the </a:t>
            </a:r>
            <a:r>
              <a:rPr lang="en-US" sz="1200" b="1" kern="0" dirty="0">
                <a:latin typeface="Consolas" panose="020B0609020204030204" pitchFamily="49" charset="0"/>
              </a:rPr>
              <a:t>card</a:t>
            </a:r>
            <a:r>
              <a:rPr lang="en-US" sz="1200" kern="0" dirty="0">
                <a:latin typeface="Consolas" panose="020B0609020204030204" pitchFamily="49" charset="0"/>
              </a:rPr>
              <a:t> (</a:t>
            </a:r>
            <a:r>
              <a:rPr lang="en-US" sz="1200" dirty="0">
                <a:solidFill>
                  <a:srgbClr val="DCA3A3"/>
                </a:solidFill>
                <a:latin typeface="Consolas" panose="020B0609020204030204" pitchFamily="49" charset="0"/>
              </a:rPr>
              <a:t>'</a:t>
            </a:r>
            <a:r>
              <a:rPr lang="en-US" sz="1200" b="1" dirty="0" err="1">
                <a:solidFill>
                  <a:srgbClr val="DCA3A3"/>
                </a:solidFill>
                <a:latin typeface="Consolas" panose="020B0609020204030204" pitchFamily="49" charset="0"/>
              </a:rPr>
              <a:t>mouseenter</a:t>
            </a:r>
            <a:r>
              <a:rPr lang="en-US" sz="1200" dirty="0">
                <a:solidFill>
                  <a:srgbClr val="DCA3A3"/>
                </a:solidFill>
                <a:latin typeface="Consolas" panose="020B0609020204030204" pitchFamily="49" charset="0"/>
              </a:rPr>
              <a:t>'</a:t>
            </a:r>
            <a:r>
              <a:rPr lang="en-US" sz="1200" kern="0" dirty="0">
                <a:latin typeface="Consolas" panose="020B0609020204030204" pitchFamily="49" charset="0"/>
              </a:rPr>
              <a:t>, </a:t>
            </a:r>
            <a:r>
              <a:rPr lang="en-US" sz="1200" dirty="0">
                <a:solidFill>
                  <a:srgbClr val="DCA3A3"/>
                </a:solidFill>
                <a:latin typeface="Consolas" panose="020B0609020204030204" pitchFamily="49" charset="0"/>
              </a:rPr>
              <a:t>'</a:t>
            </a:r>
            <a:r>
              <a:rPr lang="en-US" sz="1200" b="1" dirty="0" err="1">
                <a:solidFill>
                  <a:srgbClr val="DCA3A3"/>
                </a:solidFill>
                <a:latin typeface="Consolas" panose="020B0609020204030204" pitchFamily="49" charset="0"/>
              </a:rPr>
              <a:t>mouseleave</a:t>
            </a:r>
            <a:r>
              <a:rPr lang="en-US" sz="1200" dirty="0">
                <a:solidFill>
                  <a:srgbClr val="DCA3A3"/>
                </a:solidFill>
                <a:latin typeface="Consolas" panose="020B0609020204030204" pitchFamily="49" charset="0"/>
              </a:rPr>
              <a:t>'</a:t>
            </a:r>
            <a:r>
              <a:rPr lang="en-US" sz="1200" dirty="0">
                <a:solidFill>
                  <a:schemeClr val="bg1"/>
                </a:solidFill>
                <a:latin typeface="Consolas" panose="020B0609020204030204" pitchFamily="49" charset="0"/>
              </a:rPr>
              <a:t>,</a:t>
            </a:r>
            <a:r>
              <a:rPr lang="en-US" sz="1200" dirty="0">
                <a:solidFill>
                  <a:srgbClr val="DCA3A3"/>
                </a:solidFill>
                <a:latin typeface="Consolas" panose="020B0609020204030204" pitchFamily="49" charset="0"/>
              </a:rPr>
              <a:t> '</a:t>
            </a:r>
            <a:r>
              <a:rPr lang="en-US" sz="1200" b="1" dirty="0">
                <a:solidFill>
                  <a:srgbClr val="DCA3A3"/>
                </a:solidFill>
                <a:latin typeface="Consolas" panose="020B0609020204030204" pitchFamily="49" charset="0"/>
              </a:rPr>
              <a:t>click</a:t>
            </a:r>
            <a:r>
              <a:rPr lang="en-US" sz="1200" dirty="0">
                <a:solidFill>
                  <a:srgbClr val="DCA3A3"/>
                </a:solidFill>
                <a:latin typeface="Consolas" panose="020B0609020204030204" pitchFamily="49" charset="0"/>
              </a:rPr>
              <a:t>'</a:t>
            </a:r>
            <a:r>
              <a:rPr lang="en-US" sz="1200" kern="0" dirty="0">
                <a:latin typeface="Consolas" panose="020B0609020204030204" pitchFamily="49" charset="0"/>
              </a:rPr>
              <a:t>). Each should log when their event happens. Assume that you can refer to the </a:t>
            </a:r>
            <a:r>
              <a:rPr lang="en-US" sz="1200" b="1" kern="0" dirty="0">
                <a:latin typeface="Consolas" panose="020B0609020204030204" pitchFamily="49" charset="0"/>
              </a:rPr>
              <a:t>&lt;div&gt; </a:t>
            </a:r>
            <a:r>
              <a:rPr lang="en-US" sz="1200" kern="0" dirty="0">
                <a:latin typeface="Consolas" panose="020B0609020204030204" pitchFamily="49" charset="0"/>
              </a:rPr>
              <a:t>using a JavaScript variable called `</a:t>
            </a:r>
            <a:r>
              <a:rPr lang="en-US" sz="1200" b="1" kern="0" dirty="0">
                <a:latin typeface="Consolas" panose="020B0609020204030204" pitchFamily="49" charset="0"/>
              </a:rPr>
              <a:t>card</a:t>
            </a:r>
            <a:r>
              <a:rPr lang="en-US" sz="1200" kern="0" dirty="0">
                <a:latin typeface="Consolas" panose="020B0609020204030204" pitchFamily="49" charset="0"/>
              </a:rPr>
              <a:t>`.</a:t>
            </a:r>
            <a:endParaRPr lang="en-US" sz="1200" b="1" dirty="0">
              <a:solidFill>
                <a:srgbClr val="DCA3A3"/>
              </a:solidFill>
              <a:latin typeface="Consolas" panose="020B0609020204030204" pitchFamily="49" charset="0"/>
            </a:endParaRPr>
          </a:p>
        </p:txBody>
      </p:sp>
      <p:sp>
        <p:nvSpPr>
          <p:cNvPr id="12" name="Text Placeholder 1">
            <a:extLst>
              <a:ext uri="{FF2B5EF4-FFF2-40B4-BE49-F238E27FC236}">
                <a16:creationId xmlns:a16="http://schemas.microsoft.com/office/drawing/2014/main" id="{AF60CDA2-3318-D076-E945-20F4F5DD9A37}"/>
              </a:ext>
            </a:extLst>
          </p:cNvPr>
          <p:cNvSpPr txBox="1">
            <a:spLocks/>
          </p:cNvSpPr>
          <p:nvPr/>
        </p:nvSpPr>
        <p:spPr>
          <a:xfrm flipH="1">
            <a:off x="6221826" y="1085617"/>
            <a:ext cx="396650" cy="2368147"/>
          </a:xfrm>
          <a:prstGeom prst="snip1Rect">
            <a:avLst>
              <a:gd name="adj" fmla="val 50000"/>
            </a:avLst>
          </a:prstGeom>
          <a:solidFill>
            <a:schemeClr val="tx2">
              <a:lumMod val="75000"/>
            </a:schemeClr>
          </a:solidFill>
          <a:ln w="12700">
            <a:solidFill>
              <a:srgbClr val="103C3F"/>
            </a:solidFill>
          </a:ln>
        </p:spPr>
        <p:txBody>
          <a:bodyPr vert="horz" lIns="73152" tIns="73152" rIns="73152" bIns="73152" rtlCol="0">
            <a:noAutofit/>
          </a:bodyPr>
          <a:lstStyle>
            <a:defPPr marR="0" lvl="0" algn="l" rtl="0">
              <a:lnSpc>
                <a:spcPct val="100000"/>
              </a:lnSpc>
              <a:spcBef>
                <a:spcPts val="0"/>
              </a:spcBef>
              <a:spcAft>
                <a:spcPts val="0"/>
              </a:spcAft>
            </a:defPPr>
            <a:lvl1pPr marL="0" marR="0" lvl="0" indent="0" algn="r"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1" u="none" strike="noStrike" cap="none">
                <a:solidFill>
                  <a:schemeClr val="bg1">
                    <a:lumMod val="7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sz="1050" kern="0" dirty="0"/>
              <a:t>1</a:t>
            </a:r>
          </a:p>
          <a:p>
            <a:r>
              <a:rPr lang="en-US" sz="1050" kern="0" dirty="0"/>
              <a:t>2</a:t>
            </a:r>
          </a:p>
          <a:p>
            <a:r>
              <a:rPr lang="en-US" sz="1050" kern="0" dirty="0"/>
              <a:t>3</a:t>
            </a:r>
          </a:p>
          <a:p>
            <a:r>
              <a:rPr lang="en-US" sz="1050" kern="0" dirty="0"/>
              <a:t>4</a:t>
            </a:r>
          </a:p>
          <a:p>
            <a:r>
              <a:rPr lang="en-US" sz="1050" kern="0" dirty="0"/>
              <a:t>5</a:t>
            </a:r>
          </a:p>
          <a:p>
            <a:r>
              <a:rPr lang="en-US" sz="1050" kern="0" dirty="0"/>
              <a:t>6</a:t>
            </a:r>
          </a:p>
          <a:p>
            <a:r>
              <a:rPr lang="en-US" sz="1050" kern="0" dirty="0"/>
              <a:t>7</a:t>
            </a:r>
          </a:p>
          <a:p>
            <a:r>
              <a:rPr lang="en-US" sz="1050" kern="0" dirty="0"/>
              <a:t>8</a:t>
            </a:r>
          </a:p>
          <a:p>
            <a:r>
              <a:rPr lang="en-US" sz="1050" kern="0" dirty="0"/>
              <a:t>9</a:t>
            </a:r>
          </a:p>
          <a:p>
            <a:r>
              <a:rPr lang="en-US" sz="1050" kern="0" dirty="0"/>
              <a:t>10</a:t>
            </a:r>
          </a:p>
          <a:p>
            <a:r>
              <a:rPr lang="en-US" sz="1050" kern="0" dirty="0"/>
              <a:t>11</a:t>
            </a:r>
          </a:p>
          <a:p>
            <a:r>
              <a:rPr lang="en-US" sz="1050" kern="0" dirty="0"/>
              <a:t>12</a:t>
            </a:r>
          </a:p>
          <a:p>
            <a:r>
              <a:rPr lang="en-US" sz="1050" kern="0" dirty="0"/>
              <a:t>13</a:t>
            </a:r>
          </a:p>
          <a:p>
            <a:endParaRPr lang="en-US" kern="0" dirty="0"/>
          </a:p>
        </p:txBody>
      </p:sp>
      <p:sp>
        <p:nvSpPr>
          <p:cNvPr id="13" name="Content Placeholder 3">
            <a:extLst>
              <a:ext uri="{FF2B5EF4-FFF2-40B4-BE49-F238E27FC236}">
                <a16:creationId xmlns:a16="http://schemas.microsoft.com/office/drawing/2014/main" id="{6A8FB6AB-D12A-F0B6-2E13-4BDF5DE9DEE3}"/>
              </a:ext>
            </a:extLst>
          </p:cNvPr>
          <p:cNvSpPr txBox="1">
            <a:spLocks/>
          </p:cNvSpPr>
          <p:nvPr/>
        </p:nvSpPr>
        <p:spPr>
          <a:xfrm>
            <a:off x="6694268" y="1085617"/>
            <a:ext cx="5369204" cy="2368147"/>
          </a:xfrm>
          <a:prstGeom prst="snip1Rect">
            <a:avLst>
              <a:gd name="adj" fmla="val 8914"/>
            </a:avLst>
          </a:prstGeom>
          <a:solidFill>
            <a:srgbClr val="3F3F3F"/>
          </a:solidFill>
          <a:ln w="12700">
            <a:solidFill>
              <a:srgbClr val="103C3F"/>
            </a:solidFill>
          </a:ln>
          <a:effectLst>
            <a:outerShdw blurRad="50800" dist="38100" dir="2700000" algn="tl" rotWithShape="0">
              <a:prstClr val="black">
                <a:alpha val="40000"/>
              </a:prstClr>
            </a:outerShdw>
          </a:effectLst>
        </p:spPr>
        <p:txBody>
          <a:bodyPr vert="horz" lIns="73152" tIns="73152" rIns="73152" bIns="73152" rtlCol="0">
            <a:normAutofit/>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0" i="0" u="none" strike="noStrike" cap="none">
                <a:solidFill>
                  <a:srgbClr val="9F9D6D"/>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rgbClr val="000000"/>
                </a:solidFill>
                <a:latin typeface="+mn-lt"/>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rgbClr val="000000"/>
                </a:solidFill>
                <a:latin typeface="+mn-lt"/>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rgbClr val="000000"/>
                </a:solidFill>
                <a:latin typeface="+mn-lt"/>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rgbClr val="000000"/>
                </a:solidFill>
                <a:latin typeface="+mn-lt"/>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sz="1050" b="1" i="0" dirty="0">
                <a:solidFill>
                  <a:srgbClr val="DCDCCC"/>
                </a:solidFill>
                <a:highlight>
                  <a:srgbClr val="3F3F3F"/>
                </a:highlight>
              </a:rPr>
              <a:t>    </a:t>
            </a:r>
            <a:r>
              <a:rPr lang="en-US" sz="1050" b="1" i="0" dirty="0">
                <a:solidFill>
                  <a:srgbClr val="7F9F7F"/>
                </a:solidFill>
                <a:highlight>
                  <a:srgbClr val="3F3F3F"/>
                </a:highlight>
              </a:rPr>
              <a:t>&lt;!-- </a:t>
            </a:r>
          </a:p>
          <a:p>
            <a:r>
              <a:rPr lang="en-US" sz="1050" b="1" i="0" dirty="0">
                <a:solidFill>
                  <a:srgbClr val="7F9F7F"/>
                </a:solidFill>
                <a:highlight>
                  <a:srgbClr val="3F3F3F"/>
                </a:highlight>
              </a:rPr>
              <a:t>      Assume that styles.css exists and styles the</a:t>
            </a:r>
          </a:p>
          <a:p>
            <a:r>
              <a:rPr lang="en-US" sz="1050" b="1" i="0" dirty="0">
                <a:solidFill>
                  <a:srgbClr val="7F9F7F"/>
                </a:solidFill>
                <a:highlight>
                  <a:srgbClr val="3F3F3F"/>
                </a:highlight>
              </a:rPr>
              <a:t>      elements found below with id and class selectors</a:t>
            </a:r>
          </a:p>
          <a:p>
            <a:r>
              <a:rPr lang="en-US" sz="1050" b="1" i="0" dirty="0">
                <a:solidFill>
                  <a:srgbClr val="7F9F7F"/>
                </a:solidFill>
                <a:highlight>
                  <a:srgbClr val="3F3F3F"/>
                </a:highlight>
              </a:rPr>
              <a:t>    --&gt;</a:t>
            </a:r>
            <a:endParaRPr lang="en-US" sz="1050" b="0" i="0" dirty="0">
              <a:solidFill>
                <a:srgbClr val="DCDCCC"/>
              </a:solidFill>
              <a:highlight>
                <a:srgbClr val="3F3F3F"/>
              </a:highlight>
            </a:endParaRPr>
          </a:p>
          <a:p>
            <a:r>
              <a:rPr lang="en-US" sz="1050" b="0" i="0" dirty="0">
                <a:solidFill>
                  <a:srgbClr val="DCDCCC"/>
                </a:solidFill>
                <a:highlight>
                  <a:srgbClr val="3F3F3F"/>
                </a:highlight>
              </a:rPr>
              <a:t>    </a:t>
            </a:r>
            <a:r>
              <a:rPr lang="en-US" sz="1050" b="0" i="0" dirty="0">
                <a:solidFill>
                  <a:srgbClr val="E3CEAB"/>
                </a:solidFill>
                <a:highlight>
                  <a:srgbClr val="3F3F3F"/>
                </a:highlight>
              </a:rPr>
              <a:t>&lt;div</a:t>
            </a:r>
            <a:r>
              <a:rPr lang="en-US" sz="1050" b="0" i="0" dirty="0">
                <a:solidFill>
                  <a:srgbClr val="DCDCCC"/>
                </a:solidFill>
                <a:highlight>
                  <a:srgbClr val="3F3F3F"/>
                </a:highlight>
              </a:rPr>
              <a:t> </a:t>
            </a:r>
            <a:r>
              <a:rPr lang="en-US" sz="1050" b="1" i="0" dirty="0">
                <a:solidFill>
                  <a:srgbClr val="DFDFDF"/>
                </a:solidFill>
                <a:highlight>
                  <a:srgbClr val="3F3F3F"/>
                </a:highlight>
              </a:rPr>
              <a:t>class</a:t>
            </a:r>
            <a:r>
              <a:rPr lang="en-US" sz="1050" b="0" i="0" dirty="0">
                <a:solidFill>
                  <a:srgbClr val="DCDCCC"/>
                </a:solidFill>
                <a:highlight>
                  <a:srgbClr val="3F3F3F"/>
                </a:highlight>
              </a:rPr>
              <a:t>=</a:t>
            </a:r>
            <a:r>
              <a:rPr lang="en-US" sz="1050" b="1" i="0" dirty="0">
                <a:solidFill>
                  <a:srgbClr val="CC9393"/>
                </a:solidFill>
                <a:highlight>
                  <a:srgbClr val="3F3F3F"/>
                </a:highlight>
              </a:rPr>
              <a:t>"card"</a:t>
            </a:r>
            <a:r>
              <a:rPr lang="en-US" sz="1050" b="0" i="0" dirty="0">
                <a:solidFill>
                  <a:srgbClr val="E3CEAB"/>
                </a:solidFill>
                <a:highlight>
                  <a:srgbClr val="3F3F3F"/>
                </a:highlight>
              </a:rPr>
              <a:t>&gt;</a:t>
            </a:r>
            <a:endParaRPr lang="en-US" sz="1050" b="0" i="0" dirty="0">
              <a:solidFill>
                <a:srgbClr val="DCDCCC"/>
              </a:solidFill>
              <a:highlight>
                <a:srgbClr val="3F3F3F"/>
              </a:highlight>
            </a:endParaRPr>
          </a:p>
          <a:p>
            <a:r>
              <a:rPr lang="en-US" sz="1050" b="0" i="0" dirty="0">
                <a:solidFill>
                  <a:srgbClr val="DCDCCC"/>
                </a:solidFill>
                <a:highlight>
                  <a:srgbClr val="3F3F3F"/>
                </a:highlight>
              </a:rPr>
              <a:t>        </a:t>
            </a:r>
            <a:r>
              <a:rPr lang="en-US" sz="1050" b="0" i="0" dirty="0">
                <a:solidFill>
                  <a:srgbClr val="E3CEAB"/>
                </a:solidFill>
                <a:highlight>
                  <a:srgbClr val="3F3F3F"/>
                </a:highlight>
              </a:rPr>
              <a:t>&lt;div</a:t>
            </a:r>
            <a:r>
              <a:rPr lang="en-US" sz="1050" b="0" i="0" dirty="0">
                <a:solidFill>
                  <a:srgbClr val="DCDCCC"/>
                </a:solidFill>
                <a:highlight>
                  <a:srgbClr val="3F3F3F"/>
                </a:highlight>
              </a:rPr>
              <a:t> </a:t>
            </a:r>
            <a:r>
              <a:rPr lang="en-US" sz="1050" b="1" i="0" dirty="0">
                <a:solidFill>
                  <a:srgbClr val="DFDFDF"/>
                </a:solidFill>
                <a:highlight>
                  <a:srgbClr val="3F3F3F"/>
                </a:highlight>
              </a:rPr>
              <a:t>id</a:t>
            </a:r>
            <a:r>
              <a:rPr lang="en-US" sz="1050" b="0" i="0" dirty="0">
                <a:solidFill>
                  <a:srgbClr val="DCDCCC"/>
                </a:solidFill>
                <a:highlight>
                  <a:srgbClr val="3F3F3F"/>
                </a:highlight>
              </a:rPr>
              <a:t>=</a:t>
            </a:r>
            <a:r>
              <a:rPr lang="en-US" sz="1050" b="1" i="0" dirty="0">
                <a:solidFill>
                  <a:srgbClr val="CC9393"/>
                </a:solidFill>
                <a:highlight>
                  <a:srgbClr val="3F3F3F"/>
                </a:highlight>
              </a:rPr>
              <a:t>"</a:t>
            </a:r>
            <a:r>
              <a:rPr lang="en-US" sz="1050" b="1" i="0" dirty="0" err="1">
                <a:solidFill>
                  <a:srgbClr val="CC9393"/>
                </a:solidFill>
                <a:highlight>
                  <a:srgbClr val="3F3F3F"/>
                </a:highlight>
              </a:rPr>
              <a:t>js</a:t>
            </a:r>
            <a:r>
              <a:rPr lang="en-US" sz="1050" b="1" i="0" dirty="0">
                <a:solidFill>
                  <a:srgbClr val="CC9393"/>
                </a:solidFill>
                <a:highlight>
                  <a:srgbClr val="3F3F3F"/>
                </a:highlight>
              </a:rPr>
              <a:t>-logo"</a:t>
            </a:r>
            <a:r>
              <a:rPr lang="en-US" sz="1050" b="0" i="0" dirty="0">
                <a:solidFill>
                  <a:srgbClr val="E3CEAB"/>
                </a:solidFill>
                <a:highlight>
                  <a:srgbClr val="3F3F3F"/>
                </a:highlight>
              </a:rPr>
              <a:t>&gt;</a:t>
            </a:r>
            <a:endParaRPr lang="en-US" sz="1050" b="0" i="0" dirty="0">
              <a:solidFill>
                <a:srgbClr val="DCDCCC"/>
              </a:solidFill>
              <a:highlight>
                <a:srgbClr val="3F3F3F"/>
              </a:highlight>
            </a:endParaRPr>
          </a:p>
          <a:p>
            <a:r>
              <a:rPr lang="en-US" sz="1050" b="0" i="0" dirty="0">
                <a:solidFill>
                  <a:srgbClr val="DCDCCC"/>
                </a:solidFill>
                <a:highlight>
                  <a:srgbClr val="3F3F3F"/>
                </a:highlight>
              </a:rPr>
              <a:t>            JS</a:t>
            </a:r>
          </a:p>
          <a:p>
            <a:r>
              <a:rPr lang="en-US" sz="1050" b="0" i="0" dirty="0">
                <a:solidFill>
                  <a:srgbClr val="DCDCCC"/>
                </a:solidFill>
                <a:highlight>
                  <a:srgbClr val="3F3F3F"/>
                </a:highlight>
              </a:rPr>
              <a:t>        </a:t>
            </a:r>
            <a:r>
              <a:rPr lang="en-US" sz="1050" b="0" i="0" dirty="0">
                <a:solidFill>
                  <a:srgbClr val="E3CEAB"/>
                </a:solidFill>
                <a:highlight>
                  <a:srgbClr val="3F3F3F"/>
                </a:highlight>
              </a:rPr>
              <a:t>&lt;/div&gt;</a:t>
            </a:r>
            <a:endParaRPr lang="en-US" sz="1050" b="0" i="0" dirty="0">
              <a:solidFill>
                <a:srgbClr val="DCDCCC"/>
              </a:solidFill>
              <a:highlight>
                <a:srgbClr val="3F3F3F"/>
              </a:highlight>
            </a:endParaRPr>
          </a:p>
          <a:p>
            <a:r>
              <a:rPr lang="en-US" sz="1050" b="0" i="0" dirty="0">
                <a:solidFill>
                  <a:srgbClr val="DCDCCC"/>
                </a:solidFill>
                <a:highlight>
                  <a:srgbClr val="3F3F3F"/>
                </a:highlight>
              </a:rPr>
              <a:t>        </a:t>
            </a:r>
            <a:r>
              <a:rPr lang="en-US" sz="1050" b="0" i="0" dirty="0">
                <a:solidFill>
                  <a:srgbClr val="E3CEAB"/>
                </a:solidFill>
                <a:highlight>
                  <a:srgbClr val="3F3F3F"/>
                </a:highlight>
              </a:rPr>
              <a:t>&lt;h3</a:t>
            </a:r>
            <a:r>
              <a:rPr lang="en-US" sz="1050" b="0" i="0" dirty="0">
                <a:solidFill>
                  <a:srgbClr val="DCDCCC"/>
                </a:solidFill>
                <a:highlight>
                  <a:srgbClr val="3F3F3F"/>
                </a:highlight>
              </a:rPr>
              <a:t> </a:t>
            </a:r>
            <a:r>
              <a:rPr lang="en-US" sz="1050" b="1" i="0" dirty="0">
                <a:solidFill>
                  <a:srgbClr val="DFDFDF"/>
                </a:solidFill>
                <a:highlight>
                  <a:srgbClr val="3F3F3F"/>
                </a:highlight>
              </a:rPr>
              <a:t>class</a:t>
            </a:r>
            <a:r>
              <a:rPr lang="en-US" sz="1050" b="0" i="0" dirty="0">
                <a:solidFill>
                  <a:srgbClr val="DCDCCC"/>
                </a:solidFill>
                <a:highlight>
                  <a:srgbClr val="3F3F3F"/>
                </a:highlight>
              </a:rPr>
              <a:t>=</a:t>
            </a:r>
            <a:r>
              <a:rPr lang="en-US" sz="1050" b="1" i="0" dirty="0">
                <a:solidFill>
                  <a:srgbClr val="CC9393"/>
                </a:solidFill>
                <a:highlight>
                  <a:srgbClr val="3F3F3F"/>
                </a:highlight>
              </a:rPr>
              <a:t>"card-title"</a:t>
            </a:r>
            <a:r>
              <a:rPr lang="en-US" sz="1050" b="0" i="0" dirty="0">
                <a:solidFill>
                  <a:srgbClr val="E3CEAB"/>
                </a:solidFill>
                <a:highlight>
                  <a:srgbClr val="3F3F3F"/>
                </a:highlight>
              </a:rPr>
              <a:t>&gt;</a:t>
            </a:r>
            <a:r>
              <a:rPr lang="en-US" sz="1050" b="0" i="0" dirty="0">
                <a:solidFill>
                  <a:srgbClr val="DCDCCC"/>
                </a:solidFill>
                <a:highlight>
                  <a:srgbClr val="3F3F3F"/>
                </a:highlight>
              </a:rPr>
              <a:t>JavaScript Events</a:t>
            </a:r>
            <a:r>
              <a:rPr lang="en-US" sz="1050" b="0" i="0" dirty="0">
                <a:solidFill>
                  <a:srgbClr val="E3CEAB"/>
                </a:solidFill>
                <a:highlight>
                  <a:srgbClr val="3F3F3F"/>
                </a:highlight>
              </a:rPr>
              <a:t>&lt;/h3&gt;</a:t>
            </a:r>
            <a:endParaRPr lang="en-US" sz="1050" b="0" i="0" dirty="0">
              <a:solidFill>
                <a:srgbClr val="DCDCCC"/>
              </a:solidFill>
              <a:highlight>
                <a:srgbClr val="3F3F3F"/>
              </a:highlight>
            </a:endParaRPr>
          </a:p>
          <a:p>
            <a:r>
              <a:rPr lang="en-US" sz="1050" b="0" i="0" dirty="0">
                <a:solidFill>
                  <a:srgbClr val="DCDCCC"/>
                </a:solidFill>
                <a:highlight>
                  <a:srgbClr val="3F3F3F"/>
                </a:highlight>
              </a:rPr>
              <a:t>        </a:t>
            </a:r>
            <a:r>
              <a:rPr lang="en-US" sz="1050" b="0" i="0" dirty="0">
                <a:solidFill>
                  <a:srgbClr val="E3CEAB"/>
                </a:solidFill>
                <a:highlight>
                  <a:srgbClr val="3F3F3F"/>
                </a:highlight>
              </a:rPr>
              <a:t>&lt;p</a:t>
            </a:r>
            <a:r>
              <a:rPr lang="en-US" sz="1050" b="0" i="0" dirty="0">
                <a:solidFill>
                  <a:srgbClr val="DCDCCC"/>
                </a:solidFill>
                <a:highlight>
                  <a:srgbClr val="3F3F3F"/>
                </a:highlight>
              </a:rPr>
              <a:t> </a:t>
            </a:r>
            <a:r>
              <a:rPr lang="en-US" sz="1050" b="1" i="0" dirty="0">
                <a:solidFill>
                  <a:srgbClr val="DFDFDF"/>
                </a:solidFill>
                <a:highlight>
                  <a:srgbClr val="3F3F3F"/>
                </a:highlight>
              </a:rPr>
              <a:t>class</a:t>
            </a:r>
            <a:r>
              <a:rPr lang="en-US" sz="1050" b="0" i="0" dirty="0">
                <a:solidFill>
                  <a:srgbClr val="DCDCCC"/>
                </a:solidFill>
                <a:highlight>
                  <a:srgbClr val="3F3F3F"/>
                </a:highlight>
              </a:rPr>
              <a:t>=</a:t>
            </a:r>
            <a:r>
              <a:rPr lang="en-US" sz="1050" b="1" i="0" dirty="0">
                <a:solidFill>
                  <a:srgbClr val="CC9393"/>
                </a:solidFill>
                <a:highlight>
                  <a:srgbClr val="3F3F3F"/>
                </a:highlight>
              </a:rPr>
              <a:t>"card-description"</a:t>
            </a:r>
            <a:r>
              <a:rPr lang="en-US" sz="1050" b="0" i="0" dirty="0">
                <a:solidFill>
                  <a:srgbClr val="E3CEAB"/>
                </a:solidFill>
                <a:highlight>
                  <a:srgbClr val="3F3F3F"/>
                </a:highlight>
              </a:rPr>
              <a:t>&gt;</a:t>
            </a:r>
            <a:endParaRPr lang="en-US" sz="1050" b="0" i="0" dirty="0">
              <a:solidFill>
                <a:srgbClr val="DCDCCC"/>
              </a:solidFill>
              <a:highlight>
                <a:srgbClr val="3F3F3F"/>
              </a:highlight>
            </a:endParaRPr>
          </a:p>
          <a:p>
            <a:r>
              <a:rPr lang="en-US" sz="1050" b="0" i="0" dirty="0">
                <a:solidFill>
                  <a:srgbClr val="DCDCCC"/>
                </a:solidFill>
                <a:highlight>
                  <a:srgbClr val="3F3F3F"/>
                </a:highlight>
              </a:rPr>
              <a:t>            Learn how to make web pages interactive with mouse events!</a:t>
            </a:r>
          </a:p>
          <a:p>
            <a:r>
              <a:rPr lang="en-US" sz="1050" b="0" i="0" dirty="0">
                <a:solidFill>
                  <a:srgbClr val="DCDCCC"/>
                </a:solidFill>
                <a:highlight>
                  <a:srgbClr val="3F3F3F"/>
                </a:highlight>
              </a:rPr>
              <a:t>        </a:t>
            </a:r>
            <a:r>
              <a:rPr lang="en-US" sz="1050" b="0" i="0" dirty="0">
                <a:solidFill>
                  <a:srgbClr val="E3CEAB"/>
                </a:solidFill>
                <a:highlight>
                  <a:srgbClr val="3F3F3F"/>
                </a:highlight>
              </a:rPr>
              <a:t>&lt;/p&gt;</a:t>
            </a:r>
            <a:endParaRPr lang="en-US" sz="1050" b="0" i="0" dirty="0">
              <a:solidFill>
                <a:srgbClr val="DCDCCC"/>
              </a:solidFill>
              <a:highlight>
                <a:srgbClr val="3F3F3F"/>
              </a:highlight>
            </a:endParaRPr>
          </a:p>
          <a:p>
            <a:r>
              <a:rPr lang="en-US" sz="1050" b="0" i="0" dirty="0">
                <a:solidFill>
                  <a:srgbClr val="DCDCCC"/>
                </a:solidFill>
                <a:highlight>
                  <a:srgbClr val="3F3F3F"/>
                </a:highlight>
              </a:rPr>
              <a:t>    </a:t>
            </a:r>
            <a:r>
              <a:rPr lang="en-US" sz="1050" b="0" i="0" dirty="0">
                <a:solidFill>
                  <a:srgbClr val="E3CEAB"/>
                </a:solidFill>
                <a:highlight>
                  <a:srgbClr val="3F3F3F"/>
                </a:highlight>
              </a:rPr>
              <a:t>&lt;/div&gt;</a:t>
            </a:r>
            <a:endParaRPr lang="en-US" sz="1050" kern="0" dirty="0"/>
          </a:p>
        </p:txBody>
      </p:sp>
      <p:sp>
        <p:nvSpPr>
          <p:cNvPr id="14" name="Content Placeholder 4">
            <a:extLst>
              <a:ext uri="{FF2B5EF4-FFF2-40B4-BE49-F238E27FC236}">
                <a16:creationId xmlns:a16="http://schemas.microsoft.com/office/drawing/2014/main" id="{5713BF71-3C70-794D-0E27-5AE5CC391487}"/>
              </a:ext>
            </a:extLst>
          </p:cNvPr>
          <p:cNvSpPr txBox="1">
            <a:spLocks/>
          </p:cNvSpPr>
          <p:nvPr/>
        </p:nvSpPr>
        <p:spPr>
          <a:xfrm>
            <a:off x="10553237" y="1085617"/>
            <a:ext cx="1510235" cy="318807"/>
          </a:xfrm>
          <a:prstGeom prst="snip1Rect">
            <a:avLst>
              <a:gd name="adj" fmla="val 50000"/>
            </a:avLst>
          </a:prstGeom>
          <a:solidFill>
            <a:schemeClr val="tx2"/>
          </a:solidFill>
          <a:ln>
            <a:solidFill>
              <a:srgbClr val="103C3F"/>
            </a:solidFill>
          </a:ln>
        </p:spPr>
        <p:txBody>
          <a:bodyPr vert="horz" lIns="91440" tIns="9144" rIns="91440" bIns="9144" rtlCol="0">
            <a:normAutofit/>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i="1" kern="0" dirty="0">
                <a:solidFill>
                  <a:srgbClr val="FF9933"/>
                </a:solidFill>
              </a:rPr>
              <a:t>HTML</a:t>
            </a:r>
            <a:endParaRPr lang="en-US" kern="0" dirty="0">
              <a:solidFill>
                <a:srgbClr val="FF9933"/>
              </a:solidFill>
            </a:endParaRPr>
          </a:p>
        </p:txBody>
      </p:sp>
      <p:pic>
        <p:nvPicPr>
          <p:cNvPr id="16" name="Picture 15">
            <a:extLst>
              <a:ext uri="{FF2B5EF4-FFF2-40B4-BE49-F238E27FC236}">
                <a16:creationId xmlns:a16="http://schemas.microsoft.com/office/drawing/2014/main" id="{5B053FF2-88FE-081C-54C8-70BCBD899210}"/>
              </a:ext>
            </a:extLst>
          </p:cNvPr>
          <p:cNvPicPr>
            <a:picLocks noChangeAspect="1"/>
          </p:cNvPicPr>
          <p:nvPr/>
        </p:nvPicPr>
        <p:blipFill>
          <a:blip r:embed="rId2"/>
          <a:stretch>
            <a:fillRect/>
          </a:stretch>
        </p:blipFill>
        <p:spPr>
          <a:xfrm>
            <a:off x="8593158" y="3590924"/>
            <a:ext cx="3457184" cy="3219899"/>
          </a:xfrm>
          <a:prstGeom prst="rect">
            <a:avLst/>
          </a:prstGeom>
          <a:effectLst>
            <a:outerShdw blurRad="50800" dist="38100" dir="2700000" algn="tl" rotWithShape="0">
              <a:prstClr val="black">
                <a:alpha val="40000"/>
              </a:prstClr>
            </a:outerShdw>
          </a:effectLst>
        </p:spPr>
      </p:pic>
      <p:sp>
        <p:nvSpPr>
          <p:cNvPr id="17" name="Content Placeholder 4">
            <a:extLst>
              <a:ext uri="{FF2B5EF4-FFF2-40B4-BE49-F238E27FC236}">
                <a16:creationId xmlns:a16="http://schemas.microsoft.com/office/drawing/2014/main" id="{BE36089B-43D1-7E78-2A5B-A16BE17362E2}"/>
              </a:ext>
            </a:extLst>
          </p:cNvPr>
          <p:cNvSpPr txBox="1">
            <a:spLocks/>
          </p:cNvSpPr>
          <p:nvPr/>
        </p:nvSpPr>
        <p:spPr>
          <a:xfrm>
            <a:off x="6273465" y="3590924"/>
            <a:ext cx="2064238" cy="951868"/>
          </a:xfrm>
          <a:prstGeom prst="snip1Rect">
            <a:avLst>
              <a:gd name="adj" fmla="val 19980"/>
            </a:avLst>
          </a:prstGeom>
          <a:solidFill>
            <a:schemeClr val="tx2"/>
          </a:solidFill>
          <a:ln>
            <a:solidFill>
              <a:srgbClr val="103C3F"/>
            </a:solidFill>
          </a:ln>
        </p:spPr>
        <p:txBody>
          <a:bodyPr vert="horz" lIns="91440" tIns="9144" rIns="91440" bIns="9144" rtlCol="0">
            <a:normAutofit lnSpcReduction="10000"/>
          </a:bodyPr>
          <a:lstStyle>
            <a:defPPr marR="0" lvl="0" algn="l" rtl="0">
              <a:lnSpc>
                <a:spcPct val="100000"/>
              </a:lnSpc>
              <a:spcBef>
                <a:spcPts val="0"/>
              </a:spcBef>
              <a:spcAft>
                <a:spcPts val="0"/>
              </a:spcAft>
            </a:defPPr>
            <a:lvl1pPr marL="0" marR="0" lvl="0" indent="0" algn="l" defTabSz="609585" rtl="0" eaLnBrk="1" hangingPunct="1">
              <a:lnSpc>
                <a:spcPct val="100000"/>
              </a:lnSpc>
              <a:spcBef>
                <a:spcPts val="0"/>
              </a:spcBef>
              <a:spcAft>
                <a:spcPts val="0"/>
              </a:spcAft>
              <a:buClr>
                <a:schemeClr val="bg1">
                  <a:lumMod val="95000"/>
                </a:schemeClr>
              </a:buClr>
              <a:buFont typeface="Wingdings" panose="05000000000000000000" pitchFamily="2" charset="2"/>
              <a:buNone/>
              <a:defRPr sz="1400" b="1" i="0" u="none" strike="noStrike" cap="none">
                <a:solidFill>
                  <a:schemeClr val="bg1">
                    <a:lumMod val="95000"/>
                  </a:schemeClr>
                </a:solidFill>
                <a:latin typeface="Consolas" panose="020B0609020204030204" pitchFamily="49" charset="0"/>
                <a:ea typeface="Arial"/>
                <a:cs typeface="Arial"/>
                <a:sym typeface="Arial"/>
              </a:defRPr>
            </a:lvl1pPr>
            <a:lvl2pPr marL="609585" marR="0" lvl="1"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tabLst>
                <a:tab pos="609585" algn="l"/>
              </a:tabLst>
              <a:defRPr sz="2800" b="0" i="0" u="none" strike="noStrike" cap="none">
                <a:solidFill>
                  <a:schemeClr val="bg1">
                    <a:lumMod val="95000"/>
                  </a:schemeClr>
                </a:solidFill>
                <a:latin typeface="Consolas" panose="020B0609020204030204" pitchFamily="49" charset="0"/>
                <a:ea typeface="Arial"/>
                <a:cs typeface="Arial"/>
                <a:sym typeface="Arial"/>
              </a:defRPr>
            </a:lvl2pPr>
            <a:lvl3pPr marL="914377" marR="0" lvl="2"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3pPr>
            <a:lvl4pPr marL="1219170" marR="0" lvl="3"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400" b="0" i="0" u="none" strike="noStrike" cap="none">
                <a:solidFill>
                  <a:schemeClr val="bg1">
                    <a:lumMod val="95000"/>
                  </a:schemeClr>
                </a:solidFill>
                <a:latin typeface="Consolas" panose="020B0609020204030204" pitchFamily="49" charset="0"/>
                <a:ea typeface="Arial"/>
                <a:cs typeface="Arial"/>
                <a:sym typeface="Arial"/>
              </a:defRPr>
            </a:lvl4pPr>
            <a:lvl5pPr marL="1523962" marR="0" lvl="4" indent="-304792" algn="l" defTabSz="609585" rtl="0" eaLnBrk="1" hangingPunct="1">
              <a:lnSpc>
                <a:spcPct val="100000"/>
              </a:lnSpc>
              <a:spcBef>
                <a:spcPts val="0"/>
              </a:spcBef>
              <a:spcAft>
                <a:spcPts val="0"/>
              </a:spcAft>
              <a:buClr>
                <a:schemeClr val="bg1">
                  <a:lumMod val="95000"/>
                </a:schemeClr>
              </a:buClr>
              <a:buFont typeface="Wingdings" panose="05000000000000000000" pitchFamily="2" charset="2"/>
              <a:buChar char="§"/>
              <a:defRPr sz="2000" b="0" i="0" u="none" strike="noStrike" cap="none">
                <a:solidFill>
                  <a:schemeClr val="bg1">
                    <a:lumMod val="95000"/>
                  </a:schemeClr>
                </a:solidFill>
                <a:latin typeface="Consolas" panose="020B0609020204030204" pitchFamily="49" charset="0"/>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b="0" kern="0" dirty="0">
                <a:solidFill>
                  <a:schemeClr val="bg1"/>
                </a:solidFill>
              </a:rPr>
              <a:t>Here’s an example of how the card might look, with styling applied:</a:t>
            </a:r>
          </a:p>
        </p:txBody>
      </p:sp>
    </p:spTree>
    <p:extLst>
      <p:ext uri="{BB962C8B-B14F-4D97-AF65-F5344CB8AC3E}">
        <p14:creationId xmlns:p14="http://schemas.microsoft.com/office/powerpoint/2010/main" val="1567350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left)">
                                      <p:cBhvr>
                                        <p:cTn id="7" dur="500"/>
                                        <p:tgtEl>
                                          <p:spTgt spid="4">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animEffect transition="in" filter="wipe(left)">
                                      <p:cBhvr>
                                        <p:cTn id="11" dur="500"/>
                                        <p:tgtEl>
                                          <p:spTgt spid="4">
                                            <p:txEl>
                                              <p:pRg st="2" end="2"/>
                                            </p:txEl>
                                          </p:spTgt>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animEffect transition="in" filter="wipe(left)">
                                      <p:cBhvr>
                                        <p:cTn id="15" dur="500"/>
                                        <p:tgtEl>
                                          <p:spTgt spid="4">
                                            <p:txEl>
                                              <p:pRg st="3" end="3"/>
                                            </p:txEl>
                                          </p:spTgt>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4">
                                            <p:txEl>
                                              <p:pRg st="4" end="4"/>
                                            </p:txEl>
                                          </p:spTgt>
                                        </p:tgtEl>
                                        <p:attrNameLst>
                                          <p:attrName>style.visibility</p:attrName>
                                        </p:attrNameLst>
                                      </p:cBhvr>
                                      <p:to>
                                        <p:strVal val="visible"/>
                                      </p:to>
                                    </p:set>
                                    <p:animEffect transition="in" filter="wipe(left)">
                                      <p:cBhvr>
                                        <p:cTn id="19" dur="500"/>
                                        <p:tgtEl>
                                          <p:spTgt spid="4">
                                            <p:txEl>
                                              <p:pRg st="4" end="4"/>
                                            </p:txEl>
                                          </p:spTgt>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4">
                                            <p:txEl>
                                              <p:pRg st="6" end="6"/>
                                            </p:txEl>
                                          </p:spTgt>
                                        </p:tgtEl>
                                        <p:attrNameLst>
                                          <p:attrName>style.visibility</p:attrName>
                                        </p:attrNameLst>
                                      </p:cBhvr>
                                      <p:to>
                                        <p:strVal val="visible"/>
                                      </p:to>
                                    </p:set>
                                    <p:animEffect transition="in" filter="wipe(left)">
                                      <p:cBhvr>
                                        <p:cTn id="23" dur="500"/>
                                        <p:tgtEl>
                                          <p:spTgt spid="4">
                                            <p:txEl>
                                              <p:pRg st="6" end="6"/>
                                            </p:txEl>
                                          </p:spTgt>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4">
                                            <p:txEl>
                                              <p:pRg st="7" end="7"/>
                                            </p:txEl>
                                          </p:spTgt>
                                        </p:tgtEl>
                                        <p:attrNameLst>
                                          <p:attrName>style.visibility</p:attrName>
                                        </p:attrNameLst>
                                      </p:cBhvr>
                                      <p:to>
                                        <p:strVal val="visible"/>
                                      </p:to>
                                    </p:set>
                                    <p:animEffect transition="in" filter="wipe(left)">
                                      <p:cBhvr>
                                        <p:cTn id="27" dur="500"/>
                                        <p:tgtEl>
                                          <p:spTgt spid="4">
                                            <p:txEl>
                                              <p:pRg st="7" end="7"/>
                                            </p:txEl>
                                          </p:spTgt>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4">
                                            <p:txEl>
                                              <p:pRg st="8" end="8"/>
                                            </p:txEl>
                                          </p:spTgt>
                                        </p:tgtEl>
                                        <p:attrNameLst>
                                          <p:attrName>style.visibility</p:attrName>
                                        </p:attrNameLst>
                                      </p:cBhvr>
                                      <p:to>
                                        <p:strVal val="visible"/>
                                      </p:to>
                                    </p:set>
                                    <p:animEffect transition="in" filter="wipe(left)">
                                      <p:cBhvr>
                                        <p:cTn id="31" dur="500"/>
                                        <p:tgtEl>
                                          <p:spTgt spid="4">
                                            <p:txEl>
                                              <p:pRg st="8" end="8"/>
                                            </p:txEl>
                                          </p:spTgt>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4">
                                            <p:txEl>
                                              <p:pRg st="10" end="10"/>
                                            </p:txEl>
                                          </p:spTgt>
                                        </p:tgtEl>
                                        <p:attrNameLst>
                                          <p:attrName>style.visibility</p:attrName>
                                        </p:attrNameLst>
                                      </p:cBhvr>
                                      <p:to>
                                        <p:strVal val="visible"/>
                                      </p:to>
                                    </p:set>
                                    <p:animEffect transition="in" filter="wipe(left)">
                                      <p:cBhvr>
                                        <p:cTn id="35" dur="500"/>
                                        <p:tgtEl>
                                          <p:spTgt spid="4">
                                            <p:txEl>
                                              <p:pRg st="10" end="10"/>
                                            </p:txEl>
                                          </p:spTgt>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4">
                                            <p:txEl>
                                              <p:pRg st="11" end="11"/>
                                            </p:txEl>
                                          </p:spTgt>
                                        </p:tgtEl>
                                        <p:attrNameLst>
                                          <p:attrName>style.visibility</p:attrName>
                                        </p:attrNameLst>
                                      </p:cBhvr>
                                      <p:to>
                                        <p:strVal val="visible"/>
                                      </p:to>
                                    </p:set>
                                    <p:animEffect transition="in" filter="wipe(left)">
                                      <p:cBhvr>
                                        <p:cTn id="39" dur="500"/>
                                        <p:tgtEl>
                                          <p:spTgt spid="4">
                                            <p:txEl>
                                              <p:pRg st="11" end="11"/>
                                            </p:txEl>
                                          </p:spTgt>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4">
                                            <p:txEl>
                                              <p:pRg st="12" end="12"/>
                                            </p:txEl>
                                          </p:spTgt>
                                        </p:tgtEl>
                                        <p:attrNameLst>
                                          <p:attrName>style.visibility</p:attrName>
                                        </p:attrNameLst>
                                      </p:cBhvr>
                                      <p:to>
                                        <p:strVal val="visible"/>
                                      </p:to>
                                    </p:set>
                                    <p:animEffect transition="in" filter="wipe(left)">
                                      <p:cBhvr>
                                        <p:cTn id="43" dur="500"/>
                                        <p:tgtEl>
                                          <p:spTgt spid="4">
                                            <p:txEl>
                                              <p:pRg st="12" end="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FA1A30-9951-AF89-E458-83B0C85C2291}"/>
              </a:ext>
            </a:extLst>
          </p:cNvPr>
          <p:cNvSpPr>
            <a:spLocks noGrp="1"/>
          </p:cNvSpPr>
          <p:nvPr>
            <p:ph type="title"/>
          </p:nvPr>
        </p:nvSpPr>
        <p:spPr>
          <a:xfrm>
            <a:off x="2155430" y="216531"/>
            <a:ext cx="7881141" cy="1143200"/>
          </a:xfrm>
        </p:spPr>
        <p:txBody>
          <a:bodyPr/>
          <a:lstStyle/>
          <a:p>
            <a:pPr algn="ctr"/>
            <a:r>
              <a:rPr lang="en-US" dirty="0"/>
              <a:t>Problem-Solving with Events</a:t>
            </a:r>
          </a:p>
        </p:txBody>
      </p:sp>
      <p:sp>
        <p:nvSpPr>
          <p:cNvPr id="3" name="Content Placeholder 2">
            <a:extLst>
              <a:ext uri="{FF2B5EF4-FFF2-40B4-BE49-F238E27FC236}">
                <a16:creationId xmlns:a16="http://schemas.microsoft.com/office/drawing/2014/main" id="{4F421448-CCC0-CFF2-3F3E-A35D92012456}"/>
              </a:ext>
            </a:extLst>
          </p:cNvPr>
          <p:cNvSpPr>
            <a:spLocks noGrp="1"/>
          </p:cNvSpPr>
          <p:nvPr>
            <p:ph sz="quarter" idx="10"/>
          </p:nvPr>
        </p:nvSpPr>
        <p:spPr>
          <a:xfrm>
            <a:off x="972383" y="1397907"/>
            <a:ext cx="10001177" cy="4341881"/>
          </a:xfrm>
        </p:spPr>
        <p:txBody>
          <a:bodyPr/>
          <a:lstStyle/>
          <a:p>
            <a:r>
              <a:rPr lang="en-US" dirty="0"/>
              <a:t>Present common UI challenges (dropdown menus that close when you click outside, tooltips that appear on hover) and work through the event logic needed to solve them. Recommendation is tooltips, simple yet effective.</a:t>
            </a:r>
          </a:p>
          <a:p>
            <a:endParaRPr lang="en-US" dirty="0"/>
          </a:p>
        </p:txBody>
      </p:sp>
    </p:spTree>
    <p:extLst>
      <p:ext uri="{BB962C8B-B14F-4D97-AF65-F5344CB8AC3E}">
        <p14:creationId xmlns:p14="http://schemas.microsoft.com/office/powerpoint/2010/main" val="2289885786"/>
      </p:ext>
    </p:extLst>
  </p:cSld>
  <p:clrMapOvr>
    <a:masterClrMapping/>
  </p:clrMapOvr>
  <p:extLst>
    <p:ext uri="{6950BFC3-D8DA-4A85-94F7-54DA5524770B}">
      <p188:commentRel xmlns:p188="http://schemas.microsoft.com/office/powerpoint/2018/8/main" r:id="rId2"/>
    </p:ext>
  </p:extLs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F63C3-FBAC-7CB5-A239-013488AA49E9}"/>
              </a:ext>
            </a:extLst>
          </p:cNvPr>
          <p:cNvSpPr>
            <a:spLocks noGrp="1"/>
          </p:cNvSpPr>
          <p:nvPr>
            <p:ph type="title"/>
          </p:nvPr>
        </p:nvSpPr>
        <p:spPr/>
        <p:txBody>
          <a:bodyPr/>
          <a:lstStyle/>
          <a:p>
            <a:r>
              <a:rPr lang="en-US" dirty="0"/>
              <a:t>Event Best Practices</a:t>
            </a:r>
          </a:p>
        </p:txBody>
      </p:sp>
      <p:sp>
        <p:nvSpPr>
          <p:cNvPr id="3" name="Content Placeholder 2">
            <a:extLst>
              <a:ext uri="{FF2B5EF4-FFF2-40B4-BE49-F238E27FC236}">
                <a16:creationId xmlns:a16="http://schemas.microsoft.com/office/drawing/2014/main" id="{E484C7E2-DE77-797C-CF69-AC80CEDD22A4}"/>
              </a:ext>
            </a:extLst>
          </p:cNvPr>
          <p:cNvSpPr>
            <a:spLocks noGrp="1"/>
          </p:cNvSpPr>
          <p:nvPr>
            <p:ph sz="quarter" idx="10"/>
          </p:nvPr>
        </p:nvSpPr>
        <p:spPr/>
        <p:txBody>
          <a:bodyPr/>
          <a:lstStyle/>
          <a:p>
            <a:r>
              <a:rPr lang="en-US" dirty="0"/>
              <a:t>Cover performance considerations (like debouncing </a:t>
            </a:r>
            <a:r>
              <a:rPr lang="en-US" dirty="0" err="1"/>
              <a:t>mousemove</a:t>
            </a:r>
            <a:r>
              <a:rPr lang="en-US" dirty="0"/>
              <a:t>), accessibility concerns (necessity of independently learning to use keyboard event alternatives), and clean code practices (organizing event handlers).</a:t>
            </a:r>
          </a:p>
          <a:p>
            <a:endParaRPr lang="en-US" dirty="0"/>
          </a:p>
        </p:txBody>
      </p:sp>
    </p:spTree>
    <p:extLst>
      <p:ext uri="{BB962C8B-B14F-4D97-AF65-F5344CB8AC3E}">
        <p14:creationId xmlns:p14="http://schemas.microsoft.com/office/powerpoint/2010/main" val="2934549344"/>
      </p:ext>
    </p:extLst>
  </p:cSld>
  <p:clrMapOvr>
    <a:masterClrMapping/>
  </p:clrMapOvr>
  <p:extLst>
    <p:ext uri="{6950BFC3-D8DA-4A85-94F7-54DA5524770B}">
      <p188:commentRel xmlns:p188="http://schemas.microsoft.com/office/powerpoint/2018/8/main" r:id="rId2"/>
    </p:ext>
  </p:extLs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1D8690-C9E4-84ED-57C3-E0E77BE59AAF}"/>
              </a:ext>
            </a:extLst>
          </p:cNvPr>
          <p:cNvSpPr>
            <a:spLocks noGrp="1"/>
          </p:cNvSpPr>
          <p:nvPr>
            <p:ph type="title"/>
          </p:nvPr>
        </p:nvSpPr>
        <p:spPr>
          <a:xfrm>
            <a:off x="1700270" y="216531"/>
            <a:ext cx="8791461" cy="1143200"/>
          </a:xfrm>
        </p:spPr>
        <p:txBody>
          <a:bodyPr/>
          <a:lstStyle/>
          <a:p>
            <a:r>
              <a:rPr lang="en-US" dirty="0"/>
              <a:t>Exercise - Interactive Navigation</a:t>
            </a:r>
          </a:p>
        </p:txBody>
      </p:sp>
      <p:sp>
        <p:nvSpPr>
          <p:cNvPr id="3" name="Content Placeholder 2">
            <a:extLst>
              <a:ext uri="{FF2B5EF4-FFF2-40B4-BE49-F238E27FC236}">
                <a16:creationId xmlns:a16="http://schemas.microsoft.com/office/drawing/2014/main" id="{21B15E0D-FDE7-E84C-7F22-2F0AD8D2FB82}"/>
              </a:ext>
            </a:extLst>
          </p:cNvPr>
          <p:cNvSpPr>
            <a:spLocks noGrp="1"/>
          </p:cNvSpPr>
          <p:nvPr>
            <p:ph sz="quarter" idx="10"/>
          </p:nvPr>
        </p:nvSpPr>
        <p:spPr>
          <a:xfrm>
            <a:off x="972383" y="1717397"/>
            <a:ext cx="10001177" cy="3433763"/>
          </a:xfrm>
        </p:spPr>
        <p:txBody>
          <a:bodyPr/>
          <a:lstStyle/>
          <a:p>
            <a:r>
              <a:rPr lang="en-US" dirty="0"/>
              <a:t>Students build a navigation menu that responds to mouse events, reinforcing the idea that good web development involves creating dynamic, visually engaging elements</a:t>
            </a:r>
          </a:p>
        </p:txBody>
      </p:sp>
    </p:spTree>
    <p:extLst>
      <p:ext uri="{BB962C8B-B14F-4D97-AF65-F5344CB8AC3E}">
        <p14:creationId xmlns:p14="http://schemas.microsoft.com/office/powerpoint/2010/main" val="2170592895"/>
      </p:ext>
    </p:extLst>
  </p:cSld>
  <p:clrMapOvr>
    <a:masterClrMapping/>
  </p:clrMapOvr>
  <p:extLst>
    <p:ext uri="{6950BFC3-D8DA-4A85-94F7-54DA5524770B}">
      <p188:commentRel xmlns:p188="http://schemas.microsoft.com/office/powerpoint/2018/8/main" r:id="rId2"/>
    </p:ext>
  </p:extLs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6D0C64-EF16-4B4D-7772-5EB2CECD6496}"/>
              </a:ext>
            </a:extLst>
          </p:cNvPr>
          <p:cNvSpPr>
            <a:spLocks noGrp="1"/>
          </p:cNvSpPr>
          <p:nvPr>
            <p:ph type="title"/>
          </p:nvPr>
        </p:nvSpPr>
        <p:spPr>
          <a:xfrm>
            <a:off x="1874500" y="216531"/>
            <a:ext cx="8443001" cy="1143200"/>
          </a:xfrm>
        </p:spPr>
        <p:txBody>
          <a:bodyPr/>
          <a:lstStyle/>
          <a:p>
            <a:r>
              <a:rPr lang="en-US" dirty="0"/>
              <a:t>Preparing for the Final Project</a:t>
            </a:r>
          </a:p>
        </p:txBody>
      </p:sp>
      <p:sp>
        <p:nvSpPr>
          <p:cNvPr id="3" name="Content Placeholder 2">
            <a:extLst>
              <a:ext uri="{FF2B5EF4-FFF2-40B4-BE49-F238E27FC236}">
                <a16:creationId xmlns:a16="http://schemas.microsoft.com/office/drawing/2014/main" id="{E00C5260-842F-7D26-155B-0384D8364DEC}"/>
              </a:ext>
            </a:extLst>
          </p:cNvPr>
          <p:cNvSpPr>
            <a:spLocks noGrp="1"/>
          </p:cNvSpPr>
          <p:nvPr>
            <p:ph sz="quarter" idx="10"/>
          </p:nvPr>
        </p:nvSpPr>
        <p:spPr/>
        <p:txBody>
          <a:bodyPr/>
          <a:lstStyle/>
          <a:p>
            <a:r>
              <a:rPr lang="en-US" dirty="0"/>
              <a:t>Introduce the concept of reusable components. Explain how the button they're about to build can be saved and used in any future project, emphasizing the power of writing code once and using it everywhere.</a:t>
            </a:r>
          </a:p>
        </p:txBody>
      </p:sp>
    </p:spTree>
    <p:extLst>
      <p:ext uri="{BB962C8B-B14F-4D97-AF65-F5344CB8AC3E}">
        <p14:creationId xmlns:p14="http://schemas.microsoft.com/office/powerpoint/2010/main" val="3755726505"/>
      </p:ext>
    </p:extLst>
  </p:cSld>
  <p:clrMapOvr>
    <a:masterClrMapping/>
  </p:clrMapOvr>
  <p:extLst>
    <p:ext uri="{6950BFC3-D8DA-4A85-94F7-54DA5524770B}">
      <p188:commentRel xmlns:p188="http://schemas.microsoft.com/office/powerpoint/2018/8/main" r:id="rId2"/>
    </p:ext>
  </p:extLs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51F525-D6B9-8EEE-CD9E-6526BDA01C64}"/>
              </a:ext>
            </a:extLst>
          </p:cNvPr>
          <p:cNvSpPr>
            <a:spLocks noGrp="1"/>
          </p:cNvSpPr>
          <p:nvPr>
            <p:ph type="title"/>
          </p:nvPr>
        </p:nvSpPr>
        <p:spPr>
          <a:xfrm>
            <a:off x="2559586" y="260599"/>
            <a:ext cx="7072829" cy="1143200"/>
          </a:xfrm>
        </p:spPr>
        <p:txBody>
          <a:bodyPr anchor="ctr"/>
          <a:lstStyle/>
          <a:p>
            <a:r>
              <a:rPr lang="en-US" dirty="0"/>
              <a:t>Project Introduction: The Ultimate Button</a:t>
            </a:r>
          </a:p>
        </p:txBody>
      </p:sp>
      <p:sp>
        <p:nvSpPr>
          <p:cNvPr id="3" name="Content Placeholder 2">
            <a:extLst>
              <a:ext uri="{FF2B5EF4-FFF2-40B4-BE49-F238E27FC236}">
                <a16:creationId xmlns:a16="http://schemas.microsoft.com/office/drawing/2014/main" id="{4059D669-1E93-FBAA-A157-A1FCEDBB07DC}"/>
              </a:ext>
            </a:extLst>
          </p:cNvPr>
          <p:cNvSpPr>
            <a:spLocks noGrp="1"/>
          </p:cNvSpPr>
          <p:nvPr>
            <p:ph sz="quarter" idx="10"/>
          </p:nvPr>
        </p:nvSpPr>
        <p:spPr/>
        <p:txBody>
          <a:bodyPr/>
          <a:lstStyle/>
          <a:p>
            <a:r>
              <a:rPr lang="en-US" dirty="0"/>
              <a:t>Present the vision: a button component with hover effects, press animations, loading states, and customizable appearances. Show examples of how this one component could be styled for different purposes.</a:t>
            </a:r>
          </a:p>
        </p:txBody>
      </p:sp>
    </p:spTree>
    <p:extLst>
      <p:ext uri="{BB962C8B-B14F-4D97-AF65-F5344CB8AC3E}">
        <p14:creationId xmlns:p14="http://schemas.microsoft.com/office/powerpoint/2010/main" val="946027258"/>
      </p:ext>
    </p:extLst>
  </p:cSld>
  <p:clrMapOvr>
    <a:masterClrMapping/>
  </p:clrMapOvr>
  <p:extLst>
    <p:ext uri="{6950BFC3-D8DA-4A85-94F7-54DA5524770B}">
      <p188:commentRel xmlns:p188="http://schemas.microsoft.com/office/powerpoint/2018/8/main" r:id="rId2"/>
    </p:ext>
  </p:extLs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D19DF-E879-347C-1062-6AA988A0FD35}"/>
              </a:ext>
            </a:extLst>
          </p:cNvPr>
          <p:cNvSpPr>
            <a:spLocks noGrp="1"/>
          </p:cNvSpPr>
          <p:nvPr>
            <p:ph type="title"/>
          </p:nvPr>
        </p:nvSpPr>
        <p:spPr/>
        <p:txBody>
          <a:bodyPr/>
          <a:lstStyle/>
          <a:p>
            <a:r>
              <a:rPr lang="en-US" dirty="0"/>
              <a:t>Planning the Button States</a:t>
            </a:r>
          </a:p>
        </p:txBody>
      </p:sp>
      <p:sp>
        <p:nvSpPr>
          <p:cNvPr id="3" name="Content Placeholder 2">
            <a:extLst>
              <a:ext uri="{FF2B5EF4-FFF2-40B4-BE49-F238E27FC236}">
                <a16:creationId xmlns:a16="http://schemas.microsoft.com/office/drawing/2014/main" id="{F2B5003A-6B87-FCC9-C1DF-7D9C12BDE86C}"/>
              </a:ext>
            </a:extLst>
          </p:cNvPr>
          <p:cNvSpPr>
            <a:spLocks noGrp="1"/>
          </p:cNvSpPr>
          <p:nvPr>
            <p:ph sz="quarter" idx="10"/>
          </p:nvPr>
        </p:nvSpPr>
        <p:spPr/>
        <p:txBody>
          <a:bodyPr/>
          <a:lstStyle/>
          <a:p>
            <a:r>
              <a:rPr lang="en-US" dirty="0"/>
              <a:t>Break down the different visual states (default, hover, pressed, disabled, loading) and map them to specific mouse events. This teaches planning before coding.</a:t>
            </a:r>
          </a:p>
        </p:txBody>
      </p:sp>
    </p:spTree>
    <p:extLst>
      <p:ext uri="{BB962C8B-B14F-4D97-AF65-F5344CB8AC3E}">
        <p14:creationId xmlns:p14="http://schemas.microsoft.com/office/powerpoint/2010/main" val="625657770"/>
      </p:ext>
    </p:extLst>
  </p:cSld>
  <p:clrMapOvr>
    <a:masterClrMapping/>
  </p:clrMapOvr>
  <p:extLst>
    <p:ext uri="{6950BFC3-D8DA-4A85-94F7-54DA5524770B}">
      <p188:commentRel xmlns:p188="http://schemas.microsoft.com/office/powerpoint/2018/8/main" r:id="rId2"/>
    </p:ext>
  </p:extLs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E7F312-37DE-C5B0-A4B8-F8725361FE44}"/>
              </a:ext>
            </a:extLst>
          </p:cNvPr>
          <p:cNvSpPr>
            <a:spLocks noGrp="1"/>
          </p:cNvSpPr>
          <p:nvPr>
            <p:ph type="title"/>
          </p:nvPr>
        </p:nvSpPr>
        <p:spPr/>
        <p:txBody>
          <a:bodyPr/>
          <a:lstStyle/>
          <a:p>
            <a:r>
              <a:rPr lang="en-US" dirty="0"/>
              <a:t>Building the Foundation</a:t>
            </a:r>
          </a:p>
        </p:txBody>
      </p:sp>
      <p:sp>
        <p:nvSpPr>
          <p:cNvPr id="3" name="Content Placeholder 2">
            <a:extLst>
              <a:ext uri="{FF2B5EF4-FFF2-40B4-BE49-F238E27FC236}">
                <a16:creationId xmlns:a16="http://schemas.microsoft.com/office/drawing/2014/main" id="{D9DADC36-B548-2EED-3018-FED6AC8B39EA}"/>
              </a:ext>
            </a:extLst>
          </p:cNvPr>
          <p:cNvSpPr>
            <a:spLocks noGrp="1"/>
          </p:cNvSpPr>
          <p:nvPr>
            <p:ph sz="quarter" idx="10"/>
          </p:nvPr>
        </p:nvSpPr>
        <p:spPr/>
        <p:txBody>
          <a:bodyPr/>
          <a:lstStyle/>
          <a:p>
            <a:r>
              <a:rPr lang="en-US" dirty="0"/>
              <a:t>Create the HTML structure and basic CSS. Students learn that good interactive elements start with solid, semantic markup.</a:t>
            </a:r>
          </a:p>
        </p:txBody>
      </p:sp>
    </p:spTree>
    <p:extLst>
      <p:ext uri="{BB962C8B-B14F-4D97-AF65-F5344CB8AC3E}">
        <p14:creationId xmlns:p14="http://schemas.microsoft.com/office/powerpoint/2010/main" val="3132813554"/>
      </p:ext>
    </p:extLst>
  </p:cSld>
  <p:clrMapOvr>
    <a:masterClrMapping/>
  </p:clrMapOvr>
  <p:extLst>
    <p:ext uri="{6950BFC3-D8DA-4A85-94F7-54DA5524770B}">
      <p188:commentRel xmlns:p188="http://schemas.microsoft.com/office/powerpoint/2018/8/main" r:id="rId2"/>
    </p:ext>
  </p:extLs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F8F7CA-9D1C-41F1-1AF0-433DEA691326}"/>
              </a:ext>
            </a:extLst>
          </p:cNvPr>
          <p:cNvSpPr>
            <a:spLocks noGrp="1"/>
          </p:cNvSpPr>
          <p:nvPr>
            <p:ph type="title"/>
          </p:nvPr>
        </p:nvSpPr>
        <p:spPr/>
        <p:txBody>
          <a:bodyPr/>
          <a:lstStyle/>
          <a:p>
            <a:r>
              <a:rPr lang="en-US" dirty="0"/>
              <a:t>Adding the Event Magic</a:t>
            </a:r>
          </a:p>
        </p:txBody>
      </p:sp>
      <p:sp>
        <p:nvSpPr>
          <p:cNvPr id="3" name="Content Placeholder 2">
            <a:extLst>
              <a:ext uri="{FF2B5EF4-FFF2-40B4-BE49-F238E27FC236}">
                <a16:creationId xmlns:a16="http://schemas.microsoft.com/office/drawing/2014/main" id="{F67560AA-352C-3DCA-777B-9644B8782E09}"/>
              </a:ext>
            </a:extLst>
          </p:cNvPr>
          <p:cNvSpPr>
            <a:spLocks noGrp="1"/>
          </p:cNvSpPr>
          <p:nvPr>
            <p:ph sz="quarter" idx="10"/>
          </p:nvPr>
        </p:nvSpPr>
        <p:spPr/>
        <p:txBody>
          <a:bodyPr/>
          <a:lstStyle/>
          <a:p>
            <a:r>
              <a:rPr lang="en-US" dirty="0"/>
              <a:t>Implement the mouse event handlers that bring the button to life. Focus on the smooth coordination between </a:t>
            </a:r>
            <a:r>
              <a:rPr lang="en-US" dirty="0" err="1"/>
              <a:t>mouseenter</a:t>
            </a:r>
            <a:r>
              <a:rPr lang="en-US" dirty="0"/>
              <a:t>, </a:t>
            </a:r>
            <a:r>
              <a:rPr lang="en-US" dirty="0" err="1"/>
              <a:t>mouseleave</a:t>
            </a:r>
            <a:r>
              <a:rPr lang="en-US" dirty="0"/>
              <a:t>, </a:t>
            </a:r>
            <a:r>
              <a:rPr lang="en-US" dirty="0" err="1"/>
              <a:t>mousedown</a:t>
            </a:r>
            <a:r>
              <a:rPr lang="en-US" dirty="0"/>
              <a:t>, and </a:t>
            </a:r>
            <a:r>
              <a:rPr lang="en-US" dirty="0" err="1"/>
              <a:t>mouseup</a:t>
            </a:r>
            <a:r>
              <a:rPr lang="en-US" dirty="0"/>
              <a:t>.</a:t>
            </a:r>
          </a:p>
        </p:txBody>
      </p:sp>
    </p:spTree>
    <p:extLst>
      <p:ext uri="{BB962C8B-B14F-4D97-AF65-F5344CB8AC3E}">
        <p14:creationId xmlns:p14="http://schemas.microsoft.com/office/powerpoint/2010/main" val="1566236463"/>
      </p:ext>
    </p:extLst>
  </p:cSld>
  <p:clrMapOvr>
    <a:masterClrMapping/>
  </p:clrMapOvr>
  <p:extLst>
    <p:ext uri="{6950BFC3-D8DA-4A85-94F7-54DA5524770B}">
      <p188:commentRel xmlns:p188="http://schemas.microsoft.com/office/powerpoint/2018/8/main" r:id="rId2"/>
    </p:ext>
  </p:extLs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754155-DA7A-6313-8AFC-A5822D0518F0}"/>
              </a:ext>
            </a:extLst>
          </p:cNvPr>
          <p:cNvSpPr>
            <a:spLocks noGrp="1"/>
          </p:cNvSpPr>
          <p:nvPr>
            <p:ph type="title"/>
          </p:nvPr>
        </p:nvSpPr>
        <p:spPr/>
        <p:txBody>
          <a:bodyPr/>
          <a:lstStyle/>
          <a:p>
            <a:r>
              <a:rPr lang="en-US" dirty="0"/>
              <a:t>Polish and Customization</a:t>
            </a:r>
          </a:p>
        </p:txBody>
      </p:sp>
      <p:sp>
        <p:nvSpPr>
          <p:cNvPr id="3" name="Content Placeholder 2">
            <a:extLst>
              <a:ext uri="{FF2B5EF4-FFF2-40B4-BE49-F238E27FC236}">
                <a16:creationId xmlns:a16="http://schemas.microsoft.com/office/drawing/2014/main" id="{0F2F19CF-5E07-8E67-B7E0-871D90D8DA74}"/>
              </a:ext>
            </a:extLst>
          </p:cNvPr>
          <p:cNvSpPr>
            <a:spLocks noGrp="1"/>
          </p:cNvSpPr>
          <p:nvPr>
            <p:ph sz="quarter" idx="10"/>
          </p:nvPr>
        </p:nvSpPr>
        <p:spPr/>
        <p:txBody>
          <a:bodyPr/>
          <a:lstStyle/>
          <a:p>
            <a:r>
              <a:rPr lang="en-US" dirty="0"/>
              <a:t>Add advanced features like ripple effects on click, customizable colors, and smooth transitions. This shows how professional touches make components feel premium.</a:t>
            </a:r>
          </a:p>
        </p:txBody>
      </p:sp>
    </p:spTree>
    <p:extLst>
      <p:ext uri="{BB962C8B-B14F-4D97-AF65-F5344CB8AC3E}">
        <p14:creationId xmlns:p14="http://schemas.microsoft.com/office/powerpoint/2010/main" val="31621504"/>
      </p:ext>
    </p:extLst>
  </p:cSld>
  <p:clrMapOvr>
    <a:masterClrMapping/>
  </p:clrMapOvr>
  <p:extLst>
    <p:ext uri="{6950BFC3-D8DA-4A85-94F7-54DA5524770B}">
      <p188:commentRel xmlns:p188="http://schemas.microsoft.com/office/powerpoint/2018/8/main" r:id="rId2"/>
    </p:ext>
  </p:extLs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D8380-81E8-0369-AF29-DF2CA6910974}"/>
              </a:ext>
            </a:extLst>
          </p:cNvPr>
          <p:cNvSpPr>
            <a:spLocks noGrp="1"/>
          </p:cNvSpPr>
          <p:nvPr>
            <p:ph type="title"/>
          </p:nvPr>
        </p:nvSpPr>
        <p:spPr/>
        <p:txBody>
          <a:bodyPr/>
          <a:lstStyle/>
          <a:p>
            <a:r>
              <a:rPr lang="en-US" dirty="0"/>
              <a:t>Making It Reusable</a:t>
            </a:r>
          </a:p>
        </p:txBody>
      </p:sp>
      <p:sp>
        <p:nvSpPr>
          <p:cNvPr id="3" name="Content Placeholder 2">
            <a:extLst>
              <a:ext uri="{FF2B5EF4-FFF2-40B4-BE49-F238E27FC236}">
                <a16:creationId xmlns:a16="http://schemas.microsoft.com/office/drawing/2014/main" id="{4B3632F2-AE57-2538-3F5E-CB0249BA7F6A}"/>
              </a:ext>
            </a:extLst>
          </p:cNvPr>
          <p:cNvSpPr>
            <a:spLocks noGrp="1"/>
          </p:cNvSpPr>
          <p:nvPr>
            <p:ph sz="quarter" idx="10"/>
          </p:nvPr>
        </p:nvSpPr>
        <p:spPr/>
        <p:txBody>
          <a:bodyPr/>
          <a:lstStyle/>
          <a:p>
            <a:r>
              <a:rPr lang="en-US" dirty="0"/>
              <a:t>Package the button into a reusable format they can easily copy into future projects. Discuss how to make components flexible and maintainable.</a:t>
            </a:r>
          </a:p>
        </p:txBody>
      </p:sp>
    </p:spTree>
    <p:extLst>
      <p:ext uri="{BB962C8B-B14F-4D97-AF65-F5344CB8AC3E}">
        <p14:creationId xmlns:p14="http://schemas.microsoft.com/office/powerpoint/2010/main" val="907157162"/>
      </p:ext>
    </p:extLst>
  </p:cSld>
  <p:clrMapOvr>
    <a:masterClrMapping/>
  </p:clrMapOvr>
  <p:extLst>
    <p:ext uri="{6950BFC3-D8DA-4A85-94F7-54DA5524770B}">
      <p188:commentRel xmlns:p188="http://schemas.microsoft.com/office/powerpoint/2018/8/main" r:id="rId2"/>
    </p:ext>
  </p:extLs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C41780-E979-8A4C-D6C8-0050DB8680F4}"/>
              </a:ext>
            </a:extLst>
          </p:cNvPr>
          <p:cNvSpPr>
            <a:spLocks noGrp="1"/>
          </p:cNvSpPr>
          <p:nvPr>
            <p:ph type="title"/>
          </p:nvPr>
        </p:nvSpPr>
        <p:spPr/>
        <p:txBody>
          <a:bodyPr/>
          <a:lstStyle/>
          <a:p>
            <a:r>
              <a:rPr lang="en-US" dirty="0"/>
              <a:t>Showcase and Next Steps</a:t>
            </a:r>
          </a:p>
        </p:txBody>
      </p:sp>
      <p:sp>
        <p:nvSpPr>
          <p:cNvPr id="3" name="Content Placeholder 2">
            <a:extLst>
              <a:ext uri="{FF2B5EF4-FFF2-40B4-BE49-F238E27FC236}">
                <a16:creationId xmlns:a16="http://schemas.microsoft.com/office/drawing/2014/main" id="{144642A3-8EE7-F5D7-0043-8CE7BE311E96}"/>
              </a:ext>
            </a:extLst>
          </p:cNvPr>
          <p:cNvSpPr>
            <a:spLocks noGrp="1"/>
          </p:cNvSpPr>
          <p:nvPr>
            <p:ph sz="quarter" idx="10"/>
          </p:nvPr>
        </p:nvSpPr>
        <p:spPr/>
        <p:txBody>
          <a:bodyPr/>
          <a:lstStyle/>
          <a:p>
            <a:r>
              <a:rPr lang="en-US" dirty="0"/>
              <a:t>Students show off their buttons and discuss how they might extend them. Preview what they could learn next (keyboard events, form events, frameworks) and encourage them to see this button as the beginning of building their own component library.</a:t>
            </a:r>
          </a:p>
        </p:txBody>
      </p:sp>
    </p:spTree>
    <p:extLst>
      <p:ext uri="{BB962C8B-B14F-4D97-AF65-F5344CB8AC3E}">
        <p14:creationId xmlns:p14="http://schemas.microsoft.com/office/powerpoint/2010/main" val="4174063183"/>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coderogres_themed">
  <a:themeElements>
    <a:clrScheme name="Custom 5">
      <a:dk1>
        <a:srgbClr val="244C4E"/>
      </a:dk1>
      <a:lt1>
        <a:srgbClr val="FFFFFF"/>
      </a:lt1>
      <a:dk2>
        <a:srgbClr val="244C4E"/>
      </a:dk2>
      <a:lt2>
        <a:srgbClr val="3E666A"/>
      </a:lt2>
      <a:accent1>
        <a:srgbClr val="569CD6"/>
      </a:accent1>
      <a:accent2>
        <a:srgbClr val="DB5151"/>
      </a:accent2>
      <a:accent3>
        <a:srgbClr val="B5CEA8"/>
      </a:accent3>
      <a:accent4>
        <a:srgbClr val="9090AE"/>
      </a:accent4>
      <a:accent5>
        <a:srgbClr val="C586C0"/>
      </a:accent5>
      <a:accent6>
        <a:srgbClr val="FFD0A1"/>
      </a:accent6>
      <a:hlink>
        <a:srgbClr val="53CBD3"/>
      </a:hlink>
      <a:folHlink>
        <a:srgbClr val="53CBD3"/>
      </a:folHlink>
    </a:clrScheme>
    <a:fontScheme name="Dosis">
      <a:majorFont>
        <a:latin typeface="Dosis"/>
        <a:ea typeface=""/>
        <a:cs typeface=""/>
      </a:majorFont>
      <a:minorFont>
        <a:latin typeface="Dosi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coder_ogres_template" id="{57D26786-ED71-44FC-9FDB-51F09117A7E7}" vid="{5FBAB8BA-AF53-4546-A17B-209BB8A954B0}"/>
    </a:ext>
  </a:extLst>
</a:theme>
</file>

<file path=ppt/theme/theme2.xml><?xml version="1.0" encoding="utf-8"?>
<a:theme xmlns:a="http://schemas.openxmlformats.org/drawingml/2006/main" name="Office Theme">
  <a:themeElements>
    <a:clrScheme name="Custom 2">
      <a:dk1>
        <a:srgbClr val="103C3F"/>
      </a:dk1>
      <a:lt1>
        <a:srgbClr val="F2F2F2"/>
      </a:lt1>
      <a:dk2>
        <a:srgbClr val="F2F2F2"/>
      </a:dk2>
      <a:lt2>
        <a:srgbClr val="3E666A"/>
      </a:lt2>
      <a:accent1>
        <a:srgbClr val="569CD6"/>
      </a:accent1>
      <a:accent2>
        <a:srgbClr val="DB5151"/>
      </a:accent2>
      <a:accent3>
        <a:srgbClr val="B5CEA8"/>
      </a:accent3>
      <a:accent4>
        <a:srgbClr val="9090AE"/>
      </a:accent4>
      <a:accent5>
        <a:srgbClr val="C586C0"/>
      </a:accent5>
      <a:accent6>
        <a:srgbClr val="FFD0A1"/>
      </a:accent6>
      <a:hlink>
        <a:srgbClr val="53CBD3"/>
      </a:hlink>
      <a:folHlink>
        <a:srgbClr val="53CBD3"/>
      </a:folHlink>
    </a:clrScheme>
    <a:fontScheme name="Dosis">
      <a:majorFont>
        <a:latin typeface="Dosis"/>
        <a:ea typeface=""/>
        <a:cs typeface=""/>
      </a:majorFont>
      <a:minorFont>
        <a:latin typeface="Dosi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coder_ogres_template</Template>
  <TotalTime>2680</TotalTime>
  <Words>7180</Words>
  <Application>Microsoft Office PowerPoint</Application>
  <PresentationFormat>Widescreen</PresentationFormat>
  <Paragraphs>881</Paragraphs>
  <Slides>43</Slides>
  <Notes>16</Notes>
  <HiddenSlides>0</HiddenSlides>
  <MMClips>0</MMClips>
  <ScaleCrop>false</ScaleCrop>
  <HeadingPairs>
    <vt:vector size="8" baseType="variant">
      <vt:variant>
        <vt:lpstr>Fonts Used</vt:lpstr>
      </vt:variant>
      <vt:variant>
        <vt:i4>7</vt:i4>
      </vt:variant>
      <vt:variant>
        <vt:lpstr>Theme</vt:lpstr>
      </vt:variant>
      <vt:variant>
        <vt:i4>1</vt:i4>
      </vt:variant>
      <vt:variant>
        <vt:lpstr>Embedded OLE Servers</vt:lpstr>
      </vt:variant>
      <vt:variant>
        <vt:i4>1</vt:i4>
      </vt:variant>
      <vt:variant>
        <vt:lpstr>Slide Titles</vt:lpstr>
      </vt:variant>
      <vt:variant>
        <vt:i4>43</vt:i4>
      </vt:variant>
    </vt:vector>
  </HeadingPairs>
  <TitlesOfParts>
    <vt:vector size="52" baseType="lpstr">
      <vt:lpstr>Aptos</vt:lpstr>
      <vt:lpstr>Aptos Mono</vt:lpstr>
      <vt:lpstr>Arial</vt:lpstr>
      <vt:lpstr>Cascadia Mono</vt:lpstr>
      <vt:lpstr>Consolas</vt:lpstr>
      <vt:lpstr>Dosis</vt:lpstr>
      <vt:lpstr>Wingdings</vt:lpstr>
      <vt:lpstr>coderogres_themed</vt:lpstr>
      <vt:lpstr>Packager Shell Object</vt:lpstr>
      <vt:lpstr>JavaScript Events Making Websites Interactive</vt:lpstr>
      <vt:lpstr>Quick Review: What Makes Websites Dynamic?</vt:lpstr>
      <vt:lpstr>Events Everywhere: The Phone Analogy</vt:lpstr>
      <vt:lpstr>What Are JavaScript Events?</vt:lpstr>
      <vt:lpstr>Real-World Event Examples</vt:lpstr>
      <vt:lpstr>The Event-Response Cycle</vt:lpstr>
      <vt:lpstr>Three Main Types of Events</vt:lpstr>
      <vt:lpstr>Mouse Events: Moving, Clicking, Scrolling</vt:lpstr>
      <vt:lpstr>Mouse Events: Example</vt:lpstr>
      <vt:lpstr>Activity: Predict the Event</vt:lpstr>
      <vt:lpstr>Predict the Event: Answers</vt:lpstr>
      <vt:lpstr>How Do Events Actually Work?</vt:lpstr>
      <vt:lpstr>The Security Camera Analogy</vt:lpstr>
      <vt:lpstr>Event Attributes: Cargo</vt:lpstr>
      <vt:lpstr>The  click  Event</vt:lpstr>
      <vt:lpstr>The  dblclick  Event</vt:lpstr>
      <vt:lpstr>The  mousedown  Event</vt:lpstr>
      <vt:lpstr>The  mouseup  Event</vt:lpstr>
      <vt:lpstr>The  mouseover  Event</vt:lpstr>
      <vt:lpstr>The  mouseout  Event</vt:lpstr>
      <vt:lpstr>Sneak Peek: Content Next Class</vt:lpstr>
      <vt:lpstr>Welcome Back! Last Time…</vt:lpstr>
      <vt:lpstr>The  mouseenter  Event</vt:lpstr>
      <vt:lpstr>The  mouseleave  Event</vt:lpstr>
      <vt:lpstr>The  mousemove  Event</vt:lpstr>
      <vt:lpstr>The  contextmenu  Event</vt:lpstr>
      <vt:lpstr>The  mousewheel  Event</vt:lpstr>
      <vt:lpstr>The  DOMMouseScroll  Event</vt:lpstr>
      <vt:lpstr>The  wheel  Event</vt:lpstr>
      <vt:lpstr>Event Combinations In Action</vt:lpstr>
      <vt:lpstr>Building Interactive Elements</vt:lpstr>
      <vt:lpstr>Cards: Interactive Logic Activity</vt:lpstr>
      <vt:lpstr>Problem-Solving with Events</vt:lpstr>
      <vt:lpstr>Event Best Practices</vt:lpstr>
      <vt:lpstr>Exercise - Interactive Navigation</vt:lpstr>
      <vt:lpstr>Preparing for the Final Project</vt:lpstr>
      <vt:lpstr>Project Introduction: The Ultimate Button</vt:lpstr>
      <vt:lpstr>Planning the Button States</vt:lpstr>
      <vt:lpstr>Building the Foundation</vt:lpstr>
      <vt:lpstr>Adding the Event Magic</vt:lpstr>
      <vt:lpstr>Polish and Customization</vt:lpstr>
      <vt:lpstr>Making It Reusable</vt:lpstr>
      <vt:lpstr>Showcase and Next Steps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Dylan Connolly</dc:creator>
  <cp:lastModifiedBy>dylan connolly</cp:lastModifiedBy>
  <cp:revision>133</cp:revision>
  <dcterms:created xsi:type="dcterms:W3CDTF">2025-05-24T07:32:50Z</dcterms:created>
  <dcterms:modified xsi:type="dcterms:W3CDTF">2025-08-20T22:18:49Z</dcterms:modified>
</cp:coreProperties>
</file>