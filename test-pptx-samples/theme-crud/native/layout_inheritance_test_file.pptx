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AE4123-CF3F-0A70-EAD3-7E66BD1723B8}" name="Purnima Srivastava" initials="PS" userId="S::purnima.srivastava@coderogres.com::b45e343f-d928-4666-8903-467e98ac36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FD02C-E00B-4F2D-8AFB-8E15379ACE61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0C57C-D03F-4F8B-93C2-66EB68608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Google Shape;291;p5">
            <a:extLst>
              <a:ext uri="{FF2B5EF4-FFF2-40B4-BE49-F238E27FC236}">
                <a16:creationId xmlns:a16="http://schemas.microsoft.com/office/drawing/2014/main" id="{75B45892-4151-4D92-AB13-D943E0372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A5A6E98A-B509-442C-98D4-1670847B7F33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" name="Google Shape;294;p5">
              <a:extLst>
                <a:ext uri="{FF2B5EF4-FFF2-40B4-BE49-F238E27FC236}">
                  <a16:creationId xmlns:a16="http://schemas.microsoft.com/office/drawing/2014/main" id="{27E48441-C0C9-4DFB-B0B2-3D8628AA5E2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5;p5">
              <a:extLst>
                <a:ext uri="{FF2B5EF4-FFF2-40B4-BE49-F238E27FC236}">
                  <a16:creationId xmlns:a16="http://schemas.microsoft.com/office/drawing/2014/main" id="{5AFE4C34-5DA5-4CC8-BC55-3A06C026EBA4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6;p5">
              <a:extLst>
                <a:ext uri="{FF2B5EF4-FFF2-40B4-BE49-F238E27FC236}">
                  <a16:creationId xmlns:a16="http://schemas.microsoft.com/office/drawing/2014/main" id="{E70CD7CE-2F16-47D2-8164-C9E8542A509C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7;p5">
              <a:extLst>
                <a:ext uri="{FF2B5EF4-FFF2-40B4-BE49-F238E27FC236}">
                  <a16:creationId xmlns:a16="http://schemas.microsoft.com/office/drawing/2014/main" id="{D477E396-1DDF-4739-A869-04DD0E95F779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298;p5">
              <a:extLst>
                <a:ext uri="{FF2B5EF4-FFF2-40B4-BE49-F238E27FC236}">
                  <a16:creationId xmlns:a16="http://schemas.microsoft.com/office/drawing/2014/main" id="{85A73084-DEA1-4AA1-B9CB-70E878A1742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299;p5">
              <a:extLst>
                <a:ext uri="{FF2B5EF4-FFF2-40B4-BE49-F238E27FC236}">
                  <a16:creationId xmlns:a16="http://schemas.microsoft.com/office/drawing/2014/main" id="{EF4E215A-831A-417F-8DEE-7149A4D383CA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0;p5">
              <a:extLst>
                <a:ext uri="{FF2B5EF4-FFF2-40B4-BE49-F238E27FC236}">
                  <a16:creationId xmlns:a16="http://schemas.microsoft.com/office/drawing/2014/main" id="{F6291D7D-C525-4E4F-A4C5-F602389B0322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1;p5">
              <a:extLst>
                <a:ext uri="{FF2B5EF4-FFF2-40B4-BE49-F238E27FC236}">
                  <a16:creationId xmlns:a16="http://schemas.microsoft.com/office/drawing/2014/main" id="{D14CF0BE-75BF-416D-9C09-C8EF0438B61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2;p5">
              <a:extLst>
                <a:ext uri="{FF2B5EF4-FFF2-40B4-BE49-F238E27FC236}">
                  <a16:creationId xmlns:a16="http://schemas.microsoft.com/office/drawing/2014/main" id="{EAFCDCFF-A04B-4537-A2FB-EC93CEBC104E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3;p5">
              <a:extLst>
                <a:ext uri="{FF2B5EF4-FFF2-40B4-BE49-F238E27FC236}">
                  <a16:creationId xmlns:a16="http://schemas.microsoft.com/office/drawing/2014/main" id="{B03CCECA-6177-4D99-BD5A-F4862FBCB7D9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4;p5">
              <a:extLst>
                <a:ext uri="{FF2B5EF4-FFF2-40B4-BE49-F238E27FC236}">
                  <a16:creationId xmlns:a16="http://schemas.microsoft.com/office/drawing/2014/main" id="{E656BAEA-E78A-4EBB-8A6C-516ADC08DF62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5;p5">
              <a:extLst>
                <a:ext uri="{FF2B5EF4-FFF2-40B4-BE49-F238E27FC236}">
                  <a16:creationId xmlns:a16="http://schemas.microsoft.com/office/drawing/2014/main" id="{F6D1A9BC-6312-449B-A3B4-2CFCB3CABA6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6;p5">
              <a:extLst>
                <a:ext uri="{FF2B5EF4-FFF2-40B4-BE49-F238E27FC236}">
                  <a16:creationId xmlns:a16="http://schemas.microsoft.com/office/drawing/2014/main" id="{EAEA8E4A-B0B7-4BF1-B03A-FD5E787D3083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7;p5">
              <a:extLst>
                <a:ext uri="{FF2B5EF4-FFF2-40B4-BE49-F238E27FC236}">
                  <a16:creationId xmlns:a16="http://schemas.microsoft.com/office/drawing/2014/main" id="{BDAB381B-0F6C-48C6-B2EE-3B53DD006771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08;p5">
              <a:extLst>
                <a:ext uri="{FF2B5EF4-FFF2-40B4-BE49-F238E27FC236}">
                  <a16:creationId xmlns:a16="http://schemas.microsoft.com/office/drawing/2014/main" id="{F99E90CC-0673-4777-A179-0C33D6DD9A46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09;p5">
              <a:extLst>
                <a:ext uri="{FF2B5EF4-FFF2-40B4-BE49-F238E27FC236}">
                  <a16:creationId xmlns:a16="http://schemas.microsoft.com/office/drawing/2014/main" id="{531841F5-5C74-4E64-B57B-B265CA975FC6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0;p5">
              <a:extLst>
                <a:ext uri="{FF2B5EF4-FFF2-40B4-BE49-F238E27FC236}">
                  <a16:creationId xmlns:a16="http://schemas.microsoft.com/office/drawing/2014/main" id="{E3574375-2685-4C8D-AEDB-6B30733E491F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1;p5">
              <a:extLst>
                <a:ext uri="{FF2B5EF4-FFF2-40B4-BE49-F238E27FC236}">
                  <a16:creationId xmlns:a16="http://schemas.microsoft.com/office/drawing/2014/main" id="{B422FE0D-C668-41A8-B2DE-FE82027D321C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2;p5">
              <a:extLst>
                <a:ext uri="{FF2B5EF4-FFF2-40B4-BE49-F238E27FC236}">
                  <a16:creationId xmlns:a16="http://schemas.microsoft.com/office/drawing/2014/main" id="{6F981503-205F-47D5-81C3-DB6EB315CB0F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3;p5">
              <a:extLst>
                <a:ext uri="{FF2B5EF4-FFF2-40B4-BE49-F238E27FC236}">
                  <a16:creationId xmlns:a16="http://schemas.microsoft.com/office/drawing/2014/main" id="{976267A1-A463-479F-9967-C3E8F196532E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4;p5">
              <a:extLst>
                <a:ext uri="{FF2B5EF4-FFF2-40B4-BE49-F238E27FC236}">
                  <a16:creationId xmlns:a16="http://schemas.microsoft.com/office/drawing/2014/main" id="{B4440EA4-F067-4E18-962E-6DD8B6B4DEE0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5;p5">
              <a:extLst>
                <a:ext uri="{FF2B5EF4-FFF2-40B4-BE49-F238E27FC236}">
                  <a16:creationId xmlns:a16="http://schemas.microsoft.com/office/drawing/2014/main" id="{3BD7F1C3-D163-42B9-B29F-F75C8E618501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6;p5">
              <a:extLst>
                <a:ext uri="{FF2B5EF4-FFF2-40B4-BE49-F238E27FC236}">
                  <a16:creationId xmlns:a16="http://schemas.microsoft.com/office/drawing/2014/main" id="{97AEC01A-F26B-4789-A594-C3359A4E25E8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7;p5">
              <a:extLst>
                <a:ext uri="{FF2B5EF4-FFF2-40B4-BE49-F238E27FC236}">
                  <a16:creationId xmlns:a16="http://schemas.microsoft.com/office/drawing/2014/main" id="{A8903087-3D1C-413B-95F3-C7F4C20CB5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18;p5">
              <a:extLst>
                <a:ext uri="{FF2B5EF4-FFF2-40B4-BE49-F238E27FC236}">
                  <a16:creationId xmlns:a16="http://schemas.microsoft.com/office/drawing/2014/main" id="{28E15D50-4063-49DA-B792-ABBDC3D93526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19;p5">
              <a:extLst>
                <a:ext uri="{FF2B5EF4-FFF2-40B4-BE49-F238E27FC236}">
                  <a16:creationId xmlns:a16="http://schemas.microsoft.com/office/drawing/2014/main" id="{FDDEEE6E-8097-4430-BDA2-588AFB435C87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0;p5">
              <a:extLst>
                <a:ext uri="{FF2B5EF4-FFF2-40B4-BE49-F238E27FC236}">
                  <a16:creationId xmlns:a16="http://schemas.microsoft.com/office/drawing/2014/main" id="{F4B5A6CC-D63C-43C9-BC6E-26CB372C4259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5" name="Google Shape;321;p5">
              <a:extLst>
                <a:ext uri="{FF2B5EF4-FFF2-40B4-BE49-F238E27FC236}">
                  <a16:creationId xmlns:a16="http://schemas.microsoft.com/office/drawing/2014/main" id="{E524F7DE-A070-41EE-8AD0-C2D037B4E0AF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6" name="Google Shape;322;p5">
              <a:extLst>
                <a:ext uri="{FF2B5EF4-FFF2-40B4-BE49-F238E27FC236}">
                  <a16:creationId xmlns:a16="http://schemas.microsoft.com/office/drawing/2014/main" id="{B19F1824-5DAE-42BE-89E8-209BB6345FF8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7" name="Text Placeholder 173">
            <a:extLst>
              <a:ext uri="{FF2B5EF4-FFF2-40B4-BE49-F238E27FC236}">
                <a16:creationId xmlns:a16="http://schemas.microsoft.com/office/drawing/2014/main" id="{27FB79BE-641A-4CAB-BFE0-4D776066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4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6" name="Google Shape;291;p5">
            <a:extLst>
              <a:ext uri="{FF2B5EF4-FFF2-40B4-BE49-F238E27FC236}">
                <a16:creationId xmlns:a16="http://schemas.microsoft.com/office/drawing/2014/main" id="{A0500C0F-A345-4601-95F5-3406B5129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678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Google Shape;291;p5">
            <a:extLst>
              <a:ext uri="{FF2B5EF4-FFF2-40B4-BE49-F238E27FC236}">
                <a16:creationId xmlns:a16="http://schemas.microsoft.com/office/drawing/2014/main" id="{7D91CF79-CCEE-49CA-8A90-E6C585E73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24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83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7" name="Google Shape;293;p5">
            <a:extLst>
              <a:ext uri="{FF2B5EF4-FFF2-40B4-BE49-F238E27FC236}">
                <a16:creationId xmlns:a16="http://schemas.microsoft.com/office/drawing/2014/main" id="{54BDBE42-40E3-4F6C-841D-251F9551D406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38" name="Google Shape;294;p5">
              <a:extLst>
                <a:ext uri="{FF2B5EF4-FFF2-40B4-BE49-F238E27FC236}">
                  <a16:creationId xmlns:a16="http://schemas.microsoft.com/office/drawing/2014/main" id="{66E9B643-6FAC-4323-98C4-5ACA2DC4AE0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9" name="Google Shape;295;p5">
              <a:extLst>
                <a:ext uri="{FF2B5EF4-FFF2-40B4-BE49-F238E27FC236}">
                  <a16:creationId xmlns:a16="http://schemas.microsoft.com/office/drawing/2014/main" id="{35592297-D3D6-48AE-BEFC-3861C6C20BB6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0" name="Google Shape;296;p5">
              <a:extLst>
                <a:ext uri="{FF2B5EF4-FFF2-40B4-BE49-F238E27FC236}">
                  <a16:creationId xmlns:a16="http://schemas.microsoft.com/office/drawing/2014/main" id="{EEB6D149-1556-4B2E-AB6A-ADE699C535E7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1" name="Google Shape;297;p5">
              <a:extLst>
                <a:ext uri="{FF2B5EF4-FFF2-40B4-BE49-F238E27FC236}">
                  <a16:creationId xmlns:a16="http://schemas.microsoft.com/office/drawing/2014/main" id="{3F33B5F3-6141-4D9C-BFF0-B392ABDF021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2" name="Google Shape;298;p5">
              <a:extLst>
                <a:ext uri="{FF2B5EF4-FFF2-40B4-BE49-F238E27FC236}">
                  <a16:creationId xmlns:a16="http://schemas.microsoft.com/office/drawing/2014/main" id="{D203D9D2-5D0A-4088-814A-6CEA6DB0E0F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3" name="Google Shape;299;p5">
              <a:extLst>
                <a:ext uri="{FF2B5EF4-FFF2-40B4-BE49-F238E27FC236}">
                  <a16:creationId xmlns:a16="http://schemas.microsoft.com/office/drawing/2014/main" id="{74BB0A76-92F3-43E4-8802-35AC1D0474E2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4" name="Google Shape;300;p5">
              <a:extLst>
                <a:ext uri="{FF2B5EF4-FFF2-40B4-BE49-F238E27FC236}">
                  <a16:creationId xmlns:a16="http://schemas.microsoft.com/office/drawing/2014/main" id="{90463B7C-169F-40BD-83E9-2122585699A7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5" name="Google Shape;301;p5">
              <a:extLst>
                <a:ext uri="{FF2B5EF4-FFF2-40B4-BE49-F238E27FC236}">
                  <a16:creationId xmlns:a16="http://schemas.microsoft.com/office/drawing/2014/main" id="{7B2C9771-C7BB-46C9-9088-BC803B20A94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6" name="Google Shape;302;p5">
              <a:extLst>
                <a:ext uri="{FF2B5EF4-FFF2-40B4-BE49-F238E27FC236}">
                  <a16:creationId xmlns:a16="http://schemas.microsoft.com/office/drawing/2014/main" id="{BCD0B44C-BB81-4F47-89C7-710B8A4F57F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7" name="Google Shape;303;p5">
              <a:extLst>
                <a:ext uri="{FF2B5EF4-FFF2-40B4-BE49-F238E27FC236}">
                  <a16:creationId xmlns:a16="http://schemas.microsoft.com/office/drawing/2014/main" id="{6FE430A8-4685-4660-84EE-98FECF0A178E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8" name="Google Shape;304;p5">
              <a:extLst>
                <a:ext uri="{FF2B5EF4-FFF2-40B4-BE49-F238E27FC236}">
                  <a16:creationId xmlns:a16="http://schemas.microsoft.com/office/drawing/2014/main" id="{F34DAF67-4050-489C-8EA1-C47C9D8299F0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9" name="Google Shape;305;p5">
              <a:extLst>
                <a:ext uri="{FF2B5EF4-FFF2-40B4-BE49-F238E27FC236}">
                  <a16:creationId xmlns:a16="http://schemas.microsoft.com/office/drawing/2014/main" id="{7F9B4324-FE4B-46AA-B1FA-F80E82F71198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0" name="Google Shape;306;p5">
              <a:extLst>
                <a:ext uri="{FF2B5EF4-FFF2-40B4-BE49-F238E27FC236}">
                  <a16:creationId xmlns:a16="http://schemas.microsoft.com/office/drawing/2014/main" id="{858354B7-6DBC-4D09-8DD5-9B860AFEE789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1" name="Google Shape;307;p5">
              <a:extLst>
                <a:ext uri="{FF2B5EF4-FFF2-40B4-BE49-F238E27FC236}">
                  <a16:creationId xmlns:a16="http://schemas.microsoft.com/office/drawing/2014/main" id="{DA625892-EC39-4C8F-A40C-7B3930626C76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2" name="Google Shape;308;p5">
              <a:extLst>
                <a:ext uri="{FF2B5EF4-FFF2-40B4-BE49-F238E27FC236}">
                  <a16:creationId xmlns:a16="http://schemas.microsoft.com/office/drawing/2014/main" id="{67CCF9F0-4AFD-442E-9E09-8E90BF1278FA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3" name="Google Shape;309;p5">
              <a:extLst>
                <a:ext uri="{FF2B5EF4-FFF2-40B4-BE49-F238E27FC236}">
                  <a16:creationId xmlns:a16="http://schemas.microsoft.com/office/drawing/2014/main" id="{6BC26ED3-D3E2-4545-8776-D97BEAEE735F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4" name="Google Shape;310;p5">
              <a:extLst>
                <a:ext uri="{FF2B5EF4-FFF2-40B4-BE49-F238E27FC236}">
                  <a16:creationId xmlns:a16="http://schemas.microsoft.com/office/drawing/2014/main" id="{5A383DC0-9873-4D2D-A33A-05FE168F9BE9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5" name="Google Shape;311;p5">
              <a:extLst>
                <a:ext uri="{FF2B5EF4-FFF2-40B4-BE49-F238E27FC236}">
                  <a16:creationId xmlns:a16="http://schemas.microsoft.com/office/drawing/2014/main" id="{B7F30F45-4AFC-427C-B83D-FEB17C1E7C4D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6" name="Google Shape;312;p5">
              <a:extLst>
                <a:ext uri="{FF2B5EF4-FFF2-40B4-BE49-F238E27FC236}">
                  <a16:creationId xmlns:a16="http://schemas.microsoft.com/office/drawing/2014/main" id="{C82542C3-5C1E-4EDD-8EB3-37686C29AF2A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7" name="Google Shape;313;p5">
              <a:extLst>
                <a:ext uri="{FF2B5EF4-FFF2-40B4-BE49-F238E27FC236}">
                  <a16:creationId xmlns:a16="http://schemas.microsoft.com/office/drawing/2014/main" id="{56D63C3D-5A7C-4476-B8FB-D4BC12007E29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8" name="Google Shape;314;p5">
              <a:extLst>
                <a:ext uri="{FF2B5EF4-FFF2-40B4-BE49-F238E27FC236}">
                  <a16:creationId xmlns:a16="http://schemas.microsoft.com/office/drawing/2014/main" id="{5B165CDE-275A-452F-BC67-E69AE00D5833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9" name="Google Shape;315;p5">
              <a:extLst>
                <a:ext uri="{FF2B5EF4-FFF2-40B4-BE49-F238E27FC236}">
                  <a16:creationId xmlns:a16="http://schemas.microsoft.com/office/drawing/2014/main" id="{56F87171-DEA2-4ABF-8B18-FB21C185C31B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0" name="Google Shape;316;p5">
              <a:extLst>
                <a:ext uri="{FF2B5EF4-FFF2-40B4-BE49-F238E27FC236}">
                  <a16:creationId xmlns:a16="http://schemas.microsoft.com/office/drawing/2014/main" id="{27B1906B-B5A9-4BA8-A2E2-31DAB3706AC0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1" name="Google Shape;317;p5">
              <a:extLst>
                <a:ext uri="{FF2B5EF4-FFF2-40B4-BE49-F238E27FC236}">
                  <a16:creationId xmlns:a16="http://schemas.microsoft.com/office/drawing/2014/main" id="{1D30F440-D835-4830-BF9E-F6F88156A4C8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2" name="Google Shape;318;p5">
              <a:extLst>
                <a:ext uri="{FF2B5EF4-FFF2-40B4-BE49-F238E27FC236}">
                  <a16:creationId xmlns:a16="http://schemas.microsoft.com/office/drawing/2014/main" id="{6B4E0F55-E580-404D-9B42-15273B1F0AEE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3" name="Google Shape;319;p5">
              <a:extLst>
                <a:ext uri="{FF2B5EF4-FFF2-40B4-BE49-F238E27FC236}">
                  <a16:creationId xmlns:a16="http://schemas.microsoft.com/office/drawing/2014/main" id="{1164A904-8445-4C1B-9C60-748D80419CCD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4" name="Google Shape;320;p5">
              <a:extLst>
                <a:ext uri="{FF2B5EF4-FFF2-40B4-BE49-F238E27FC236}">
                  <a16:creationId xmlns:a16="http://schemas.microsoft.com/office/drawing/2014/main" id="{C044FB15-C13A-458D-8E2A-ED5B7D71CDA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5" name="Google Shape;321;p5">
              <a:extLst>
                <a:ext uri="{FF2B5EF4-FFF2-40B4-BE49-F238E27FC236}">
                  <a16:creationId xmlns:a16="http://schemas.microsoft.com/office/drawing/2014/main" id="{FF96102C-CE7A-460D-B55D-F84A5C5C929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6" name="Google Shape;322;p5">
              <a:extLst>
                <a:ext uri="{FF2B5EF4-FFF2-40B4-BE49-F238E27FC236}">
                  <a16:creationId xmlns:a16="http://schemas.microsoft.com/office/drawing/2014/main" id="{8CE04487-6205-47D8-9D32-0F05753E1516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grpSp>
        <p:nvGrpSpPr>
          <p:cNvPr id="70" name="Google Shape;293;p5">
            <a:extLst>
              <a:ext uri="{FF2B5EF4-FFF2-40B4-BE49-F238E27FC236}">
                <a16:creationId xmlns:a16="http://schemas.microsoft.com/office/drawing/2014/main" id="{CDE3D61C-CDED-4963-BA79-8EC0AC1EFFBC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1" name="Google Shape;294;p5">
              <a:extLst>
                <a:ext uri="{FF2B5EF4-FFF2-40B4-BE49-F238E27FC236}">
                  <a16:creationId xmlns:a16="http://schemas.microsoft.com/office/drawing/2014/main" id="{494FA09B-BB20-4F29-B3E6-B7C34014E0A5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2" name="Google Shape;295;p5">
              <a:extLst>
                <a:ext uri="{FF2B5EF4-FFF2-40B4-BE49-F238E27FC236}">
                  <a16:creationId xmlns:a16="http://schemas.microsoft.com/office/drawing/2014/main" id="{7B640E5D-809D-4931-86D2-D4FAFF8E8B1F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3" name="Google Shape;296;p5">
              <a:extLst>
                <a:ext uri="{FF2B5EF4-FFF2-40B4-BE49-F238E27FC236}">
                  <a16:creationId xmlns:a16="http://schemas.microsoft.com/office/drawing/2014/main" id="{44E5319D-E31F-466A-AC4B-66A0E8C227D1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4" name="Google Shape;297;p5">
              <a:extLst>
                <a:ext uri="{FF2B5EF4-FFF2-40B4-BE49-F238E27FC236}">
                  <a16:creationId xmlns:a16="http://schemas.microsoft.com/office/drawing/2014/main" id="{ED890F01-10B6-4EF6-B9FC-67318C49FCB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5" name="Google Shape;298;p5">
              <a:extLst>
                <a:ext uri="{FF2B5EF4-FFF2-40B4-BE49-F238E27FC236}">
                  <a16:creationId xmlns:a16="http://schemas.microsoft.com/office/drawing/2014/main" id="{EC63B16A-234F-4A54-83DE-C2229CA153A2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6" name="Google Shape;299;p5">
              <a:extLst>
                <a:ext uri="{FF2B5EF4-FFF2-40B4-BE49-F238E27FC236}">
                  <a16:creationId xmlns:a16="http://schemas.microsoft.com/office/drawing/2014/main" id="{049A4857-2C93-4ECC-9659-5F5F270E1B8D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7" name="Google Shape;300;p5">
              <a:extLst>
                <a:ext uri="{FF2B5EF4-FFF2-40B4-BE49-F238E27FC236}">
                  <a16:creationId xmlns:a16="http://schemas.microsoft.com/office/drawing/2014/main" id="{4529F50E-F03E-4423-B32D-02237EFE094F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8" name="Google Shape;301;p5">
              <a:extLst>
                <a:ext uri="{FF2B5EF4-FFF2-40B4-BE49-F238E27FC236}">
                  <a16:creationId xmlns:a16="http://schemas.microsoft.com/office/drawing/2014/main" id="{26465B18-38CC-4D66-8B36-8AE718A8A6F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9" name="Google Shape;302;p5">
              <a:extLst>
                <a:ext uri="{FF2B5EF4-FFF2-40B4-BE49-F238E27FC236}">
                  <a16:creationId xmlns:a16="http://schemas.microsoft.com/office/drawing/2014/main" id="{955D4038-4981-4499-AF08-CBA931DF4E7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0" name="Google Shape;303;p5">
              <a:extLst>
                <a:ext uri="{FF2B5EF4-FFF2-40B4-BE49-F238E27FC236}">
                  <a16:creationId xmlns:a16="http://schemas.microsoft.com/office/drawing/2014/main" id="{BC196BA2-19D7-4FBD-89F6-07BC62432395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1" name="Google Shape;304;p5">
              <a:extLst>
                <a:ext uri="{FF2B5EF4-FFF2-40B4-BE49-F238E27FC236}">
                  <a16:creationId xmlns:a16="http://schemas.microsoft.com/office/drawing/2014/main" id="{21DE9610-C560-4F22-946A-0E99295DCAD9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2" name="Google Shape;305;p5">
              <a:extLst>
                <a:ext uri="{FF2B5EF4-FFF2-40B4-BE49-F238E27FC236}">
                  <a16:creationId xmlns:a16="http://schemas.microsoft.com/office/drawing/2014/main" id="{88DAE264-72FE-49C3-92CA-C4E22CFD667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3" name="Google Shape;306;p5">
              <a:extLst>
                <a:ext uri="{FF2B5EF4-FFF2-40B4-BE49-F238E27FC236}">
                  <a16:creationId xmlns:a16="http://schemas.microsoft.com/office/drawing/2014/main" id="{38907BB3-F232-4E38-B159-FB6D2CA6E755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4" name="Google Shape;307;p5">
              <a:extLst>
                <a:ext uri="{FF2B5EF4-FFF2-40B4-BE49-F238E27FC236}">
                  <a16:creationId xmlns:a16="http://schemas.microsoft.com/office/drawing/2014/main" id="{1CDAD999-4B33-4B81-A1B6-59C6EE935E05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5" name="Google Shape;308;p5">
              <a:extLst>
                <a:ext uri="{FF2B5EF4-FFF2-40B4-BE49-F238E27FC236}">
                  <a16:creationId xmlns:a16="http://schemas.microsoft.com/office/drawing/2014/main" id="{634D8B8E-87FB-4B4C-ADAA-7193446D520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6" name="Google Shape;309;p5">
              <a:extLst>
                <a:ext uri="{FF2B5EF4-FFF2-40B4-BE49-F238E27FC236}">
                  <a16:creationId xmlns:a16="http://schemas.microsoft.com/office/drawing/2014/main" id="{A84278D9-55A7-43CB-80E4-4915603F39C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7" name="Google Shape;310;p5">
              <a:extLst>
                <a:ext uri="{FF2B5EF4-FFF2-40B4-BE49-F238E27FC236}">
                  <a16:creationId xmlns:a16="http://schemas.microsoft.com/office/drawing/2014/main" id="{F4D02316-4EAF-4A18-88B3-3E4CD47FA8F1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8" name="Google Shape;311;p5">
              <a:extLst>
                <a:ext uri="{FF2B5EF4-FFF2-40B4-BE49-F238E27FC236}">
                  <a16:creationId xmlns:a16="http://schemas.microsoft.com/office/drawing/2014/main" id="{3767F723-1A01-4C3A-BECF-39DE99B6571F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9" name="Google Shape;312;p5">
              <a:extLst>
                <a:ext uri="{FF2B5EF4-FFF2-40B4-BE49-F238E27FC236}">
                  <a16:creationId xmlns:a16="http://schemas.microsoft.com/office/drawing/2014/main" id="{F5A60277-3B49-45CE-BF82-8E40751369E0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0" name="Google Shape;313;p5">
              <a:extLst>
                <a:ext uri="{FF2B5EF4-FFF2-40B4-BE49-F238E27FC236}">
                  <a16:creationId xmlns:a16="http://schemas.microsoft.com/office/drawing/2014/main" id="{40DE02EA-FE0E-4C3C-BC4C-05E6C8659792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1" name="Google Shape;314;p5">
              <a:extLst>
                <a:ext uri="{FF2B5EF4-FFF2-40B4-BE49-F238E27FC236}">
                  <a16:creationId xmlns:a16="http://schemas.microsoft.com/office/drawing/2014/main" id="{356D8788-7A1B-4C2A-AB56-A60B0AE15624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2" name="Google Shape;315;p5">
              <a:extLst>
                <a:ext uri="{FF2B5EF4-FFF2-40B4-BE49-F238E27FC236}">
                  <a16:creationId xmlns:a16="http://schemas.microsoft.com/office/drawing/2014/main" id="{56346FC5-C5CE-42C6-8BE5-2277EF5215CF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3" name="Google Shape;316;p5">
              <a:extLst>
                <a:ext uri="{FF2B5EF4-FFF2-40B4-BE49-F238E27FC236}">
                  <a16:creationId xmlns:a16="http://schemas.microsoft.com/office/drawing/2014/main" id="{9BC3C194-F9B8-4E24-B7F2-37E5FDE2FD9D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4" name="Google Shape;317;p5">
              <a:extLst>
                <a:ext uri="{FF2B5EF4-FFF2-40B4-BE49-F238E27FC236}">
                  <a16:creationId xmlns:a16="http://schemas.microsoft.com/office/drawing/2014/main" id="{3894D0C1-0B5D-4DEA-B729-E8498EE85E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5" name="Google Shape;318;p5">
              <a:extLst>
                <a:ext uri="{FF2B5EF4-FFF2-40B4-BE49-F238E27FC236}">
                  <a16:creationId xmlns:a16="http://schemas.microsoft.com/office/drawing/2014/main" id="{1934CA72-314B-4C3F-8B41-BB80E20AC021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6" name="Google Shape;319;p5">
              <a:extLst>
                <a:ext uri="{FF2B5EF4-FFF2-40B4-BE49-F238E27FC236}">
                  <a16:creationId xmlns:a16="http://schemas.microsoft.com/office/drawing/2014/main" id="{B0EB1864-F72B-42F0-AB2A-4104570ED953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7" name="Google Shape;320;p5">
              <a:extLst>
                <a:ext uri="{FF2B5EF4-FFF2-40B4-BE49-F238E27FC236}">
                  <a16:creationId xmlns:a16="http://schemas.microsoft.com/office/drawing/2014/main" id="{88130EAC-9316-42CA-85F9-ACDF2FE419CC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8" name="Google Shape;321;p5">
              <a:extLst>
                <a:ext uri="{FF2B5EF4-FFF2-40B4-BE49-F238E27FC236}">
                  <a16:creationId xmlns:a16="http://schemas.microsoft.com/office/drawing/2014/main" id="{193073F5-8607-4FCE-A024-8B51BEE693E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9" name="Google Shape;322;p5">
              <a:extLst>
                <a:ext uri="{FF2B5EF4-FFF2-40B4-BE49-F238E27FC236}">
                  <a16:creationId xmlns:a16="http://schemas.microsoft.com/office/drawing/2014/main" id="{A3306CAD-B7F8-4C1B-9892-3A64FAA0DBC3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B97B5B7A-4A6D-4E77-9B24-5D9BB4424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DD3099D4-19C4-4D92-BE04-768341CB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0" name="Text Placeholder 173">
            <a:extLst>
              <a:ext uri="{FF2B5EF4-FFF2-40B4-BE49-F238E27FC236}">
                <a16:creationId xmlns:a16="http://schemas.microsoft.com/office/drawing/2014/main" id="{8816F192-26F1-4320-85A5-B3801E75E04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3" y="1826683"/>
            <a:ext cx="3245097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5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3" name="Text Placeholder 173">
            <a:extLst>
              <a:ext uri="{FF2B5EF4-FFF2-40B4-BE49-F238E27FC236}">
                <a16:creationId xmlns:a16="http://schemas.microsoft.com/office/drawing/2014/main" id="{4E9BB606-5527-45E4-BEF1-5AD1FF37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38A1CEB9-332F-4F01-8D5A-5F1907A4C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9E49AFB8-70F7-43FB-B010-8D02FED616F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4" y="1826683"/>
            <a:ext cx="508404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6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9737174" y="-392483"/>
            <a:ext cx="600733" cy="744979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47165" y="4489284"/>
            <a:ext cx="591013" cy="672893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1757265" y="45862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11657298" y="5555569"/>
            <a:ext cx="660375" cy="453651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11147940" y="60092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102771" y="19840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107367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0736769" y="55097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9907864" y="64975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116663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113632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17725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1951973" y="1784958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9480176" y="6502682"/>
            <a:ext cx="373213" cy="477295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02128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11730117" y="4104977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03765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462503" y="8114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860014" y="4746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1091747" y="-39763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11" y="1351155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1599141" y="238816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9339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345290" y="-115001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46688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9616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324171" y="722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456069" y="-134498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51501" y="7720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871701" y="15333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1274653" y="-76221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777725" y="6237940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1221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2034237" y="6548458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3606" y="6533642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10967401" y="8337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462490" y="5418857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10661707" y="422573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1735680" y="1053695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3452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11599127" y="15352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2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50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Google Shape;291;p5">
            <a:extLst>
              <a:ext uri="{FF2B5EF4-FFF2-40B4-BE49-F238E27FC236}">
                <a16:creationId xmlns:a16="http://schemas.microsoft.com/office/drawing/2014/main" id="{80CFE913-8992-4639-BFD5-F8CDD3238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Text Placeholder 173">
            <a:extLst>
              <a:ext uri="{FF2B5EF4-FFF2-40B4-BE49-F238E27FC236}">
                <a16:creationId xmlns:a16="http://schemas.microsoft.com/office/drawing/2014/main" id="{18DB5022-26C0-420A-B8FE-A2E76360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3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291;p5">
            <a:extLst>
              <a:ext uri="{FF2B5EF4-FFF2-40B4-BE49-F238E27FC236}">
                <a16:creationId xmlns:a16="http://schemas.microsoft.com/office/drawing/2014/main" id="{A7D42CE1-F596-434E-888B-F927D5AF4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1" name="Text Placeholder 173">
            <a:extLst>
              <a:ext uri="{FF2B5EF4-FFF2-40B4-BE49-F238E27FC236}">
                <a16:creationId xmlns:a16="http://schemas.microsoft.com/office/drawing/2014/main" id="{FFE0AD90-2A99-4C5F-980F-8D914F939C1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84024" y="1826684"/>
            <a:ext cx="513544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97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0" y="-31"/>
            <a:ext cx="12191731" cy="6857837"/>
            <a:chOff x="239949" y="872550"/>
            <a:chExt cx="7042901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244C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49" y="2607769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3ACD15CA-3EBF-4C8A-8FB2-98DA7FCD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4" name="Text Placeholder 173">
            <a:extLst>
              <a:ext uri="{FF2B5EF4-FFF2-40B4-BE49-F238E27FC236}">
                <a16:creationId xmlns:a16="http://schemas.microsoft.com/office/drawing/2014/main" id="{256B5515-0DC8-4C22-B008-913BB1AA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0587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0" r:id="rId8"/>
    <p:sldLayoutId id="2147483671" r:id="rId9"/>
    <p:sldLayoutId id="2147483672" r:id="rId10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rgbClr val="FFD0A1"/>
          </a:solidFill>
          <a:latin typeface="Dosis" pitchFamily="2" charset="0"/>
          <a:ea typeface="Dosis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04792" marR="0" lvl="0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1pPr>
      <a:lvl2pPr marL="609585" marR="0" lvl="1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tabLst>
          <a:tab pos="609585" algn="l"/>
        </a:tabLst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2pPr>
      <a:lvl3pPr marL="914377" marR="0" lvl="2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3pPr>
      <a:lvl4pPr marL="1219170" marR="0" lvl="3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4pPr>
      <a:lvl5pPr marL="1523962" marR="0" lvl="4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0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9C278-0CDD-5E72-566B-4C88A34E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test of layout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118C9-7E59-8B2A-8AC2-A41F1DE68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title placeholder and this textbox should have inherited styling</a:t>
            </a:r>
          </a:p>
          <a:p>
            <a:pPr lvl="1"/>
            <a:r>
              <a:rPr lang="en-US" dirty="0"/>
              <a:t>From the Layout, or something. What’s the OOXML look like?</a:t>
            </a:r>
          </a:p>
        </p:txBody>
      </p:sp>
    </p:spTree>
    <p:extLst>
      <p:ext uri="{BB962C8B-B14F-4D97-AF65-F5344CB8AC3E}">
        <p14:creationId xmlns:p14="http://schemas.microsoft.com/office/powerpoint/2010/main" val="332708416"/>
      </p:ext>
    </p:extLst>
  </p:cSld>
  <p:clrMapOvr>
    <a:masterClrMapping/>
  </p:clrMapOvr>
</p:sld>
</file>

<file path=ppt/theme/theme1.xml><?xml version="1.0" encoding="utf-8"?>
<a:theme xmlns:a="http://schemas.openxmlformats.org/drawingml/2006/main" name="cheors_theme">
  <a:themeElements>
    <a:clrScheme name="cheors_theme_colors">
      <a:dk1>
        <a:srgbClr val="103C3F"/>
      </a:dk1>
      <a:lt1>
        <a:srgbClr val="F2F2F2"/>
      </a:lt1>
      <a:dk2>
        <a:srgbClr val="244C4E"/>
      </a:dk2>
      <a:lt2>
        <a:srgbClr val="3E666A"/>
      </a:lt2>
      <a:accent1>
        <a:srgbClr val="569CD6"/>
      </a:accent1>
      <a:accent2>
        <a:srgbClr val="DB5151"/>
      </a:accent2>
      <a:accent3>
        <a:srgbClr val="B5CEA8"/>
      </a:accent3>
      <a:accent4>
        <a:srgbClr val="9090AE"/>
      </a:accent4>
      <a:accent5>
        <a:srgbClr val="C586C0"/>
      </a:accent5>
      <a:accent6>
        <a:srgbClr val="FFD0A1"/>
      </a:accent6>
      <a:hlink>
        <a:srgbClr val="53CBD3"/>
      </a:hlink>
      <a:folHlink>
        <a:srgbClr val="53CB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r_ogres_template" id="{57D26786-ED71-44FC-9FDB-51F09117A7E7}" vid="{5FBAB8BA-AF53-4546-A17B-209BB8A95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coder_ogres_template</Template>
  <TotalTime>16</TotalTime>
  <Words>30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Dosis</vt:lpstr>
      <vt:lpstr>Wingdings</vt:lpstr>
      <vt:lpstr>cheors_theme</vt:lpstr>
      <vt:lpstr>This is a test of layout 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connolly</dc:creator>
  <cp:lastModifiedBy>dylan connolly</cp:lastModifiedBy>
  <cp:revision>2</cp:revision>
  <dcterms:created xsi:type="dcterms:W3CDTF">2025-07-17T12:57:01Z</dcterms:created>
  <dcterms:modified xsi:type="dcterms:W3CDTF">2025-07-17T13:13:28Z</dcterms:modified>
</cp:coreProperties>
</file>